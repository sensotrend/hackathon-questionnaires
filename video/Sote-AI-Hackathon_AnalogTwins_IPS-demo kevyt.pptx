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4" r:id="rId4"/>
  </p:sldMasterIdLst>
  <p:notesMasterIdLst>
    <p:notesMasterId r:id="rId15"/>
  </p:notesMasterIdLst>
  <p:handoutMasterIdLst>
    <p:handoutMasterId r:id="rId16"/>
  </p:handoutMasterIdLst>
  <p:sldIdLst>
    <p:sldId id="318" r:id="rId5"/>
    <p:sldId id="319" r:id="rId6"/>
    <p:sldId id="297" r:id="rId7"/>
    <p:sldId id="328" r:id="rId8"/>
    <p:sldId id="326" r:id="rId9"/>
    <p:sldId id="325" r:id="rId10"/>
    <p:sldId id="330" r:id="rId11"/>
    <p:sldId id="321" r:id="rId12"/>
    <p:sldId id="329" r:id="rId13"/>
    <p:sldId id="320" r:id="rId14"/>
  </p:sldIdLst>
  <p:sldSz cx="12192000" cy="6858000"/>
  <p:notesSz cx="6858000" cy="9144000"/>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F2EF"/>
    <a:srgbClr val="FAE7EA"/>
    <a:srgbClr val="888B8D"/>
    <a:srgbClr val="E4E1DC"/>
    <a:srgbClr val="555858"/>
    <a:srgbClr val="C25715"/>
    <a:srgbClr val="FF5F14"/>
    <a:srgbClr val="F3A0BA"/>
    <a:srgbClr val="F8BEA4"/>
    <a:srgbClr val="F4CD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31"/>
    <p:restoredTop sz="84932"/>
  </p:normalViewPr>
  <p:slideViewPr>
    <p:cSldViewPr snapToGrid="0">
      <p:cViewPr varScale="1">
        <p:scale>
          <a:sx n="97" d="100"/>
          <a:sy n="97" d="100"/>
        </p:scale>
        <p:origin x="240" y="4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uel Rinnetmäki" userId="c7011083-a196-4136-b2d9-56ac6bf4ed49" providerId="ADAL" clId="{DBE58638-00E8-5E1E-A874-BF9B8080C1EF}"/>
    <pc:docChg chg="custSel addSld delSld modSld modNotesMaster">
      <pc:chgData name="Samuel Rinnetmäki" userId="c7011083-a196-4136-b2d9-56ac6bf4ed49" providerId="ADAL" clId="{DBE58638-00E8-5E1E-A874-BF9B8080C1EF}" dt="2026-10-14T11:01:50.579" v="4" actId="26606"/>
      <pc:docMkLst>
        <pc:docMk/>
      </pc:docMkLst>
      <pc:sldChg chg="add del">
        <pc:chgData name="Samuel Rinnetmäki" userId="c7011083-a196-4136-b2d9-56ac6bf4ed49" providerId="ADAL" clId="{DBE58638-00E8-5E1E-A874-BF9B8080C1EF}" dt="2026-10-14T11:01:34.410" v="3" actId="26606"/>
        <pc:sldMkLst>
          <pc:docMk/>
          <pc:sldMk cId="1870256477" sldId="297"/>
        </pc:sldMkLst>
      </pc:sldChg>
      <pc:sldChg chg="modNotes">
        <pc:chgData name="Samuel Rinnetmäki" userId="c7011083-a196-4136-b2d9-56ac6bf4ed49" providerId="ADAL" clId="{DBE58638-00E8-5E1E-A874-BF9B8080C1EF}" dt="2026-10-14T10:59:53.280" v="2" actId="26606"/>
        <pc:sldMkLst>
          <pc:docMk/>
          <pc:sldMk cId="3042784629" sldId="318"/>
        </pc:sldMkLst>
      </pc:sldChg>
      <pc:sldChg chg="modSp mod">
        <pc:chgData name="Samuel Rinnetmäki" userId="c7011083-a196-4136-b2d9-56ac6bf4ed49" providerId="ADAL" clId="{DBE58638-00E8-5E1E-A874-BF9B8080C1EF}" dt="2026-10-14T10:59:24.485" v="1" actId="26606"/>
        <pc:sldMkLst>
          <pc:docMk/>
          <pc:sldMk cId="1020013120" sldId="319"/>
        </pc:sldMkLst>
        <pc:spChg chg="mod">
          <ac:chgData name="Samuel Rinnetmäki" userId="c7011083-a196-4136-b2d9-56ac6bf4ed49" providerId="ADAL" clId="{DBE58638-00E8-5E1E-A874-BF9B8080C1EF}" dt="2026-10-14T10:59:24.485" v="1" actId="26606"/>
          <ac:spMkLst>
            <pc:docMk/>
            <pc:sldMk cId="1020013120" sldId="319"/>
            <ac:spMk id="24" creationId="{9F8FD541-D50F-AAEF-A1B1-0A7B477DBFBB}"/>
          </ac:spMkLst>
        </pc:spChg>
      </pc:sldChg>
      <pc:sldChg chg="modNotes">
        <pc:chgData name="Samuel Rinnetmäki" userId="c7011083-a196-4136-b2d9-56ac6bf4ed49" providerId="ADAL" clId="{DBE58638-00E8-5E1E-A874-BF9B8080C1EF}" dt="2026-10-14T10:59:53.280" v="2" actId="26606"/>
        <pc:sldMkLst>
          <pc:docMk/>
          <pc:sldMk cId="396367095" sldId="320"/>
        </pc:sldMkLst>
      </pc:sldChg>
      <pc:sldChg chg="modNotes">
        <pc:chgData name="Samuel Rinnetmäki" userId="c7011083-a196-4136-b2d9-56ac6bf4ed49" providerId="ADAL" clId="{DBE58638-00E8-5E1E-A874-BF9B8080C1EF}" dt="2026-10-14T10:59:53.280" v="2" actId="26606"/>
        <pc:sldMkLst>
          <pc:docMk/>
          <pc:sldMk cId="3742605852" sldId="321"/>
        </pc:sldMkLst>
      </pc:sldChg>
      <pc:sldChg chg="modSp mod">
        <pc:chgData name="Samuel Rinnetmäki" userId="c7011083-a196-4136-b2d9-56ac6bf4ed49" providerId="ADAL" clId="{DBE58638-00E8-5E1E-A874-BF9B8080C1EF}" dt="2026-10-14T10:59:07.417" v="0" actId="26606"/>
        <pc:sldMkLst>
          <pc:docMk/>
          <pc:sldMk cId="3322452441" sldId="325"/>
        </pc:sldMkLst>
        <pc:picChg chg="mod">
          <ac:chgData name="Samuel Rinnetmäki" userId="c7011083-a196-4136-b2d9-56ac6bf4ed49" providerId="ADAL" clId="{DBE58638-00E8-5E1E-A874-BF9B8080C1EF}" dt="2026-10-14T10:59:07.417" v="0" actId="26606"/>
          <ac:picMkLst>
            <pc:docMk/>
            <pc:sldMk cId="3322452441" sldId="325"/>
            <ac:picMk id="20" creationId="{E40229FC-58EA-EDC0-9EA3-713C07D8A0D6}"/>
          </ac:picMkLst>
        </pc:picChg>
        <pc:picChg chg="mod">
          <ac:chgData name="Samuel Rinnetmäki" userId="c7011083-a196-4136-b2d9-56ac6bf4ed49" providerId="ADAL" clId="{DBE58638-00E8-5E1E-A874-BF9B8080C1EF}" dt="2026-10-14T10:59:07.417" v="0" actId="26606"/>
          <ac:picMkLst>
            <pc:docMk/>
            <pc:sldMk cId="3322452441" sldId="325"/>
            <ac:picMk id="21" creationId="{5F122EA2-A7EF-36AE-8BA4-E30CD1F5D4FE}"/>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Ylätunnisteen paikkamerkki 1">
            <a:extLst>
              <a:ext uri="{FF2B5EF4-FFF2-40B4-BE49-F238E27FC236}">
                <a16:creationId xmlns:a16="http://schemas.microsoft.com/office/drawing/2014/main" id="{77B5EAB4-5DC6-B51F-553F-4DD7076D111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i-FI"/>
          </a:p>
        </p:txBody>
      </p:sp>
      <p:sp>
        <p:nvSpPr>
          <p:cNvPr id="3" name="Päivämäärän paikkamerkki 2">
            <a:extLst>
              <a:ext uri="{FF2B5EF4-FFF2-40B4-BE49-F238E27FC236}">
                <a16:creationId xmlns:a16="http://schemas.microsoft.com/office/drawing/2014/main" id="{E8C3C56E-2A3F-D586-C790-BC725E0619A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90C79CC-B82A-4164-B7C6-0CEE461D152C}" type="datetimeFigureOut">
              <a:rPr lang="fi-FI" smtClean="0"/>
              <a:t>14.10.2026</a:t>
            </a:fld>
            <a:endParaRPr lang="fi-FI"/>
          </a:p>
        </p:txBody>
      </p:sp>
      <p:sp>
        <p:nvSpPr>
          <p:cNvPr id="4" name="Alatunnisteen paikkamerkki 3">
            <a:extLst>
              <a:ext uri="{FF2B5EF4-FFF2-40B4-BE49-F238E27FC236}">
                <a16:creationId xmlns:a16="http://schemas.microsoft.com/office/drawing/2014/main" id="{D6D88180-835C-0741-ED93-48FEA971014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i-FI"/>
          </a:p>
        </p:txBody>
      </p:sp>
      <p:sp>
        <p:nvSpPr>
          <p:cNvPr id="5" name="Dian numeron paikkamerkki 4">
            <a:extLst>
              <a:ext uri="{FF2B5EF4-FFF2-40B4-BE49-F238E27FC236}">
                <a16:creationId xmlns:a16="http://schemas.microsoft.com/office/drawing/2014/main" id="{1120A0F0-7A86-A816-5A01-4E0CDC4C83A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E37CA02-3AE2-435D-AF19-DCD3CEACA4E5}" type="slidenum">
              <a:rPr lang="fi-FI" smtClean="0"/>
              <a:t>‹#›</a:t>
            </a:fld>
            <a:endParaRPr lang="fi-FI"/>
          </a:p>
        </p:txBody>
      </p:sp>
    </p:spTree>
    <p:extLst>
      <p:ext uri="{BB962C8B-B14F-4D97-AF65-F5344CB8AC3E}">
        <p14:creationId xmlns:p14="http://schemas.microsoft.com/office/powerpoint/2010/main" val="1097671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63573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FI"/>
          </a:p>
        </p:txBody>
      </p:sp>
      <p:sp>
        <p:nvSpPr>
          <p:cNvPr id="3" name="Notes Placeholder 2"/>
          <p:cNvSpPr>
            <a:spLocks noGrp="1"/>
          </p:cNvSpPr>
          <p:nvPr>
            <p:ph type="body" idx="1"/>
          </p:nvPr>
        </p:nvSpPr>
        <p:spPr/>
        <p:txBody>
          <a:bodyPr/>
          <a:lstStyle/>
          <a:p>
            <a:pPr marL="171450" lvl="0" indent="-171450">
              <a:spcAft>
                <a:spcPts val="0"/>
              </a:spcAft>
              <a:buClr>
                <a:srgbClr val="6E112E"/>
              </a:buClr>
              <a:buFont typeface="+mj-lt"/>
              <a:buAutoNum type="arabicPeriod"/>
            </a:pPr>
            <a:r>
              <a:rPr lang="fi-FI" sz="1600" dirty="0">
                <a:solidFill>
                  <a:srgbClr val="5F5F5F"/>
                </a:solidFill>
              </a:rPr>
              <a:t>Olemassa oleva tuote: Terveystiedot talteen, Sensotrend </a:t>
            </a:r>
            <a:r>
              <a:rPr lang="fi-FI" sz="1600" dirty="0" err="1">
                <a:solidFill>
                  <a:srgbClr val="5F5F5F"/>
                </a:solidFill>
              </a:rPr>
              <a:t>Patient</a:t>
            </a:r>
            <a:r>
              <a:rPr lang="fi-FI" sz="1600" dirty="0">
                <a:solidFill>
                  <a:srgbClr val="5F5F5F"/>
                </a:solidFill>
              </a:rPr>
              <a:t> </a:t>
            </a:r>
            <a:r>
              <a:rPr lang="fi-FI" sz="1600" dirty="0" err="1">
                <a:solidFill>
                  <a:srgbClr val="5F5F5F"/>
                </a:solidFill>
              </a:rPr>
              <a:t>Summary</a:t>
            </a:r>
            <a:endParaRPr lang="fi-FI" sz="1600" dirty="0">
              <a:solidFill>
                <a:srgbClr val="5F5F5F"/>
              </a:solidFill>
            </a:endParaRPr>
          </a:p>
          <a:p>
            <a:pPr marL="171450" lvl="0" indent="-171450">
              <a:spcAft>
                <a:spcPts val="0"/>
              </a:spcAft>
              <a:buClr>
                <a:srgbClr val="6E112E"/>
              </a:buClr>
              <a:buFont typeface="+mj-lt"/>
              <a:buAutoNum type="arabicPeriod"/>
            </a:pPr>
            <a:r>
              <a:rPr lang="fi-FI" sz="1600" dirty="0">
                <a:solidFill>
                  <a:srgbClr val="5F5F5F"/>
                </a:solidFill>
              </a:rPr>
              <a:t>Vahva tieto IPS-määrittelystä</a:t>
            </a:r>
          </a:p>
          <a:p>
            <a:endParaRPr lang="en-US" dirty="0"/>
          </a:p>
        </p:txBody>
      </p:sp>
      <p:sp>
        <p:nvSpPr>
          <p:cNvPr id="4" name="Slide Number Placeholder 3"/>
          <p:cNvSpPr>
            <a:spLocks noGrp="1"/>
          </p:cNvSpPr>
          <p:nvPr>
            <p:ph type="sldNum" sz="quarter" idx="5"/>
          </p:nvPr>
        </p:nvSpPr>
        <p:spPr/>
        <p:txBody>
          <a:bodyPr/>
          <a:lstStyle/>
          <a:p>
            <a:fld id="{14BA6E19-73B1-42CD-94BE-1BDDEFA17463}" type="slidenum">
              <a:rPr lang="fi-FI" smtClean="0"/>
              <a:t>1</a:t>
            </a:fld>
            <a:endParaRPr lang="fi-FI"/>
          </a:p>
        </p:txBody>
      </p:sp>
    </p:spTree>
    <p:extLst>
      <p:ext uri="{BB962C8B-B14F-4D97-AF65-F5344CB8AC3E}">
        <p14:creationId xmlns:p14="http://schemas.microsoft.com/office/powerpoint/2010/main" val="26758544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FI"/>
          </a:p>
        </p:txBody>
      </p:sp>
      <p:sp>
        <p:nvSpPr>
          <p:cNvPr id="3" name="Notes Placeholder 2"/>
          <p:cNvSpPr>
            <a:spLocks noGrp="1"/>
          </p:cNvSpPr>
          <p:nvPr>
            <p:ph type="body" idx="1"/>
          </p:nvPr>
        </p:nvSpPr>
        <p:spPr/>
        <p:txBody>
          <a:bodyPr/>
          <a:lstStyle/>
          <a:p>
            <a:r>
              <a:rPr lang="en-US" sz="1600" kern="1200" dirty="0" err="1">
                <a:solidFill>
                  <a:schemeClr val="tx1"/>
                </a:solidFill>
                <a:effectLst/>
                <a:latin typeface="+mn-lt"/>
                <a:ea typeface="+mn-ea"/>
                <a:cs typeface="+mn-cs"/>
              </a:rPr>
              <a:t>Ratkaisumme</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perustuu</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kansainväliseen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potilastietojen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yhteenvedon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määrittelyyn</a:t>
            </a:r>
            <a:r>
              <a:rPr lang="en-US" sz="1600" kern="1200" dirty="0">
                <a:solidFill>
                  <a:schemeClr val="tx1"/>
                </a:solidFill>
                <a:effectLst/>
                <a:latin typeface="+mn-lt"/>
                <a:ea typeface="+mn-ea"/>
                <a:cs typeface="+mn-cs"/>
              </a:rPr>
              <a:t>. Yksi </a:t>
            </a:r>
            <a:r>
              <a:rPr lang="en-US" sz="1600" kern="1200" dirty="0" err="1">
                <a:solidFill>
                  <a:schemeClr val="tx1"/>
                </a:solidFill>
                <a:effectLst/>
                <a:latin typeface="+mn-lt"/>
                <a:ea typeface="+mn-ea"/>
                <a:cs typeface="+mn-cs"/>
              </a:rPr>
              <a:t>hyvä</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esimerkki</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tämän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käytöstä</a:t>
            </a:r>
            <a:r>
              <a:rPr lang="en-US" sz="1600" kern="1200" dirty="0">
                <a:solidFill>
                  <a:schemeClr val="tx1"/>
                </a:solidFill>
                <a:effectLst/>
                <a:latin typeface="+mn-lt"/>
                <a:ea typeface="+mn-ea"/>
                <a:cs typeface="+mn-cs"/>
              </a:rPr>
              <a:t> on </a:t>
            </a:r>
            <a:r>
              <a:rPr lang="en-US" sz="1600" kern="1200" dirty="0" err="1">
                <a:solidFill>
                  <a:schemeClr val="tx1"/>
                </a:solidFill>
                <a:effectLst/>
                <a:latin typeface="+mn-lt"/>
                <a:ea typeface="+mn-ea"/>
                <a:cs typeface="+mn-cs"/>
              </a:rPr>
              <a:t>muslimien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pyhiinvaellus</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Mekkaan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Yli</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puolitoista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miljoonaa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ihmistä</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osallistuu</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tapahtumaan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vuosittain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eri</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puolilta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maailmaa</a:t>
            </a:r>
            <a:r>
              <a:rPr lang="en-US" sz="1600" kern="1200" dirty="0">
                <a:solidFill>
                  <a:schemeClr val="tx1"/>
                </a:solidFill>
                <a:effectLst/>
                <a:latin typeface="+mn-lt"/>
                <a:ea typeface="+mn-ea"/>
                <a:cs typeface="+mn-cs"/>
              </a:rPr>
              <a:t>.</a:t>
            </a:r>
          </a:p>
          <a:p>
            <a:endParaRPr lang="en-US">
              <a:ea typeface="Calibri"/>
              <a:cs typeface="Calibri"/>
            </a:endParaRPr>
          </a:p>
          <a:p>
            <a:r>
              <a:rPr lang="en-US" err="1"/>
              <a:t>Useat</a:t>
            </a:r>
            <a:r>
              <a:rPr lang="en-US"/>
              <a:t> </a:t>
            </a:r>
            <a:r>
              <a:rPr lang="en-US" err="1"/>
              <a:t>maat</a:t>
            </a:r>
            <a:r>
              <a:rPr lang="en-US"/>
              <a:t> ja </a:t>
            </a:r>
            <a:r>
              <a:rPr lang="en-US" err="1"/>
              <a:t>terveydenhuollon</a:t>
            </a:r>
            <a:r>
              <a:rPr lang="en-US"/>
              <a:t> </a:t>
            </a:r>
            <a:r>
              <a:rPr lang="en-US" err="1"/>
              <a:t>organisaatiot</a:t>
            </a:r>
            <a:r>
              <a:rPr lang="en-US"/>
              <a:t> </a:t>
            </a:r>
            <a:r>
              <a:rPr lang="en-US" err="1"/>
              <a:t>antavat</a:t>
            </a:r>
            <a:r>
              <a:rPr lang="en-US"/>
              <a:t> </a:t>
            </a:r>
            <a:r>
              <a:rPr lang="en-US" err="1"/>
              <a:t>ihmisille</a:t>
            </a:r>
            <a:r>
              <a:rPr lang="en-US"/>
              <a:t> </a:t>
            </a:r>
            <a:r>
              <a:rPr lang="en-US" err="1"/>
              <a:t>heidän</a:t>
            </a:r>
            <a:r>
              <a:rPr lang="en-US"/>
              <a:t> </a:t>
            </a:r>
            <a:r>
              <a:rPr lang="en-US" err="1"/>
              <a:t>terveystietonsa</a:t>
            </a:r>
            <a:r>
              <a:rPr lang="en-US"/>
              <a:t> </a:t>
            </a:r>
            <a:r>
              <a:rPr lang="en-US" err="1"/>
              <a:t>mukaan</a:t>
            </a:r>
            <a:r>
              <a:rPr lang="en-US"/>
              <a:t> </a:t>
            </a:r>
            <a:r>
              <a:rPr lang="en-US" err="1"/>
              <a:t>standardoidussa</a:t>
            </a:r>
            <a:r>
              <a:rPr lang="en-US"/>
              <a:t> </a:t>
            </a:r>
            <a:r>
              <a:rPr lang="en-US" err="1"/>
              <a:t>koneluettavassa</a:t>
            </a:r>
            <a:r>
              <a:rPr lang="en-US"/>
              <a:t> </a:t>
            </a:r>
            <a:r>
              <a:rPr lang="en-US" err="1"/>
              <a:t>muodossa</a:t>
            </a:r>
            <a:r>
              <a:rPr lang="en-US"/>
              <a:t> ja </a:t>
            </a:r>
            <a:r>
              <a:rPr lang="en-US" err="1"/>
              <a:t>sairaalat</a:t>
            </a:r>
            <a:r>
              <a:rPr lang="en-US"/>
              <a:t> Saudi-</a:t>
            </a:r>
            <a:r>
              <a:rPr lang="en-US" err="1"/>
              <a:t>Arabiassa</a:t>
            </a:r>
            <a:r>
              <a:rPr lang="en-US"/>
              <a:t> </a:t>
            </a:r>
            <a:r>
              <a:rPr lang="en-US" err="1"/>
              <a:t>osaavat</a:t>
            </a:r>
            <a:r>
              <a:rPr lang="en-US"/>
              <a:t> </a:t>
            </a:r>
            <a:r>
              <a:rPr lang="en-US" err="1"/>
              <a:t>hyödyntää</a:t>
            </a:r>
            <a:r>
              <a:rPr lang="en-US"/>
              <a:t> </a:t>
            </a:r>
            <a:r>
              <a:rPr lang="en-US" err="1"/>
              <a:t>näitä</a:t>
            </a:r>
            <a:r>
              <a:rPr lang="en-US"/>
              <a:t> </a:t>
            </a:r>
            <a:r>
              <a:rPr lang="en-US" err="1"/>
              <a:t>tietoja</a:t>
            </a:r>
            <a:r>
              <a:rPr lang="en-US"/>
              <a:t>.</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14BA6E19-73B1-42CD-94BE-1BDDEFA17463}" type="slidenum">
              <a:rPr lang="fi-FI" smtClean="0"/>
              <a:t>8</a:t>
            </a:fld>
            <a:endParaRPr lang="fi-FI"/>
          </a:p>
        </p:txBody>
      </p:sp>
    </p:spTree>
    <p:extLst>
      <p:ext uri="{BB962C8B-B14F-4D97-AF65-F5344CB8AC3E}">
        <p14:creationId xmlns:p14="http://schemas.microsoft.com/office/powerpoint/2010/main" val="9103862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FI"/>
          </a:p>
        </p:txBody>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600" kern="1200" dirty="0">
                <a:solidFill>
                  <a:schemeClr val="tx1"/>
                </a:solidFill>
                <a:effectLst/>
                <a:latin typeface="+mn-lt"/>
                <a:ea typeface="+mn-ea"/>
                <a:cs typeface="+mn-cs"/>
              </a:rPr>
              <a:t>Olemme </a:t>
            </a:r>
            <a:r>
              <a:rPr lang="en-US" sz="1600" kern="1200" dirty="0" err="1">
                <a:solidFill>
                  <a:schemeClr val="tx1"/>
                </a:solidFill>
                <a:effectLst/>
                <a:latin typeface="+mn-lt"/>
                <a:ea typeface="+mn-ea"/>
                <a:cs typeface="+mn-cs"/>
              </a:rPr>
              <a:t>lähiaikoina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lanseeraamassa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Terveystiedot</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talteen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palvelua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jonka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avulla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kaikki</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ihmiset</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voivat</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saada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omat</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terveystietonsa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Kannasta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itselleen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rakenteisessa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muodossa</a:t>
            </a:r>
            <a:r>
              <a:rPr lang="en-US" sz="1600" kern="1200" dirty="0">
                <a:solidFill>
                  <a:schemeClr val="tx1"/>
                </a:solidFill>
                <a:effectLst/>
                <a:latin typeface="+mn-lt"/>
                <a:ea typeface="+mn-ea"/>
                <a:cs typeface="+mn-cs"/>
              </a:rPr>
              <a:t> ja </a:t>
            </a:r>
            <a:r>
              <a:rPr lang="en-US" sz="1600" kern="1200" dirty="0" err="1">
                <a:solidFill>
                  <a:schemeClr val="tx1"/>
                </a:solidFill>
                <a:effectLst/>
                <a:latin typeface="+mn-lt"/>
                <a:ea typeface="+mn-ea"/>
                <a:cs typeface="+mn-cs"/>
              </a:rPr>
              <a:t>edelleen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jaettaviksi</a:t>
            </a:r>
            <a:r>
              <a:rPr lang="en-US" sz="16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5"/>
          </p:nvPr>
        </p:nvSpPr>
        <p:spPr/>
        <p:txBody>
          <a:bodyPr/>
          <a:lstStyle/>
          <a:p>
            <a:fld id="{14BA6E19-73B1-42CD-94BE-1BDDEFA17463}" type="slidenum">
              <a:rPr lang="fi-FI" smtClean="0"/>
              <a:t>10</a:t>
            </a:fld>
            <a:endParaRPr lang="fi-FI"/>
          </a:p>
        </p:txBody>
      </p:sp>
    </p:spTree>
    <p:extLst>
      <p:ext uri="{BB962C8B-B14F-4D97-AF65-F5344CB8AC3E}">
        <p14:creationId xmlns:p14="http://schemas.microsoft.com/office/powerpoint/2010/main" val="29738991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8.svg"/><Relationship Id="rId4" Type="http://schemas.openxmlformats.org/officeDocument/2006/relationships/image" Target="../media/image7.sv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8" Type="http://schemas.openxmlformats.org/officeDocument/2006/relationships/hyperlink" Target="https://www.linkedin.com/company/lansiuudenmaanhyvinvointialue" TargetMode="External"/><Relationship Id="rId3" Type="http://schemas.openxmlformats.org/officeDocument/2006/relationships/image" Target="../media/image11.svg"/><Relationship Id="rId7" Type="http://schemas.openxmlformats.org/officeDocument/2006/relationships/hyperlink" Target="https://www.instagram.com/luhyvinvointialue/" TargetMode="External"/><Relationship Id="rId2" Type="http://schemas.openxmlformats.org/officeDocument/2006/relationships/image" Target="../media/image10.svg"/><Relationship Id="rId1" Type="http://schemas.openxmlformats.org/officeDocument/2006/relationships/slideMaster" Target="../slideMasters/slideMaster1.xml"/><Relationship Id="rId6" Type="http://schemas.openxmlformats.org/officeDocument/2006/relationships/hyperlink" Target="https://www.facebook.com/LansiUudenmaanHyvinvointialue" TargetMode="External"/><Relationship Id="rId11" Type="http://schemas.openxmlformats.org/officeDocument/2006/relationships/hyperlink" Target="https://www.youtube.com/channel/UCx_t523hylIHyrN0B6IdPTA" TargetMode="External"/><Relationship Id="rId5" Type="http://schemas.openxmlformats.org/officeDocument/2006/relationships/image" Target="../media/image8.svg"/><Relationship Id="rId10" Type="http://schemas.openxmlformats.org/officeDocument/2006/relationships/hyperlink" Target="https://x.com/LUpelastus" TargetMode="External"/><Relationship Id="rId4" Type="http://schemas.openxmlformats.org/officeDocument/2006/relationships/image" Target="../media/image7.svg"/><Relationship Id="rId9" Type="http://schemas.openxmlformats.org/officeDocument/2006/relationships/hyperlink" Target="https://x.com/LUhyvinvointi" TargetMode="External"/></Relationships>
</file>

<file path=ppt/slideLayouts/_rels/slideLayout29.xml.rels><?xml version="1.0" encoding="UTF-8" standalone="yes"?>
<Relationships xmlns="http://schemas.openxmlformats.org/package/2006/relationships"><Relationship Id="rId8" Type="http://schemas.openxmlformats.org/officeDocument/2006/relationships/hyperlink" Target="https://www.linkedin.com/company/lansiuudenmaanhyvinvointialue" TargetMode="External"/><Relationship Id="rId3" Type="http://schemas.openxmlformats.org/officeDocument/2006/relationships/image" Target="../media/image13.svg"/><Relationship Id="rId7" Type="http://schemas.openxmlformats.org/officeDocument/2006/relationships/hyperlink" Target="https://www.instagram.com/luhyvinvointialue/" TargetMode="External"/><Relationship Id="rId2" Type="http://schemas.openxmlformats.org/officeDocument/2006/relationships/image" Target="../media/image12.svg"/><Relationship Id="rId1" Type="http://schemas.openxmlformats.org/officeDocument/2006/relationships/slideMaster" Target="../slideMasters/slideMaster1.xml"/><Relationship Id="rId6" Type="http://schemas.openxmlformats.org/officeDocument/2006/relationships/hyperlink" Target="https://www.facebook.com/LansiUudenmaanHyvinvointialue" TargetMode="External"/><Relationship Id="rId11" Type="http://schemas.openxmlformats.org/officeDocument/2006/relationships/hyperlink" Target="https://www.youtube.com/channel/UCx_t523hylIHyrN0B6IdPTA" TargetMode="External"/><Relationship Id="rId5" Type="http://schemas.openxmlformats.org/officeDocument/2006/relationships/image" Target="../media/image15.svg"/><Relationship Id="rId10" Type="http://schemas.openxmlformats.org/officeDocument/2006/relationships/hyperlink" Target="https://x.com/LUpelastus" TargetMode="External"/><Relationship Id="rId4" Type="http://schemas.openxmlformats.org/officeDocument/2006/relationships/image" Target="../media/image14.svg"/><Relationship Id="rId9" Type="http://schemas.openxmlformats.org/officeDocument/2006/relationships/hyperlink" Target="https://x.com/LUhyvinvointi" TargetMode="External"/></Relationships>
</file>

<file path=ppt/slideLayouts/_rels/slideLayout30.xml.rels><?xml version="1.0" encoding="UTF-8" standalone="yes"?>
<Relationships xmlns="http://schemas.openxmlformats.org/package/2006/relationships"><Relationship Id="rId8" Type="http://schemas.openxmlformats.org/officeDocument/2006/relationships/hyperlink" Target="https://www.linkedin.com/company/lansiuudenmaanhyvinvointialue" TargetMode="External"/><Relationship Id="rId3" Type="http://schemas.openxmlformats.org/officeDocument/2006/relationships/image" Target="../media/image17.svg"/><Relationship Id="rId7" Type="http://schemas.openxmlformats.org/officeDocument/2006/relationships/hyperlink" Target="https://www.instagram.com/luhyvinvointialue/" TargetMode="External"/><Relationship Id="rId2" Type="http://schemas.openxmlformats.org/officeDocument/2006/relationships/image" Target="../media/image16.svg"/><Relationship Id="rId1" Type="http://schemas.openxmlformats.org/officeDocument/2006/relationships/slideMaster" Target="../slideMasters/slideMaster1.xml"/><Relationship Id="rId6" Type="http://schemas.openxmlformats.org/officeDocument/2006/relationships/hyperlink" Target="https://www.facebook.com/LansiUudenmaanHyvinvointialue" TargetMode="External"/><Relationship Id="rId11" Type="http://schemas.openxmlformats.org/officeDocument/2006/relationships/hyperlink" Target="https://www.youtube.com/channel/UCx_t523hylIHyrN0B6IdPTA" TargetMode="External"/><Relationship Id="rId5" Type="http://schemas.openxmlformats.org/officeDocument/2006/relationships/image" Target="../media/image19.svg"/><Relationship Id="rId10" Type="http://schemas.openxmlformats.org/officeDocument/2006/relationships/hyperlink" Target="https://x.com/LUpelastus" TargetMode="External"/><Relationship Id="rId4" Type="http://schemas.openxmlformats.org/officeDocument/2006/relationships/image" Target="../media/image18.svg"/><Relationship Id="rId9" Type="http://schemas.openxmlformats.org/officeDocument/2006/relationships/hyperlink" Target="https://x.com/LUhyvinvointi" TargetMode="External"/></Relationships>
</file>

<file path=ppt/slideLayouts/_rels/slideLayout31.xml.rels><?xml version="1.0" encoding="UTF-8" standalone="yes"?>
<Relationships xmlns="http://schemas.openxmlformats.org/package/2006/relationships"><Relationship Id="rId8" Type="http://schemas.openxmlformats.org/officeDocument/2006/relationships/hyperlink" Target="https://www.linkedin.com/company/lansiuudenmaanhyvinvointialue" TargetMode="External"/><Relationship Id="rId3" Type="http://schemas.openxmlformats.org/officeDocument/2006/relationships/image" Target="../media/image21.svg"/><Relationship Id="rId7" Type="http://schemas.openxmlformats.org/officeDocument/2006/relationships/hyperlink" Target="https://www.instagram.com/luhyvinvointialue/" TargetMode="External"/><Relationship Id="rId2" Type="http://schemas.openxmlformats.org/officeDocument/2006/relationships/image" Target="../media/image20.svg"/><Relationship Id="rId1" Type="http://schemas.openxmlformats.org/officeDocument/2006/relationships/slideMaster" Target="../slideMasters/slideMaster1.xml"/><Relationship Id="rId6" Type="http://schemas.openxmlformats.org/officeDocument/2006/relationships/hyperlink" Target="https://www.facebook.com/LansiUudenmaanHyvinvointialue" TargetMode="External"/><Relationship Id="rId11" Type="http://schemas.openxmlformats.org/officeDocument/2006/relationships/hyperlink" Target="https://www.youtube.com/channel/UCx_t523hylIHyrN0B6IdPTA" TargetMode="External"/><Relationship Id="rId5" Type="http://schemas.openxmlformats.org/officeDocument/2006/relationships/image" Target="../media/image23.svg"/><Relationship Id="rId10" Type="http://schemas.openxmlformats.org/officeDocument/2006/relationships/hyperlink" Target="https://x.com/LUpelastus" TargetMode="External"/><Relationship Id="rId4" Type="http://schemas.openxmlformats.org/officeDocument/2006/relationships/image" Target="../media/image22.svg"/><Relationship Id="rId9" Type="http://schemas.openxmlformats.org/officeDocument/2006/relationships/hyperlink" Target="https://x.com/LUhyvinvointi" TargetMode="Externa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tsikkodia Vaalea">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C9DEC58A-A02E-4C8D-BE9D-FB143A61B227}"/>
              </a:ext>
            </a:extLst>
          </p:cNvPr>
          <p:cNvSpPr>
            <a:spLocks noGrp="1"/>
          </p:cNvSpPr>
          <p:nvPr>
            <p:ph type="ctrTitle"/>
          </p:nvPr>
        </p:nvSpPr>
        <p:spPr>
          <a:xfrm>
            <a:off x="547369" y="1700213"/>
            <a:ext cx="5367656" cy="2593975"/>
          </a:xfrm>
        </p:spPr>
        <p:txBody>
          <a:bodyPr wrap="square" anchor="b">
            <a:noAutofit/>
          </a:bodyPr>
          <a:lstStyle>
            <a:lvl1pPr algn="l">
              <a:defRPr sz="4000">
                <a:solidFill>
                  <a:schemeClr val="accent1"/>
                </a:solidFill>
              </a:defRPr>
            </a:lvl1pPr>
          </a:lstStyle>
          <a:p>
            <a:r>
              <a:rPr lang="fi-FI"/>
              <a:t>Muokkaa ots. perustyyl. napsautt.</a:t>
            </a:r>
          </a:p>
        </p:txBody>
      </p:sp>
      <p:sp>
        <p:nvSpPr>
          <p:cNvPr id="3" name="Alaotsikko 2">
            <a:extLst>
              <a:ext uri="{FF2B5EF4-FFF2-40B4-BE49-F238E27FC236}">
                <a16:creationId xmlns:a16="http://schemas.microsoft.com/office/drawing/2014/main" id="{845507CB-1BF9-456E-B76D-A7E62643274D}"/>
              </a:ext>
            </a:extLst>
          </p:cNvPr>
          <p:cNvSpPr>
            <a:spLocks noGrp="1"/>
          </p:cNvSpPr>
          <p:nvPr>
            <p:ph type="subTitle" idx="1"/>
          </p:nvPr>
        </p:nvSpPr>
        <p:spPr>
          <a:xfrm>
            <a:off x="547369" y="4583112"/>
            <a:ext cx="5367656" cy="577851"/>
          </a:xfrm>
        </p:spPr>
        <p:txBody>
          <a:bodyPr wrap="square">
            <a:noAutofit/>
          </a:bodyPr>
          <a:lstStyle>
            <a:lvl1pPr marL="0" indent="0" algn="l">
              <a:buNone/>
              <a:defRPr sz="2400"/>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fi-FI"/>
              <a:t>Muokkaa alaotsikon perustyyliä napsautt.</a:t>
            </a:r>
          </a:p>
        </p:txBody>
      </p:sp>
      <p:sp>
        <p:nvSpPr>
          <p:cNvPr id="8" name="Tekstin paikkamerkki 8">
            <a:extLst>
              <a:ext uri="{FF2B5EF4-FFF2-40B4-BE49-F238E27FC236}">
                <a16:creationId xmlns:a16="http://schemas.microsoft.com/office/drawing/2014/main" id="{2D5E4056-1BD2-ED7D-B437-33C5D524DE79}"/>
              </a:ext>
            </a:extLst>
          </p:cNvPr>
          <p:cNvSpPr>
            <a:spLocks noGrp="1"/>
          </p:cNvSpPr>
          <p:nvPr>
            <p:ph type="body" sz="quarter" idx="11"/>
          </p:nvPr>
        </p:nvSpPr>
        <p:spPr>
          <a:xfrm>
            <a:off x="547369" y="5449887"/>
            <a:ext cx="5367656" cy="577851"/>
          </a:xfrm>
        </p:spPr>
        <p:txBody>
          <a:bodyPr anchor="b"/>
          <a:lstStyle>
            <a:lvl1pPr marL="0" indent="0">
              <a:buNone/>
              <a:defRPr sz="1800" b="1"/>
            </a:lvl1pPr>
            <a:lvl2pPr marL="457189" indent="0">
              <a:buNone/>
              <a:defRPr/>
            </a:lvl2pPr>
            <a:lvl3pPr marL="914377" indent="0">
              <a:buNone/>
              <a:defRPr/>
            </a:lvl3pPr>
            <a:lvl4pPr marL="1371566" indent="0">
              <a:buNone/>
              <a:defRPr/>
            </a:lvl4pPr>
            <a:lvl5pPr marL="1828754" indent="0">
              <a:buNone/>
              <a:defRPr/>
            </a:lvl5pPr>
          </a:lstStyle>
          <a:p>
            <a:pPr lvl="0"/>
            <a:r>
              <a:rPr lang="fi-FI"/>
              <a:t>Muokkaa tekstin perustyylejä napsauttamalla</a:t>
            </a:r>
          </a:p>
        </p:txBody>
      </p:sp>
      <p:sp>
        <p:nvSpPr>
          <p:cNvPr id="7" name="Kuvan paikkamerkki 6">
            <a:extLst>
              <a:ext uri="{FF2B5EF4-FFF2-40B4-BE49-F238E27FC236}">
                <a16:creationId xmlns:a16="http://schemas.microsoft.com/office/drawing/2014/main" id="{0E8B8E50-8211-BAA9-15FA-72AE49FD75AA}"/>
              </a:ext>
              <a:ext uri="{C183D7F6-B498-43B3-948B-1728B52AA6E4}">
                <adec:decorative xmlns:adec="http://schemas.microsoft.com/office/drawing/2017/decorative" val="0"/>
              </a:ext>
            </a:extLst>
          </p:cNvPr>
          <p:cNvSpPr>
            <a:spLocks noGrp="1"/>
          </p:cNvSpPr>
          <p:nvPr>
            <p:ph type="pic" sz="quarter" idx="10"/>
          </p:nvPr>
        </p:nvSpPr>
        <p:spPr>
          <a:xfrm>
            <a:off x="6275388" y="-600"/>
            <a:ext cx="5916613" cy="6859200"/>
          </a:xfrm>
          <a:solidFill>
            <a:schemeClr val="bg2"/>
          </a:solidFill>
          <a:ln>
            <a:noFill/>
          </a:ln>
        </p:spPr>
        <p:txBody>
          <a:bodyPr anchor="ctr"/>
          <a:lstStyle>
            <a:lvl1pPr marL="0" indent="0" algn="ctr">
              <a:buNone/>
              <a:defRPr/>
            </a:lvl1pPr>
          </a:lstStyle>
          <a:p>
            <a:r>
              <a:rPr lang="fi-FI"/>
              <a:t>Lisää kuva napsauttamalla kuvaketta</a:t>
            </a:r>
          </a:p>
        </p:txBody>
      </p:sp>
      <p:sp>
        <p:nvSpPr>
          <p:cNvPr id="4" name="Vapaamuotoinen: Muoto 3" descr="Länsi-Uudenmaan hyvinvointialueen tunnus.">
            <a:extLst>
              <a:ext uri="{FF2B5EF4-FFF2-40B4-BE49-F238E27FC236}">
                <a16:creationId xmlns:a16="http://schemas.microsoft.com/office/drawing/2014/main" id="{C1B546C7-E988-7E8C-52A4-6A98EF8EA11D}"/>
              </a:ext>
            </a:extLst>
          </p:cNvPr>
          <p:cNvSpPr>
            <a:spLocks noChangeAspect="1"/>
          </p:cNvSpPr>
          <p:nvPr userDrawn="1"/>
        </p:nvSpPr>
        <p:spPr>
          <a:xfrm>
            <a:off x="547369" y="546240"/>
            <a:ext cx="4243160" cy="540000"/>
          </a:xfrm>
          <a:custGeom>
            <a:avLst/>
            <a:gdLst>
              <a:gd name="connsiteX0" fmla="*/ 1690184 w 2906005"/>
              <a:gd name="connsiteY0" fmla="*/ 254217 h 369828"/>
              <a:gd name="connsiteX1" fmla="*/ 1678333 w 2906005"/>
              <a:gd name="connsiteY1" fmla="*/ 257373 h 369828"/>
              <a:gd name="connsiteX2" fmla="*/ 1669509 w 2906005"/>
              <a:gd name="connsiteY2" fmla="*/ 266519 h 369828"/>
              <a:gd name="connsiteX3" fmla="*/ 1666160 w 2906005"/>
              <a:gd name="connsiteY3" fmla="*/ 280753 h 369828"/>
              <a:gd name="connsiteX4" fmla="*/ 1669509 w 2906005"/>
              <a:gd name="connsiteY4" fmla="*/ 295180 h 369828"/>
              <a:gd name="connsiteX5" fmla="*/ 1678397 w 2906005"/>
              <a:gd name="connsiteY5" fmla="*/ 304648 h 369828"/>
              <a:gd name="connsiteX6" fmla="*/ 1690184 w 2906005"/>
              <a:gd name="connsiteY6" fmla="*/ 307933 h 369828"/>
              <a:gd name="connsiteX7" fmla="*/ 1702228 w 2906005"/>
              <a:gd name="connsiteY7" fmla="*/ 304713 h 369828"/>
              <a:gd name="connsiteX8" fmla="*/ 1711116 w 2906005"/>
              <a:gd name="connsiteY8" fmla="*/ 295502 h 369828"/>
              <a:gd name="connsiteX9" fmla="*/ 1714401 w 2906005"/>
              <a:gd name="connsiteY9" fmla="*/ 281075 h 369828"/>
              <a:gd name="connsiteX10" fmla="*/ 1711116 w 2906005"/>
              <a:gd name="connsiteY10" fmla="*/ 266648 h 369828"/>
              <a:gd name="connsiteX11" fmla="*/ 1702228 w 2906005"/>
              <a:gd name="connsiteY11" fmla="*/ 257437 h 369828"/>
              <a:gd name="connsiteX12" fmla="*/ 1690184 w 2906005"/>
              <a:gd name="connsiteY12" fmla="*/ 254217 h 369828"/>
              <a:gd name="connsiteX13" fmla="*/ 1476028 w 2906005"/>
              <a:gd name="connsiteY13" fmla="*/ 254217 h 369828"/>
              <a:gd name="connsiteX14" fmla="*/ 1464177 w 2906005"/>
              <a:gd name="connsiteY14" fmla="*/ 257373 h 369828"/>
              <a:gd name="connsiteX15" fmla="*/ 1455353 w 2906005"/>
              <a:gd name="connsiteY15" fmla="*/ 266519 h 369828"/>
              <a:gd name="connsiteX16" fmla="*/ 1452004 w 2906005"/>
              <a:gd name="connsiteY16" fmla="*/ 280753 h 369828"/>
              <a:gd name="connsiteX17" fmla="*/ 1455353 w 2906005"/>
              <a:gd name="connsiteY17" fmla="*/ 295180 h 369828"/>
              <a:gd name="connsiteX18" fmla="*/ 1464241 w 2906005"/>
              <a:gd name="connsiteY18" fmla="*/ 304648 h 369828"/>
              <a:gd name="connsiteX19" fmla="*/ 1476028 w 2906005"/>
              <a:gd name="connsiteY19" fmla="*/ 307933 h 369828"/>
              <a:gd name="connsiteX20" fmla="*/ 1488072 w 2906005"/>
              <a:gd name="connsiteY20" fmla="*/ 304713 h 369828"/>
              <a:gd name="connsiteX21" fmla="*/ 1496960 w 2906005"/>
              <a:gd name="connsiteY21" fmla="*/ 295502 h 369828"/>
              <a:gd name="connsiteX22" fmla="*/ 1500245 w 2906005"/>
              <a:gd name="connsiteY22" fmla="*/ 281075 h 369828"/>
              <a:gd name="connsiteX23" fmla="*/ 1496960 w 2906005"/>
              <a:gd name="connsiteY23" fmla="*/ 266648 h 369828"/>
              <a:gd name="connsiteX24" fmla="*/ 1488072 w 2906005"/>
              <a:gd name="connsiteY24" fmla="*/ 257437 h 369828"/>
              <a:gd name="connsiteX25" fmla="*/ 1476028 w 2906005"/>
              <a:gd name="connsiteY25" fmla="*/ 254217 h 369828"/>
              <a:gd name="connsiteX26" fmla="*/ 916520 w 2906005"/>
              <a:gd name="connsiteY26" fmla="*/ 254217 h 369828"/>
              <a:gd name="connsiteX27" fmla="*/ 904669 w 2906005"/>
              <a:gd name="connsiteY27" fmla="*/ 257373 h 369828"/>
              <a:gd name="connsiteX28" fmla="*/ 895845 w 2906005"/>
              <a:gd name="connsiteY28" fmla="*/ 266519 h 369828"/>
              <a:gd name="connsiteX29" fmla="*/ 892496 w 2906005"/>
              <a:gd name="connsiteY29" fmla="*/ 280753 h 369828"/>
              <a:gd name="connsiteX30" fmla="*/ 895845 w 2906005"/>
              <a:gd name="connsiteY30" fmla="*/ 295180 h 369828"/>
              <a:gd name="connsiteX31" fmla="*/ 904733 w 2906005"/>
              <a:gd name="connsiteY31" fmla="*/ 304648 h 369828"/>
              <a:gd name="connsiteX32" fmla="*/ 916520 w 2906005"/>
              <a:gd name="connsiteY32" fmla="*/ 307933 h 369828"/>
              <a:gd name="connsiteX33" fmla="*/ 928564 w 2906005"/>
              <a:gd name="connsiteY33" fmla="*/ 304712 h 369828"/>
              <a:gd name="connsiteX34" fmla="*/ 937452 w 2906005"/>
              <a:gd name="connsiteY34" fmla="*/ 295502 h 369828"/>
              <a:gd name="connsiteX35" fmla="*/ 940737 w 2906005"/>
              <a:gd name="connsiteY35" fmla="*/ 281075 h 369828"/>
              <a:gd name="connsiteX36" fmla="*/ 937452 w 2906005"/>
              <a:gd name="connsiteY36" fmla="*/ 266648 h 369828"/>
              <a:gd name="connsiteX37" fmla="*/ 928564 w 2906005"/>
              <a:gd name="connsiteY37" fmla="*/ 257437 h 369828"/>
              <a:gd name="connsiteX38" fmla="*/ 916520 w 2906005"/>
              <a:gd name="connsiteY38" fmla="*/ 254217 h 369828"/>
              <a:gd name="connsiteX39" fmla="*/ 499416 w 2906005"/>
              <a:gd name="connsiteY39" fmla="*/ 254217 h 369828"/>
              <a:gd name="connsiteX40" fmla="*/ 487565 w 2906005"/>
              <a:gd name="connsiteY40" fmla="*/ 257373 h 369828"/>
              <a:gd name="connsiteX41" fmla="*/ 478741 w 2906005"/>
              <a:gd name="connsiteY41" fmla="*/ 266519 h 369828"/>
              <a:gd name="connsiteX42" fmla="*/ 475392 w 2906005"/>
              <a:gd name="connsiteY42" fmla="*/ 280753 h 369828"/>
              <a:gd name="connsiteX43" fmla="*/ 478741 w 2906005"/>
              <a:gd name="connsiteY43" fmla="*/ 295180 h 369828"/>
              <a:gd name="connsiteX44" fmla="*/ 487629 w 2906005"/>
              <a:gd name="connsiteY44" fmla="*/ 304648 h 369828"/>
              <a:gd name="connsiteX45" fmla="*/ 499416 w 2906005"/>
              <a:gd name="connsiteY45" fmla="*/ 307933 h 369828"/>
              <a:gd name="connsiteX46" fmla="*/ 511460 w 2906005"/>
              <a:gd name="connsiteY46" fmla="*/ 304712 h 369828"/>
              <a:gd name="connsiteX47" fmla="*/ 520348 w 2906005"/>
              <a:gd name="connsiteY47" fmla="*/ 295502 h 369828"/>
              <a:gd name="connsiteX48" fmla="*/ 523633 w 2906005"/>
              <a:gd name="connsiteY48" fmla="*/ 281075 h 369828"/>
              <a:gd name="connsiteX49" fmla="*/ 520348 w 2906005"/>
              <a:gd name="connsiteY49" fmla="*/ 266648 h 369828"/>
              <a:gd name="connsiteX50" fmla="*/ 511460 w 2906005"/>
              <a:gd name="connsiteY50" fmla="*/ 257437 h 369828"/>
              <a:gd name="connsiteX51" fmla="*/ 499416 w 2906005"/>
              <a:gd name="connsiteY51" fmla="*/ 254217 h 369828"/>
              <a:gd name="connsiteX52" fmla="*/ 167717 w 2906005"/>
              <a:gd name="connsiteY52" fmla="*/ 254217 h 369828"/>
              <a:gd name="connsiteX53" fmla="*/ 155866 w 2906005"/>
              <a:gd name="connsiteY53" fmla="*/ 257373 h 369828"/>
              <a:gd name="connsiteX54" fmla="*/ 147042 w 2906005"/>
              <a:gd name="connsiteY54" fmla="*/ 266519 h 369828"/>
              <a:gd name="connsiteX55" fmla="*/ 143693 w 2906005"/>
              <a:gd name="connsiteY55" fmla="*/ 280753 h 369828"/>
              <a:gd name="connsiteX56" fmla="*/ 147042 w 2906005"/>
              <a:gd name="connsiteY56" fmla="*/ 295180 h 369828"/>
              <a:gd name="connsiteX57" fmla="*/ 155930 w 2906005"/>
              <a:gd name="connsiteY57" fmla="*/ 304648 h 369828"/>
              <a:gd name="connsiteX58" fmla="*/ 167717 w 2906005"/>
              <a:gd name="connsiteY58" fmla="*/ 307933 h 369828"/>
              <a:gd name="connsiteX59" fmla="*/ 179761 w 2906005"/>
              <a:gd name="connsiteY59" fmla="*/ 304713 h 369828"/>
              <a:gd name="connsiteX60" fmla="*/ 188649 w 2906005"/>
              <a:gd name="connsiteY60" fmla="*/ 295502 h 369828"/>
              <a:gd name="connsiteX61" fmla="*/ 191934 w 2906005"/>
              <a:gd name="connsiteY61" fmla="*/ 281075 h 369828"/>
              <a:gd name="connsiteX62" fmla="*/ 188649 w 2906005"/>
              <a:gd name="connsiteY62" fmla="*/ 266648 h 369828"/>
              <a:gd name="connsiteX63" fmla="*/ 179761 w 2906005"/>
              <a:gd name="connsiteY63" fmla="*/ 257437 h 369828"/>
              <a:gd name="connsiteX64" fmla="*/ 167717 w 2906005"/>
              <a:gd name="connsiteY64" fmla="*/ 254217 h 369828"/>
              <a:gd name="connsiteX65" fmla="*/ 2525292 w 2906005"/>
              <a:gd name="connsiteY65" fmla="*/ 254216 h 369828"/>
              <a:gd name="connsiteX66" fmla="*/ 2513441 w 2906005"/>
              <a:gd name="connsiteY66" fmla="*/ 257372 h 369828"/>
              <a:gd name="connsiteX67" fmla="*/ 2504617 w 2906005"/>
              <a:gd name="connsiteY67" fmla="*/ 266518 h 369828"/>
              <a:gd name="connsiteX68" fmla="*/ 2501268 w 2906005"/>
              <a:gd name="connsiteY68" fmla="*/ 280752 h 369828"/>
              <a:gd name="connsiteX69" fmla="*/ 2504617 w 2906005"/>
              <a:gd name="connsiteY69" fmla="*/ 295179 h 369828"/>
              <a:gd name="connsiteX70" fmla="*/ 2513505 w 2906005"/>
              <a:gd name="connsiteY70" fmla="*/ 304647 h 369828"/>
              <a:gd name="connsiteX71" fmla="*/ 2525292 w 2906005"/>
              <a:gd name="connsiteY71" fmla="*/ 307932 h 369828"/>
              <a:gd name="connsiteX72" fmla="*/ 2537336 w 2906005"/>
              <a:gd name="connsiteY72" fmla="*/ 304712 h 369828"/>
              <a:gd name="connsiteX73" fmla="*/ 2546224 w 2906005"/>
              <a:gd name="connsiteY73" fmla="*/ 295501 h 369828"/>
              <a:gd name="connsiteX74" fmla="*/ 2549509 w 2906005"/>
              <a:gd name="connsiteY74" fmla="*/ 281074 h 369828"/>
              <a:gd name="connsiteX75" fmla="*/ 2546224 w 2906005"/>
              <a:gd name="connsiteY75" fmla="*/ 266647 h 369828"/>
              <a:gd name="connsiteX76" fmla="*/ 2537336 w 2906005"/>
              <a:gd name="connsiteY76" fmla="*/ 257437 h 369828"/>
              <a:gd name="connsiteX77" fmla="*/ 2525292 w 2906005"/>
              <a:gd name="connsiteY77" fmla="*/ 254216 h 369828"/>
              <a:gd name="connsiteX78" fmla="*/ 2413674 w 2906005"/>
              <a:gd name="connsiteY78" fmla="*/ 254216 h 369828"/>
              <a:gd name="connsiteX79" fmla="*/ 2401823 w 2906005"/>
              <a:gd name="connsiteY79" fmla="*/ 257372 h 369828"/>
              <a:gd name="connsiteX80" fmla="*/ 2392999 w 2906005"/>
              <a:gd name="connsiteY80" fmla="*/ 266518 h 369828"/>
              <a:gd name="connsiteX81" fmla="*/ 2389649 w 2906005"/>
              <a:gd name="connsiteY81" fmla="*/ 280752 h 369828"/>
              <a:gd name="connsiteX82" fmla="*/ 2392999 w 2906005"/>
              <a:gd name="connsiteY82" fmla="*/ 295180 h 369828"/>
              <a:gd name="connsiteX83" fmla="*/ 2401887 w 2906005"/>
              <a:gd name="connsiteY83" fmla="*/ 304647 h 369828"/>
              <a:gd name="connsiteX84" fmla="*/ 2413674 w 2906005"/>
              <a:gd name="connsiteY84" fmla="*/ 307932 h 369828"/>
              <a:gd name="connsiteX85" fmla="*/ 2425718 w 2906005"/>
              <a:gd name="connsiteY85" fmla="*/ 304712 h 369828"/>
              <a:gd name="connsiteX86" fmla="*/ 2434606 w 2906005"/>
              <a:gd name="connsiteY86" fmla="*/ 295502 h 369828"/>
              <a:gd name="connsiteX87" fmla="*/ 2437891 w 2906005"/>
              <a:gd name="connsiteY87" fmla="*/ 281074 h 369828"/>
              <a:gd name="connsiteX88" fmla="*/ 2434606 w 2906005"/>
              <a:gd name="connsiteY88" fmla="*/ 266647 h 369828"/>
              <a:gd name="connsiteX89" fmla="*/ 2425718 w 2906005"/>
              <a:gd name="connsiteY89" fmla="*/ 257437 h 369828"/>
              <a:gd name="connsiteX90" fmla="*/ 2413674 w 2906005"/>
              <a:gd name="connsiteY90" fmla="*/ 254216 h 369828"/>
              <a:gd name="connsiteX91" fmla="*/ 1868335 w 2906005"/>
              <a:gd name="connsiteY91" fmla="*/ 254216 h 369828"/>
              <a:gd name="connsiteX92" fmla="*/ 1856484 w 2906005"/>
              <a:gd name="connsiteY92" fmla="*/ 257372 h 369828"/>
              <a:gd name="connsiteX93" fmla="*/ 1847660 w 2906005"/>
              <a:gd name="connsiteY93" fmla="*/ 266518 h 369828"/>
              <a:gd name="connsiteX94" fmla="*/ 1844311 w 2906005"/>
              <a:gd name="connsiteY94" fmla="*/ 280752 h 369828"/>
              <a:gd name="connsiteX95" fmla="*/ 1847660 w 2906005"/>
              <a:gd name="connsiteY95" fmla="*/ 295179 h 369828"/>
              <a:gd name="connsiteX96" fmla="*/ 1856548 w 2906005"/>
              <a:gd name="connsiteY96" fmla="*/ 304647 h 369828"/>
              <a:gd name="connsiteX97" fmla="*/ 1868335 w 2906005"/>
              <a:gd name="connsiteY97" fmla="*/ 307932 h 369828"/>
              <a:gd name="connsiteX98" fmla="*/ 1880379 w 2906005"/>
              <a:gd name="connsiteY98" fmla="*/ 304712 h 369828"/>
              <a:gd name="connsiteX99" fmla="*/ 1889267 w 2906005"/>
              <a:gd name="connsiteY99" fmla="*/ 295501 h 369828"/>
              <a:gd name="connsiteX100" fmla="*/ 1892552 w 2906005"/>
              <a:gd name="connsiteY100" fmla="*/ 281074 h 369828"/>
              <a:gd name="connsiteX101" fmla="*/ 1889267 w 2906005"/>
              <a:gd name="connsiteY101" fmla="*/ 266647 h 369828"/>
              <a:gd name="connsiteX102" fmla="*/ 1880379 w 2906005"/>
              <a:gd name="connsiteY102" fmla="*/ 257437 h 369828"/>
              <a:gd name="connsiteX103" fmla="*/ 1868335 w 2906005"/>
              <a:gd name="connsiteY103" fmla="*/ 254216 h 369828"/>
              <a:gd name="connsiteX104" fmla="*/ 1136987 w 2906005"/>
              <a:gd name="connsiteY104" fmla="*/ 254216 h 369828"/>
              <a:gd name="connsiteX105" fmla="*/ 1125136 w 2906005"/>
              <a:gd name="connsiteY105" fmla="*/ 257372 h 369828"/>
              <a:gd name="connsiteX106" fmla="*/ 1116312 w 2906005"/>
              <a:gd name="connsiteY106" fmla="*/ 266518 h 369828"/>
              <a:gd name="connsiteX107" fmla="*/ 1112963 w 2906005"/>
              <a:gd name="connsiteY107" fmla="*/ 280752 h 369828"/>
              <a:gd name="connsiteX108" fmla="*/ 1116312 w 2906005"/>
              <a:gd name="connsiteY108" fmla="*/ 295179 h 369828"/>
              <a:gd name="connsiteX109" fmla="*/ 1125200 w 2906005"/>
              <a:gd name="connsiteY109" fmla="*/ 304647 h 369828"/>
              <a:gd name="connsiteX110" fmla="*/ 1136987 w 2906005"/>
              <a:gd name="connsiteY110" fmla="*/ 307932 h 369828"/>
              <a:gd name="connsiteX111" fmla="*/ 1149031 w 2906005"/>
              <a:gd name="connsiteY111" fmla="*/ 304712 h 369828"/>
              <a:gd name="connsiteX112" fmla="*/ 1157919 w 2906005"/>
              <a:gd name="connsiteY112" fmla="*/ 295501 h 369828"/>
              <a:gd name="connsiteX113" fmla="*/ 1161204 w 2906005"/>
              <a:gd name="connsiteY113" fmla="*/ 281074 h 369828"/>
              <a:gd name="connsiteX114" fmla="*/ 1157919 w 2906005"/>
              <a:gd name="connsiteY114" fmla="*/ 266647 h 369828"/>
              <a:gd name="connsiteX115" fmla="*/ 1149031 w 2906005"/>
              <a:gd name="connsiteY115" fmla="*/ 257437 h 369828"/>
              <a:gd name="connsiteX116" fmla="*/ 1136987 w 2906005"/>
              <a:gd name="connsiteY116" fmla="*/ 254216 h 369828"/>
              <a:gd name="connsiteX117" fmla="*/ 2068835 w 2906005"/>
              <a:gd name="connsiteY117" fmla="*/ 254088 h 369828"/>
              <a:gd name="connsiteX118" fmla="*/ 2052282 w 2906005"/>
              <a:gd name="connsiteY118" fmla="*/ 261109 h 369828"/>
              <a:gd name="connsiteX119" fmla="*/ 2045584 w 2906005"/>
              <a:gd name="connsiteY119" fmla="*/ 281075 h 369828"/>
              <a:gd name="connsiteX120" fmla="*/ 2052089 w 2906005"/>
              <a:gd name="connsiteY120" fmla="*/ 301106 h 369828"/>
              <a:gd name="connsiteX121" fmla="*/ 2068449 w 2906005"/>
              <a:gd name="connsiteY121" fmla="*/ 308126 h 369828"/>
              <a:gd name="connsiteX122" fmla="*/ 2080235 w 2906005"/>
              <a:gd name="connsiteY122" fmla="*/ 305099 h 369828"/>
              <a:gd name="connsiteX123" fmla="*/ 2080235 w 2906005"/>
              <a:gd name="connsiteY123" fmla="*/ 305035 h 369828"/>
              <a:gd name="connsiteX124" fmla="*/ 2089059 w 2906005"/>
              <a:gd name="connsiteY124" fmla="*/ 295889 h 369828"/>
              <a:gd name="connsiteX125" fmla="*/ 2092344 w 2906005"/>
              <a:gd name="connsiteY125" fmla="*/ 281075 h 369828"/>
              <a:gd name="connsiteX126" fmla="*/ 2085517 w 2906005"/>
              <a:gd name="connsiteY126" fmla="*/ 261109 h 369828"/>
              <a:gd name="connsiteX127" fmla="*/ 2068835 w 2906005"/>
              <a:gd name="connsiteY127" fmla="*/ 254088 h 369828"/>
              <a:gd name="connsiteX128" fmla="*/ 2634398 w 2906005"/>
              <a:gd name="connsiteY128" fmla="*/ 252929 h 369828"/>
              <a:gd name="connsiteX129" fmla="*/ 2619971 w 2906005"/>
              <a:gd name="connsiteY129" fmla="*/ 258146 h 369828"/>
              <a:gd name="connsiteX130" fmla="*/ 2612822 w 2906005"/>
              <a:gd name="connsiteY130" fmla="*/ 272573 h 369828"/>
              <a:gd name="connsiteX131" fmla="*/ 2656104 w 2906005"/>
              <a:gd name="connsiteY131" fmla="*/ 272573 h 369828"/>
              <a:gd name="connsiteX132" fmla="*/ 2656168 w 2906005"/>
              <a:gd name="connsiteY132" fmla="*/ 272509 h 369828"/>
              <a:gd name="connsiteX133" fmla="*/ 2649727 w 2906005"/>
              <a:gd name="connsiteY133" fmla="*/ 258275 h 369828"/>
              <a:gd name="connsiteX134" fmla="*/ 2634398 w 2906005"/>
              <a:gd name="connsiteY134" fmla="*/ 252929 h 369828"/>
              <a:gd name="connsiteX135" fmla="*/ 719046 w 2906005"/>
              <a:gd name="connsiteY135" fmla="*/ 235538 h 369828"/>
              <a:gd name="connsiteX136" fmla="*/ 744873 w 2906005"/>
              <a:gd name="connsiteY136" fmla="*/ 235538 h 369828"/>
              <a:gd name="connsiteX137" fmla="*/ 768382 w 2906005"/>
              <a:gd name="connsiteY137" fmla="*/ 299237 h 369828"/>
              <a:gd name="connsiteX138" fmla="*/ 792277 w 2906005"/>
              <a:gd name="connsiteY138" fmla="*/ 235538 h 369828"/>
              <a:gd name="connsiteX139" fmla="*/ 816790 w 2906005"/>
              <a:gd name="connsiteY139" fmla="*/ 235538 h 369828"/>
              <a:gd name="connsiteX140" fmla="*/ 760331 w 2906005"/>
              <a:gd name="connsiteY140" fmla="*/ 369828 h 369828"/>
              <a:gd name="connsiteX141" fmla="*/ 735792 w 2906005"/>
              <a:gd name="connsiteY141" fmla="*/ 369828 h 369828"/>
              <a:gd name="connsiteX142" fmla="*/ 755565 w 2906005"/>
              <a:gd name="connsiteY142" fmla="*/ 324421 h 369828"/>
              <a:gd name="connsiteX143" fmla="*/ 1326152 w 2906005"/>
              <a:gd name="connsiteY143" fmla="*/ 235474 h 369828"/>
              <a:gd name="connsiteX144" fmla="*/ 1350820 w 2906005"/>
              <a:gd name="connsiteY144" fmla="*/ 235474 h 369828"/>
              <a:gd name="connsiteX145" fmla="*/ 1373846 w 2906005"/>
              <a:gd name="connsiteY145" fmla="*/ 305324 h 369828"/>
              <a:gd name="connsiteX146" fmla="*/ 1373814 w 2906005"/>
              <a:gd name="connsiteY146" fmla="*/ 305421 h 369828"/>
              <a:gd name="connsiteX147" fmla="*/ 1373878 w 2906005"/>
              <a:gd name="connsiteY147" fmla="*/ 305421 h 369828"/>
              <a:gd name="connsiteX148" fmla="*/ 1373846 w 2906005"/>
              <a:gd name="connsiteY148" fmla="*/ 305324 h 369828"/>
              <a:gd name="connsiteX149" fmla="*/ 1396872 w 2906005"/>
              <a:gd name="connsiteY149" fmla="*/ 235474 h 369828"/>
              <a:gd name="connsiteX150" fmla="*/ 1421411 w 2906005"/>
              <a:gd name="connsiteY150" fmla="*/ 235474 h 369828"/>
              <a:gd name="connsiteX151" fmla="*/ 1387661 w 2906005"/>
              <a:gd name="connsiteY151" fmla="*/ 326675 h 369828"/>
              <a:gd name="connsiteX152" fmla="*/ 1359708 w 2906005"/>
              <a:gd name="connsiteY152" fmla="*/ 326675 h 369828"/>
              <a:gd name="connsiteX153" fmla="*/ 816817 w 2906005"/>
              <a:gd name="connsiteY153" fmla="*/ 235474 h 369828"/>
              <a:gd name="connsiteX154" fmla="*/ 816817 w 2906005"/>
              <a:gd name="connsiteY154" fmla="*/ 235538 h 369828"/>
              <a:gd name="connsiteX155" fmla="*/ 816790 w 2906005"/>
              <a:gd name="connsiteY155" fmla="*/ 235538 h 369828"/>
              <a:gd name="connsiteX156" fmla="*/ 1037026 w 2906005"/>
              <a:gd name="connsiteY156" fmla="*/ 234186 h 369828"/>
              <a:gd name="connsiteX157" fmla="*/ 1063369 w 2906005"/>
              <a:gd name="connsiteY157" fmla="*/ 244491 h 369828"/>
              <a:gd name="connsiteX158" fmla="*/ 1063369 w 2906005"/>
              <a:gd name="connsiteY158" fmla="*/ 244427 h 369828"/>
              <a:gd name="connsiteX159" fmla="*/ 1073416 w 2906005"/>
              <a:gd name="connsiteY159" fmla="*/ 273153 h 369828"/>
              <a:gd name="connsiteX160" fmla="*/ 1073416 w 2906005"/>
              <a:gd name="connsiteY160" fmla="*/ 326675 h 369828"/>
              <a:gd name="connsiteX161" fmla="*/ 1050358 w 2906005"/>
              <a:gd name="connsiteY161" fmla="*/ 326675 h 369828"/>
              <a:gd name="connsiteX162" fmla="*/ 1050358 w 2906005"/>
              <a:gd name="connsiteY162" fmla="*/ 276309 h 369828"/>
              <a:gd name="connsiteX163" fmla="*/ 1044948 w 2906005"/>
              <a:gd name="connsiteY163" fmla="*/ 259627 h 369828"/>
              <a:gd name="connsiteX164" fmla="*/ 1030134 w 2906005"/>
              <a:gd name="connsiteY164" fmla="*/ 253766 h 369828"/>
              <a:gd name="connsiteX165" fmla="*/ 1015063 w 2906005"/>
              <a:gd name="connsiteY165" fmla="*/ 259627 h 369828"/>
              <a:gd name="connsiteX166" fmla="*/ 1009524 w 2906005"/>
              <a:gd name="connsiteY166" fmla="*/ 276309 h 369828"/>
              <a:gd name="connsiteX167" fmla="*/ 1009524 w 2906005"/>
              <a:gd name="connsiteY167" fmla="*/ 326675 h 369828"/>
              <a:gd name="connsiteX168" fmla="*/ 986466 w 2906005"/>
              <a:gd name="connsiteY168" fmla="*/ 326675 h 369828"/>
              <a:gd name="connsiteX169" fmla="*/ 986466 w 2906005"/>
              <a:gd name="connsiteY169" fmla="*/ 235474 h 369828"/>
              <a:gd name="connsiteX170" fmla="*/ 1009524 w 2906005"/>
              <a:gd name="connsiteY170" fmla="*/ 235474 h 369828"/>
              <a:gd name="connsiteX171" fmla="*/ 1009524 w 2906005"/>
              <a:gd name="connsiteY171" fmla="*/ 246810 h 369828"/>
              <a:gd name="connsiteX172" fmla="*/ 1021311 w 2906005"/>
              <a:gd name="connsiteY172" fmla="*/ 237535 h 369828"/>
              <a:gd name="connsiteX173" fmla="*/ 1037026 w 2906005"/>
              <a:gd name="connsiteY173" fmla="*/ 234186 h 369828"/>
              <a:gd name="connsiteX174" fmla="*/ 2356544 w 2906005"/>
              <a:gd name="connsiteY174" fmla="*/ 234122 h 369828"/>
              <a:gd name="connsiteX175" fmla="*/ 2356544 w 2906005"/>
              <a:gd name="connsiteY175" fmla="*/ 258339 h 369828"/>
              <a:gd name="connsiteX176" fmla="*/ 2350425 w 2906005"/>
              <a:gd name="connsiteY176" fmla="*/ 258339 h 369828"/>
              <a:gd name="connsiteX177" fmla="*/ 2334066 w 2906005"/>
              <a:gd name="connsiteY177" fmla="*/ 263427 h 369828"/>
              <a:gd name="connsiteX178" fmla="*/ 2328527 w 2906005"/>
              <a:gd name="connsiteY178" fmla="*/ 281204 h 369828"/>
              <a:gd name="connsiteX179" fmla="*/ 2328527 w 2906005"/>
              <a:gd name="connsiteY179" fmla="*/ 326611 h 369828"/>
              <a:gd name="connsiteX180" fmla="*/ 2305469 w 2906005"/>
              <a:gd name="connsiteY180" fmla="*/ 326611 h 369828"/>
              <a:gd name="connsiteX181" fmla="*/ 2305469 w 2906005"/>
              <a:gd name="connsiteY181" fmla="*/ 235410 h 369828"/>
              <a:gd name="connsiteX182" fmla="*/ 2328527 w 2906005"/>
              <a:gd name="connsiteY182" fmla="*/ 235410 h 369828"/>
              <a:gd name="connsiteX183" fmla="*/ 2328527 w 2906005"/>
              <a:gd name="connsiteY183" fmla="*/ 249580 h 369828"/>
              <a:gd name="connsiteX184" fmla="*/ 2340120 w 2906005"/>
              <a:gd name="connsiteY184" fmla="*/ 238244 h 369828"/>
              <a:gd name="connsiteX185" fmla="*/ 2340185 w 2906005"/>
              <a:gd name="connsiteY185" fmla="*/ 238244 h 369828"/>
              <a:gd name="connsiteX186" fmla="*/ 2356544 w 2906005"/>
              <a:gd name="connsiteY186" fmla="*/ 234122 h 369828"/>
              <a:gd name="connsiteX187" fmla="*/ 2182902 w 2906005"/>
              <a:gd name="connsiteY187" fmla="*/ 234122 h 369828"/>
              <a:gd name="connsiteX188" fmla="*/ 2201966 w 2906005"/>
              <a:gd name="connsiteY188" fmla="*/ 238631 h 369828"/>
              <a:gd name="connsiteX189" fmla="*/ 2214977 w 2906005"/>
              <a:gd name="connsiteY189" fmla="*/ 251576 h 369828"/>
              <a:gd name="connsiteX190" fmla="*/ 2227923 w 2906005"/>
              <a:gd name="connsiteY190" fmla="*/ 238888 h 369828"/>
              <a:gd name="connsiteX191" fmla="*/ 2246279 w 2906005"/>
              <a:gd name="connsiteY191" fmla="*/ 234122 h 369828"/>
              <a:gd name="connsiteX192" fmla="*/ 2273330 w 2906005"/>
              <a:gd name="connsiteY192" fmla="*/ 244427 h 369828"/>
              <a:gd name="connsiteX193" fmla="*/ 2283635 w 2906005"/>
              <a:gd name="connsiteY193" fmla="*/ 273153 h 369828"/>
              <a:gd name="connsiteX194" fmla="*/ 2283635 w 2906005"/>
              <a:gd name="connsiteY194" fmla="*/ 326676 h 369828"/>
              <a:gd name="connsiteX195" fmla="*/ 2260577 w 2906005"/>
              <a:gd name="connsiteY195" fmla="*/ 326676 h 369828"/>
              <a:gd name="connsiteX196" fmla="*/ 2260577 w 2906005"/>
              <a:gd name="connsiteY196" fmla="*/ 276309 h 369828"/>
              <a:gd name="connsiteX197" fmla="*/ 2255167 w 2906005"/>
              <a:gd name="connsiteY197" fmla="*/ 259949 h 369828"/>
              <a:gd name="connsiteX198" fmla="*/ 2240353 w 2906005"/>
              <a:gd name="connsiteY198" fmla="*/ 254282 h 369828"/>
              <a:gd name="connsiteX199" fmla="*/ 2225475 w 2906005"/>
              <a:gd name="connsiteY199" fmla="*/ 259949 h 369828"/>
              <a:gd name="connsiteX200" fmla="*/ 2219936 w 2906005"/>
              <a:gd name="connsiteY200" fmla="*/ 276309 h 369828"/>
              <a:gd name="connsiteX201" fmla="*/ 2219936 w 2906005"/>
              <a:gd name="connsiteY201" fmla="*/ 326676 h 369828"/>
              <a:gd name="connsiteX202" fmla="*/ 2196878 w 2906005"/>
              <a:gd name="connsiteY202" fmla="*/ 326676 h 369828"/>
              <a:gd name="connsiteX203" fmla="*/ 2196878 w 2906005"/>
              <a:gd name="connsiteY203" fmla="*/ 276309 h 369828"/>
              <a:gd name="connsiteX204" fmla="*/ 2191468 w 2906005"/>
              <a:gd name="connsiteY204" fmla="*/ 259949 h 369828"/>
              <a:gd name="connsiteX205" fmla="*/ 2176654 w 2906005"/>
              <a:gd name="connsiteY205" fmla="*/ 254282 h 369828"/>
              <a:gd name="connsiteX206" fmla="*/ 2161583 w 2906005"/>
              <a:gd name="connsiteY206" fmla="*/ 259949 h 369828"/>
              <a:gd name="connsiteX207" fmla="*/ 2156044 w 2906005"/>
              <a:gd name="connsiteY207" fmla="*/ 276309 h 369828"/>
              <a:gd name="connsiteX208" fmla="*/ 2156044 w 2906005"/>
              <a:gd name="connsiteY208" fmla="*/ 326676 h 369828"/>
              <a:gd name="connsiteX209" fmla="*/ 2132986 w 2906005"/>
              <a:gd name="connsiteY209" fmla="*/ 326676 h 369828"/>
              <a:gd name="connsiteX210" fmla="*/ 2132986 w 2906005"/>
              <a:gd name="connsiteY210" fmla="*/ 235475 h 369828"/>
              <a:gd name="connsiteX211" fmla="*/ 2156044 w 2906005"/>
              <a:gd name="connsiteY211" fmla="*/ 235475 h 369828"/>
              <a:gd name="connsiteX212" fmla="*/ 2156044 w 2906005"/>
              <a:gd name="connsiteY212" fmla="*/ 246488 h 369828"/>
              <a:gd name="connsiteX213" fmla="*/ 2167508 w 2906005"/>
              <a:gd name="connsiteY213" fmla="*/ 237407 h 369828"/>
              <a:gd name="connsiteX214" fmla="*/ 2182902 w 2906005"/>
              <a:gd name="connsiteY214" fmla="*/ 234122 h 369828"/>
              <a:gd name="connsiteX215" fmla="*/ 1811205 w 2906005"/>
              <a:gd name="connsiteY215" fmla="*/ 234122 h 369828"/>
              <a:gd name="connsiteX216" fmla="*/ 1811205 w 2906005"/>
              <a:gd name="connsiteY216" fmla="*/ 258339 h 369828"/>
              <a:gd name="connsiteX217" fmla="*/ 1805087 w 2906005"/>
              <a:gd name="connsiteY217" fmla="*/ 258339 h 369828"/>
              <a:gd name="connsiteX218" fmla="*/ 1788727 w 2906005"/>
              <a:gd name="connsiteY218" fmla="*/ 263427 h 369828"/>
              <a:gd name="connsiteX219" fmla="*/ 1783188 w 2906005"/>
              <a:gd name="connsiteY219" fmla="*/ 281204 h 369828"/>
              <a:gd name="connsiteX220" fmla="*/ 1783188 w 2906005"/>
              <a:gd name="connsiteY220" fmla="*/ 326611 h 369828"/>
              <a:gd name="connsiteX221" fmla="*/ 1760130 w 2906005"/>
              <a:gd name="connsiteY221" fmla="*/ 326611 h 369828"/>
              <a:gd name="connsiteX222" fmla="*/ 1760130 w 2906005"/>
              <a:gd name="connsiteY222" fmla="*/ 235410 h 369828"/>
              <a:gd name="connsiteX223" fmla="*/ 1783188 w 2906005"/>
              <a:gd name="connsiteY223" fmla="*/ 235410 h 369828"/>
              <a:gd name="connsiteX224" fmla="*/ 1783188 w 2906005"/>
              <a:gd name="connsiteY224" fmla="*/ 249580 h 369828"/>
              <a:gd name="connsiteX225" fmla="*/ 1794781 w 2906005"/>
              <a:gd name="connsiteY225" fmla="*/ 238244 h 369828"/>
              <a:gd name="connsiteX226" fmla="*/ 1794846 w 2906005"/>
              <a:gd name="connsiteY226" fmla="*/ 238244 h 369828"/>
              <a:gd name="connsiteX227" fmla="*/ 1811205 w 2906005"/>
              <a:gd name="connsiteY227" fmla="*/ 234122 h 369828"/>
              <a:gd name="connsiteX228" fmla="*/ 442286 w 2906005"/>
              <a:gd name="connsiteY228" fmla="*/ 234122 h 369828"/>
              <a:gd name="connsiteX229" fmla="*/ 442286 w 2906005"/>
              <a:gd name="connsiteY229" fmla="*/ 258339 h 369828"/>
              <a:gd name="connsiteX230" fmla="*/ 436167 w 2906005"/>
              <a:gd name="connsiteY230" fmla="*/ 258339 h 369828"/>
              <a:gd name="connsiteX231" fmla="*/ 419808 w 2906005"/>
              <a:gd name="connsiteY231" fmla="*/ 263427 h 369828"/>
              <a:gd name="connsiteX232" fmla="*/ 414269 w 2906005"/>
              <a:gd name="connsiteY232" fmla="*/ 281204 h 369828"/>
              <a:gd name="connsiteX233" fmla="*/ 414269 w 2906005"/>
              <a:gd name="connsiteY233" fmla="*/ 326611 h 369828"/>
              <a:gd name="connsiteX234" fmla="*/ 391211 w 2906005"/>
              <a:gd name="connsiteY234" fmla="*/ 326611 h 369828"/>
              <a:gd name="connsiteX235" fmla="*/ 391211 w 2906005"/>
              <a:gd name="connsiteY235" fmla="*/ 235410 h 369828"/>
              <a:gd name="connsiteX236" fmla="*/ 414269 w 2906005"/>
              <a:gd name="connsiteY236" fmla="*/ 235410 h 369828"/>
              <a:gd name="connsiteX237" fmla="*/ 414269 w 2906005"/>
              <a:gd name="connsiteY237" fmla="*/ 249580 h 369828"/>
              <a:gd name="connsiteX238" fmla="*/ 425862 w 2906005"/>
              <a:gd name="connsiteY238" fmla="*/ 238244 h 369828"/>
              <a:gd name="connsiteX239" fmla="*/ 425927 w 2906005"/>
              <a:gd name="connsiteY239" fmla="*/ 238244 h 369828"/>
              <a:gd name="connsiteX240" fmla="*/ 442286 w 2906005"/>
              <a:gd name="connsiteY240" fmla="*/ 234122 h 369828"/>
              <a:gd name="connsiteX241" fmla="*/ 2635042 w 2906005"/>
              <a:gd name="connsiteY241" fmla="*/ 233993 h 369828"/>
              <a:gd name="connsiteX242" fmla="*/ 2658358 w 2906005"/>
              <a:gd name="connsiteY242" fmla="*/ 239596 h 369828"/>
              <a:gd name="connsiteX243" fmla="*/ 2674331 w 2906005"/>
              <a:gd name="connsiteY243" fmla="*/ 255505 h 369828"/>
              <a:gd name="connsiteX244" fmla="*/ 2679999 w 2906005"/>
              <a:gd name="connsiteY244" fmla="*/ 279143 h 369828"/>
              <a:gd name="connsiteX245" fmla="*/ 2679355 w 2906005"/>
              <a:gd name="connsiteY245" fmla="*/ 288031 h 369828"/>
              <a:gd name="connsiteX246" fmla="*/ 2679355 w 2906005"/>
              <a:gd name="connsiteY246" fmla="*/ 287967 h 369828"/>
              <a:gd name="connsiteX247" fmla="*/ 2612693 w 2906005"/>
              <a:gd name="connsiteY247" fmla="*/ 287967 h 369828"/>
              <a:gd name="connsiteX248" fmla="*/ 2619585 w 2906005"/>
              <a:gd name="connsiteY248" fmla="*/ 303424 h 369828"/>
              <a:gd name="connsiteX249" fmla="*/ 2634592 w 2906005"/>
              <a:gd name="connsiteY249" fmla="*/ 309028 h 369828"/>
              <a:gd name="connsiteX250" fmla="*/ 2652883 w 2906005"/>
              <a:gd name="connsiteY250" fmla="*/ 298014 h 369828"/>
              <a:gd name="connsiteX251" fmla="*/ 2677745 w 2906005"/>
              <a:gd name="connsiteY251" fmla="*/ 298014 h 369828"/>
              <a:gd name="connsiteX252" fmla="*/ 2662609 w 2906005"/>
              <a:gd name="connsiteY252" fmla="*/ 319655 h 369828"/>
              <a:gd name="connsiteX253" fmla="*/ 2635107 w 2906005"/>
              <a:gd name="connsiteY253" fmla="*/ 328157 h 369828"/>
              <a:gd name="connsiteX254" fmla="*/ 2611469 w 2906005"/>
              <a:gd name="connsiteY254" fmla="*/ 322296 h 369828"/>
              <a:gd name="connsiteX255" fmla="*/ 2595174 w 2906005"/>
              <a:gd name="connsiteY255" fmla="*/ 305743 h 369828"/>
              <a:gd name="connsiteX256" fmla="*/ 2589313 w 2906005"/>
              <a:gd name="connsiteY256" fmla="*/ 281075 h 369828"/>
              <a:gd name="connsiteX257" fmla="*/ 2595045 w 2906005"/>
              <a:gd name="connsiteY257" fmla="*/ 256214 h 369828"/>
              <a:gd name="connsiteX258" fmla="*/ 2611147 w 2906005"/>
              <a:gd name="connsiteY258" fmla="*/ 239725 h 369828"/>
              <a:gd name="connsiteX259" fmla="*/ 2635042 w 2906005"/>
              <a:gd name="connsiteY259" fmla="*/ 233993 h 369828"/>
              <a:gd name="connsiteX260" fmla="*/ 2069157 w 2906005"/>
              <a:gd name="connsiteY260" fmla="*/ 233993 h 369828"/>
              <a:gd name="connsiteX261" fmla="*/ 2093052 w 2906005"/>
              <a:gd name="connsiteY261" fmla="*/ 239854 h 369828"/>
              <a:gd name="connsiteX262" fmla="*/ 2109927 w 2906005"/>
              <a:gd name="connsiteY262" fmla="*/ 256407 h 369828"/>
              <a:gd name="connsiteX263" fmla="*/ 2116110 w 2906005"/>
              <a:gd name="connsiteY263" fmla="*/ 281075 h 369828"/>
              <a:gd name="connsiteX264" fmla="*/ 2109798 w 2906005"/>
              <a:gd name="connsiteY264" fmla="*/ 305743 h 369828"/>
              <a:gd name="connsiteX265" fmla="*/ 2092666 w 2906005"/>
              <a:gd name="connsiteY265" fmla="*/ 322296 h 369828"/>
              <a:gd name="connsiteX266" fmla="*/ 2068578 w 2906005"/>
              <a:gd name="connsiteY266" fmla="*/ 328157 h 369828"/>
              <a:gd name="connsiteX267" fmla="*/ 2044875 w 2906005"/>
              <a:gd name="connsiteY267" fmla="*/ 322296 h 369828"/>
              <a:gd name="connsiteX268" fmla="*/ 2044747 w 2906005"/>
              <a:gd name="connsiteY268" fmla="*/ 322296 h 369828"/>
              <a:gd name="connsiteX269" fmla="*/ 2028194 w 2906005"/>
              <a:gd name="connsiteY269" fmla="*/ 305743 h 369828"/>
              <a:gd name="connsiteX270" fmla="*/ 2022204 w 2906005"/>
              <a:gd name="connsiteY270" fmla="*/ 281075 h 369828"/>
              <a:gd name="connsiteX271" fmla="*/ 2028387 w 2906005"/>
              <a:gd name="connsiteY271" fmla="*/ 256407 h 369828"/>
              <a:gd name="connsiteX272" fmla="*/ 2045262 w 2906005"/>
              <a:gd name="connsiteY272" fmla="*/ 239854 h 369828"/>
              <a:gd name="connsiteX273" fmla="*/ 2069157 w 2906005"/>
              <a:gd name="connsiteY273" fmla="*/ 233993 h 369828"/>
              <a:gd name="connsiteX274" fmla="*/ 1971516 w 2906005"/>
              <a:gd name="connsiteY274" fmla="*/ 233993 h 369828"/>
              <a:gd name="connsiteX275" fmla="*/ 1997536 w 2906005"/>
              <a:gd name="connsiteY275" fmla="*/ 242173 h 369828"/>
              <a:gd name="connsiteX276" fmla="*/ 2008228 w 2906005"/>
              <a:gd name="connsiteY276" fmla="*/ 264136 h 369828"/>
              <a:gd name="connsiteX277" fmla="*/ 1986201 w 2906005"/>
              <a:gd name="connsiteY277" fmla="*/ 264136 h 369828"/>
              <a:gd name="connsiteX278" fmla="*/ 1981692 w 2906005"/>
              <a:gd name="connsiteY278" fmla="*/ 255505 h 369828"/>
              <a:gd name="connsiteX279" fmla="*/ 1970936 w 2906005"/>
              <a:gd name="connsiteY279" fmla="*/ 252285 h 369828"/>
              <a:gd name="connsiteX280" fmla="*/ 1961275 w 2906005"/>
              <a:gd name="connsiteY280" fmla="*/ 254603 h 369828"/>
              <a:gd name="connsiteX281" fmla="*/ 1957926 w 2906005"/>
              <a:gd name="connsiteY281" fmla="*/ 261044 h 369828"/>
              <a:gd name="connsiteX282" fmla="*/ 1962563 w 2906005"/>
              <a:gd name="connsiteY282" fmla="*/ 268065 h 369828"/>
              <a:gd name="connsiteX283" fmla="*/ 1976861 w 2906005"/>
              <a:gd name="connsiteY283" fmla="*/ 272895 h 369828"/>
              <a:gd name="connsiteX284" fmla="*/ 1993157 w 2906005"/>
              <a:gd name="connsiteY284" fmla="*/ 277983 h 369828"/>
              <a:gd name="connsiteX285" fmla="*/ 2004299 w 2906005"/>
              <a:gd name="connsiteY285" fmla="*/ 286163 h 369828"/>
              <a:gd name="connsiteX286" fmla="*/ 2009130 w 2906005"/>
              <a:gd name="connsiteY286" fmla="*/ 300719 h 369828"/>
              <a:gd name="connsiteX287" fmla="*/ 2004750 w 2906005"/>
              <a:gd name="connsiteY287" fmla="*/ 314889 h 369828"/>
              <a:gd name="connsiteX288" fmla="*/ 1992255 w 2906005"/>
              <a:gd name="connsiteY288" fmla="*/ 324679 h 369828"/>
              <a:gd name="connsiteX289" fmla="*/ 1973255 w 2906005"/>
              <a:gd name="connsiteY289" fmla="*/ 328221 h 369828"/>
              <a:gd name="connsiteX290" fmla="*/ 1953159 w 2906005"/>
              <a:gd name="connsiteY290" fmla="*/ 324164 h 369828"/>
              <a:gd name="connsiteX291" fmla="*/ 1953095 w 2906005"/>
              <a:gd name="connsiteY291" fmla="*/ 324099 h 369828"/>
              <a:gd name="connsiteX292" fmla="*/ 1938990 w 2906005"/>
              <a:gd name="connsiteY292" fmla="*/ 313150 h 369828"/>
              <a:gd name="connsiteX293" fmla="*/ 1933322 w 2906005"/>
              <a:gd name="connsiteY293" fmla="*/ 297821 h 369828"/>
              <a:gd name="connsiteX294" fmla="*/ 1956509 w 2906005"/>
              <a:gd name="connsiteY294" fmla="*/ 297821 h 369828"/>
              <a:gd name="connsiteX295" fmla="*/ 1961661 w 2906005"/>
              <a:gd name="connsiteY295" fmla="*/ 306516 h 369828"/>
              <a:gd name="connsiteX296" fmla="*/ 1972933 w 2906005"/>
              <a:gd name="connsiteY296" fmla="*/ 309994 h 369828"/>
              <a:gd name="connsiteX297" fmla="*/ 1983238 w 2906005"/>
              <a:gd name="connsiteY297" fmla="*/ 307353 h 369828"/>
              <a:gd name="connsiteX298" fmla="*/ 1986973 w 2906005"/>
              <a:gd name="connsiteY298" fmla="*/ 300590 h 369828"/>
              <a:gd name="connsiteX299" fmla="*/ 1982465 w 2906005"/>
              <a:gd name="connsiteY299" fmla="*/ 293892 h 369828"/>
              <a:gd name="connsiteX300" fmla="*/ 1968038 w 2906005"/>
              <a:gd name="connsiteY300" fmla="*/ 289061 h 369828"/>
              <a:gd name="connsiteX301" fmla="*/ 1951356 w 2906005"/>
              <a:gd name="connsiteY301" fmla="*/ 283973 h 369828"/>
              <a:gd name="connsiteX302" fmla="*/ 1940149 w 2906005"/>
              <a:gd name="connsiteY302" fmla="*/ 275922 h 369828"/>
              <a:gd name="connsiteX303" fmla="*/ 1935447 w 2906005"/>
              <a:gd name="connsiteY303" fmla="*/ 261302 h 369828"/>
              <a:gd name="connsiteX304" fmla="*/ 1939827 w 2906005"/>
              <a:gd name="connsiteY304" fmla="*/ 247454 h 369828"/>
              <a:gd name="connsiteX305" fmla="*/ 1952322 w 2906005"/>
              <a:gd name="connsiteY305" fmla="*/ 237600 h 369828"/>
              <a:gd name="connsiteX306" fmla="*/ 1971516 w 2906005"/>
              <a:gd name="connsiteY306" fmla="*/ 233993 h 369828"/>
              <a:gd name="connsiteX307" fmla="*/ 1684258 w 2906005"/>
              <a:gd name="connsiteY307" fmla="*/ 233993 h 369828"/>
              <a:gd name="connsiteX308" fmla="*/ 1702099 w 2906005"/>
              <a:gd name="connsiteY308" fmla="*/ 238115 h 369828"/>
              <a:gd name="connsiteX309" fmla="*/ 1714337 w 2906005"/>
              <a:gd name="connsiteY309" fmla="*/ 248485 h 369828"/>
              <a:gd name="connsiteX310" fmla="*/ 1714337 w 2906005"/>
              <a:gd name="connsiteY310" fmla="*/ 235474 h 369828"/>
              <a:gd name="connsiteX311" fmla="*/ 1737523 w 2906005"/>
              <a:gd name="connsiteY311" fmla="*/ 235474 h 369828"/>
              <a:gd name="connsiteX312" fmla="*/ 1737523 w 2906005"/>
              <a:gd name="connsiteY312" fmla="*/ 326676 h 369828"/>
              <a:gd name="connsiteX313" fmla="*/ 1714337 w 2906005"/>
              <a:gd name="connsiteY313" fmla="*/ 326676 h 369828"/>
              <a:gd name="connsiteX314" fmla="*/ 1714337 w 2906005"/>
              <a:gd name="connsiteY314" fmla="*/ 313343 h 369828"/>
              <a:gd name="connsiteX315" fmla="*/ 1702099 w 2906005"/>
              <a:gd name="connsiteY315" fmla="*/ 323970 h 369828"/>
              <a:gd name="connsiteX316" fmla="*/ 1684065 w 2906005"/>
              <a:gd name="connsiteY316" fmla="*/ 328157 h 369828"/>
              <a:gd name="connsiteX317" fmla="*/ 1663068 w 2906005"/>
              <a:gd name="connsiteY317" fmla="*/ 322231 h 369828"/>
              <a:gd name="connsiteX318" fmla="*/ 1648061 w 2906005"/>
              <a:gd name="connsiteY318" fmla="*/ 305550 h 369828"/>
              <a:gd name="connsiteX319" fmla="*/ 1642522 w 2906005"/>
              <a:gd name="connsiteY319" fmla="*/ 280753 h 369828"/>
              <a:gd name="connsiteX320" fmla="*/ 1648061 w 2906005"/>
              <a:gd name="connsiteY320" fmla="*/ 256214 h 369828"/>
              <a:gd name="connsiteX321" fmla="*/ 1648125 w 2906005"/>
              <a:gd name="connsiteY321" fmla="*/ 256214 h 369828"/>
              <a:gd name="connsiteX322" fmla="*/ 1663132 w 2906005"/>
              <a:gd name="connsiteY322" fmla="*/ 239725 h 369828"/>
              <a:gd name="connsiteX323" fmla="*/ 1684258 w 2906005"/>
              <a:gd name="connsiteY323" fmla="*/ 233993 h 369828"/>
              <a:gd name="connsiteX324" fmla="*/ 1470102 w 2906005"/>
              <a:gd name="connsiteY324" fmla="*/ 233993 h 369828"/>
              <a:gd name="connsiteX325" fmla="*/ 1487943 w 2906005"/>
              <a:gd name="connsiteY325" fmla="*/ 238115 h 369828"/>
              <a:gd name="connsiteX326" fmla="*/ 1500180 w 2906005"/>
              <a:gd name="connsiteY326" fmla="*/ 248485 h 369828"/>
              <a:gd name="connsiteX327" fmla="*/ 1500180 w 2906005"/>
              <a:gd name="connsiteY327" fmla="*/ 235474 h 369828"/>
              <a:gd name="connsiteX328" fmla="*/ 1523367 w 2906005"/>
              <a:gd name="connsiteY328" fmla="*/ 235474 h 369828"/>
              <a:gd name="connsiteX329" fmla="*/ 1523367 w 2906005"/>
              <a:gd name="connsiteY329" fmla="*/ 326676 h 369828"/>
              <a:gd name="connsiteX330" fmla="*/ 1500180 w 2906005"/>
              <a:gd name="connsiteY330" fmla="*/ 326676 h 369828"/>
              <a:gd name="connsiteX331" fmla="*/ 1500180 w 2906005"/>
              <a:gd name="connsiteY331" fmla="*/ 313343 h 369828"/>
              <a:gd name="connsiteX332" fmla="*/ 1487943 w 2906005"/>
              <a:gd name="connsiteY332" fmla="*/ 323970 h 369828"/>
              <a:gd name="connsiteX333" fmla="*/ 1469909 w 2906005"/>
              <a:gd name="connsiteY333" fmla="*/ 328157 h 369828"/>
              <a:gd name="connsiteX334" fmla="*/ 1448912 w 2906005"/>
              <a:gd name="connsiteY334" fmla="*/ 322231 h 369828"/>
              <a:gd name="connsiteX335" fmla="*/ 1433905 w 2906005"/>
              <a:gd name="connsiteY335" fmla="*/ 305550 h 369828"/>
              <a:gd name="connsiteX336" fmla="*/ 1428366 w 2906005"/>
              <a:gd name="connsiteY336" fmla="*/ 280753 h 369828"/>
              <a:gd name="connsiteX337" fmla="*/ 1433905 w 2906005"/>
              <a:gd name="connsiteY337" fmla="*/ 256214 h 369828"/>
              <a:gd name="connsiteX338" fmla="*/ 1433969 w 2906005"/>
              <a:gd name="connsiteY338" fmla="*/ 256214 h 369828"/>
              <a:gd name="connsiteX339" fmla="*/ 1448976 w 2906005"/>
              <a:gd name="connsiteY339" fmla="*/ 239725 h 369828"/>
              <a:gd name="connsiteX340" fmla="*/ 1470102 w 2906005"/>
              <a:gd name="connsiteY340" fmla="*/ 233993 h 369828"/>
              <a:gd name="connsiteX341" fmla="*/ 1240168 w 2906005"/>
              <a:gd name="connsiteY341" fmla="*/ 233993 h 369828"/>
              <a:gd name="connsiteX342" fmla="*/ 1266188 w 2906005"/>
              <a:gd name="connsiteY342" fmla="*/ 242173 h 369828"/>
              <a:gd name="connsiteX343" fmla="*/ 1276880 w 2906005"/>
              <a:gd name="connsiteY343" fmla="*/ 264136 h 369828"/>
              <a:gd name="connsiteX344" fmla="*/ 1254853 w 2906005"/>
              <a:gd name="connsiteY344" fmla="*/ 264136 h 369828"/>
              <a:gd name="connsiteX345" fmla="*/ 1250344 w 2906005"/>
              <a:gd name="connsiteY345" fmla="*/ 255505 h 369828"/>
              <a:gd name="connsiteX346" fmla="*/ 1239588 w 2906005"/>
              <a:gd name="connsiteY346" fmla="*/ 252285 h 369828"/>
              <a:gd name="connsiteX347" fmla="*/ 1229927 w 2906005"/>
              <a:gd name="connsiteY347" fmla="*/ 254603 h 369828"/>
              <a:gd name="connsiteX348" fmla="*/ 1226578 w 2906005"/>
              <a:gd name="connsiteY348" fmla="*/ 261044 h 369828"/>
              <a:gd name="connsiteX349" fmla="*/ 1231215 w 2906005"/>
              <a:gd name="connsiteY349" fmla="*/ 268065 h 369828"/>
              <a:gd name="connsiteX350" fmla="*/ 1245514 w 2906005"/>
              <a:gd name="connsiteY350" fmla="*/ 272895 h 369828"/>
              <a:gd name="connsiteX351" fmla="*/ 1261809 w 2906005"/>
              <a:gd name="connsiteY351" fmla="*/ 277983 h 369828"/>
              <a:gd name="connsiteX352" fmla="*/ 1272951 w 2906005"/>
              <a:gd name="connsiteY352" fmla="*/ 286163 h 369828"/>
              <a:gd name="connsiteX353" fmla="*/ 1277782 w 2906005"/>
              <a:gd name="connsiteY353" fmla="*/ 300719 h 369828"/>
              <a:gd name="connsiteX354" fmla="*/ 1273402 w 2906005"/>
              <a:gd name="connsiteY354" fmla="*/ 314889 h 369828"/>
              <a:gd name="connsiteX355" fmla="*/ 1260907 w 2906005"/>
              <a:gd name="connsiteY355" fmla="*/ 324679 h 369828"/>
              <a:gd name="connsiteX356" fmla="*/ 1241907 w 2906005"/>
              <a:gd name="connsiteY356" fmla="*/ 328221 h 369828"/>
              <a:gd name="connsiteX357" fmla="*/ 1221812 w 2906005"/>
              <a:gd name="connsiteY357" fmla="*/ 324164 h 369828"/>
              <a:gd name="connsiteX358" fmla="*/ 1221747 w 2906005"/>
              <a:gd name="connsiteY358" fmla="*/ 324099 h 369828"/>
              <a:gd name="connsiteX359" fmla="*/ 1207642 w 2906005"/>
              <a:gd name="connsiteY359" fmla="*/ 313150 h 369828"/>
              <a:gd name="connsiteX360" fmla="*/ 1201974 w 2906005"/>
              <a:gd name="connsiteY360" fmla="*/ 297821 h 369828"/>
              <a:gd name="connsiteX361" fmla="*/ 1225161 w 2906005"/>
              <a:gd name="connsiteY361" fmla="*/ 297821 h 369828"/>
              <a:gd name="connsiteX362" fmla="*/ 1230313 w 2906005"/>
              <a:gd name="connsiteY362" fmla="*/ 306516 h 369828"/>
              <a:gd name="connsiteX363" fmla="*/ 1241585 w 2906005"/>
              <a:gd name="connsiteY363" fmla="*/ 309994 h 369828"/>
              <a:gd name="connsiteX364" fmla="*/ 1251890 w 2906005"/>
              <a:gd name="connsiteY364" fmla="*/ 307353 h 369828"/>
              <a:gd name="connsiteX365" fmla="*/ 1255626 w 2906005"/>
              <a:gd name="connsiteY365" fmla="*/ 300590 h 369828"/>
              <a:gd name="connsiteX366" fmla="*/ 1251117 w 2906005"/>
              <a:gd name="connsiteY366" fmla="*/ 293892 h 369828"/>
              <a:gd name="connsiteX367" fmla="*/ 1236690 w 2906005"/>
              <a:gd name="connsiteY367" fmla="*/ 289061 h 369828"/>
              <a:gd name="connsiteX368" fmla="*/ 1220008 w 2906005"/>
              <a:gd name="connsiteY368" fmla="*/ 283973 h 369828"/>
              <a:gd name="connsiteX369" fmla="*/ 1208801 w 2906005"/>
              <a:gd name="connsiteY369" fmla="*/ 275922 h 369828"/>
              <a:gd name="connsiteX370" fmla="*/ 1204099 w 2906005"/>
              <a:gd name="connsiteY370" fmla="*/ 261302 h 369828"/>
              <a:gd name="connsiteX371" fmla="*/ 1208479 w 2906005"/>
              <a:gd name="connsiteY371" fmla="*/ 247454 h 369828"/>
              <a:gd name="connsiteX372" fmla="*/ 1220974 w 2906005"/>
              <a:gd name="connsiteY372" fmla="*/ 237600 h 369828"/>
              <a:gd name="connsiteX373" fmla="*/ 1240168 w 2906005"/>
              <a:gd name="connsiteY373" fmla="*/ 233993 h 369828"/>
              <a:gd name="connsiteX374" fmla="*/ 910594 w 2906005"/>
              <a:gd name="connsiteY374" fmla="*/ 233993 h 369828"/>
              <a:gd name="connsiteX375" fmla="*/ 928435 w 2906005"/>
              <a:gd name="connsiteY375" fmla="*/ 238115 h 369828"/>
              <a:gd name="connsiteX376" fmla="*/ 940673 w 2906005"/>
              <a:gd name="connsiteY376" fmla="*/ 248485 h 369828"/>
              <a:gd name="connsiteX377" fmla="*/ 940673 w 2906005"/>
              <a:gd name="connsiteY377" fmla="*/ 235474 h 369828"/>
              <a:gd name="connsiteX378" fmla="*/ 963859 w 2906005"/>
              <a:gd name="connsiteY378" fmla="*/ 235474 h 369828"/>
              <a:gd name="connsiteX379" fmla="*/ 963859 w 2906005"/>
              <a:gd name="connsiteY379" fmla="*/ 326675 h 369828"/>
              <a:gd name="connsiteX380" fmla="*/ 940673 w 2906005"/>
              <a:gd name="connsiteY380" fmla="*/ 326675 h 369828"/>
              <a:gd name="connsiteX381" fmla="*/ 940673 w 2906005"/>
              <a:gd name="connsiteY381" fmla="*/ 313343 h 369828"/>
              <a:gd name="connsiteX382" fmla="*/ 928435 w 2906005"/>
              <a:gd name="connsiteY382" fmla="*/ 323970 h 369828"/>
              <a:gd name="connsiteX383" fmla="*/ 910401 w 2906005"/>
              <a:gd name="connsiteY383" fmla="*/ 328157 h 369828"/>
              <a:gd name="connsiteX384" fmla="*/ 889404 w 2906005"/>
              <a:gd name="connsiteY384" fmla="*/ 322231 h 369828"/>
              <a:gd name="connsiteX385" fmla="*/ 874397 w 2906005"/>
              <a:gd name="connsiteY385" fmla="*/ 305550 h 369828"/>
              <a:gd name="connsiteX386" fmla="*/ 868858 w 2906005"/>
              <a:gd name="connsiteY386" fmla="*/ 280753 h 369828"/>
              <a:gd name="connsiteX387" fmla="*/ 874397 w 2906005"/>
              <a:gd name="connsiteY387" fmla="*/ 256214 h 369828"/>
              <a:gd name="connsiteX388" fmla="*/ 874462 w 2906005"/>
              <a:gd name="connsiteY388" fmla="*/ 256214 h 369828"/>
              <a:gd name="connsiteX389" fmla="*/ 889469 w 2906005"/>
              <a:gd name="connsiteY389" fmla="*/ 239725 h 369828"/>
              <a:gd name="connsiteX390" fmla="*/ 910594 w 2906005"/>
              <a:gd name="connsiteY390" fmla="*/ 233993 h 369828"/>
              <a:gd name="connsiteX391" fmla="*/ 493490 w 2906005"/>
              <a:gd name="connsiteY391" fmla="*/ 233993 h 369828"/>
              <a:gd name="connsiteX392" fmla="*/ 511331 w 2906005"/>
              <a:gd name="connsiteY392" fmla="*/ 238115 h 369828"/>
              <a:gd name="connsiteX393" fmla="*/ 523568 w 2906005"/>
              <a:gd name="connsiteY393" fmla="*/ 248485 h 369828"/>
              <a:gd name="connsiteX394" fmla="*/ 523568 w 2906005"/>
              <a:gd name="connsiteY394" fmla="*/ 235474 h 369828"/>
              <a:gd name="connsiteX395" fmla="*/ 546755 w 2906005"/>
              <a:gd name="connsiteY395" fmla="*/ 235474 h 369828"/>
              <a:gd name="connsiteX396" fmla="*/ 546755 w 2906005"/>
              <a:gd name="connsiteY396" fmla="*/ 326675 h 369828"/>
              <a:gd name="connsiteX397" fmla="*/ 523568 w 2906005"/>
              <a:gd name="connsiteY397" fmla="*/ 326675 h 369828"/>
              <a:gd name="connsiteX398" fmla="*/ 523568 w 2906005"/>
              <a:gd name="connsiteY398" fmla="*/ 313343 h 369828"/>
              <a:gd name="connsiteX399" fmla="*/ 511331 w 2906005"/>
              <a:gd name="connsiteY399" fmla="*/ 323970 h 369828"/>
              <a:gd name="connsiteX400" fmla="*/ 493297 w 2906005"/>
              <a:gd name="connsiteY400" fmla="*/ 328157 h 369828"/>
              <a:gd name="connsiteX401" fmla="*/ 472300 w 2906005"/>
              <a:gd name="connsiteY401" fmla="*/ 322231 h 369828"/>
              <a:gd name="connsiteX402" fmla="*/ 457293 w 2906005"/>
              <a:gd name="connsiteY402" fmla="*/ 305550 h 369828"/>
              <a:gd name="connsiteX403" fmla="*/ 451754 w 2906005"/>
              <a:gd name="connsiteY403" fmla="*/ 280753 h 369828"/>
              <a:gd name="connsiteX404" fmla="*/ 457293 w 2906005"/>
              <a:gd name="connsiteY404" fmla="*/ 256214 h 369828"/>
              <a:gd name="connsiteX405" fmla="*/ 457357 w 2906005"/>
              <a:gd name="connsiteY405" fmla="*/ 256214 h 369828"/>
              <a:gd name="connsiteX406" fmla="*/ 472364 w 2906005"/>
              <a:gd name="connsiteY406" fmla="*/ 239725 h 369828"/>
              <a:gd name="connsiteX407" fmla="*/ 493490 w 2906005"/>
              <a:gd name="connsiteY407" fmla="*/ 233993 h 369828"/>
              <a:gd name="connsiteX408" fmla="*/ 270963 w 2906005"/>
              <a:gd name="connsiteY408" fmla="*/ 233993 h 369828"/>
              <a:gd name="connsiteX409" fmla="*/ 296983 w 2906005"/>
              <a:gd name="connsiteY409" fmla="*/ 242173 h 369828"/>
              <a:gd name="connsiteX410" fmla="*/ 307675 w 2906005"/>
              <a:gd name="connsiteY410" fmla="*/ 264136 h 369828"/>
              <a:gd name="connsiteX411" fmla="*/ 285648 w 2906005"/>
              <a:gd name="connsiteY411" fmla="*/ 264136 h 369828"/>
              <a:gd name="connsiteX412" fmla="*/ 281139 w 2906005"/>
              <a:gd name="connsiteY412" fmla="*/ 255505 h 369828"/>
              <a:gd name="connsiteX413" fmla="*/ 270383 w 2906005"/>
              <a:gd name="connsiteY413" fmla="*/ 252285 h 369828"/>
              <a:gd name="connsiteX414" fmla="*/ 260722 w 2906005"/>
              <a:gd name="connsiteY414" fmla="*/ 254603 h 369828"/>
              <a:gd name="connsiteX415" fmla="*/ 257373 w 2906005"/>
              <a:gd name="connsiteY415" fmla="*/ 261044 h 369828"/>
              <a:gd name="connsiteX416" fmla="*/ 262010 w 2906005"/>
              <a:gd name="connsiteY416" fmla="*/ 268065 h 369828"/>
              <a:gd name="connsiteX417" fmla="*/ 276309 w 2906005"/>
              <a:gd name="connsiteY417" fmla="*/ 272895 h 369828"/>
              <a:gd name="connsiteX418" fmla="*/ 292604 w 2906005"/>
              <a:gd name="connsiteY418" fmla="*/ 277983 h 369828"/>
              <a:gd name="connsiteX419" fmla="*/ 303746 w 2906005"/>
              <a:gd name="connsiteY419" fmla="*/ 286163 h 369828"/>
              <a:gd name="connsiteX420" fmla="*/ 308577 w 2906005"/>
              <a:gd name="connsiteY420" fmla="*/ 300719 h 369828"/>
              <a:gd name="connsiteX421" fmla="*/ 304197 w 2906005"/>
              <a:gd name="connsiteY421" fmla="*/ 314889 h 369828"/>
              <a:gd name="connsiteX422" fmla="*/ 291702 w 2906005"/>
              <a:gd name="connsiteY422" fmla="*/ 324679 h 369828"/>
              <a:gd name="connsiteX423" fmla="*/ 272702 w 2906005"/>
              <a:gd name="connsiteY423" fmla="*/ 328221 h 369828"/>
              <a:gd name="connsiteX424" fmla="*/ 252607 w 2906005"/>
              <a:gd name="connsiteY424" fmla="*/ 324164 h 369828"/>
              <a:gd name="connsiteX425" fmla="*/ 252542 w 2906005"/>
              <a:gd name="connsiteY425" fmla="*/ 324099 h 369828"/>
              <a:gd name="connsiteX426" fmla="*/ 238437 w 2906005"/>
              <a:gd name="connsiteY426" fmla="*/ 313150 h 369828"/>
              <a:gd name="connsiteX427" fmla="*/ 232769 w 2906005"/>
              <a:gd name="connsiteY427" fmla="*/ 297821 h 369828"/>
              <a:gd name="connsiteX428" fmla="*/ 255956 w 2906005"/>
              <a:gd name="connsiteY428" fmla="*/ 297821 h 369828"/>
              <a:gd name="connsiteX429" fmla="*/ 261108 w 2906005"/>
              <a:gd name="connsiteY429" fmla="*/ 306516 h 369828"/>
              <a:gd name="connsiteX430" fmla="*/ 272380 w 2906005"/>
              <a:gd name="connsiteY430" fmla="*/ 309994 h 369828"/>
              <a:gd name="connsiteX431" fmla="*/ 282685 w 2906005"/>
              <a:gd name="connsiteY431" fmla="*/ 307353 h 369828"/>
              <a:gd name="connsiteX432" fmla="*/ 286421 w 2906005"/>
              <a:gd name="connsiteY432" fmla="*/ 300590 h 369828"/>
              <a:gd name="connsiteX433" fmla="*/ 281912 w 2906005"/>
              <a:gd name="connsiteY433" fmla="*/ 293892 h 369828"/>
              <a:gd name="connsiteX434" fmla="*/ 267485 w 2906005"/>
              <a:gd name="connsiteY434" fmla="*/ 289061 h 369828"/>
              <a:gd name="connsiteX435" fmla="*/ 250803 w 2906005"/>
              <a:gd name="connsiteY435" fmla="*/ 283973 h 369828"/>
              <a:gd name="connsiteX436" fmla="*/ 239596 w 2906005"/>
              <a:gd name="connsiteY436" fmla="*/ 275922 h 369828"/>
              <a:gd name="connsiteX437" fmla="*/ 234894 w 2906005"/>
              <a:gd name="connsiteY437" fmla="*/ 261302 h 369828"/>
              <a:gd name="connsiteX438" fmla="*/ 239274 w 2906005"/>
              <a:gd name="connsiteY438" fmla="*/ 247454 h 369828"/>
              <a:gd name="connsiteX439" fmla="*/ 251769 w 2906005"/>
              <a:gd name="connsiteY439" fmla="*/ 237600 h 369828"/>
              <a:gd name="connsiteX440" fmla="*/ 270963 w 2906005"/>
              <a:gd name="connsiteY440" fmla="*/ 233993 h 369828"/>
              <a:gd name="connsiteX441" fmla="*/ 161791 w 2906005"/>
              <a:gd name="connsiteY441" fmla="*/ 233993 h 369828"/>
              <a:gd name="connsiteX442" fmla="*/ 179632 w 2906005"/>
              <a:gd name="connsiteY442" fmla="*/ 238115 h 369828"/>
              <a:gd name="connsiteX443" fmla="*/ 191869 w 2906005"/>
              <a:gd name="connsiteY443" fmla="*/ 248485 h 369828"/>
              <a:gd name="connsiteX444" fmla="*/ 191869 w 2906005"/>
              <a:gd name="connsiteY444" fmla="*/ 235474 h 369828"/>
              <a:gd name="connsiteX445" fmla="*/ 215056 w 2906005"/>
              <a:gd name="connsiteY445" fmla="*/ 235474 h 369828"/>
              <a:gd name="connsiteX446" fmla="*/ 215056 w 2906005"/>
              <a:gd name="connsiteY446" fmla="*/ 326676 h 369828"/>
              <a:gd name="connsiteX447" fmla="*/ 191869 w 2906005"/>
              <a:gd name="connsiteY447" fmla="*/ 326676 h 369828"/>
              <a:gd name="connsiteX448" fmla="*/ 191869 w 2906005"/>
              <a:gd name="connsiteY448" fmla="*/ 313343 h 369828"/>
              <a:gd name="connsiteX449" fmla="*/ 179632 w 2906005"/>
              <a:gd name="connsiteY449" fmla="*/ 323970 h 369828"/>
              <a:gd name="connsiteX450" fmla="*/ 161598 w 2906005"/>
              <a:gd name="connsiteY450" fmla="*/ 328157 h 369828"/>
              <a:gd name="connsiteX451" fmla="*/ 140601 w 2906005"/>
              <a:gd name="connsiteY451" fmla="*/ 322231 h 369828"/>
              <a:gd name="connsiteX452" fmla="*/ 125594 w 2906005"/>
              <a:gd name="connsiteY452" fmla="*/ 305550 h 369828"/>
              <a:gd name="connsiteX453" fmla="*/ 120055 w 2906005"/>
              <a:gd name="connsiteY453" fmla="*/ 280753 h 369828"/>
              <a:gd name="connsiteX454" fmla="*/ 125594 w 2906005"/>
              <a:gd name="connsiteY454" fmla="*/ 256214 h 369828"/>
              <a:gd name="connsiteX455" fmla="*/ 125658 w 2906005"/>
              <a:gd name="connsiteY455" fmla="*/ 256214 h 369828"/>
              <a:gd name="connsiteX456" fmla="*/ 140665 w 2906005"/>
              <a:gd name="connsiteY456" fmla="*/ 239725 h 369828"/>
              <a:gd name="connsiteX457" fmla="*/ 161791 w 2906005"/>
              <a:gd name="connsiteY457" fmla="*/ 233993 h 369828"/>
              <a:gd name="connsiteX458" fmla="*/ 2407748 w 2906005"/>
              <a:gd name="connsiteY458" fmla="*/ 233992 h 369828"/>
              <a:gd name="connsiteX459" fmla="*/ 2425589 w 2906005"/>
              <a:gd name="connsiteY459" fmla="*/ 238114 h 369828"/>
              <a:gd name="connsiteX460" fmla="*/ 2437826 w 2906005"/>
              <a:gd name="connsiteY460" fmla="*/ 248484 h 369828"/>
              <a:gd name="connsiteX461" fmla="*/ 2437826 w 2906005"/>
              <a:gd name="connsiteY461" fmla="*/ 235474 h 369828"/>
              <a:gd name="connsiteX462" fmla="*/ 2461013 w 2906005"/>
              <a:gd name="connsiteY462" fmla="*/ 235474 h 369828"/>
              <a:gd name="connsiteX463" fmla="*/ 2461013 w 2906005"/>
              <a:gd name="connsiteY463" fmla="*/ 326675 h 369828"/>
              <a:gd name="connsiteX464" fmla="*/ 2437826 w 2906005"/>
              <a:gd name="connsiteY464" fmla="*/ 326675 h 369828"/>
              <a:gd name="connsiteX465" fmla="*/ 2437826 w 2906005"/>
              <a:gd name="connsiteY465" fmla="*/ 313342 h 369828"/>
              <a:gd name="connsiteX466" fmla="*/ 2425589 w 2906005"/>
              <a:gd name="connsiteY466" fmla="*/ 323970 h 369828"/>
              <a:gd name="connsiteX467" fmla="*/ 2407555 w 2906005"/>
              <a:gd name="connsiteY467" fmla="*/ 328156 h 369828"/>
              <a:gd name="connsiteX468" fmla="*/ 2386558 w 2906005"/>
              <a:gd name="connsiteY468" fmla="*/ 322231 h 369828"/>
              <a:gd name="connsiteX469" fmla="*/ 2371551 w 2906005"/>
              <a:gd name="connsiteY469" fmla="*/ 305549 h 369828"/>
              <a:gd name="connsiteX470" fmla="*/ 2366012 w 2906005"/>
              <a:gd name="connsiteY470" fmla="*/ 280752 h 369828"/>
              <a:gd name="connsiteX471" fmla="*/ 2371551 w 2906005"/>
              <a:gd name="connsiteY471" fmla="*/ 256213 h 369828"/>
              <a:gd name="connsiteX472" fmla="*/ 2371615 w 2906005"/>
              <a:gd name="connsiteY472" fmla="*/ 256213 h 369828"/>
              <a:gd name="connsiteX473" fmla="*/ 2386622 w 2906005"/>
              <a:gd name="connsiteY473" fmla="*/ 239725 h 369828"/>
              <a:gd name="connsiteX474" fmla="*/ 2407748 w 2906005"/>
              <a:gd name="connsiteY474" fmla="*/ 233992 h 369828"/>
              <a:gd name="connsiteX475" fmla="*/ 331055 w 2906005"/>
              <a:gd name="connsiteY475" fmla="*/ 212996 h 369828"/>
              <a:gd name="connsiteX476" fmla="*/ 354242 w 2906005"/>
              <a:gd name="connsiteY476" fmla="*/ 212996 h 369828"/>
              <a:gd name="connsiteX477" fmla="*/ 354242 w 2906005"/>
              <a:gd name="connsiteY477" fmla="*/ 235539 h 369828"/>
              <a:gd name="connsiteX478" fmla="*/ 374659 w 2906005"/>
              <a:gd name="connsiteY478" fmla="*/ 235539 h 369828"/>
              <a:gd name="connsiteX479" fmla="*/ 374659 w 2906005"/>
              <a:gd name="connsiteY479" fmla="*/ 254474 h 369828"/>
              <a:gd name="connsiteX480" fmla="*/ 354242 w 2906005"/>
              <a:gd name="connsiteY480" fmla="*/ 254474 h 369828"/>
              <a:gd name="connsiteX481" fmla="*/ 354242 w 2906005"/>
              <a:gd name="connsiteY481" fmla="*/ 298529 h 369828"/>
              <a:gd name="connsiteX482" fmla="*/ 356496 w 2906005"/>
              <a:gd name="connsiteY482" fmla="*/ 305228 h 369828"/>
              <a:gd name="connsiteX483" fmla="*/ 363967 w 2906005"/>
              <a:gd name="connsiteY483" fmla="*/ 307289 h 369828"/>
              <a:gd name="connsiteX484" fmla="*/ 374659 w 2906005"/>
              <a:gd name="connsiteY484" fmla="*/ 307289 h 369828"/>
              <a:gd name="connsiteX485" fmla="*/ 374659 w 2906005"/>
              <a:gd name="connsiteY485" fmla="*/ 326740 h 369828"/>
              <a:gd name="connsiteX486" fmla="*/ 360167 w 2906005"/>
              <a:gd name="connsiteY486" fmla="*/ 326740 h 369828"/>
              <a:gd name="connsiteX487" fmla="*/ 331055 w 2906005"/>
              <a:gd name="connsiteY487" fmla="*/ 298400 h 369828"/>
              <a:gd name="connsiteX488" fmla="*/ 331055 w 2906005"/>
              <a:gd name="connsiteY488" fmla="*/ 254474 h 369828"/>
              <a:gd name="connsiteX489" fmla="*/ 320170 w 2906005"/>
              <a:gd name="connsiteY489" fmla="*/ 254474 h 369828"/>
              <a:gd name="connsiteX490" fmla="*/ 320170 w 2906005"/>
              <a:gd name="connsiteY490" fmla="*/ 235539 h 369828"/>
              <a:gd name="connsiteX491" fmla="*/ 331055 w 2906005"/>
              <a:gd name="connsiteY491" fmla="*/ 235539 h 369828"/>
              <a:gd name="connsiteX492" fmla="*/ 0 w 2906005"/>
              <a:gd name="connsiteY492" fmla="*/ 211772 h 369828"/>
              <a:gd name="connsiteX493" fmla="*/ 24668 w 2906005"/>
              <a:gd name="connsiteY493" fmla="*/ 211772 h 369828"/>
              <a:gd name="connsiteX494" fmla="*/ 56292 w 2906005"/>
              <a:gd name="connsiteY494" fmla="*/ 303102 h 369828"/>
              <a:gd name="connsiteX495" fmla="*/ 87723 w 2906005"/>
              <a:gd name="connsiteY495" fmla="*/ 211772 h 369828"/>
              <a:gd name="connsiteX496" fmla="*/ 112262 w 2906005"/>
              <a:gd name="connsiteY496" fmla="*/ 211772 h 369828"/>
              <a:gd name="connsiteX497" fmla="*/ 70140 w 2906005"/>
              <a:gd name="connsiteY497" fmla="*/ 326675 h 369828"/>
              <a:gd name="connsiteX498" fmla="*/ 42123 w 2906005"/>
              <a:gd name="connsiteY498" fmla="*/ 326675 h 369828"/>
              <a:gd name="connsiteX499" fmla="*/ 608522 w 2906005"/>
              <a:gd name="connsiteY499" fmla="*/ 211643 h 369828"/>
              <a:gd name="connsiteX500" fmla="*/ 631580 w 2906005"/>
              <a:gd name="connsiteY500" fmla="*/ 211643 h 369828"/>
              <a:gd name="connsiteX501" fmla="*/ 683750 w 2906005"/>
              <a:gd name="connsiteY501" fmla="*/ 290671 h 369828"/>
              <a:gd name="connsiteX502" fmla="*/ 683750 w 2906005"/>
              <a:gd name="connsiteY502" fmla="*/ 211643 h 369828"/>
              <a:gd name="connsiteX503" fmla="*/ 706808 w 2906005"/>
              <a:gd name="connsiteY503" fmla="*/ 211643 h 369828"/>
              <a:gd name="connsiteX504" fmla="*/ 706808 w 2906005"/>
              <a:gd name="connsiteY504" fmla="*/ 326675 h 369828"/>
              <a:gd name="connsiteX505" fmla="*/ 683750 w 2906005"/>
              <a:gd name="connsiteY505" fmla="*/ 326675 h 369828"/>
              <a:gd name="connsiteX506" fmla="*/ 631580 w 2906005"/>
              <a:gd name="connsiteY506" fmla="*/ 247840 h 369828"/>
              <a:gd name="connsiteX507" fmla="*/ 631580 w 2906005"/>
              <a:gd name="connsiteY507" fmla="*/ 326675 h 369828"/>
              <a:gd name="connsiteX508" fmla="*/ 608522 w 2906005"/>
              <a:gd name="connsiteY508" fmla="*/ 326675 h 369828"/>
              <a:gd name="connsiteX509" fmla="*/ 2549316 w 2906005"/>
              <a:gd name="connsiteY509" fmla="*/ 204880 h 369828"/>
              <a:gd name="connsiteX510" fmla="*/ 2572696 w 2906005"/>
              <a:gd name="connsiteY510" fmla="*/ 204880 h 369828"/>
              <a:gd name="connsiteX511" fmla="*/ 2572696 w 2906005"/>
              <a:gd name="connsiteY511" fmla="*/ 326675 h 369828"/>
              <a:gd name="connsiteX512" fmla="*/ 2549316 w 2906005"/>
              <a:gd name="connsiteY512" fmla="*/ 326675 h 369828"/>
              <a:gd name="connsiteX513" fmla="*/ 2549316 w 2906005"/>
              <a:gd name="connsiteY513" fmla="*/ 313149 h 369828"/>
              <a:gd name="connsiteX514" fmla="*/ 2537271 w 2906005"/>
              <a:gd name="connsiteY514" fmla="*/ 324034 h 369828"/>
              <a:gd name="connsiteX515" fmla="*/ 2519302 w 2906005"/>
              <a:gd name="connsiteY515" fmla="*/ 328156 h 369828"/>
              <a:gd name="connsiteX516" fmla="*/ 2498241 w 2906005"/>
              <a:gd name="connsiteY516" fmla="*/ 322231 h 369828"/>
              <a:gd name="connsiteX517" fmla="*/ 2483169 w 2906005"/>
              <a:gd name="connsiteY517" fmla="*/ 305549 h 369828"/>
              <a:gd name="connsiteX518" fmla="*/ 2477630 w 2906005"/>
              <a:gd name="connsiteY518" fmla="*/ 280752 h 369828"/>
              <a:gd name="connsiteX519" fmla="*/ 2483169 w 2906005"/>
              <a:gd name="connsiteY519" fmla="*/ 256213 h 369828"/>
              <a:gd name="connsiteX520" fmla="*/ 2483233 w 2906005"/>
              <a:gd name="connsiteY520" fmla="*/ 256213 h 369828"/>
              <a:gd name="connsiteX521" fmla="*/ 2498305 w 2906005"/>
              <a:gd name="connsiteY521" fmla="*/ 239724 h 369828"/>
              <a:gd name="connsiteX522" fmla="*/ 2519559 w 2906005"/>
              <a:gd name="connsiteY522" fmla="*/ 233992 h 369828"/>
              <a:gd name="connsiteX523" fmla="*/ 2536499 w 2906005"/>
              <a:gd name="connsiteY523" fmla="*/ 237857 h 369828"/>
              <a:gd name="connsiteX524" fmla="*/ 2549316 w 2906005"/>
              <a:gd name="connsiteY524" fmla="*/ 248162 h 369828"/>
              <a:gd name="connsiteX525" fmla="*/ 1892359 w 2906005"/>
              <a:gd name="connsiteY525" fmla="*/ 204880 h 369828"/>
              <a:gd name="connsiteX526" fmla="*/ 1915739 w 2906005"/>
              <a:gd name="connsiteY526" fmla="*/ 204880 h 369828"/>
              <a:gd name="connsiteX527" fmla="*/ 1915739 w 2906005"/>
              <a:gd name="connsiteY527" fmla="*/ 326675 h 369828"/>
              <a:gd name="connsiteX528" fmla="*/ 1892359 w 2906005"/>
              <a:gd name="connsiteY528" fmla="*/ 326675 h 369828"/>
              <a:gd name="connsiteX529" fmla="*/ 1892359 w 2906005"/>
              <a:gd name="connsiteY529" fmla="*/ 313149 h 369828"/>
              <a:gd name="connsiteX530" fmla="*/ 1880314 w 2906005"/>
              <a:gd name="connsiteY530" fmla="*/ 324034 h 369828"/>
              <a:gd name="connsiteX531" fmla="*/ 1862345 w 2906005"/>
              <a:gd name="connsiteY531" fmla="*/ 328156 h 369828"/>
              <a:gd name="connsiteX532" fmla="*/ 1841284 w 2906005"/>
              <a:gd name="connsiteY532" fmla="*/ 322231 h 369828"/>
              <a:gd name="connsiteX533" fmla="*/ 1826212 w 2906005"/>
              <a:gd name="connsiteY533" fmla="*/ 305549 h 369828"/>
              <a:gd name="connsiteX534" fmla="*/ 1820673 w 2906005"/>
              <a:gd name="connsiteY534" fmla="*/ 280752 h 369828"/>
              <a:gd name="connsiteX535" fmla="*/ 1826212 w 2906005"/>
              <a:gd name="connsiteY535" fmla="*/ 256213 h 369828"/>
              <a:gd name="connsiteX536" fmla="*/ 1826276 w 2906005"/>
              <a:gd name="connsiteY536" fmla="*/ 256213 h 369828"/>
              <a:gd name="connsiteX537" fmla="*/ 1841348 w 2906005"/>
              <a:gd name="connsiteY537" fmla="*/ 239724 h 369828"/>
              <a:gd name="connsiteX538" fmla="*/ 1862602 w 2906005"/>
              <a:gd name="connsiteY538" fmla="*/ 233992 h 369828"/>
              <a:gd name="connsiteX539" fmla="*/ 1879542 w 2906005"/>
              <a:gd name="connsiteY539" fmla="*/ 237857 h 369828"/>
              <a:gd name="connsiteX540" fmla="*/ 1892359 w 2906005"/>
              <a:gd name="connsiteY540" fmla="*/ 248162 h 369828"/>
              <a:gd name="connsiteX541" fmla="*/ 1161011 w 2906005"/>
              <a:gd name="connsiteY541" fmla="*/ 204880 h 369828"/>
              <a:gd name="connsiteX542" fmla="*/ 1184391 w 2906005"/>
              <a:gd name="connsiteY542" fmla="*/ 204880 h 369828"/>
              <a:gd name="connsiteX543" fmla="*/ 1184391 w 2906005"/>
              <a:gd name="connsiteY543" fmla="*/ 326675 h 369828"/>
              <a:gd name="connsiteX544" fmla="*/ 1161011 w 2906005"/>
              <a:gd name="connsiteY544" fmla="*/ 326675 h 369828"/>
              <a:gd name="connsiteX545" fmla="*/ 1161011 w 2906005"/>
              <a:gd name="connsiteY545" fmla="*/ 313149 h 369828"/>
              <a:gd name="connsiteX546" fmla="*/ 1148966 w 2906005"/>
              <a:gd name="connsiteY546" fmla="*/ 324034 h 369828"/>
              <a:gd name="connsiteX547" fmla="*/ 1130997 w 2906005"/>
              <a:gd name="connsiteY547" fmla="*/ 328156 h 369828"/>
              <a:gd name="connsiteX548" fmla="*/ 1109935 w 2906005"/>
              <a:gd name="connsiteY548" fmla="*/ 322231 h 369828"/>
              <a:gd name="connsiteX549" fmla="*/ 1094864 w 2906005"/>
              <a:gd name="connsiteY549" fmla="*/ 305549 h 369828"/>
              <a:gd name="connsiteX550" fmla="*/ 1089325 w 2906005"/>
              <a:gd name="connsiteY550" fmla="*/ 280752 h 369828"/>
              <a:gd name="connsiteX551" fmla="*/ 1094864 w 2906005"/>
              <a:gd name="connsiteY551" fmla="*/ 256213 h 369828"/>
              <a:gd name="connsiteX552" fmla="*/ 1094928 w 2906005"/>
              <a:gd name="connsiteY552" fmla="*/ 256213 h 369828"/>
              <a:gd name="connsiteX553" fmla="*/ 1110000 w 2906005"/>
              <a:gd name="connsiteY553" fmla="*/ 239724 h 369828"/>
              <a:gd name="connsiteX554" fmla="*/ 1131254 w 2906005"/>
              <a:gd name="connsiteY554" fmla="*/ 233992 h 369828"/>
              <a:gd name="connsiteX555" fmla="*/ 1148194 w 2906005"/>
              <a:gd name="connsiteY555" fmla="*/ 237857 h 369828"/>
              <a:gd name="connsiteX556" fmla="*/ 1161011 w 2906005"/>
              <a:gd name="connsiteY556" fmla="*/ 248162 h 369828"/>
              <a:gd name="connsiteX557" fmla="*/ 1545975 w 2906005"/>
              <a:gd name="connsiteY557" fmla="*/ 204816 h 369828"/>
              <a:gd name="connsiteX558" fmla="*/ 1569033 w 2906005"/>
              <a:gd name="connsiteY558" fmla="*/ 204816 h 369828"/>
              <a:gd name="connsiteX559" fmla="*/ 1569033 w 2906005"/>
              <a:gd name="connsiteY559" fmla="*/ 326611 h 369828"/>
              <a:gd name="connsiteX560" fmla="*/ 1545975 w 2906005"/>
              <a:gd name="connsiteY560" fmla="*/ 326611 h 369828"/>
              <a:gd name="connsiteX561" fmla="*/ 829118 w 2906005"/>
              <a:gd name="connsiteY561" fmla="*/ 204816 h 369828"/>
              <a:gd name="connsiteX562" fmla="*/ 852176 w 2906005"/>
              <a:gd name="connsiteY562" fmla="*/ 204816 h 369828"/>
              <a:gd name="connsiteX563" fmla="*/ 852176 w 2906005"/>
              <a:gd name="connsiteY563" fmla="*/ 326611 h 369828"/>
              <a:gd name="connsiteX564" fmla="*/ 829118 w 2906005"/>
              <a:gd name="connsiteY564" fmla="*/ 326611 h 369828"/>
              <a:gd name="connsiteX565" fmla="*/ 1708475 w 2906005"/>
              <a:gd name="connsiteY565" fmla="*/ 202691 h 369828"/>
              <a:gd name="connsiteX566" fmla="*/ 1716269 w 2906005"/>
              <a:gd name="connsiteY566" fmla="*/ 205911 h 369828"/>
              <a:gd name="connsiteX567" fmla="*/ 1719489 w 2906005"/>
              <a:gd name="connsiteY567" fmla="*/ 213705 h 369828"/>
              <a:gd name="connsiteX568" fmla="*/ 1716269 w 2906005"/>
              <a:gd name="connsiteY568" fmla="*/ 221434 h 369828"/>
              <a:gd name="connsiteX569" fmla="*/ 1708475 w 2906005"/>
              <a:gd name="connsiteY569" fmla="*/ 224590 h 369828"/>
              <a:gd name="connsiteX570" fmla="*/ 1700746 w 2906005"/>
              <a:gd name="connsiteY570" fmla="*/ 221434 h 369828"/>
              <a:gd name="connsiteX571" fmla="*/ 1697591 w 2906005"/>
              <a:gd name="connsiteY571" fmla="*/ 213705 h 369828"/>
              <a:gd name="connsiteX572" fmla="*/ 1700746 w 2906005"/>
              <a:gd name="connsiteY572" fmla="*/ 205911 h 369828"/>
              <a:gd name="connsiteX573" fmla="*/ 1708475 w 2906005"/>
              <a:gd name="connsiteY573" fmla="*/ 202691 h 369828"/>
              <a:gd name="connsiteX574" fmla="*/ 1678011 w 2906005"/>
              <a:gd name="connsiteY574" fmla="*/ 202691 h 369828"/>
              <a:gd name="connsiteX575" fmla="*/ 1685804 w 2906005"/>
              <a:gd name="connsiteY575" fmla="*/ 205911 h 369828"/>
              <a:gd name="connsiteX576" fmla="*/ 1689024 w 2906005"/>
              <a:gd name="connsiteY576" fmla="*/ 213705 h 369828"/>
              <a:gd name="connsiteX577" fmla="*/ 1685804 w 2906005"/>
              <a:gd name="connsiteY577" fmla="*/ 221434 h 369828"/>
              <a:gd name="connsiteX578" fmla="*/ 1678011 w 2906005"/>
              <a:gd name="connsiteY578" fmla="*/ 224590 h 369828"/>
              <a:gd name="connsiteX579" fmla="*/ 1670282 w 2906005"/>
              <a:gd name="connsiteY579" fmla="*/ 221434 h 369828"/>
              <a:gd name="connsiteX580" fmla="*/ 1667126 w 2906005"/>
              <a:gd name="connsiteY580" fmla="*/ 213705 h 369828"/>
              <a:gd name="connsiteX581" fmla="*/ 1670282 w 2906005"/>
              <a:gd name="connsiteY581" fmla="*/ 205911 h 369828"/>
              <a:gd name="connsiteX582" fmla="*/ 1678011 w 2906005"/>
              <a:gd name="connsiteY582" fmla="*/ 202691 h 369828"/>
              <a:gd name="connsiteX583" fmla="*/ 1494319 w 2906005"/>
              <a:gd name="connsiteY583" fmla="*/ 202691 h 369828"/>
              <a:gd name="connsiteX584" fmla="*/ 1502113 w 2906005"/>
              <a:gd name="connsiteY584" fmla="*/ 205911 h 369828"/>
              <a:gd name="connsiteX585" fmla="*/ 1505333 w 2906005"/>
              <a:gd name="connsiteY585" fmla="*/ 213705 h 369828"/>
              <a:gd name="connsiteX586" fmla="*/ 1502113 w 2906005"/>
              <a:gd name="connsiteY586" fmla="*/ 221434 h 369828"/>
              <a:gd name="connsiteX587" fmla="*/ 1494319 w 2906005"/>
              <a:gd name="connsiteY587" fmla="*/ 224590 h 369828"/>
              <a:gd name="connsiteX588" fmla="*/ 1486590 w 2906005"/>
              <a:gd name="connsiteY588" fmla="*/ 221434 h 369828"/>
              <a:gd name="connsiteX589" fmla="*/ 1483435 w 2906005"/>
              <a:gd name="connsiteY589" fmla="*/ 213705 h 369828"/>
              <a:gd name="connsiteX590" fmla="*/ 1486590 w 2906005"/>
              <a:gd name="connsiteY590" fmla="*/ 205911 h 369828"/>
              <a:gd name="connsiteX591" fmla="*/ 1494319 w 2906005"/>
              <a:gd name="connsiteY591" fmla="*/ 202691 h 369828"/>
              <a:gd name="connsiteX592" fmla="*/ 1463855 w 2906005"/>
              <a:gd name="connsiteY592" fmla="*/ 202691 h 369828"/>
              <a:gd name="connsiteX593" fmla="*/ 1471648 w 2906005"/>
              <a:gd name="connsiteY593" fmla="*/ 205911 h 369828"/>
              <a:gd name="connsiteX594" fmla="*/ 1474868 w 2906005"/>
              <a:gd name="connsiteY594" fmla="*/ 213705 h 369828"/>
              <a:gd name="connsiteX595" fmla="*/ 1471648 w 2906005"/>
              <a:gd name="connsiteY595" fmla="*/ 221434 h 369828"/>
              <a:gd name="connsiteX596" fmla="*/ 1463855 w 2906005"/>
              <a:gd name="connsiteY596" fmla="*/ 224590 h 369828"/>
              <a:gd name="connsiteX597" fmla="*/ 1456126 w 2906005"/>
              <a:gd name="connsiteY597" fmla="*/ 221434 h 369828"/>
              <a:gd name="connsiteX598" fmla="*/ 1452970 w 2906005"/>
              <a:gd name="connsiteY598" fmla="*/ 213705 h 369828"/>
              <a:gd name="connsiteX599" fmla="*/ 1456126 w 2906005"/>
              <a:gd name="connsiteY599" fmla="*/ 205911 h 369828"/>
              <a:gd name="connsiteX600" fmla="*/ 1463855 w 2906005"/>
              <a:gd name="connsiteY600" fmla="*/ 202691 h 369828"/>
              <a:gd name="connsiteX601" fmla="*/ 186008 w 2906005"/>
              <a:gd name="connsiteY601" fmla="*/ 202691 h 369828"/>
              <a:gd name="connsiteX602" fmla="*/ 193802 w 2906005"/>
              <a:gd name="connsiteY602" fmla="*/ 205911 h 369828"/>
              <a:gd name="connsiteX603" fmla="*/ 197022 w 2906005"/>
              <a:gd name="connsiteY603" fmla="*/ 213705 h 369828"/>
              <a:gd name="connsiteX604" fmla="*/ 193802 w 2906005"/>
              <a:gd name="connsiteY604" fmla="*/ 221434 h 369828"/>
              <a:gd name="connsiteX605" fmla="*/ 186008 w 2906005"/>
              <a:gd name="connsiteY605" fmla="*/ 224590 h 369828"/>
              <a:gd name="connsiteX606" fmla="*/ 178279 w 2906005"/>
              <a:gd name="connsiteY606" fmla="*/ 221434 h 369828"/>
              <a:gd name="connsiteX607" fmla="*/ 175123 w 2906005"/>
              <a:gd name="connsiteY607" fmla="*/ 213705 h 369828"/>
              <a:gd name="connsiteX608" fmla="*/ 178279 w 2906005"/>
              <a:gd name="connsiteY608" fmla="*/ 205911 h 369828"/>
              <a:gd name="connsiteX609" fmla="*/ 186008 w 2906005"/>
              <a:gd name="connsiteY609" fmla="*/ 202691 h 369828"/>
              <a:gd name="connsiteX610" fmla="*/ 155544 w 2906005"/>
              <a:gd name="connsiteY610" fmla="*/ 202691 h 369828"/>
              <a:gd name="connsiteX611" fmla="*/ 163337 w 2906005"/>
              <a:gd name="connsiteY611" fmla="*/ 205911 h 369828"/>
              <a:gd name="connsiteX612" fmla="*/ 166557 w 2906005"/>
              <a:gd name="connsiteY612" fmla="*/ 213705 h 369828"/>
              <a:gd name="connsiteX613" fmla="*/ 163337 w 2906005"/>
              <a:gd name="connsiteY613" fmla="*/ 221434 h 369828"/>
              <a:gd name="connsiteX614" fmla="*/ 155544 w 2906005"/>
              <a:gd name="connsiteY614" fmla="*/ 224590 h 369828"/>
              <a:gd name="connsiteX615" fmla="*/ 147815 w 2906005"/>
              <a:gd name="connsiteY615" fmla="*/ 221434 h 369828"/>
              <a:gd name="connsiteX616" fmla="*/ 144659 w 2906005"/>
              <a:gd name="connsiteY616" fmla="*/ 213705 h 369828"/>
              <a:gd name="connsiteX617" fmla="*/ 147815 w 2906005"/>
              <a:gd name="connsiteY617" fmla="*/ 205911 h 369828"/>
              <a:gd name="connsiteX618" fmla="*/ 155544 w 2906005"/>
              <a:gd name="connsiteY618" fmla="*/ 202691 h 369828"/>
              <a:gd name="connsiteX619" fmla="*/ 2416765 w 2906005"/>
              <a:gd name="connsiteY619" fmla="*/ 200372 h 369828"/>
              <a:gd name="connsiteX620" fmla="*/ 2411162 w 2906005"/>
              <a:gd name="connsiteY620" fmla="*/ 202562 h 369828"/>
              <a:gd name="connsiteX621" fmla="*/ 2408843 w 2906005"/>
              <a:gd name="connsiteY621" fmla="*/ 208551 h 369828"/>
              <a:gd name="connsiteX622" fmla="*/ 2411162 w 2906005"/>
              <a:gd name="connsiteY622" fmla="*/ 214412 h 369828"/>
              <a:gd name="connsiteX623" fmla="*/ 2416765 w 2906005"/>
              <a:gd name="connsiteY623" fmla="*/ 216796 h 369828"/>
              <a:gd name="connsiteX624" fmla="*/ 2422369 w 2906005"/>
              <a:gd name="connsiteY624" fmla="*/ 214412 h 369828"/>
              <a:gd name="connsiteX625" fmla="*/ 2424687 w 2906005"/>
              <a:gd name="connsiteY625" fmla="*/ 208551 h 369828"/>
              <a:gd name="connsiteX626" fmla="*/ 2422369 w 2906005"/>
              <a:gd name="connsiteY626" fmla="*/ 202562 h 369828"/>
              <a:gd name="connsiteX627" fmla="*/ 2416765 w 2906005"/>
              <a:gd name="connsiteY627" fmla="*/ 200372 h 369828"/>
              <a:gd name="connsiteX628" fmla="*/ 1632538 w 2906005"/>
              <a:gd name="connsiteY628" fmla="*/ 198762 h 369828"/>
              <a:gd name="connsiteX629" fmla="*/ 1632538 w 2906005"/>
              <a:gd name="connsiteY629" fmla="*/ 218213 h 369828"/>
              <a:gd name="connsiteX630" fmla="*/ 1620880 w 2906005"/>
              <a:gd name="connsiteY630" fmla="*/ 220983 h 369828"/>
              <a:gd name="connsiteX631" fmla="*/ 1617596 w 2906005"/>
              <a:gd name="connsiteY631" fmla="*/ 231674 h 369828"/>
              <a:gd name="connsiteX632" fmla="*/ 1617596 w 2906005"/>
              <a:gd name="connsiteY632" fmla="*/ 235474 h 369828"/>
              <a:gd name="connsiteX633" fmla="*/ 1633569 w 2906005"/>
              <a:gd name="connsiteY633" fmla="*/ 235474 h 369828"/>
              <a:gd name="connsiteX634" fmla="*/ 1633569 w 2906005"/>
              <a:gd name="connsiteY634" fmla="*/ 254410 h 369828"/>
              <a:gd name="connsiteX635" fmla="*/ 1617596 w 2906005"/>
              <a:gd name="connsiteY635" fmla="*/ 254410 h 369828"/>
              <a:gd name="connsiteX636" fmla="*/ 1617596 w 2906005"/>
              <a:gd name="connsiteY636" fmla="*/ 326675 h 369828"/>
              <a:gd name="connsiteX637" fmla="*/ 1594216 w 2906005"/>
              <a:gd name="connsiteY637" fmla="*/ 326675 h 369828"/>
              <a:gd name="connsiteX638" fmla="*/ 1594216 w 2906005"/>
              <a:gd name="connsiteY638" fmla="*/ 254410 h 369828"/>
              <a:gd name="connsiteX639" fmla="*/ 1583846 w 2906005"/>
              <a:gd name="connsiteY639" fmla="*/ 254410 h 369828"/>
              <a:gd name="connsiteX640" fmla="*/ 1583846 w 2906005"/>
              <a:gd name="connsiteY640" fmla="*/ 235474 h 369828"/>
              <a:gd name="connsiteX641" fmla="*/ 1594216 w 2906005"/>
              <a:gd name="connsiteY641" fmla="*/ 235474 h 369828"/>
              <a:gd name="connsiteX642" fmla="*/ 1594216 w 2906005"/>
              <a:gd name="connsiteY642" fmla="*/ 230837 h 369828"/>
              <a:gd name="connsiteX643" fmla="*/ 1603748 w 2906005"/>
              <a:gd name="connsiteY643" fmla="*/ 206169 h 369828"/>
              <a:gd name="connsiteX644" fmla="*/ 1632538 w 2906005"/>
              <a:gd name="connsiteY644" fmla="*/ 198762 h 369828"/>
              <a:gd name="connsiteX645" fmla="*/ 2416829 w 2906005"/>
              <a:gd name="connsiteY645" fmla="*/ 189680 h 369828"/>
              <a:gd name="connsiteX646" fmla="*/ 2430548 w 2906005"/>
              <a:gd name="connsiteY646" fmla="*/ 194897 h 369828"/>
              <a:gd name="connsiteX647" fmla="*/ 2436087 w 2906005"/>
              <a:gd name="connsiteY647" fmla="*/ 208616 h 369828"/>
              <a:gd name="connsiteX648" fmla="*/ 2430548 w 2906005"/>
              <a:gd name="connsiteY648" fmla="*/ 222335 h 369828"/>
              <a:gd name="connsiteX649" fmla="*/ 2416829 w 2906005"/>
              <a:gd name="connsiteY649" fmla="*/ 227552 h 369828"/>
              <a:gd name="connsiteX650" fmla="*/ 2403175 w 2906005"/>
              <a:gd name="connsiteY650" fmla="*/ 222335 h 369828"/>
              <a:gd name="connsiteX651" fmla="*/ 2397572 w 2906005"/>
              <a:gd name="connsiteY651" fmla="*/ 208616 h 369828"/>
              <a:gd name="connsiteX652" fmla="*/ 2403175 w 2906005"/>
              <a:gd name="connsiteY652" fmla="*/ 194897 h 369828"/>
              <a:gd name="connsiteX653" fmla="*/ 2416829 w 2906005"/>
              <a:gd name="connsiteY653" fmla="*/ 189680 h 369828"/>
              <a:gd name="connsiteX654" fmla="*/ 440806 w 2906005"/>
              <a:gd name="connsiteY654" fmla="*/ 60672 h 369828"/>
              <a:gd name="connsiteX655" fmla="*/ 510623 w 2906005"/>
              <a:gd name="connsiteY655" fmla="*/ 60672 h 369828"/>
              <a:gd name="connsiteX656" fmla="*/ 510623 w 2906005"/>
              <a:gd name="connsiteY656" fmla="*/ 80123 h 369828"/>
              <a:gd name="connsiteX657" fmla="*/ 440806 w 2906005"/>
              <a:gd name="connsiteY657" fmla="*/ 80123 h 369828"/>
              <a:gd name="connsiteX658" fmla="*/ 2596720 w 2906005"/>
              <a:gd name="connsiteY658" fmla="*/ 56679 h 369828"/>
              <a:gd name="connsiteX659" fmla="*/ 2584869 w 2906005"/>
              <a:gd name="connsiteY659" fmla="*/ 59835 h 369828"/>
              <a:gd name="connsiteX660" fmla="*/ 2576045 w 2906005"/>
              <a:gd name="connsiteY660" fmla="*/ 68981 h 369828"/>
              <a:gd name="connsiteX661" fmla="*/ 2572696 w 2906005"/>
              <a:gd name="connsiteY661" fmla="*/ 83215 h 369828"/>
              <a:gd name="connsiteX662" fmla="*/ 2576045 w 2906005"/>
              <a:gd name="connsiteY662" fmla="*/ 97642 h 369828"/>
              <a:gd name="connsiteX663" fmla="*/ 2584933 w 2906005"/>
              <a:gd name="connsiteY663" fmla="*/ 107110 h 369828"/>
              <a:gd name="connsiteX664" fmla="*/ 2596720 w 2906005"/>
              <a:gd name="connsiteY664" fmla="*/ 110395 h 369828"/>
              <a:gd name="connsiteX665" fmla="*/ 2608764 w 2906005"/>
              <a:gd name="connsiteY665" fmla="*/ 107174 h 369828"/>
              <a:gd name="connsiteX666" fmla="*/ 2617652 w 2906005"/>
              <a:gd name="connsiteY666" fmla="*/ 97964 h 369828"/>
              <a:gd name="connsiteX667" fmla="*/ 2620937 w 2906005"/>
              <a:gd name="connsiteY667" fmla="*/ 83537 h 369828"/>
              <a:gd name="connsiteX668" fmla="*/ 2617652 w 2906005"/>
              <a:gd name="connsiteY668" fmla="*/ 69110 h 369828"/>
              <a:gd name="connsiteX669" fmla="*/ 2608764 w 2906005"/>
              <a:gd name="connsiteY669" fmla="*/ 59899 h 369828"/>
              <a:gd name="connsiteX670" fmla="*/ 2596720 w 2906005"/>
              <a:gd name="connsiteY670" fmla="*/ 56679 h 369828"/>
              <a:gd name="connsiteX671" fmla="*/ 1407756 w 2906005"/>
              <a:gd name="connsiteY671" fmla="*/ 56679 h 369828"/>
              <a:gd name="connsiteX672" fmla="*/ 1395905 w 2906005"/>
              <a:gd name="connsiteY672" fmla="*/ 59835 h 369828"/>
              <a:gd name="connsiteX673" fmla="*/ 1387081 w 2906005"/>
              <a:gd name="connsiteY673" fmla="*/ 68981 h 369828"/>
              <a:gd name="connsiteX674" fmla="*/ 1383732 w 2906005"/>
              <a:gd name="connsiteY674" fmla="*/ 83215 h 369828"/>
              <a:gd name="connsiteX675" fmla="*/ 1387081 w 2906005"/>
              <a:gd name="connsiteY675" fmla="*/ 97642 h 369828"/>
              <a:gd name="connsiteX676" fmla="*/ 1395969 w 2906005"/>
              <a:gd name="connsiteY676" fmla="*/ 107110 h 369828"/>
              <a:gd name="connsiteX677" fmla="*/ 1407756 w 2906005"/>
              <a:gd name="connsiteY677" fmla="*/ 110395 h 369828"/>
              <a:gd name="connsiteX678" fmla="*/ 1419800 w 2906005"/>
              <a:gd name="connsiteY678" fmla="*/ 107174 h 369828"/>
              <a:gd name="connsiteX679" fmla="*/ 1428688 w 2906005"/>
              <a:gd name="connsiteY679" fmla="*/ 97964 h 369828"/>
              <a:gd name="connsiteX680" fmla="*/ 1431973 w 2906005"/>
              <a:gd name="connsiteY680" fmla="*/ 83537 h 369828"/>
              <a:gd name="connsiteX681" fmla="*/ 1428688 w 2906005"/>
              <a:gd name="connsiteY681" fmla="*/ 69110 h 369828"/>
              <a:gd name="connsiteX682" fmla="*/ 1419800 w 2906005"/>
              <a:gd name="connsiteY682" fmla="*/ 59899 h 369828"/>
              <a:gd name="connsiteX683" fmla="*/ 1407756 w 2906005"/>
              <a:gd name="connsiteY683" fmla="*/ 56679 h 369828"/>
              <a:gd name="connsiteX684" fmla="*/ 1296138 w 2906005"/>
              <a:gd name="connsiteY684" fmla="*/ 56679 h 369828"/>
              <a:gd name="connsiteX685" fmla="*/ 1284287 w 2906005"/>
              <a:gd name="connsiteY685" fmla="*/ 59835 h 369828"/>
              <a:gd name="connsiteX686" fmla="*/ 1275463 w 2906005"/>
              <a:gd name="connsiteY686" fmla="*/ 68981 h 369828"/>
              <a:gd name="connsiteX687" fmla="*/ 1272114 w 2906005"/>
              <a:gd name="connsiteY687" fmla="*/ 83215 h 369828"/>
              <a:gd name="connsiteX688" fmla="*/ 1275463 w 2906005"/>
              <a:gd name="connsiteY688" fmla="*/ 97642 h 369828"/>
              <a:gd name="connsiteX689" fmla="*/ 1284351 w 2906005"/>
              <a:gd name="connsiteY689" fmla="*/ 107110 h 369828"/>
              <a:gd name="connsiteX690" fmla="*/ 1296138 w 2906005"/>
              <a:gd name="connsiteY690" fmla="*/ 110395 h 369828"/>
              <a:gd name="connsiteX691" fmla="*/ 1308182 w 2906005"/>
              <a:gd name="connsiteY691" fmla="*/ 107174 h 369828"/>
              <a:gd name="connsiteX692" fmla="*/ 1317070 w 2906005"/>
              <a:gd name="connsiteY692" fmla="*/ 97964 h 369828"/>
              <a:gd name="connsiteX693" fmla="*/ 1320355 w 2906005"/>
              <a:gd name="connsiteY693" fmla="*/ 83537 h 369828"/>
              <a:gd name="connsiteX694" fmla="*/ 1317070 w 2906005"/>
              <a:gd name="connsiteY694" fmla="*/ 69110 h 369828"/>
              <a:gd name="connsiteX695" fmla="*/ 1308182 w 2906005"/>
              <a:gd name="connsiteY695" fmla="*/ 59899 h 369828"/>
              <a:gd name="connsiteX696" fmla="*/ 1296138 w 2906005"/>
              <a:gd name="connsiteY696" fmla="*/ 56679 h 369828"/>
              <a:gd name="connsiteX697" fmla="*/ 801681 w 2906005"/>
              <a:gd name="connsiteY697" fmla="*/ 56679 h 369828"/>
              <a:gd name="connsiteX698" fmla="*/ 789830 w 2906005"/>
              <a:gd name="connsiteY698" fmla="*/ 59835 h 369828"/>
              <a:gd name="connsiteX699" fmla="*/ 781006 w 2906005"/>
              <a:gd name="connsiteY699" fmla="*/ 68980 h 369828"/>
              <a:gd name="connsiteX700" fmla="*/ 777657 w 2906005"/>
              <a:gd name="connsiteY700" fmla="*/ 83214 h 369828"/>
              <a:gd name="connsiteX701" fmla="*/ 781006 w 2906005"/>
              <a:gd name="connsiteY701" fmla="*/ 97642 h 369828"/>
              <a:gd name="connsiteX702" fmla="*/ 789894 w 2906005"/>
              <a:gd name="connsiteY702" fmla="*/ 107110 h 369828"/>
              <a:gd name="connsiteX703" fmla="*/ 801681 w 2906005"/>
              <a:gd name="connsiteY703" fmla="*/ 110394 h 369828"/>
              <a:gd name="connsiteX704" fmla="*/ 813725 w 2906005"/>
              <a:gd name="connsiteY704" fmla="*/ 107174 h 369828"/>
              <a:gd name="connsiteX705" fmla="*/ 822613 w 2906005"/>
              <a:gd name="connsiteY705" fmla="*/ 97964 h 369828"/>
              <a:gd name="connsiteX706" fmla="*/ 825898 w 2906005"/>
              <a:gd name="connsiteY706" fmla="*/ 83537 h 369828"/>
              <a:gd name="connsiteX707" fmla="*/ 822613 w 2906005"/>
              <a:gd name="connsiteY707" fmla="*/ 69109 h 369828"/>
              <a:gd name="connsiteX708" fmla="*/ 813725 w 2906005"/>
              <a:gd name="connsiteY708" fmla="*/ 59899 h 369828"/>
              <a:gd name="connsiteX709" fmla="*/ 801681 w 2906005"/>
              <a:gd name="connsiteY709" fmla="*/ 56679 h 369828"/>
              <a:gd name="connsiteX710" fmla="*/ 126240 w 2906005"/>
              <a:gd name="connsiteY710" fmla="*/ 56679 h 369828"/>
              <a:gd name="connsiteX711" fmla="*/ 114389 w 2906005"/>
              <a:gd name="connsiteY711" fmla="*/ 59835 h 369828"/>
              <a:gd name="connsiteX712" fmla="*/ 105565 w 2906005"/>
              <a:gd name="connsiteY712" fmla="*/ 68981 h 369828"/>
              <a:gd name="connsiteX713" fmla="*/ 102216 w 2906005"/>
              <a:gd name="connsiteY713" fmla="*/ 83215 h 369828"/>
              <a:gd name="connsiteX714" fmla="*/ 105565 w 2906005"/>
              <a:gd name="connsiteY714" fmla="*/ 97642 h 369828"/>
              <a:gd name="connsiteX715" fmla="*/ 114453 w 2906005"/>
              <a:gd name="connsiteY715" fmla="*/ 107110 h 369828"/>
              <a:gd name="connsiteX716" fmla="*/ 126240 w 2906005"/>
              <a:gd name="connsiteY716" fmla="*/ 110395 h 369828"/>
              <a:gd name="connsiteX717" fmla="*/ 138284 w 2906005"/>
              <a:gd name="connsiteY717" fmla="*/ 107175 h 369828"/>
              <a:gd name="connsiteX718" fmla="*/ 147172 w 2906005"/>
              <a:gd name="connsiteY718" fmla="*/ 97964 h 369828"/>
              <a:gd name="connsiteX719" fmla="*/ 150457 w 2906005"/>
              <a:gd name="connsiteY719" fmla="*/ 83537 h 369828"/>
              <a:gd name="connsiteX720" fmla="*/ 147172 w 2906005"/>
              <a:gd name="connsiteY720" fmla="*/ 69110 h 369828"/>
              <a:gd name="connsiteX721" fmla="*/ 138284 w 2906005"/>
              <a:gd name="connsiteY721" fmla="*/ 59899 h 369828"/>
              <a:gd name="connsiteX722" fmla="*/ 126240 w 2906005"/>
              <a:gd name="connsiteY722" fmla="*/ 56679 h 369828"/>
              <a:gd name="connsiteX723" fmla="*/ 2226698 w 2906005"/>
              <a:gd name="connsiteY723" fmla="*/ 56550 h 369828"/>
              <a:gd name="connsiteX724" fmla="*/ 2210145 w 2906005"/>
              <a:gd name="connsiteY724" fmla="*/ 63571 h 369828"/>
              <a:gd name="connsiteX725" fmla="*/ 2203447 w 2906005"/>
              <a:gd name="connsiteY725" fmla="*/ 83537 h 369828"/>
              <a:gd name="connsiteX726" fmla="*/ 2209952 w 2906005"/>
              <a:gd name="connsiteY726" fmla="*/ 103568 h 369828"/>
              <a:gd name="connsiteX727" fmla="*/ 2226312 w 2906005"/>
              <a:gd name="connsiteY727" fmla="*/ 110588 h 369828"/>
              <a:gd name="connsiteX728" fmla="*/ 2238098 w 2906005"/>
              <a:gd name="connsiteY728" fmla="*/ 107561 h 369828"/>
              <a:gd name="connsiteX729" fmla="*/ 2238098 w 2906005"/>
              <a:gd name="connsiteY729" fmla="*/ 107497 h 369828"/>
              <a:gd name="connsiteX730" fmla="*/ 2246922 w 2906005"/>
              <a:gd name="connsiteY730" fmla="*/ 98351 h 369828"/>
              <a:gd name="connsiteX731" fmla="*/ 2250207 w 2906005"/>
              <a:gd name="connsiteY731" fmla="*/ 83537 h 369828"/>
              <a:gd name="connsiteX732" fmla="*/ 2243380 w 2906005"/>
              <a:gd name="connsiteY732" fmla="*/ 63571 h 369828"/>
              <a:gd name="connsiteX733" fmla="*/ 2226698 w 2906005"/>
              <a:gd name="connsiteY733" fmla="*/ 56550 h 369828"/>
              <a:gd name="connsiteX734" fmla="*/ 2860404 w 2906005"/>
              <a:gd name="connsiteY734" fmla="*/ 55391 h 369828"/>
              <a:gd name="connsiteX735" fmla="*/ 2845977 w 2906005"/>
              <a:gd name="connsiteY735" fmla="*/ 60608 h 369828"/>
              <a:gd name="connsiteX736" fmla="*/ 2838828 w 2906005"/>
              <a:gd name="connsiteY736" fmla="*/ 75035 h 369828"/>
              <a:gd name="connsiteX737" fmla="*/ 2882110 w 2906005"/>
              <a:gd name="connsiteY737" fmla="*/ 75035 h 369828"/>
              <a:gd name="connsiteX738" fmla="*/ 2882174 w 2906005"/>
              <a:gd name="connsiteY738" fmla="*/ 74971 h 369828"/>
              <a:gd name="connsiteX739" fmla="*/ 2875733 w 2906005"/>
              <a:gd name="connsiteY739" fmla="*/ 60737 h 369828"/>
              <a:gd name="connsiteX740" fmla="*/ 2860404 w 2906005"/>
              <a:gd name="connsiteY740" fmla="*/ 55391 h 369828"/>
              <a:gd name="connsiteX741" fmla="*/ 910787 w 2906005"/>
              <a:gd name="connsiteY741" fmla="*/ 55391 h 369828"/>
              <a:gd name="connsiteX742" fmla="*/ 896360 w 2906005"/>
              <a:gd name="connsiteY742" fmla="*/ 60608 h 369828"/>
              <a:gd name="connsiteX743" fmla="*/ 889211 w 2906005"/>
              <a:gd name="connsiteY743" fmla="*/ 75035 h 369828"/>
              <a:gd name="connsiteX744" fmla="*/ 932493 w 2906005"/>
              <a:gd name="connsiteY744" fmla="*/ 75035 h 369828"/>
              <a:gd name="connsiteX745" fmla="*/ 932557 w 2906005"/>
              <a:gd name="connsiteY745" fmla="*/ 74971 h 369828"/>
              <a:gd name="connsiteX746" fmla="*/ 926116 w 2906005"/>
              <a:gd name="connsiteY746" fmla="*/ 60737 h 369828"/>
              <a:gd name="connsiteX747" fmla="*/ 910787 w 2906005"/>
              <a:gd name="connsiteY747" fmla="*/ 55391 h 369828"/>
              <a:gd name="connsiteX748" fmla="*/ 1723933 w 2906005"/>
              <a:gd name="connsiteY748" fmla="*/ 38000 h 369828"/>
              <a:gd name="connsiteX749" fmla="*/ 1749761 w 2906005"/>
              <a:gd name="connsiteY749" fmla="*/ 38000 h 369828"/>
              <a:gd name="connsiteX750" fmla="*/ 1773269 w 2906005"/>
              <a:gd name="connsiteY750" fmla="*/ 101699 h 369828"/>
              <a:gd name="connsiteX751" fmla="*/ 1797164 w 2906005"/>
              <a:gd name="connsiteY751" fmla="*/ 38000 h 369828"/>
              <a:gd name="connsiteX752" fmla="*/ 1821677 w 2906005"/>
              <a:gd name="connsiteY752" fmla="*/ 38000 h 369828"/>
              <a:gd name="connsiteX753" fmla="*/ 1765218 w 2906005"/>
              <a:gd name="connsiteY753" fmla="*/ 172290 h 369828"/>
              <a:gd name="connsiteX754" fmla="*/ 1740679 w 2906005"/>
              <a:gd name="connsiteY754" fmla="*/ 172290 h 369828"/>
              <a:gd name="connsiteX755" fmla="*/ 1760452 w 2906005"/>
              <a:gd name="connsiteY755" fmla="*/ 126883 h 369828"/>
              <a:gd name="connsiteX756" fmla="*/ 2711559 w 2906005"/>
              <a:gd name="connsiteY756" fmla="*/ 37936 h 369828"/>
              <a:gd name="connsiteX757" fmla="*/ 2734617 w 2906005"/>
              <a:gd name="connsiteY757" fmla="*/ 37936 h 369828"/>
              <a:gd name="connsiteX758" fmla="*/ 2734617 w 2906005"/>
              <a:gd name="connsiteY758" fmla="*/ 88174 h 369828"/>
              <a:gd name="connsiteX759" fmla="*/ 2740027 w 2906005"/>
              <a:gd name="connsiteY759" fmla="*/ 104855 h 369828"/>
              <a:gd name="connsiteX760" fmla="*/ 2754841 w 2906005"/>
              <a:gd name="connsiteY760" fmla="*/ 110717 h 369828"/>
              <a:gd name="connsiteX761" fmla="*/ 2769848 w 2906005"/>
              <a:gd name="connsiteY761" fmla="*/ 104855 h 369828"/>
              <a:gd name="connsiteX762" fmla="*/ 2775258 w 2906005"/>
              <a:gd name="connsiteY762" fmla="*/ 88174 h 369828"/>
              <a:gd name="connsiteX763" fmla="*/ 2775258 w 2906005"/>
              <a:gd name="connsiteY763" fmla="*/ 37936 h 369828"/>
              <a:gd name="connsiteX764" fmla="*/ 2798445 w 2906005"/>
              <a:gd name="connsiteY764" fmla="*/ 37936 h 369828"/>
              <a:gd name="connsiteX765" fmla="*/ 2798509 w 2906005"/>
              <a:gd name="connsiteY765" fmla="*/ 37936 h 369828"/>
              <a:gd name="connsiteX766" fmla="*/ 2798509 w 2906005"/>
              <a:gd name="connsiteY766" fmla="*/ 129137 h 369828"/>
              <a:gd name="connsiteX767" fmla="*/ 2775322 w 2906005"/>
              <a:gd name="connsiteY767" fmla="*/ 129137 h 369828"/>
              <a:gd name="connsiteX768" fmla="*/ 2775322 w 2906005"/>
              <a:gd name="connsiteY768" fmla="*/ 117608 h 369828"/>
              <a:gd name="connsiteX769" fmla="*/ 2763729 w 2906005"/>
              <a:gd name="connsiteY769" fmla="*/ 126883 h 369828"/>
              <a:gd name="connsiteX770" fmla="*/ 2748142 w 2906005"/>
              <a:gd name="connsiteY770" fmla="*/ 130232 h 369828"/>
              <a:gd name="connsiteX771" fmla="*/ 2729207 w 2906005"/>
              <a:gd name="connsiteY771" fmla="*/ 125723 h 369828"/>
              <a:gd name="connsiteX772" fmla="*/ 2716261 w 2906005"/>
              <a:gd name="connsiteY772" fmla="*/ 112391 h 369828"/>
              <a:gd name="connsiteX773" fmla="*/ 2711559 w 2906005"/>
              <a:gd name="connsiteY773" fmla="*/ 91394 h 369828"/>
              <a:gd name="connsiteX774" fmla="*/ 2509319 w 2906005"/>
              <a:gd name="connsiteY774" fmla="*/ 37936 h 369828"/>
              <a:gd name="connsiteX775" fmla="*/ 2532377 w 2906005"/>
              <a:gd name="connsiteY775" fmla="*/ 37936 h 369828"/>
              <a:gd name="connsiteX776" fmla="*/ 2532377 w 2906005"/>
              <a:gd name="connsiteY776" fmla="*/ 129137 h 369828"/>
              <a:gd name="connsiteX777" fmla="*/ 2509319 w 2906005"/>
              <a:gd name="connsiteY777" fmla="*/ 129137 h 369828"/>
              <a:gd name="connsiteX778" fmla="*/ 2290913 w 2906005"/>
              <a:gd name="connsiteY778" fmla="*/ 37936 h 369828"/>
              <a:gd name="connsiteX779" fmla="*/ 2313971 w 2906005"/>
              <a:gd name="connsiteY779" fmla="*/ 37936 h 369828"/>
              <a:gd name="connsiteX780" fmla="*/ 2313971 w 2906005"/>
              <a:gd name="connsiteY780" fmla="*/ 129137 h 369828"/>
              <a:gd name="connsiteX781" fmla="*/ 2290913 w 2906005"/>
              <a:gd name="connsiteY781" fmla="*/ 129137 h 369828"/>
              <a:gd name="connsiteX782" fmla="*/ 2077595 w 2906005"/>
              <a:gd name="connsiteY782" fmla="*/ 37936 h 369828"/>
              <a:gd name="connsiteX783" fmla="*/ 2102263 w 2906005"/>
              <a:gd name="connsiteY783" fmla="*/ 37936 h 369828"/>
              <a:gd name="connsiteX784" fmla="*/ 2125289 w 2906005"/>
              <a:gd name="connsiteY784" fmla="*/ 107786 h 369828"/>
              <a:gd name="connsiteX785" fmla="*/ 2125257 w 2906005"/>
              <a:gd name="connsiteY785" fmla="*/ 107883 h 369828"/>
              <a:gd name="connsiteX786" fmla="*/ 2125321 w 2906005"/>
              <a:gd name="connsiteY786" fmla="*/ 107883 h 369828"/>
              <a:gd name="connsiteX787" fmla="*/ 2125289 w 2906005"/>
              <a:gd name="connsiteY787" fmla="*/ 107786 h 369828"/>
              <a:gd name="connsiteX788" fmla="*/ 2148314 w 2906005"/>
              <a:gd name="connsiteY788" fmla="*/ 37936 h 369828"/>
              <a:gd name="connsiteX789" fmla="*/ 2172854 w 2906005"/>
              <a:gd name="connsiteY789" fmla="*/ 37936 h 369828"/>
              <a:gd name="connsiteX790" fmla="*/ 2139104 w 2906005"/>
              <a:gd name="connsiteY790" fmla="*/ 129137 h 369828"/>
              <a:gd name="connsiteX791" fmla="*/ 2111151 w 2906005"/>
              <a:gd name="connsiteY791" fmla="*/ 129137 h 369828"/>
              <a:gd name="connsiteX792" fmla="*/ 1932678 w 2906005"/>
              <a:gd name="connsiteY792" fmla="*/ 37936 h 369828"/>
              <a:gd name="connsiteX793" fmla="*/ 1955736 w 2906005"/>
              <a:gd name="connsiteY793" fmla="*/ 37936 h 369828"/>
              <a:gd name="connsiteX794" fmla="*/ 1955736 w 2906005"/>
              <a:gd name="connsiteY794" fmla="*/ 129137 h 369828"/>
              <a:gd name="connsiteX795" fmla="*/ 1932678 w 2906005"/>
              <a:gd name="connsiteY795" fmla="*/ 129137 h 369828"/>
              <a:gd name="connsiteX796" fmla="*/ 1824473 w 2906005"/>
              <a:gd name="connsiteY796" fmla="*/ 37936 h 369828"/>
              <a:gd name="connsiteX797" fmla="*/ 1849141 w 2906005"/>
              <a:gd name="connsiteY797" fmla="*/ 37936 h 369828"/>
              <a:gd name="connsiteX798" fmla="*/ 1872167 w 2906005"/>
              <a:gd name="connsiteY798" fmla="*/ 107786 h 369828"/>
              <a:gd name="connsiteX799" fmla="*/ 1872135 w 2906005"/>
              <a:gd name="connsiteY799" fmla="*/ 107883 h 369828"/>
              <a:gd name="connsiteX800" fmla="*/ 1872199 w 2906005"/>
              <a:gd name="connsiteY800" fmla="*/ 107883 h 369828"/>
              <a:gd name="connsiteX801" fmla="*/ 1872167 w 2906005"/>
              <a:gd name="connsiteY801" fmla="*/ 107786 h 369828"/>
              <a:gd name="connsiteX802" fmla="*/ 1895193 w 2906005"/>
              <a:gd name="connsiteY802" fmla="*/ 37936 h 369828"/>
              <a:gd name="connsiteX803" fmla="*/ 1919732 w 2906005"/>
              <a:gd name="connsiteY803" fmla="*/ 37936 h 369828"/>
              <a:gd name="connsiteX804" fmla="*/ 1885982 w 2906005"/>
              <a:gd name="connsiteY804" fmla="*/ 129137 h 369828"/>
              <a:gd name="connsiteX805" fmla="*/ 1858029 w 2906005"/>
              <a:gd name="connsiteY805" fmla="*/ 129137 h 369828"/>
              <a:gd name="connsiteX806" fmla="*/ 1821704 w 2906005"/>
              <a:gd name="connsiteY806" fmla="*/ 37936 h 369828"/>
              <a:gd name="connsiteX807" fmla="*/ 1821704 w 2906005"/>
              <a:gd name="connsiteY807" fmla="*/ 38000 h 369828"/>
              <a:gd name="connsiteX808" fmla="*/ 1821677 w 2906005"/>
              <a:gd name="connsiteY808" fmla="*/ 38000 h 369828"/>
              <a:gd name="connsiteX809" fmla="*/ 650323 w 2906005"/>
              <a:gd name="connsiteY809" fmla="*/ 37936 h 369828"/>
              <a:gd name="connsiteX810" fmla="*/ 673381 w 2906005"/>
              <a:gd name="connsiteY810" fmla="*/ 37936 h 369828"/>
              <a:gd name="connsiteX811" fmla="*/ 673381 w 2906005"/>
              <a:gd name="connsiteY811" fmla="*/ 88174 h 369828"/>
              <a:gd name="connsiteX812" fmla="*/ 678791 w 2906005"/>
              <a:gd name="connsiteY812" fmla="*/ 104855 h 369828"/>
              <a:gd name="connsiteX813" fmla="*/ 693605 w 2906005"/>
              <a:gd name="connsiteY813" fmla="*/ 110717 h 369828"/>
              <a:gd name="connsiteX814" fmla="*/ 708612 w 2906005"/>
              <a:gd name="connsiteY814" fmla="*/ 104855 h 369828"/>
              <a:gd name="connsiteX815" fmla="*/ 714022 w 2906005"/>
              <a:gd name="connsiteY815" fmla="*/ 88174 h 369828"/>
              <a:gd name="connsiteX816" fmla="*/ 714022 w 2906005"/>
              <a:gd name="connsiteY816" fmla="*/ 37936 h 369828"/>
              <a:gd name="connsiteX817" fmla="*/ 737209 w 2906005"/>
              <a:gd name="connsiteY817" fmla="*/ 37936 h 369828"/>
              <a:gd name="connsiteX818" fmla="*/ 737273 w 2906005"/>
              <a:gd name="connsiteY818" fmla="*/ 37936 h 369828"/>
              <a:gd name="connsiteX819" fmla="*/ 737273 w 2906005"/>
              <a:gd name="connsiteY819" fmla="*/ 129137 h 369828"/>
              <a:gd name="connsiteX820" fmla="*/ 714087 w 2906005"/>
              <a:gd name="connsiteY820" fmla="*/ 129137 h 369828"/>
              <a:gd name="connsiteX821" fmla="*/ 714087 w 2906005"/>
              <a:gd name="connsiteY821" fmla="*/ 117608 h 369828"/>
              <a:gd name="connsiteX822" fmla="*/ 702493 w 2906005"/>
              <a:gd name="connsiteY822" fmla="*/ 126883 h 369828"/>
              <a:gd name="connsiteX823" fmla="*/ 686907 w 2906005"/>
              <a:gd name="connsiteY823" fmla="*/ 130232 h 369828"/>
              <a:gd name="connsiteX824" fmla="*/ 667971 w 2906005"/>
              <a:gd name="connsiteY824" fmla="*/ 125723 h 369828"/>
              <a:gd name="connsiteX825" fmla="*/ 655025 w 2906005"/>
              <a:gd name="connsiteY825" fmla="*/ 112391 h 369828"/>
              <a:gd name="connsiteX826" fmla="*/ 650323 w 2906005"/>
              <a:gd name="connsiteY826" fmla="*/ 91394 h 369828"/>
              <a:gd name="connsiteX827" fmla="*/ 394755 w 2906005"/>
              <a:gd name="connsiteY827" fmla="*/ 37936 h 369828"/>
              <a:gd name="connsiteX828" fmla="*/ 417813 w 2906005"/>
              <a:gd name="connsiteY828" fmla="*/ 37936 h 369828"/>
              <a:gd name="connsiteX829" fmla="*/ 417813 w 2906005"/>
              <a:gd name="connsiteY829" fmla="*/ 129137 h 369828"/>
              <a:gd name="connsiteX830" fmla="*/ 394755 w 2906005"/>
              <a:gd name="connsiteY830" fmla="*/ 129137 h 369828"/>
              <a:gd name="connsiteX831" fmla="*/ 2387138 w 2906005"/>
              <a:gd name="connsiteY831" fmla="*/ 36648 h 369828"/>
              <a:gd name="connsiteX832" fmla="*/ 2413481 w 2906005"/>
              <a:gd name="connsiteY832" fmla="*/ 46953 h 369828"/>
              <a:gd name="connsiteX833" fmla="*/ 2413481 w 2906005"/>
              <a:gd name="connsiteY833" fmla="*/ 46889 h 369828"/>
              <a:gd name="connsiteX834" fmla="*/ 2423528 w 2906005"/>
              <a:gd name="connsiteY834" fmla="*/ 75615 h 369828"/>
              <a:gd name="connsiteX835" fmla="*/ 2423528 w 2906005"/>
              <a:gd name="connsiteY835" fmla="*/ 129137 h 369828"/>
              <a:gd name="connsiteX836" fmla="*/ 2400470 w 2906005"/>
              <a:gd name="connsiteY836" fmla="*/ 129137 h 369828"/>
              <a:gd name="connsiteX837" fmla="*/ 2400470 w 2906005"/>
              <a:gd name="connsiteY837" fmla="*/ 78771 h 369828"/>
              <a:gd name="connsiteX838" fmla="*/ 2395060 w 2906005"/>
              <a:gd name="connsiteY838" fmla="*/ 62089 h 369828"/>
              <a:gd name="connsiteX839" fmla="*/ 2380246 w 2906005"/>
              <a:gd name="connsiteY839" fmla="*/ 56228 h 369828"/>
              <a:gd name="connsiteX840" fmla="*/ 2365175 w 2906005"/>
              <a:gd name="connsiteY840" fmla="*/ 62089 h 369828"/>
              <a:gd name="connsiteX841" fmla="*/ 2359636 w 2906005"/>
              <a:gd name="connsiteY841" fmla="*/ 78771 h 369828"/>
              <a:gd name="connsiteX842" fmla="*/ 2359636 w 2906005"/>
              <a:gd name="connsiteY842" fmla="*/ 129137 h 369828"/>
              <a:gd name="connsiteX843" fmla="*/ 2336578 w 2906005"/>
              <a:gd name="connsiteY843" fmla="*/ 129137 h 369828"/>
              <a:gd name="connsiteX844" fmla="*/ 2336578 w 2906005"/>
              <a:gd name="connsiteY844" fmla="*/ 37936 h 369828"/>
              <a:gd name="connsiteX845" fmla="*/ 2359636 w 2906005"/>
              <a:gd name="connsiteY845" fmla="*/ 37936 h 369828"/>
              <a:gd name="connsiteX846" fmla="*/ 2359636 w 2906005"/>
              <a:gd name="connsiteY846" fmla="*/ 49272 h 369828"/>
              <a:gd name="connsiteX847" fmla="*/ 2371423 w 2906005"/>
              <a:gd name="connsiteY847" fmla="*/ 39997 h 369828"/>
              <a:gd name="connsiteX848" fmla="*/ 2387138 w 2906005"/>
              <a:gd name="connsiteY848" fmla="*/ 36648 h 369828"/>
              <a:gd name="connsiteX849" fmla="*/ 2028967 w 2906005"/>
              <a:gd name="connsiteY849" fmla="*/ 36648 h 369828"/>
              <a:gd name="connsiteX850" fmla="*/ 2055309 w 2906005"/>
              <a:gd name="connsiteY850" fmla="*/ 46953 h 369828"/>
              <a:gd name="connsiteX851" fmla="*/ 2055309 w 2906005"/>
              <a:gd name="connsiteY851" fmla="*/ 46889 h 369828"/>
              <a:gd name="connsiteX852" fmla="*/ 2065357 w 2906005"/>
              <a:gd name="connsiteY852" fmla="*/ 75615 h 369828"/>
              <a:gd name="connsiteX853" fmla="*/ 2065357 w 2906005"/>
              <a:gd name="connsiteY853" fmla="*/ 129137 h 369828"/>
              <a:gd name="connsiteX854" fmla="*/ 2042299 w 2906005"/>
              <a:gd name="connsiteY854" fmla="*/ 129137 h 369828"/>
              <a:gd name="connsiteX855" fmla="*/ 2042299 w 2906005"/>
              <a:gd name="connsiteY855" fmla="*/ 78771 h 369828"/>
              <a:gd name="connsiteX856" fmla="*/ 2036889 w 2906005"/>
              <a:gd name="connsiteY856" fmla="*/ 62089 h 369828"/>
              <a:gd name="connsiteX857" fmla="*/ 2022075 w 2906005"/>
              <a:gd name="connsiteY857" fmla="*/ 56228 h 369828"/>
              <a:gd name="connsiteX858" fmla="*/ 2007004 w 2906005"/>
              <a:gd name="connsiteY858" fmla="*/ 62089 h 369828"/>
              <a:gd name="connsiteX859" fmla="*/ 2001465 w 2906005"/>
              <a:gd name="connsiteY859" fmla="*/ 78771 h 369828"/>
              <a:gd name="connsiteX860" fmla="*/ 2001465 w 2906005"/>
              <a:gd name="connsiteY860" fmla="*/ 129137 h 369828"/>
              <a:gd name="connsiteX861" fmla="*/ 1978407 w 2906005"/>
              <a:gd name="connsiteY861" fmla="*/ 129137 h 369828"/>
              <a:gd name="connsiteX862" fmla="*/ 1978407 w 2906005"/>
              <a:gd name="connsiteY862" fmla="*/ 37936 h 369828"/>
              <a:gd name="connsiteX863" fmla="*/ 2001465 w 2906005"/>
              <a:gd name="connsiteY863" fmla="*/ 37936 h 369828"/>
              <a:gd name="connsiteX864" fmla="*/ 2001465 w 2906005"/>
              <a:gd name="connsiteY864" fmla="*/ 49272 h 369828"/>
              <a:gd name="connsiteX865" fmla="*/ 2013251 w 2906005"/>
              <a:gd name="connsiteY865" fmla="*/ 39997 h 369828"/>
              <a:gd name="connsiteX866" fmla="*/ 2028967 w 2906005"/>
              <a:gd name="connsiteY866" fmla="*/ 36648 h 369828"/>
              <a:gd name="connsiteX867" fmla="*/ 1528198 w 2906005"/>
              <a:gd name="connsiteY867" fmla="*/ 36648 h 369828"/>
              <a:gd name="connsiteX868" fmla="*/ 1554541 w 2906005"/>
              <a:gd name="connsiteY868" fmla="*/ 46953 h 369828"/>
              <a:gd name="connsiteX869" fmla="*/ 1554541 w 2906005"/>
              <a:gd name="connsiteY869" fmla="*/ 46889 h 369828"/>
              <a:gd name="connsiteX870" fmla="*/ 1564588 w 2906005"/>
              <a:gd name="connsiteY870" fmla="*/ 75615 h 369828"/>
              <a:gd name="connsiteX871" fmla="*/ 1564588 w 2906005"/>
              <a:gd name="connsiteY871" fmla="*/ 129137 h 369828"/>
              <a:gd name="connsiteX872" fmla="*/ 1541530 w 2906005"/>
              <a:gd name="connsiteY872" fmla="*/ 129137 h 369828"/>
              <a:gd name="connsiteX873" fmla="*/ 1541530 w 2906005"/>
              <a:gd name="connsiteY873" fmla="*/ 78771 h 369828"/>
              <a:gd name="connsiteX874" fmla="*/ 1536120 w 2906005"/>
              <a:gd name="connsiteY874" fmla="*/ 62089 h 369828"/>
              <a:gd name="connsiteX875" fmla="*/ 1521306 w 2906005"/>
              <a:gd name="connsiteY875" fmla="*/ 56228 h 369828"/>
              <a:gd name="connsiteX876" fmla="*/ 1506235 w 2906005"/>
              <a:gd name="connsiteY876" fmla="*/ 62089 h 369828"/>
              <a:gd name="connsiteX877" fmla="*/ 1500696 w 2906005"/>
              <a:gd name="connsiteY877" fmla="*/ 78771 h 369828"/>
              <a:gd name="connsiteX878" fmla="*/ 1500696 w 2906005"/>
              <a:gd name="connsiteY878" fmla="*/ 129137 h 369828"/>
              <a:gd name="connsiteX879" fmla="*/ 1477638 w 2906005"/>
              <a:gd name="connsiteY879" fmla="*/ 129137 h 369828"/>
              <a:gd name="connsiteX880" fmla="*/ 1477638 w 2906005"/>
              <a:gd name="connsiteY880" fmla="*/ 37936 h 369828"/>
              <a:gd name="connsiteX881" fmla="*/ 1500696 w 2906005"/>
              <a:gd name="connsiteY881" fmla="*/ 37936 h 369828"/>
              <a:gd name="connsiteX882" fmla="*/ 1500696 w 2906005"/>
              <a:gd name="connsiteY882" fmla="*/ 49272 h 369828"/>
              <a:gd name="connsiteX883" fmla="*/ 1512483 w 2906005"/>
              <a:gd name="connsiteY883" fmla="*/ 39997 h 369828"/>
              <a:gd name="connsiteX884" fmla="*/ 1528198 w 2906005"/>
              <a:gd name="connsiteY884" fmla="*/ 36648 h 369828"/>
              <a:gd name="connsiteX885" fmla="*/ 1023694 w 2906005"/>
              <a:gd name="connsiteY885" fmla="*/ 36648 h 369828"/>
              <a:gd name="connsiteX886" fmla="*/ 1050037 w 2906005"/>
              <a:gd name="connsiteY886" fmla="*/ 46953 h 369828"/>
              <a:gd name="connsiteX887" fmla="*/ 1050037 w 2906005"/>
              <a:gd name="connsiteY887" fmla="*/ 46889 h 369828"/>
              <a:gd name="connsiteX888" fmla="*/ 1060084 w 2906005"/>
              <a:gd name="connsiteY888" fmla="*/ 75615 h 369828"/>
              <a:gd name="connsiteX889" fmla="*/ 1060084 w 2906005"/>
              <a:gd name="connsiteY889" fmla="*/ 129137 h 369828"/>
              <a:gd name="connsiteX890" fmla="*/ 1037026 w 2906005"/>
              <a:gd name="connsiteY890" fmla="*/ 129137 h 369828"/>
              <a:gd name="connsiteX891" fmla="*/ 1037026 w 2906005"/>
              <a:gd name="connsiteY891" fmla="*/ 78771 h 369828"/>
              <a:gd name="connsiteX892" fmla="*/ 1031616 w 2906005"/>
              <a:gd name="connsiteY892" fmla="*/ 62089 h 369828"/>
              <a:gd name="connsiteX893" fmla="*/ 1016802 w 2906005"/>
              <a:gd name="connsiteY893" fmla="*/ 56228 h 369828"/>
              <a:gd name="connsiteX894" fmla="*/ 1001731 w 2906005"/>
              <a:gd name="connsiteY894" fmla="*/ 62089 h 369828"/>
              <a:gd name="connsiteX895" fmla="*/ 996192 w 2906005"/>
              <a:gd name="connsiteY895" fmla="*/ 78771 h 369828"/>
              <a:gd name="connsiteX896" fmla="*/ 996192 w 2906005"/>
              <a:gd name="connsiteY896" fmla="*/ 129137 h 369828"/>
              <a:gd name="connsiteX897" fmla="*/ 973134 w 2906005"/>
              <a:gd name="connsiteY897" fmla="*/ 129137 h 369828"/>
              <a:gd name="connsiteX898" fmla="*/ 973134 w 2906005"/>
              <a:gd name="connsiteY898" fmla="*/ 37936 h 369828"/>
              <a:gd name="connsiteX899" fmla="*/ 996192 w 2906005"/>
              <a:gd name="connsiteY899" fmla="*/ 37936 h 369828"/>
              <a:gd name="connsiteX900" fmla="*/ 996192 w 2906005"/>
              <a:gd name="connsiteY900" fmla="*/ 49272 h 369828"/>
              <a:gd name="connsiteX901" fmla="*/ 1007979 w 2906005"/>
              <a:gd name="connsiteY901" fmla="*/ 39997 h 369828"/>
              <a:gd name="connsiteX902" fmla="*/ 1023694 w 2906005"/>
              <a:gd name="connsiteY902" fmla="*/ 36648 h 369828"/>
              <a:gd name="connsiteX903" fmla="*/ 246746 w 2906005"/>
              <a:gd name="connsiteY903" fmla="*/ 36648 h 369828"/>
              <a:gd name="connsiteX904" fmla="*/ 273089 w 2906005"/>
              <a:gd name="connsiteY904" fmla="*/ 46953 h 369828"/>
              <a:gd name="connsiteX905" fmla="*/ 273089 w 2906005"/>
              <a:gd name="connsiteY905" fmla="*/ 46889 h 369828"/>
              <a:gd name="connsiteX906" fmla="*/ 283136 w 2906005"/>
              <a:gd name="connsiteY906" fmla="*/ 75615 h 369828"/>
              <a:gd name="connsiteX907" fmla="*/ 283136 w 2906005"/>
              <a:gd name="connsiteY907" fmla="*/ 129137 h 369828"/>
              <a:gd name="connsiteX908" fmla="*/ 260078 w 2906005"/>
              <a:gd name="connsiteY908" fmla="*/ 129137 h 369828"/>
              <a:gd name="connsiteX909" fmla="*/ 260078 w 2906005"/>
              <a:gd name="connsiteY909" fmla="*/ 78771 h 369828"/>
              <a:gd name="connsiteX910" fmla="*/ 254668 w 2906005"/>
              <a:gd name="connsiteY910" fmla="*/ 62089 h 369828"/>
              <a:gd name="connsiteX911" fmla="*/ 239854 w 2906005"/>
              <a:gd name="connsiteY911" fmla="*/ 56228 h 369828"/>
              <a:gd name="connsiteX912" fmla="*/ 224783 w 2906005"/>
              <a:gd name="connsiteY912" fmla="*/ 62089 h 369828"/>
              <a:gd name="connsiteX913" fmla="*/ 219244 w 2906005"/>
              <a:gd name="connsiteY913" fmla="*/ 78771 h 369828"/>
              <a:gd name="connsiteX914" fmla="*/ 219244 w 2906005"/>
              <a:gd name="connsiteY914" fmla="*/ 129137 h 369828"/>
              <a:gd name="connsiteX915" fmla="*/ 196186 w 2906005"/>
              <a:gd name="connsiteY915" fmla="*/ 129137 h 369828"/>
              <a:gd name="connsiteX916" fmla="*/ 196186 w 2906005"/>
              <a:gd name="connsiteY916" fmla="*/ 37936 h 369828"/>
              <a:gd name="connsiteX917" fmla="*/ 219244 w 2906005"/>
              <a:gd name="connsiteY917" fmla="*/ 37936 h 369828"/>
              <a:gd name="connsiteX918" fmla="*/ 219244 w 2906005"/>
              <a:gd name="connsiteY918" fmla="*/ 49272 h 369828"/>
              <a:gd name="connsiteX919" fmla="*/ 231031 w 2906005"/>
              <a:gd name="connsiteY919" fmla="*/ 39997 h 369828"/>
              <a:gd name="connsiteX920" fmla="*/ 246746 w 2906005"/>
              <a:gd name="connsiteY920" fmla="*/ 36648 h 369828"/>
              <a:gd name="connsiteX921" fmla="*/ 1131899 w 2906005"/>
              <a:gd name="connsiteY921" fmla="*/ 36584 h 369828"/>
              <a:gd name="connsiteX922" fmla="*/ 1150963 w 2906005"/>
              <a:gd name="connsiteY922" fmla="*/ 41093 h 369828"/>
              <a:gd name="connsiteX923" fmla="*/ 1163974 w 2906005"/>
              <a:gd name="connsiteY923" fmla="*/ 54038 h 369828"/>
              <a:gd name="connsiteX924" fmla="*/ 1176920 w 2906005"/>
              <a:gd name="connsiteY924" fmla="*/ 41350 h 369828"/>
              <a:gd name="connsiteX925" fmla="*/ 1195276 w 2906005"/>
              <a:gd name="connsiteY925" fmla="*/ 36584 h 369828"/>
              <a:gd name="connsiteX926" fmla="*/ 1222327 w 2906005"/>
              <a:gd name="connsiteY926" fmla="*/ 46889 h 369828"/>
              <a:gd name="connsiteX927" fmla="*/ 1232632 w 2906005"/>
              <a:gd name="connsiteY927" fmla="*/ 75615 h 369828"/>
              <a:gd name="connsiteX928" fmla="*/ 1232632 w 2906005"/>
              <a:gd name="connsiteY928" fmla="*/ 129138 h 369828"/>
              <a:gd name="connsiteX929" fmla="*/ 1209574 w 2906005"/>
              <a:gd name="connsiteY929" fmla="*/ 129138 h 369828"/>
              <a:gd name="connsiteX930" fmla="*/ 1209574 w 2906005"/>
              <a:gd name="connsiteY930" fmla="*/ 78771 h 369828"/>
              <a:gd name="connsiteX931" fmla="*/ 1204164 w 2906005"/>
              <a:gd name="connsiteY931" fmla="*/ 62411 h 369828"/>
              <a:gd name="connsiteX932" fmla="*/ 1189350 w 2906005"/>
              <a:gd name="connsiteY932" fmla="*/ 56744 h 369828"/>
              <a:gd name="connsiteX933" fmla="*/ 1174472 w 2906005"/>
              <a:gd name="connsiteY933" fmla="*/ 62411 h 369828"/>
              <a:gd name="connsiteX934" fmla="*/ 1168933 w 2906005"/>
              <a:gd name="connsiteY934" fmla="*/ 78771 h 369828"/>
              <a:gd name="connsiteX935" fmla="*/ 1168933 w 2906005"/>
              <a:gd name="connsiteY935" fmla="*/ 129138 h 369828"/>
              <a:gd name="connsiteX936" fmla="*/ 1145875 w 2906005"/>
              <a:gd name="connsiteY936" fmla="*/ 129138 h 369828"/>
              <a:gd name="connsiteX937" fmla="*/ 1145875 w 2906005"/>
              <a:gd name="connsiteY937" fmla="*/ 78771 h 369828"/>
              <a:gd name="connsiteX938" fmla="*/ 1140465 w 2906005"/>
              <a:gd name="connsiteY938" fmla="*/ 62411 h 369828"/>
              <a:gd name="connsiteX939" fmla="*/ 1125651 w 2906005"/>
              <a:gd name="connsiteY939" fmla="*/ 56744 h 369828"/>
              <a:gd name="connsiteX940" fmla="*/ 1110580 w 2906005"/>
              <a:gd name="connsiteY940" fmla="*/ 62411 h 369828"/>
              <a:gd name="connsiteX941" fmla="*/ 1105041 w 2906005"/>
              <a:gd name="connsiteY941" fmla="*/ 78771 h 369828"/>
              <a:gd name="connsiteX942" fmla="*/ 1105041 w 2906005"/>
              <a:gd name="connsiteY942" fmla="*/ 129138 h 369828"/>
              <a:gd name="connsiteX943" fmla="*/ 1081983 w 2906005"/>
              <a:gd name="connsiteY943" fmla="*/ 129138 h 369828"/>
              <a:gd name="connsiteX944" fmla="*/ 1081983 w 2906005"/>
              <a:gd name="connsiteY944" fmla="*/ 37937 h 369828"/>
              <a:gd name="connsiteX945" fmla="*/ 1105041 w 2906005"/>
              <a:gd name="connsiteY945" fmla="*/ 37937 h 369828"/>
              <a:gd name="connsiteX946" fmla="*/ 1105041 w 2906005"/>
              <a:gd name="connsiteY946" fmla="*/ 48950 h 369828"/>
              <a:gd name="connsiteX947" fmla="*/ 1116505 w 2906005"/>
              <a:gd name="connsiteY947" fmla="*/ 39869 h 369828"/>
              <a:gd name="connsiteX948" fmla="*/ 1131899 w 2906005"/>
              <a:gd name="connsiteY948" fmla="*/ 36584 h 369828"/>
              <a:gd name="connsiteX949" fmla="*/ 2861048 w 2906005"/>
              <a:gd name="connsiteY949" fmla="*/ 36455 h 369828"/>
              <a:gd name="connsiteX950" fmla="*/ 2884364 w 2906005"/>
              <a:gd name="connsiteY950" fmla="*/ 42058 h 369828"/>
              <a:gd name="connsiteX951" fmla="*/ 2900337 w 2906005"/>
              <a:gd name="connsiteY951" fmla="*/ 57967 h 369828"/>
              <a:gd name="connsiteX952" fmla="*/ 2906005 w 2906005"/>
              <a:gd name="connsiteY952" fmla="*/ 81605 h 369828"/>
              <a:gd name="connsiteX953" fmla="*/ 2905361 w 2906005"/>
              <a:gd name="connsiteY953" fmla="*/ 90493 h 369828"/>
              <a:gd name="connsiteX954" fmla="*/ 2905361 w 2906005"/>
              <a:gd name="connsiteY954" fmla="*/ 90429 h 369828"/>
              <a:gd name="connsiteX955" fmla="*/ 2838699 w 2906005"/>
              <a:gd name="connsiteY955" fmla="*/ 90429 h 369828"/>
              <a:gd name="connsiteX956" fmla="*/ 2845591 w 2906005"/>
              <a:gd name="connsiteY956" fmla="*/ 105886 h 369828"/>
              <a:gd name="connsiteX957" fmla="*/ 2860598 w 2906005"/>
              <a:gd name="connsiteY957" fmla="*/ 111490 h 369828"/>
              <a:gd name="connsiteX958" fmla="*/ 2878889 w 2906005"/>
              <a:gd name="connsiteY958" fmla="*/ 100476 h 369828"/>
              <a:gd name="connsiteX959" fmla="*/ 2903751 w 2906005"/>
              <a:gd name="connsiteY959" fmla="*/ 100476 h 369828"/>
              <a:gd name="connsiteX960" fmla="*/ 2888615 w 2906005"/>
              <a:gd name="connsiteY960" fmla="*/ 122117 h 369828"/>
              <a:gd name="connsiteX961" fmla="*/ 2861113 w 2906005"/>
              <a:gd name="connsiteY961" fmla="*/ 130619 h 369828"/>
              <a:gd name="connsiteX962" fmla="*/ 2837475 w 2906005"/>
              <a:gd name="connsiteY962" fmla="*/ 124758 h 369828"/>
              <a:gd name="connsiteX963" fmla="*/ 2821180 w 2906005"/>
              <a:gd name="connsiteY963" fmla="*/ 108205 h 369828"/>
              <a:gd name="connsiteX964" fmla="*/ 2815319 w 2906005"/>
              <a:gd name="connsiteY964" fmla="*/ 83537 h 369828"/>
              <a:gd name="connsiteX965" fmla="*/ 2821051 w 2906005"/>
              <a:gd name="connsiteY965" fmla="*/ 58676 h 369828"/>
              <a:gd name="connsiteX966" fmla="*/ 2837153 w 2906005"/>
              <a:gd name="connsiteY966" fmla="*/ 42187 h 369828"/>
              <a:gd name="connsiteX967" fmla="*/ 2861048 w 2906005"/>
              <a:gd name="connsiteY967" fmla="*/ 36455 h 369828"/>
              <a:gd name="connsiteX968" fmla="*/ 2590794 w 2906005"/>
              <a:gd name="connsiteY968" fmla="*/ 36455 h 369828"/>
              <a:gd name="connsiteX969" fmla="*/ 2608635 w 2906005"/>
              <a:gd name="connsiteY969" fmla="*/ 40577 h 369828"/>
              <a:gd name="connsiteX970" fmla="*/ 2620873 w 2906005"/>
              <a:gd name="connsiteY970" fmla="*/ 50947 h 369828"/>
              <a:gd name="connsiteX971" fmla="*/ 2620873 w 2906005"/>
              <a:gd name="connsiteY971" fmla="*/ 37936 h 369828"/>
              <a:gd name="connsiteX972" fmla="*/ 2644059 w 2906005"/>
              <a:gd name="connsiteY972" fmla="*/ 37936 h 369828"/>
              <a:gd name="connsiteX973" fmla="*/ 2644059 w 2906005"/>
              <a:gd name="connsiteY973" fmla="*/ 129137 h 369828"/>
              <a:gd name="connsiteX974" fmla="*/ 2620873 w 2906005"/>
              <a:gd name="connsiteY974" fmla="*/ 129137 h 369828"/>
              <a:gd name="connsiteX975" fmla="*/ 2620873 w 2906005"/>
              <a:gd name="connsiteY975" fmla="*/ 115805 h 369828"/>
              <a:gd name="connsiteX976" fmla="*/ 2608635 w 2906005"/>
              <a:gd name="connsiteY976" fmla="*/ 126432 h 369828"/>
              <a:gd name="connsiteX977" fmla="*/ 2590601 w 2906005"/>
              <a:gd name="connsiteY977" fmla="*/ 130619 h 369828"/>
              <a:gd name="connsiteX978" fmla="*/ 2569604 w 2906005"/>
              <a:gd name="connsiteY978" fmla="*/ 124693 h 369828"/>
              <a:gd name="connsiteX979" fmla="*/ 2554597 w 2906005"/>
              <a:gd name="connsiteY979" fmla="*/ 108012 h 369828"/>
              <a:gd name="connsiteX980" fmla="*/ 2549058 w 2906005"/>
              <a:gd name="connsiteY980" fmla="*/ 83215 h 369828"/>
              <a:gd name="connsiteX981" fmla="*/ 2554597 w 2906005"/>
              <a:gd name="connsiteY981" fmla="*/ 58676 h 369828"/>
              <a:gd name="connsiteX982" fmla="*/ 2554662 w 2906005"/>
              <a:gd name="connsiteY982" fmla="*/ 58676 h 369828"/>
              <a:gd name="connsiteX983" fmla="*/ 2569669 w 2906005"/>
              <a:gd name="connsiteY983" fmla="*/ 42187 h 369828"/>
              <a:gd name="connsiteX984" fmla="*/ 2590794 w 2906005"/>
              <a:gd name="connsiteY984" fmla="*/ 36455 h 369828"/>
              <a:gd name="connsiteX985" fmla="*/ 2227020 w 2906005"/>
              <a:gd name="connsiteY985" fmla="*/ 36455 h 369828"/>
              <a:gd name="connsiteX986" fmla="*/ 2250915 w 2906005"/>
              <a:gd name="connsiteY986" fmla="*/ 42316 h 369828"/>
              <a:gd name="connsiteX987" fmla="*/ 2267790 w 2906005"/>
              <a:gd name="connsiteY987" fmla="*/ 58869 h 369828"/>
              <a:gd name="connsiteX988" fmla="*/ 2273973 w 2906005"/>
              <a:gd name="connsiteY988" fmla="*/ 83537 h 369828"/>
              <a:gd name="connsiteX989" fmla="*/ 2267661 w 2906005"/>
              <a:gd name="connsiteY989" fmla="*/ 108205 h 369828"/>
              <a:gd name="connsiteX990" fmla="*/ 2250529 w 2906005"/>
              <a:gd name="connsiteY990" fmla="*/ 124758 h 369828"/>
              <a:gd name="connsiteX991" fmla="*/ 2226440 w 2906005"/>
              <a:gd name="connsiteY991" fmla="*/ 130619 h 369828"/>
              <a:gd name="connsiteX992" fmla="*/ 2202738 w 2906005"/>
              <a:gd name="connsiteY992" fmla="*/ 124758 h 369828"/>
              <a:gd name="connsiteX993" fmla="*/ 2202610 w 2906005"/>
              <a:gd name="connsiteY993" fmla="*/ 124758 h 369828"/>
              <a:gd name="connsiteX994" fmla="*/ 2186057 w 2906005"/>
              <a:gd name="connsiteY994" fmla="*/ 108205 h 369828"/>
              <a:gd name="connsiteX995" fmla="*/ 2180067 w 2906005"/>
              <a:gd name="connsiteY995" fmla="*/ 83537 h 369828"/>
              <a:gd name="connsiteX996" fmla="*/ 2186250 w 2906005"/>
              <a:gd name="connsiteY996" fmla="*/ 58869 h 369828"/>
              <a:gd name="connsiteX997" fmla="*/ 2203125 w 2906005"/>
              <a:gd name="connsiteY997" fmla="*/ 42316 h 369828"/>
              <a:gd name="connsiteX998" fmla="*/ 2227020 w 2906005"/>
              <a:gd name="connsiteY998" fmla="*/ 36455 h 369828"/>
              <a:gd name="connsiteX999" fmla="*/ 1401830 w 2906005"/>
              <a:gd name="connsiteY999" fmla="*/ 36455 h 369828"/>
              <a:gd name="connsiteX1000" fmla="*/ 1419671 w 2906005"/>
              <a:gd name="connsiteY1000" fmla="*/ 40577 h 369828"/>
              <a:gd name="connsiteX1001" fmla="*/ 1431909 w 2906005"/>
              <a:gd name="connsiteY1001" fmla="*/ 50947 h 369828"/>
              <a:gd name="connsiteX1002" fmla="*/ 1431909 w 2906005"/>
              <a:gd name="connsiteY1002" fmla="*/ 37936 h 369828"/>
              <a:gd name="connsiteX1003" fmla="*/ 1455095 w 2906005"/>
              <a:gd name="connsiteY1003" fmla="*/ 37936 h 369828"/>
              <a:gd name="connsiteX1004" fmla="*/ 1455095 w 2906005"/>
              <a:gd name="connsiteY1004" fmla="*/ 129137 h 369828"/>
              <a:gd name="connsiteX1005" fmla="*/ 1431909 w 2906005"/>
              <a:gd name="connsiteY1005" fmla="*/ 129137 h 369828"/>
              <a:gd name="connsiteX1006" fmla="*/ 1431909 w 2906005"/>
              <a:gd name="connsiteY1006" fmla="*/ 115805 h 369828"/>
              <a:gd name="connsiteX1007" fmla="*/ 1419671 w 2906005"/>
              <a:gd name="connsiteY1007" fmla="*/ 126432 h 369828"/>
              <a:gd name="connsiteX1008" fmla="*/ 1401637 w 2906005"/>
              <a:gd name="connsiteY1008" fmla="*/ 130619 h 369828"/>
              <a:gd name="connsiteX1009" fmla="*/ 1380640 w 2906005"/>
              <a:gd name="connsiteY1009" fmla="*/ 124693 h 369828"/>
              <a:gd name="connsiteX1010" fmla="*/ 1365633 w 2906005"/>
              <a:gd name="connsiteY1010" fmla="*/ 108012 h 369828"/>
              <a:gd name="connsiteX1011" fmla="*/ 1360094 w 2906005"/>
              <a:gd name="connsiteY1011" fmla="*/ 83215 h 369828"/>
              <a:gd name="connsiteX1012" fmla="*/ 1365633 w 2906005"/>
              <a:gd name="connsiteY1012" fmla="*/ 58676 h 369828"/>
              <a:gd name="connsiteX1013" fmla="*/ 1365697 w 2906005"/>
              <a:gd name="connsiteY1013" fmla="*/ 58676 h 369828"/>
              <a:gd name="connsiteX1014" fmla="*/ 1380704 w 2906005"/>
              <a:gd name="connsiteY1014" fmla="*/ 42187 h 369828"/>
              <a:gd name="connsiteX1015" fmla="*/ 1401830 w 2906005"/>
              <a:gd name="connsiteY1015" fmla="*/ 36455 h 369828"/>
              <a:gd name="connsiteX1016" fmla="*/ 1290212 w 2906005"/>
              <a:gd name="connsiteY1016" fmla="*/ 36455 h 369828"/>
              <a:gd name="connsiteX1017" fmla="*/ 1308053 w 2906005"/>
              <a:gd name="connsiteY1017" fmla="*/ 40577 h 369828"/>
              <a:gd name="connsiteX1018" fmla="*/ 1320291 w 2906005"/>
              <a:gd name="connsiteY1018" fmla="*/ 50947 h 369828"/>
              <a:gd name="connsiteX1019" fmla="*/ 1320291 w 2906005"/>
              <a:gd name="connsiteY1019" fmla="*/ 37936 h 369828"/>
              <a:gd name="connsiteX1020" fmla="*/ 1343477 w 2906005"/>
              <a:gd name="connsiteY1020" fmla="*/ 37936 h 369828"/>
              <a:gd name="connsiteX1021" fmla="*/ 1343477 w 2906005"/>
              <a:gd name="connsiteY1021" fmla="*/ 129137 h 369828"/>
              <a:gd name="connsiteX1022" fmla="*/ 1320291 w 2906005"/>
              <a:gd name="connsiteY1022" fmla="*/ 129137 h 369828"/>
              <a:gd name="connsiteX1023" fmla="*/ 1320291 w 2906005"/>
              <a:gd name="connsiteY1023" fmla="*/ 115805 h 369828"/>
              <a:gd name="connsiteX1024" fmla="*/ 1308053 w 2906005"/>
              <a:gd name="connsiteY1024" fmla="*/ 126432 h 369828"/>
              <a:gd name="connsiteX1025" fmla="*/ 1290019 w 2906005"/>
              <a:gd name="connsiteY1025" fmla="*/ 130619 h 369828"/>
              <a:gd name="connsiteX1026" fmla="*/ 1269022 w 2906005"/>
              <a:gd name="connsiteY1026" fmla="*/ 124693 h 369828"/>
              <a:gd name="connsiteX1027" fmla="*/ 1254015 w 2906005"/>
              <a:gd name="connsiteY1027" fmla="*/ 108012 h 369828"/>
              <a:gd name="connsiteX1028" fmla="*/ 1248476 w 2906005"/>
              <a:gd name="connsiteY1028" fmla="*/ 83215 h 369828"/>
              <a:gd name="connsiteX1029" fmla="*/ 1254015 w 2906005"/>
              <a:gd name="connsiteY1029" fmla="*/ 58676 h 369828"/>
              <a:gd name="connsiteX1030" fmla="*/ 1254080 w 2906005"/>
              <a:gd name="connsiteY1030" fmla="*/ 58676 h 369828"/>
              <a:gd name="connsiteX1031" fmla="*/ 1269086 w 2906005"/>
              <a:gd name="connsiteY1031" fmla="*/ 42187 h 369828"/>
              <a:gd name="connsiteX1032" fmla="*/ 1290212 w 2906005"/>
              <a:gd name="connsiteY1032" fmla="*/ 36455 h 369828"/>
              <a:gd name="connsiteX1033" fmla="*/ 911431 w 2906005"/>
              <a:gd name="connsiteY1033" fmla="*/ 36455 h 369828"/>
              <a:gd name="connsiteX1034" fmla="*/ 934747 w 2906005"/>
              <a:gd name="connsiteY1034" fmla="*/ 42058 h 369828"/>
              <a:gd name="connsiteX1035" fmla="*/ 950720 w 2906005"/>
              <a:gd name="connsiteY1035" fmla="*/ 57967 h 369828"/>
              <a:gd name="connsiteX1036" fmla="*/ 956388 w 2906005"/>
              <a:gd name="connsiteY1036" fmla="*/ 81605 h 369828"/>
              <a:gd name="connsiteX1037" fmla="*/ 955744 w 2906005"/>
              <a:gd name="connsiteY1037" fmla="*/ 90493 h 369828"/>
              <a:gd name="connsiteX1038" fmla="*/ 955744 w 2906005"/>
              <a:gd name="connsiteY1038" fmla="*/ 90429 h 369828"/>
              <a:gd name="connsiteX1039" fmla="*/ 889082 w 2906005"/>
              <a:gd name="connsiteY1039" fmla="*/ 90429 h 369828"/>
              <a:gd name="connsiteX1040" fmla="*/ 895974 w 2906005"/>
              <a:gd name="connsiteY1040" fmla="*/ 105886 h 369828"/>
              <a:gd name="connsiteX1041" fmla="*/ 910981 w 2906005"/>
              <a:gd name="connsiteY1041" fmla="*/ 111490 h 369828"/>
              <a:gd name="connsiteX1042" fmla="*/ 929272 w 2906005"/>
              <a:gd name="connsiteY1042" fmla="*/ 100476 h 369828"/>
              <a:gd name="connsiteX1043" fmla="*/ 954134 w 2906005"/>
              <a:gd name="connsiteY1043" fmla="*/ 100476 h 369828"/>
              <a:gd name="connsiteX1044" fmla="*/ 938998 w 2906005"/>
              <a:gd name="connsiteY1044" fmla="*/ 122117 h 369828"/>
              <a:gd name="connsiteX1045" fmla="*/ 911496 w 2906005"/>
              <a:gd name="connsiteY1045" fmla="*/ 130619 h 369828"/>
              <a:gd name="connsiteX1046" fmla="*/ 887858 w 2906005"/>
              <a:gd name="connsiteY1046" fmla="*/ 124758 h 369828"/>
              <a:gd name="connsiteX1047" fmla="*/ 871563 w 2906005"/>
              <a:gd name="connsiteY1047" fmla="*/ 108205 h 369828"/>
              <a:gd name="connsiteX1048" fmla="*/ 865702 w 2906005"/>
              <a:gd name="connsiteY1048" fmla="*/ 83537 h 369828"/>
              <a:gd name="connsiteX1049" fmla="*/ 871434 w 2906005"/>
              <a:gd name="connsiteY1049" fmla="*/ 58676 h 369828"/>
              <a:gd name="connsiteX1050" fmla="*/ 887536 w 2906005"/>
              <a:gd name="connsiteY1050" fmla="*/ 42187 h 369828"/>
              <a:gd name="connsiteX1051" fmla="*/ 911431 w 2906005"/>
              <a:gd name="connsiteY1051" fmla="*/ 36455 h 369828"/>
              <a:gd name="connsiteX1052" fmla="*/ 338269 w 2906005"/>
              <a:gd name="connsiteY1052" fmla="*/ 36455 h 369828"/>
              <a:gd name="connsiteX1053" fmla="*/ 364289 w 2906005"/>
              <a:gd name="connsiteY1053" fmla="*/ 44635 h 369828"/>
              <a:gd name="connsiteX1054" fmla="*/ 374981 w 2906005"/>
              <a:gd name="connsiteY1054" fmla="*/ 66598 h 369828"/>
              <a:gd name="connsiteX1055" fmla="*/ 352954 w 2906005"/>
              <a:gd name="connsiteY1055" fmla="*/ 66598 h 369828"/>
              <a:gd name="connsiteX1056" fmla="*/ 348445 w 2906005"/>
              <a:gd name="connsiteY1056" fmla="*/ 57967 h 369828"/>
              <a:gd name="connsiteX1057" fmla="*/ 337689 w 2906005"/>
              <a:gd name="connsiteY1057" fmla="*/ 54747 h 369828"/>
              <a:gd name="connsiteX1058" fmla="*/ 328028 w 2906005"/>
              <a:gd name="connsiteY1058" fmla="*/ 57065 h 369828"/>
              <a:gd name="connsiteX1059" fmla="*/ 324679 w 2906005"/>
              <a:gd name="connsiteY1059" fmla="*/ 63506 h 369828"/>
              <a:gd name="connsiteX1060" fmla="*/ 329316 w 2906005"/>
              <a:gd name="connsiteY1060" fmla="*/ 70527 h 369828"/>
              <a:gd name="connsiteX1061" fmla="*/ 343615 w 2906005"/>
              <a:gd name="connsiteY1061" fmla="*/ 75357 h 369828"/>
              <a:gd name="connsiteX1062" fmla="*/ 359910 w 2906005"/>
              <a:gd name="connsiteY1062" fmla="*/ 80445 h 369828"/>
              <a:gd name="connsiteX1063" fmla="*/ 371052 w 2906005"/>
              <a:gd name="connsiteY1063" fmla="*/ 88625 h 369828"/>
              <a:gd name="connsiteX1064" fmla="*/ 375883 w 2906005"/>
              <a:gd name="connsiteY1064" fmla="*/ 103181 h 369828"/>
              <a:gd name="connsiteX1065" fmla="*/ 371503 w 2906005"/>
              <a:gd name="connsiteY1065" fmla="*/ 117351 h 369828"/>
              <a:gd name="connsiteX1066" fmla="*/ 359008 w 2906005"/>
              <a:gd name="connsiteY1066" fmla="*/ 127141 h 369828"/>
              <a:gd name="connsiteX1067" fmla="*/ 340008 w 2906005"/>
              <a:gd name="connsiteY1067" fmla="*/ 130683 h 369828"/>
              <a:gd name="connsiteX1068" fmla="*/ 319913 w 2906005"/>
              <a:gd name="connsiteY1068" fmla="*/ 126626 h 369828"/>
              <a:gd name="connsiteX1069" fmla="*/ 319848 w 2906005"/>
              <a:gd name="connsiteY1069" fmla="*/ 126561 h 369828"/>
              <a:gd name="connsiteX1070" fmla="*/ 305743 w 2906005"/>
              <a:gd name="connsiteY1070" fmla="*/ 115612 h 369828"/>
              <a:gd name="connsiteX1071" fmla="*/ 300075 w 2906005"/>
              <a:gd name="connsiteY1071" fmla="*/ 100283 h 369828"/>
              <a:gd name="connsiteX1072" fmla="*/ 323262 w 2906005"/>
              <a:gd name="connsiteY1072" fmla="*/ 100283 h 369828"/>
              <a:gd name="connsiteX1073" fmla="*/ 328414 w 2906005"/>
              <a:gd name="connsiteY1073" fmla="*/ 108978 h 369828"/>
              <a:gd name="connsiteX1074" fmla="*/ 339686 w 2906005"/>
              <a:gd name="connsiteY1074" fmla="*/ 112456 h 369828"/>
              <a:gd name="connsiteX1075" fmla="*/ 349991 w 2906005"/>
              <a:gd name="connsiteY1075" fmla="*/ 109815 h 369828"/>
              <a:gd name="connsiteX1076" fmla="*/ 353727 w 2906005"/>
              <a:gd name="connsiteY1076" fmla="*/ 103052 h 369828"/>
              <a:gd name="connsiteX1077" fmla="*/ 349218 w 2906005"/>
              <a:gd name="connsiteY1077" fmla="*/ 96354 h 369828"/>
              <a:gd name="connsiteX1078" fmla="*/ 334791 w 2906005"/>
              <a:gd name="connsiteY1078" fmla="*/ 91523 h 369828"/>
              <a:gd name="connsiteX1079" fmla="*/ 318109 w 2906005"/>
              <a:gd name="connsiteY1079" fmla="*/ 86435 h 369828"/>
              <a:gd name="connsiteX1080" fmla="*/ 306902 w 2906005"/>
              <a:gd name="connsiteY1080" fmla="*/ 78384 h 369828"/>
              <a:gd name="connsiteX1081" fmla="*/ 302200 w 2906005"/>
              <a:gd name="connsiteY1081" fmla="*/ 63764 h 369828"/>
              <a:gd name="connsiteX1082" fmla="*/ 306579 w 2906005"/>
              <a:gd name="connsiteY1082" fmla="*/ 49916 h 369828"/>
              <a:gd name="connsiteX1083" fmla="*/ 319075 w 2906005"/>
              <a:gd name="connsiteY1083" fmla="*/ 40062 h 369828"/>
              <a:gd name="connsiteX1084" fmla="*/ 338269 w 2906005"/>
              <a:gd name="connsiteY1084" fmla="*/ 36455 h 369828"/>
              <a:gd name="connsiteX1085" fmla="*/ 120314 w 2906005"/>
              <a:gd name="connsiteY1085" fmla="*/ 36455 h 369828"/>
              <a:gd name="connsiteX1086" fmla="*/ 138155 w 2906005"/>
              <a:gd name="connsiteY1086" fmla="*/ 40577 h 369828"/>
              <a:gd name="connsiteX1087" fmla="*/ 150392 w 2906005"/>
              <a:gd name="connsiteY1087" fmla="*/ 50947 h 369828"/>
              <a:gd name="connsiteX1088" fmla="*/ 150392 w 2906005"/>
              <a:gd name="connsiteY1088" fmla="*/ 37936 h 369828"/>
              <a:gd name="connsiteX1089" fmla="*/ 173579 w 2906005"/>
              <a:gd name="connsiteY1089" fmla="*/ 37936 h 369828"/>
              <a:gd name="connsiteX1090" fmla="*/ 173579 w 2906005"/>
              <a:gd name="connsiteY1090" fmla="*/ 129138 h 369828"/>
              <a:gd name="connsiteX1091" fmla="*/ 150392 w 2906005"/>
              <a:gd name="connsiteY1091" fmla="*/ 129138 h 369828"/>
              <a:gd name="connsiteX1092" fmla="*/ 150392 w 2906005"/>
              <a:gd name="connsiteY1092" fmla="*/ 115805 h 369828"/>
              <a:gd name="connsiteX1093" fmla="*/ 138155 w 2906005"/>
              <a:gd name="connsiteY1093" fmla="*/ 126432 h 369828"/>
              <a:gd name="connsiteX1094" fmla="*/ 120121 w 2906005"/>
              <a:gd name="connsiteY1094" fmla="*/ 130619 h 369828"/>
              <a:gd name="connsiteX1095" fmla="*/ 99124 w 2906005"/>
              <a:gd name="connsiteY1095" fmla="*/ 124693 h 369828"/>
              <a:gd name="connsiteX1096" fmla="*/ 84117 w 2906005"/>
              <a:gd name="connsiteY1096" fmla="*/ 108012 h 369828"/>
              <a:gd name="connsiteX1097" fmla="*/ 78578 w 2906005"/>
              <a:gd name="connsiteY1097" fmla="*/ 83215 h 369828"/>
              <a:gd name="connsiteX1098" fmla="*/ 84117 w 2906005"/>
              <a:gd name="connsiteY1098" fmla="*/ 58676 h 369828"/>
              <a:gd name="connsiteX1099" fmla="*/ 84181 w 2906005"/>
              <a:gd name="connsiteY1099" fmla="*/ 58676 h 369828"/>
              <a:gd name="connsiteX1100" fmla="*/ 99188 w 2906005"/>
              <a:gd name="connsiteY1100" fmla="*/ 42187 h 369828"/>
              <a:gd name="connsiteX1101" fmla="*/ 120314 w 2906005"/>
              <a:gd name="connsiteY1101" fmla="*/ 36455 h 369828"/>
              <a:gd name="connsiteX1102" fmla="*/ 2449098 w 2906005"/>
              <a:gd name="connsiteY1102" fmla="*/ 15393 h 369828"/>
              <a:gd name="connsiteX1103" fmla="*/ 2472285 w 2906005"/>
              <a:gd name="connsiteY1103" fmla="*/ 15393 h 369828"/>
              <a:gd name="connsiteX1104" fmla="*/ 2472285 w 2906005"/>
              <a:gd name="connsiteY1104" fmla="*/ 37936 h 369828"/>
              <a:gd name="connsiteX1105" fmla="*/ 2492702 w 2906005"/>
              <a:gd name="connsiteY1105" fmla="*/ 37936 h 369828"/>
              <a:gd name="connsiteX1106" fmla="*/ 2492702 w 2906005"/>
              <a:gd name="connsiteY1106" fmla="*/ 56871 h 369828"/>
              <a:gd name="connsiteX1107" fmla="*/ 2472285 w 2906005"/>
              <a:gd name="connsiteY1107" fmla="*/ 56871 h 369828"/>
              <a:gd name="connsiteX1108" fmla="*/ 2472285 w 2906005"/>
              <a:gd name="connsiteY1108" fmla="*/ 100991 h 369828"/>
              <a:gd name="connsiteX1109" fmla="*/ 2474539 w 2906005"/>
              <a:gd name="connsiteY1109" fmla="*/ 107689 h 369828"/>
              <a:gd name="connsiteX1110" fmla="*/ 2482010 w 2906005"/>
              <a:gd name="connsiteY1110" fmla="*/ 109750 h 369828"/>
              <a:gd name="connsiteX1111" fmla="*/ 2492702 w 2906005"/>
              <a:gd name="connsiteY1111" fmla="*/ 109750 h 369828"/>
              <a:gd name="connsiteX1112" fmla="*/ 2492702 w 2906005"/>
              <a:gd name="connsiteY1112" fmla="*/ 129201 h 369828"/>
              <a:gd name="connsiteX1113" fmla="*/ 2478210 w 2906005"/>
              <a:gd name="connsiteY1113" fmla="*/ 129201 h 369828"/>
              <a:gd name="connsiteX1114" fmla="*/ 2449098 w 2906005"/>
              <a:gd name="connsiteY1114" fmla="*/ 100862 h 369828"/>
              <a:gd name="connsiteX1115" fmla="*/ 2449098 w 2906005"/>
              <a:gd name="connsiteY1115" fmla="*/ 56936 h 369828"/>
              <a:gd name="connsiteX1116" fmla="*/ 2438213 w 2906005"/>
              <a:gd name="connsiteY1116" fmla="*/ 56936 h 369828"/>
              <a:gd name="connsiteX1117" fmla="*/ 2438213 w 2906005"/>
              <a:gd name="connsiteY1117" fmla="*/ 38000 h 369828"/>
              <a:gd name="connsiteX1118" fmla="*/ 2449098 w 2906005"/>
              <a:gd name="connsiteY1118" fmla="*/ 38000 h 369828"/>
              <a:gd name="connsiteX1119" fmla="*/ 536128 w 2906005"/>
              <a:gd name="connsiteY1119" fmla="*/ 14234 h 369828"/>
              <a:gd name="connsiteX1120" fmla="*/ 559186 w 2906005"/>
              <a:gd name="connsiteY1120" fmla="*/ 14234 h 369828"/>
              <a:gd name="connsiteX1121" fmla="*/ 559186 w 2906005"/>
              <a:gd name="connsiteY1121" fmla="*/ 85340 h 369828"/>
              <a:gd name="connsiteX1122" fmla="*/ 565305 w 2906005"/>
              <a:gd name="connsiteY1122" fmla="*/ 103181 h 369828"/>
              <a:gd name="connsiteX1123" fmla="*/ 582437 w 2906005"/>
              <a:gd name="connsiteY1123" fmla="*/ 109364 h 369828"/>
              <a:gd name="connsiteX1124" fmla="*/ 599698 w 2906005"/>
              <a:gd name="connsiteY1124" fmla="*/ 103181 h 369828"/>
              <a:gd name="connsiteX1125" fmla="*/ 605817 w 2906005"/>
              <a:gd name="connsiteY1125" fmla="*/ 85340 h 369828"/>
              <a:gd name="connsiteX1126" fmla="*/ 605817 w 2906005"/>
              <a:gd name="connsiteY1126" fmla="*/ 14234 h 369828"/>
              <a:gd name="connsiteX1127" fmla="*/ 629004 w 2906005"/>
              <a:gd name="connsiteY1127" fmla="*/ 14234 h 369828"/>
              <a:gd name="connsiteX1128" fmla="*/ 629004 w 2906005"/>
              <a:gd name="connsiteY1128" fmla="*/ 85147 h 369828"/>
              <a:gd name="connsiteX1129" fmla="*/ 622692 w 2906005"/>
              <a:gd name="connsiteY1129" fmla="*/ 109944 h 369828"/>
              <a:gd name="connsiteX1130" fmla="*/ 605753 w 2906005"/>
              <a:gd name="connsiteY1130" fmla="*/ 125144 h 369828"/>
              <a:gd name="connsiteX1131" fmla="*/ 582115 w 2906005"/>
              <a:gd name="connsiteY1131" fmla="*/ 130232 h 369828"/>
              <a:gd name="connsiteX1132" fmla="*/ 558799 w 2906005"/>
              <a:gd name="connsiteY1132" fmla="*/ 125144 h 369828"/>
              <a:gd name="connsiteX1133" fmla="*/ 542247 w 2906005"/>
              <a:gd name="connsiteY1133" fmla="*/ 109944 h 369828"/>
              <a:gd name="connsiteX1134" fmla="*/ 536128 w 2906005"/>
              <a:gd name="connsiteY1134" fmla="*/ 85147 h 369828"/>
              <a:gd name="connsiteX1135" fmla="*/ 9082 w 2906005"/>
              <a:gd name="connsiteY1135" fmla="*/ 14234 h 369828"/>
              <a:gd name="connsiteX1136" fmla="*/ 32140 w 2906005"/>
              <a:gd name="connsiteY1136" fmla="*/ 14234 h 369828"/>
              <a:gd name="connsiteX1137" fmla="*/ 32140 w 2906005"/>
              <a:gd name="connsiteY1137" fmla="*/ 110845 h 369828"/>
              <a:gd name="connsiteX1138" fmla="*/ 69947 w 2906005"/>
              <a:gd name="connsiteY1138" fmla="*/ 110845 h 369828"/>
              <a:gd name="connsiteX1139" fmla="*/ 69947 w 2906005"/>
              <a:gd name="connsiteY1139" fmla="*/ 129137 h 369828"/>
              <a:gd name="connsiteX1140" fmla="*/ 9082 w 2906005"/>
              <a:gd name="connsiteY1140" fmla="*/ 129137 h 369828"/>
              <a:gd name="connsiteX1141" fmla="*/ 2666667 w 2906005"/>
              <a:gd name="connsiteY1141" fmla="*/ 7278 h 369828"/>
              <a:gd name="connsiteX1142" fmla="*/ 2689725 w 2906005"/>
              <a:gd name="connsiteY1142" fmla="*/ 7278 h 369828"/>
              <a:gd name="connsiteX1143" fmla="*/ 2689725 w 2906005"/>
              <a:gd name="connsiteY1143" fmla="*/ 129137 h 369828"/>
              <a:gd name="connsiteX1144" fmla="*/ 2666667 w 2906005"/>
              <a:gd name="connsiteY1144" fmla="*/ 129137 h 369828"/>
              <a:gd name="connsiteX1145" fmla="*/ 1625647 w 2906005"/>
              <a:gd name="connsiteY1145" fmla="*/ 7278 h 369828"/>
              <a:gd name="connsiteX1146" fmla="*/ 1648705 w 2906005"/>
              <a:gd name="connsiteY1146" fmla="*/ 7278 h 369828"/>
              <a:gd name="connsiteX1147" fmla="*/ 1648705 w 2906005"/>
              <a:gd name="connsiteY1147" fmla="*/ 49272 h 369828"/>
              <a:gd name="connsiteX1148" fmla="*/ 1660556 w 2906005"/>
              <a:gd name="connsiteY1148" fmla="*/ 39997 h 369828"/>
              <a:gd name="connsiteX1149" fmla="*/ 1677044 w 2906005"/>
              <a:gd name="connsiteY1149" fmla="*/ 36648 h 369828"/>
              <a:gd name="connsiteX1150" fmla="*/ 1695465 w 2906005"/>
              <a:gd name="connsiteY1150" fmla="*/ 41156 h 369828"/>
              <a:gd name="connsiteX1151" fmla="*/ 1708089 w 2906005"/>
              <a:gd name="connsiteY1151" fmla="*/ 54489 h 369828"/>
              <a:gd name="connsiteX1152" fmla="*/ 1712597 w 2906005"/>
              <a:gd name="connsiteY1152" fmla="*/ 75614 h 369828"/>
              <a:gd name="connsiteX1153" fmla="*/ 1712597 w 2906005"/>
              <a:gd name="connsiteY1153" fmla="*/ 129137 h 369828"/>
              <a:gd name="connsiteX1154" fmla="*/ 1689539 w 2906005"/>
              <a:gd name="connsiteY1154" fmla="*/ 129137 h 369828"/>
              <a:gd name="connsiteX1155" fmla="*/ 1689539 w 2906005"/>
              <a:gd name="connsiteY1155" fmla="*/ 78770 h 369828"/>
              <a:gd name="connsiteX1156" fmla="*/ 1684129 w 2906005"/>
              <a:gd name="connsiteY1156" fmla="*/ 62089 h 369828"/>
              <a:gd name="connsiteX1157" fmla="*/ 1669315 w 2906005"/>
              <a:gd name="connsiteY1157" fmla="*/ 56228 h 369828"/>
              <a:gd name="connsiteX1158" fmla="*/ 1654244 w 2906005"/>
              <a:gd name="connsiteY1158" fmla="*/ 62089 h 369828"/>
              <a:gd name="connsiteX1159" fmla="*/ 1648705 w 2906005"/>
              <a:gd name="connsiteY1159" fmla="*/ 78770 h 369828"/>
              <a:gd name="connsiteX1160" fmla="*/ 1648705 w 2906005"/>
              <a:gd name="connsiteY1160" fmla="*/ 129137 h 369828"/>
              <a:gd name="connsiteX1161" fmla="*/ 1625647 w 2906005"/>
              <a:gd name="connsiteY1161" fmla="*/ 129137 h 369828"/>
              <a:gd name="connsiteX1162" fmla="*/ 825705 w 2906005"/>
              <a:gd name="connsiteY1162" fmla="*/ 7278 h 369828"/>
              <a:gd name="connsiteX1163" fmla="*/ 849085 w 2906005"/>
              <a:gd name="connsiteY1163" fmla="*/ 7278 h 369828"/>
              <a:gd name="connsiteX1164" fmla="*/ 849085 w 2906005"/>
              <a:gd name="connsiteY1164" fmla="*/ 129137 h 369828"/>
              <a:gd name="connsiteX1165" fmla="*/ 825705 w 2906005"/>
              <a:gd name="connsiteY1165" fmla="*/ 129137 h 369828"/>
              <a:gd name="connsiteX1166" fmla="*/ 825705 w 2906005"/>
              <a:gd name="connsiteY1166" fmla="*/ 115611 h 369828"/>
              <a:gd name="connsiteX1167" fmla="*/ 813660 w 2906005"/>
              <a:gd name="connsiteY1167" fmla="*/ 126496 h 369828"/>
              <a:gd name="connsiteX1168" fmla="*/ 795691 w 2906005"/>
              <a:gd name="connsiteY1168" fmla="*/ 130618 h 369828"/>
              <a:gd name="connsiteX1169" fmla="*/ 774629 w 2906005"/>
              <a:gd name="connsiteY1169" fmla="*/ 124693 h 369828"/>
              <a:gd name="connsiteX1170" fmla="*/ 759558 w 2906005"/>
              <a:gd name="connsiteY1170" fmla="*/ 108011 h 369828"/>
              <a:gd name="connsiteX1171" fmla="*/ 754019 w 2906005"/>
              <a:gd name="connsiteY1171" fmla="*/ 83214 h 369828"/>
              <a:gd name="connsiteX1172" fmla="*/ 759558 w 2906005"/>
              <a:gd name="connsiteY1172" fmla="*/ 58675 h 369828"/>
              <a:gd name="connsiteX1173" fmla="*/ 759622 w 2906005"/>
              <a:gd name="connsiteY1173" fmla="*/ 58675 h 369828"/>
              <a:gd name="connsiteX1174" fmla="*/ 774694 w 2906005"/>
              <a:gd name="connsiteY1174" fmla="*/ 42187 h 369828"/>
              <a:gd name="connsiteX1175" fmla="*/ 795948 w 2906005"/>
              <a:gd name="connsiteY1175" fmla="*/ 36455 h 369828"/>
              <a:gd name="connsiteX1176" fmla="*/ 812888 w 2906005"/>
              <a:gd name="connsiteY1176" fmla="*/ 40319 h 369828"/>
              <a:gd name="connsiteX1177" fmla="*/ 825705 w 2906005"/>
              <a:gd name="connsiteY1177" fmla="*/ 50624 h 369828"/>
              <a:gd name="connsiteX1178" fmla="*/ 144531 w 2906005"/>
              <a:gd name="connsiteY1178" fmla="*/ 5153 h 369828"/>
              <a:gd name="connsiteX1179" fmla="*/ 152325 w 2906005"/>
              <a:gd name="connsiteY1179" fmla="*/ 8373 h 369828"/>
              <a:gd name="connsiteX1180" fmla="*/ 155545 w 2906005"/>
              <a:gd name="connsiteY1180" fmla="*/ 16167 h 369828"/>
              <a:gd name="connsiteX1181" fmla="*/ 152325 w 2906005"/>
              <a:gd name="connsiteY1181" fmla="*/ 23896 h 369828"/>
              <a:gd name="connsiteX1182" fmla="*/ 144531 w 2906005"/>
              <a:gd name="connsiteY1182" fmla="*/ 27052 h 369828"/>
              <a:gd name="connsiteX1183" fmla="*/ 136802 w 2906005"/>
              <a:gd name="connsiteY1183" fmla="*/ 23896 h 369828"/>
              <a:gd name="connsiteX1184" fmla="*/ 133646 w 2906005"/>
              <a:gd name="connsiteY1184" fmla="*/ 16167 h 369828"/>
              <a:gd name="connsiteX1185" fmla="*/ 136802 w 2906005"/>
              <a:gd name="connsiteY1185" fmla="*/ 8373 h 369828"/>
              <a:gd name="connsiteX1186" fmla="*/ 144531 w 2906005"/>
              <a:gd name="connsiteY1186" fmla="*/ 5153 h 369828"/>
              <a:gd name="connsiteX1187" fmla="*/ 114067 w 2906005"/>
              <a:gd name="connsiteY1187" fmla="*/ 5153 h 369828"/>
              <a:gd name="connsiteX1188" fmla="*/ 121860 w 2906005"/>
              <a:gd name="connsiteY1188" fmla="*/ 8373 h 369828"/>
              <a:gd name="connsiteX1189" fmla="*/ 125080 w 2906005"/>
              <a:gd name="connsiteY1189" fmla="*/ 16167 h 369828"/>
              <a:gd name="connsiteX1190" fmla="*/ 121860 w 2906005"/>
              <a:gd name="connsiteY1190" fmla="*/ 23896 h 369828"/>
              <a:gd name="connsiteX1191" fmla="*/ 114067 w 2906005"/>
              <a:gd name="connsiteY1191" fmla="*/ 27052 h 369828"/>
              <a:gd name="connsiteX1192" fmla="*/ 106338 w 2906005"/>
              <a:gd name="connsiteY1192" fmla="*/ 23896 h 369828"/>
              <a:gd name="connsiteX1193" fmla="*/ 103182 w 2906005"/>
              <a:gd name="connsiteY1193" fmla="*/ 16167 h 369828"/>
              <a:gd name="connsiteX1194" fmla="*/ 106338 w 2906005"/>
              <a:gd name="connsiteY1194" fmla="*/ 8373 h 369828"/>
              <a:gd name="connsiteX1195" fmla="*/ 114067 w 2906005"/>
              <a:gd name="connsiteY1195" fmla="*/ 5153 h 369828"/>
              <a:gd name="connsiteX1196" fmla="*/ 2520977 w 2906005"/>
              <a:gd name="connsiteY1196" fmla="*/ 0 h 369828"/>
              <a:gd name="connsiteX1197" fmla="*/ 2531089 w 2906005"/>
              <a:gd name="connsiteY1197" fmla="*/ 3864 h 369828"/>
              <a:gd name="connsiteX1198" fmla="*/ 2535146 w 2906005"/>
              <a:gd name="connsiteY1198" fmla="*/ 13526 h 369828"/>
              <a:gd name="connsiteX1199" fmla="*/ 2531089 w 2906005"/>
              <a:gd name="connsiteY1199" fmla="*/ 23187 h 369828"/>
              <a:gd name="connsiteX1200" fmla="*/ 2520977 w 2906005"/>
              <a:gd name="connsiteY1200" fmla="*/ 27051 h 369828"/>
              <a:gd name="connsiteX1201" fmla="*/ 2510865 w 2906005"/>
              <a:gd name="connsiteY1201" fmla="*/ 23187 h 369828"/>
              <a:gd name="connsiteX1202" fmla="*/ 2506807 w 2906005"/>
              <a:gd name="connsiteY1202" fmla="*/ 13526 h 369828"/>
              <a:gd name="connsiteX1203" fmla="*/ 2510865 w 2906005"/>
              <a:gd name="connsiteY1203" fmla="*/ 3864 h 369828"/>
              <a:gd name="connsiteX1204" fmla="*/ 2520977 w 2906005"/>
              <a:gd name="connsiteY1204" fmla="*/ 0 h 369828"/>
              <a:gd name="connsiteX1205" fmla="*/ 2302571 w 2906005"/>
              <a:gd name="connsiteY1205" fmla="*/ 0 h 369828"/>
              <a:gd name="connsiteX1206" fmla="*/ 2312683 w 2906005"/>
              <a:gd name="connsiteY1206" fmla="*/ 3864 h 369828"/>
              <a:gd name="connsiteX1207" fmla="*/ 2316740 w 2906005"/>
              <a:gd name="connsiteY1207" fmla="*/ 13526 h 369828"/>
              <a:gd name="connsiteX1208" fmla="*/ 2312683 w 2906005"/>
              <a:gd name="connsiteY1208" fmla="*/ 23187 h 369828"/>
              <a:gd name="connsiteX1209" fmla="*/ 2302571 w 2906005"/>
              <a:gd name="connsiteY1209" fmla="*/ 27051 h 369828"/>
              <a:gd name="connsiteX1210" fmla="*/ 2292459 w 2906005"/>
              <a:gd name="connsiteY1210" fmla="*/ 23187 h 369828"/>
              <a:gd name="connsiteX1211" fmla="*/ 2288401 w 2906005"/>
              <a:gd name="connsiteY1211" fmla="*/ 13526 h 369828"/>
              <a:gd name="connsiteX1212" fmla="*/ 2292459 w 2906005"/>
              <a:gd name="connsiteY1212" fmla="*/ 3864 h 369828"/>
              <a:gd name="connsiteX1213" fmla="*/ 2302571 w 2906005"/>
              <a:gd name="connsiteY1213" fmla="*/ 0 h 369828"/>
              <a:gd name="connsiteX1214" fmla="*/ 1944336 w 2906005"/>
              <a:gd name="connsiteY1214" fmla="*/ 0 h 369828"/>
              <a:gd name="connsiteX1215" fmla="*/ 1954448 w 2906005"/>
              <a:gd name="connsiteY1215" fmla="*/ 3864 h 369828"/>
              <a:gd name="connsiteX1216" fmla="*/ 1958505 w 2906005"/>
              <a:gd name="connsiteY1216" fmla="*/ 13526 h 369828"/>
              <a:gd name="connsiteX1217" fmla="*/ 1954448 w 2906005"/>
              <a:gd name="connsiteY1217" fmla="*/ 23187 h 369828"/>
              <a:gd name="connsiteX1218" fmla="*/ 1944336 w 2906005"/>
              <a:gd name="connsiteY1218" fmla="*/ 27051 h 369828"/>
              <a:gd name="connsiteX1219" fmla="*/ 1934224 w 2906005"/>
              <a:gd name="connsiteY1219" fmla="*/ 23187 h 369828"/>
              <a:gd name="connsiteX1220" fmla="*/ 1930166 w 2906005"/>
              <a:gd name="connsiteY1220" fmla="*/ 13526 h 369828"/>
              <a:gd name="connsiteX1221" fmla="*/ 1934224 w 2906005"/>
              <a:gd name="connsiteY1221" fmla="*/ 3864 h 369828"/>
              <a:gd name="connsiteX1222" fmla="*/ 1944336 w 2906005"/>
              <a:gd name="connsiteY1222" fmla="*/ 0 h 369828"/>
              <a:gd name="connsiteX1223" fmla="*/ 406413 w 2906005"/>
              <a:gd name="connsiteY1223" fmla="*/ 0 h 369828"/>
              <a:gd name="connsiteX1224" fmla="*/ 416525 w 2906005"/>
              <a:gd name="connsiteY1224" fmla="*/ 3864 h 369828"/>
              <a:gd name="connsiteX1225" fmla="*/ 420582 w 2906005"/>
              <a:gd name="connsiteY1225" fmla="*/ 13526 h 369828"/>
              <a:gd name="connsiteX1226" fmla="*/ 416525 w 2906005"/>
              <a:gd name="connsiteY1226" fmla="*/ 23187 h 369828"/>
              <a:gd name="connsiteX1227" fmla="*/ 406413 w 2906005"/>
              <a:gd name="connsiteY1227" fmla="*/ 27051 h 369828"/>
              <a:gd name="connsiteX1228" fmla="*/ 396301 w 2906005"/>
              <a:gd name="connsiteY1228" fmla="*/ 23187 h 369828"/>
              <a:gd name="connsiteX1229" fmla="*/ 392243 w 2906005"/>
              <a:gd name="connsiteY1229" fmla="*/ 13526 h 369828"/>
              <a:gd name="connsiteX1230" fmla="*/ 396301 w 2906005"/>
              <a:gd name="connsiteY1230" fmla="*/ 3864 h 369828"/>
              <a:gd name="connsiteX1231" fmla="*/ 406413 w 2906005"/>
              <a:gd name="connsiteY1231" fmla="*/ 0 h 36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Lst>
            <a:rect l="l" t="t" r="r" b="b"/>
            <a:pathLst>
              <a:path w="2906005" h="369828">
                <a:moveTo>
                  <a:pt x="1690184" y="254217"/>
                </a:moveTo>
                <a:cubicBezTo>
                  <a:pt x="1685868" y="254217"/>
                  <a:pt x="1681940" y="255248"/>
                  <a:pt x="1678333" y="257373"/>
                </a:cubicBezTo>
                <a:cubicBezTo>
                  <a:pt x="1674726" y="259434"/>
                  <a:pt x="1671763" y="262526"/>
                  <a:pt x="1669509" y="266519"/>
                </a:cubicBezTo>
                <a:cubicBezTo>
                  <a:pt x="1667254" y="270512"/>
                  <a:pt x="1666160" y="275278"/>
                  <a:pt x="1666160" y="280753"/>
                </a:cubicBezTo>
                <a:cubicBezTo>
                  <a:pt x="1666160" y="286228"/>
                  <a:pt x="1667254" y="291058"/>
                  <a:pt x="1669509" y="295180"/>
                </a:cubicBezTo>
                <a:cubicBezTo>
                  <a:pt x="1671763" y="299302"/>
                  <a:pt x="1674726" y="302458"/>
                  <a:pt x="1678397" y="304648"/>
                </a:cubicBezTo>
                <a:cubicBezTo>
                  <a:pt x="1682068" y="306838"/>
                  <a:pt x="1685997" y="307933"/>
                  <a:pt x="1690184" y="307933"/>
                </a:cubicBezTo>
                <a:cubicBezTo>
                  <a:pt x="1694370" y="307933"/>
                  <a:pt x="1698492" y="306838"/>
                  <a:pt x="1702228" y="304713"/>
                </a:cubicBezTo>
                <a:cubicBezTo>
                  <a:pt x="1705963" y="302587"/>
                  <a:pt x="1708926" y="299496"/>
                  <a:pt x="1711116" y="295502"/>
                </a:cubicBezTo>
                <a:cubicBezTo>
                  <a:pt x="1713306" y="291509"/>
                  <a:pt x="1714401" y="286678"/>
                  <a:pt x="1714401" y="281075"/>
                </a:cubicBezTo>
                <a:cubicBezTo>
                  <a:pt x="1714401" y="275472"/>
                  <a:pt x="1713306" y="270705"/>
                  <a:pt x="1711116" y="266648"/>
                </a:cubicBezTo>
                <a:cubicBezTo>
                  <a:pt x="1708926" y="262654"/>
                  <a:pt x="1705963" y="259563"/>
                  <a:pt x="1702228" y="257437"/>
                </a:cubicBezTo>
                <a:cubicBezTo>
                  <a:pt x="1698492" y="255312"/>
                  <a:pt x="1694499" y="254217"/>
                  <a:pt x="1690184" y="254217"/>
                </a:cubicBezTo>
                <a:close/>
                <a:moveTo>
                  <a:pt x="1476028" y="254217"/>
                </a:moveTo>
                <a:cubicBezTo>
                  <a:pt x="1471712" y="254217"/>
                  <a:pt x="1467783" y="255248"/>
                  <a:pt x="1464177" y="257373"/>
                </a:cubicBezTo>
                <a:cubicBezTo>
                  <a:pt x="1460570" y="259434"/>
                  <a:pt x="1457607" y="262526"/>
                  <a:pt x="1455353" y="266519"/>
                </a:cubicBezTo>
                <a:cubicBezTo>
                  <a:pt x="1453098" y="270512"/>
                  <a:pt x="1452004" y="275278"/>
                  <a:pt x="1452004" y="280753"/>
                </a:cubicBezTo>
                <a:cubicBezTo>
                  <a:pt x="1452004" y="286228"/>
                  <a:pt x="1453098" y="291058"/>
                  <a:pt x="1455353" y="295180"/>
                </a:cubicBezTo>
                <a:cubicBezTo>
                  <a:pt x="1457607" y="299302"/>
                  <a:pt x="1460570" y="302458"/>
                  <a:pt x="1464241" y="304648"/>
                </a:cubicBezTo>
                <a:cubicBezTo>
                  <a:pt x="1467912" y="306838"/>
                  <a:pt x="1471841" y="307933"/>
                  <a:pt x="1476028" y="307933"/>
                </a:cubicBezTo>
                <a:cubicBezTo>
                  <a:pt x="1480214" y="307933"/>
                  <a:pt x="1484336" y="306838"/>
                  <a:pt x="1488072" y="304713"/>
                </a:cubicBezTo>
                <a:cubicBezTo>
                  <a:pt x="1491807" y="302587"/>
                  <a:pt x="1494770" y="299496"/>
                  <a:pt x="1496960" y="295502"/>
                </a:cubicBezTo>
                <a:cubicBezTo>
                  <a:pt x="1499150" y="291509"/>
                  <a:pt x="1500245" y="286678"/>
                  <a:pt x="1500245" y="281075"/>
                </a:cubicBezTo>
                <a:cubicBezTo>
                  <a:pt x="1500245" y="275472"/>
                  <a:pt x="1499150" y="270705"/>
                  <a:pt x="1496960" y="266648"/>
                </a:cubicBezTo>
                <a:cubicBezTo>
                  <a:pt x="1494770" y="262654"/>
                  <a:pt x="1491807" y="259563"/>
                  <a:pt x="1488072" y="257437"/>
                </a:cubicBezTo>
                <a:cubicBezTo>
                  <a:pt x="1484336" y="255312"/>
                  <a:pt x="1480343" y="254217"/>
                  <a:pt x="1476028" y="254217"/>
                </a:cubicBezTo>
                <a:close/>
                <a:moveTo>
                  <a:pt x="916520" y="254217"/>
                </a:moveTo>
                <a:cubicBezTo>
                  <a:pt x="912204" y="254217"/>
                  <a:pt x="908276" y="255247"/>
                  <a:pt x="904669" y="257373"/>
                </a:cubicBezTo>
                <a:cubicBezTo>
                  <a:pt x="901062" y="259434"/>
                  <a:pt x="898099" y="262526"/>
                  <a:pt x="895845" y="266519"/>
                </a:cubicBezTo>
                <a:cubicBezTo>
                  <a:pt x="893591" y="270512"/>
                  <a:pt x="892496" y="275278"/>
                  <a:pt x="892496" y="280753"/>
                </a:cubicBezTo>
                <a:cubicBezTo>
                  <a:pt x="892496" y="286228"/>
                  <a:pt x="893591" y="291058"/>
                  <a:pt x="895845" y="295180"/>
                </a:cubicBezTo>
                <a:cubicBezTo>
                  <a:pt x="898099" y="299302"/>
                  <a:pt x="901062" y="302458"/>
                  <a:pt x="904733" y="304648"/>
                </a:cubicBezTo>
                <a:cubicBezTo>
                  <a:pt x="908404" y="306838"/>
                  <a:pt x="912333" y="307933"/>
                  <a:pt x="916520" y="307933"/>
                </a:cubicBezTo>
                <a:cubicBezTo>
                  <a:pt x="920706" y="307933"/>
                  <a:pt x="924828" y="306838"/>
                  <a:pt x="928564" y="304712"/>
                </a:cubicBezTo>
                <a:cubicBezTo>
                  <a:pt x="932300" y="302587"/>
                  <a:pt x="935262" y="299495"/>
                  <a:pt x="937452" y="295502"/>
                </a:cubicBezTo>
                <a:cubicBezTo>
                  <a:pt x="939642" y="291509"/>
                  <a:pt x="940737" y="286678"/>
                  <a:pt x="940737" y="281075"/>
                </a:cubicBezTo>
                <a:cubicBezTo>
                  <a:pt x="940737" y="275471"/>
                  <a:pt x="939642" y="270705"/>
                  <a:pt x="937452" y="266648"/>
                </a:cubicBezTo>
                <a:cubicBezTo>
                  <a:pt x="935262" y="262654"/>
                  <a:pt x="932300" y="259563"/>
                  <a:pt x="928564" y="257437"/>
                </a:cubicBezTo>
                <a:cubicBezTo>
                  <a:pt x="924828" y="255312"/>
                  <a:pt x="920835" y="254217"/>
                  <a:pt x="916520" y="254217"/>
                </a:cubicBezTo>
                <a:close/>
                <a:moveTo>
                  <a:pt x="499416" y="254217"/>
                </a:moveTo>
                <a:cubicBezTo>
                  <a:pt x="495100" y="254217"/>
                  <a:pt x="491171" y="255247"/>
                  <a:pt x="487565" y="257373"/>
                </a:cubicBezTo>
                <a:cubicBezTo>
                  <a:pt x="483958" y="259434"/>
                  <a:pt x="480995" y="262526"/>
                  <a:pt x="478741" y="266519"/>
                </a:cubicBezTo>
                <a:cubicBezTo>
                  <a:pt x="476487" y="270512"/>
                  <a:pt x="475392" y="275278"/>
                  <a:pt x="475392" y="280753"/>
                </a:cubicBezTo>
                <a:cubicBezTo>
                  <a:pt x="475392" y="286228"/>
                  <a:pt x="476487" y="291058"/>
                  <a:pt x="478741" y="295180"/>
                </a:cubicBezTo>
                <a:cubicBezTo>
                  <a:pt x="480995" y="299302"/>
                  <a:pt x="483958" y="302458"/>
                  <a:pt x="487629" y="304648"/>
                </a:cubicBezTo>
                <a:cubicBezTo>
                  <a:pt x="491300" y="306838"/>
                  <a:pt x="495229" y="307933"/>
                  <a:pt x="499416" y="307933"/>
                </a:cubicBezTo>
                <a:cubicBezTo>
                  <a:pt x="503602" y="307933"/>
                  <a:pt x="507724" y="306838"/>
                  <a:pt x="511460" y="304712"/>
                </a:cubicBezTo>
                <a:cubicBezTo>
                  <a:pt x="515195" y="302587"/>
                  <a:pt x="518158" y="299495"/>
                  <a:pt x="520348" y="295502"/>
                </a:cubicBezTo>
                <a:cubicBezTo>
                  <a:pt x="522538" y="291509"/>
                  <a:pt x="523633" y="286678"/>
                  <a:pt x="523633" y="281075"/>
                </a:cubicBezTo>
                <a:cubicBezTo>
                  <a:pt x="523633" y="275471"/>
                  <a:pt x="522538" y="270705"/>
                  <a:pt x="520348" y="266648"/>
                </a:cubicBezTo>
                <a:cubicBezTo>
                  <a:pt x="518158" y="262654"/>
                  <a:pt x="515195" y="259563"/>
                  <a:pt x="511460" y="257437"/>
                </a:cubicBezTo>
                <a:cubicBezTo>
                  <a:pt x="507724" y="255312"/>
                  <a:pt x="503731" y="254217"/>
                  <a:pt x="499416" y="254217"/>
                </a:cubicBezTo>
                <a:close/>
                <a:moveTo>
                  <a:pt x="167717" y="254217"/>
                </a:moveTo>
                <a:cubicBezTo>
                  <a:pt x="163401" y="254217"/>
                  <a:pt x="159472" y="255248"/>
                  <a:pt x="155866" y="257373"/>
                </a:cubicBezTo>
                <a:cubicBezTo>
                  <a:pt x="152259" y="259434"/>
                  <a:pt x="149296" y="262526"/>
                  <a:pt x="147042" y="266519"/>
                </a:cubicBezTo>
                <a:cubicBezTo>
                  <a:pt x="144788" y="270512"/>
                  <a:pt x="143693" y="275278"/>
                  <a:pt x="143693" y="280753"/>
                </a:cubicBezTo>
                <a:cubicBezTo>
                  <a:pt x="143693" y="286228"/>
                  <a:pt x="144788" y="291058"/>
                  <a:pt x="147042" y="295180"/>
                </a:cubicBezTo>
                <a:cubicBezTo>
                  <a:pt x="149296" y="299302"/>
                  <a:pt x="152259" y="302458"/>
                  <a:pt x="155930" y="304648"/>
                </a:cubicBezTo>
                <a:cubicBezTo>
                  <a:pt x="159601" y="306838"/>
                  <a:pt x="163530" y="307933"/>
                  <a:pt x="167717" y="307933"/>
                </a:cubicBezTo>
                <a:cubicBezTo>
                  <a:pt x="171903" y="307933"/>
                  <a:pt x="176025" y="306838"/>
                  <a:pt x="179761" y="304713"/>
                </a:cubicBezTo>
                <a:cubicBezTo>
                  <a:pt x="183496" y="302587"/>
                  <a:pt x="186459" y="299496"/>
                  <a:pt x="188649" y="295502"/>
                </a:cubicBezTo>
                <a:cubicBezTo>
                  <a:pt x="190839" y="291509"/>
                  <a:pt x="191934" y="286678"/>
                  <a:pt x="191934" y="281075"/>
                </a:cubicBezTo>
                <a:cubicBezTo>
                  <a:pt x="191934" y="275472"/>
                  <a:pt x="190839" y="270705"/>
                  <a:pt x="188649" y="266648"/>
                </a:cubicBezTo>
                <a:cubicBezTo>
                  <a:pt x="186459" y="262654"/>
                  <a:pt x="183496" y="259563"/>
                  <a:pt x="179761" y="257437"/>
                </a:cubicBezTo>
                <a:cubicBezTo>
                  <a:pt x="176025" y="255312"/>
                  <a:pt x="172032" y="254217"/>
                  <a:pt x="167717" y="254217"/>
                </a:cubicBezTo>
                <a:close/>
                <a:moveTo>
                  <a:pt x="2525292" y="254216"/>
                </a:moveTo>
                <a:cubicBezTo>
                  <a:pt x="2520976" y="254216"/>
                  <a:pt x="2517047" y="255247"/>
                  <a:pt x="2513441" y="257372"/>
                </a:cubicBezTo>
                <a:cubicBezTo>
                  <a:pt x="2509834" y="259433"/>
                  <a:pt x="2506871" y="262525"/>
                  <a:pt x="2504617" y="266518"/>
                </a:cubicBezTo>
                <a:cubicBezTo>
                  <a:pt x="2502362" y="270511"/>
                  <a:pt x="2501268" y="275277"/>
                  <a:pt x="2501268" y="280752"/>
                </a:cubicBezTo>
                <a:cubicBezTo>
                  <a:pt x="2501268" y="286227"/>
                  <a:pt x="2502362" y="291057"/>
                  <a:pt x="2504617" y="295179"/>
                </a:cubicBezTo>
                <a:cubicBezTo>
                  <a:pt x="2506871" y="299301"/>
                  <a:pt x="2509834" y="302457"/>
                  <a:pt x="2513505" y="304647"/>
                </a:cubicBezTo>
                <a:cubicBezTo>
                  <a:pt x="2517176" y="306837"/>
                  <a:pt x="2521105" y="307932"/>
                  <a:pt x="2525292" y="307932"/>
                </a:cubicBezTo>
                <a:cubicBezTo>
                  <a:pt x="2529478" y="307932"/>
                  <a:pt x="2533600" y="306837"/>
                  <a:pt x="2537336" y="304712"/>
                </a:cubicBezTo>
                <a:cubicBezTo>
                  <a:pt x="2541072" y="302586"/>
                  <a:pt x="2544034" y="299495"/>
                  <a:pt x="2546224" y="295501"/>
                </a:cubicBezTo>
                <a:cubicBezTo>
                  <a:pt x="2548414" y="291508"/>
                  <a:pt x="2549509" y="286678"/>
                  <a:pt x="2549509" y="281074"/>
                </a:cubicBezTo>
                <a:cubicBezTo>
                  <a:pt x="2549509" y="275471"/>
                  <a:pt x="2548414" y="270705"/>
                  <a:pt x="2546224" y="266647"/>
                </a:cubicBezTo>
                <a:cubicBezTo>
                  <a:pt x="2544034" y="262654"/>
                  <a:pt x="2541072" y="259562"/>
                  <a:pt x="2537336" y="257437"/>
                </a:cubicBezTo>
                <a:cubicBezTo>
                  <a:pt x="2533600" y="255311"/>
                  <a:pt x="2529607" y="254216"/>
                  <a:pt x="2525292" y="254216"/>
                </a:cubicBezTo>
                <a:close/>
                <a:moveTo>
                  <a:pt x="2413674" y="254216"/>
                </a:moveTo>
                <a:cubicBezTo>
                  <a:pt x="2409358" y="254216"/>
                  <a:pt x="2405429" y="255247"/>
                  <a:pt x="2401823" y="257372"/>
                </a:cubicBezTo>
                <a:cubicBezTo>
                  <a:pt x="2398216" y="259433"/>
                  <a:pt x="2395253" y="262525"/>
                  <a:pt x="2392999" y="266518"/>
                </a:cubicBezTo>
                <a:cubicBezTo>
                  <a:pt x="2390744" y="270511"/>
                  <a:pt x="2389649" y="275278"/>
                  <a:pt x="2389649" y="280752"/>
                </a:cubicBezTo>
                <a:cubicBezTo>
                  <a:pt x="2389649" y="286227"/>
                  <a:pt x="2390744" y="291057"/>
                  <a:pt x="2392999" y="295180"/>
                </a:cubicBezTo>
                <a:cubicBezTo>
                  <a:pt x="2395253" y="299302"/>
                  <a:pt x="2398216" y="302458"/>
                  <a:pt x="2401887" y="304647"/>
                </a:cubicBezTo>
                <a:cubicBezTo>
                  <a:pt x="2405558" y="306837"/>
                  <a:pt x="2409487" y="307932"/>
                  <a:pt x="2413674" y="307932"/>
                </a:cubicBezTo>
                <a:cubicBezTo>
                  <a:pt x="2417860" y="307932"/>
                  <a:pt x="2421982" y="306837"/>
                  <a:pt x="2425718" y="304712"/>
                </a:cubicBezTo>
                <a:cubicBezTo>
                  <a:pt x="2429454" y="302586"/>
                  <a:pt x="2432416" y="299495"/>
                  <a:pt x="2434606" y="295502"/>
                </a:cubicBezTo>
                <a:cubicBezTo>
                  <a:pt x="2436796" y="291508"/>
                  <a:pt x="2437891" y="286678"/>
                  <a:pt x="2437891" y="281074"/>
                </a:cubicBezTo>
                <a:cubicBezTo>
                  <a:pt x="2437891" y="275471"/>
                  <a:pt x="2436796" y="270705"/>
                  <a:pt x="2434606" y="266647"/>
                </a:cubicBezTo>
                <a:cubicBezTo>
                  <a:pt x="2432416" y="262654"/>
                  <a:pt x="2429454" y="259562"/>
                  <a:pt x="2425718" y="257437"/>
                </a:cubicBezTo>
                <a:cubicBezTo>
                  <a:pt x="2421982" y="255311"/>
                  <a:pt x="2417989" y="254216"/>
                  <a:pt x="2413674" y="254216"/>
                </a:cubicBezTo>
                <a:close/>
                <a:moveTo>
                  <a:pt x="1868335" y="254216"/>
                </a:moveTo>
                <a:cubicBezTo>
                  <a:pt x="1864019" y="254216"/>
                  <a:pt x="1860090" y="255247"/>
                  <a:pt x="1856484" y="257372"/>
                </a:cubicBezTo>
                <a:cubicBezTo>
                  <a:pt x="1852877" y="259433"/>
                  <a:pt x="1849914" y="262525"/>
                  <a:pt x="1847660" y="266518"/>
                </a:cubicBezTo>
                <a:cubicBezTo>
                  <a:pt x="1845405" y="270511"/>
                  <a:pt x="1844311" y="275277"/>
                  <a:pt x="1844311" y="280752"/>
                </a:cubicBezTo>
                <a:cubicBezTo>
                  <a:pt x="1844311" y="286227"/>
                  <a:pt x="1845405" y="291057"/>
                  <a:pt x="1847660" y="295179"/>
                </a:cubicBezTo>
                <a:cubicBezTo>
                  <a:pt x="1849914" y="299301"/>
                  <a:pt x="1852877" y="302457"/>
                  <a:pt x="1856548" y="304647"/>
                </a:cubicBezTo>
                <a:cubicBezTo>
                  <a:pt x="1860219" y="306837"/>
                  <a:pt x="1864148" y="307932"/>
                  <a:pt x="1868335" y="307932"/>
                </a:cubicBezTo>
                <a:cubicBezTo>
                  <a:pt x="1872521" y="307932"/>
                  <a:pt x="1876643" y="306837"/>
                  <a:pt x="1880379" y="304712"/>
                </a:cubicBezTo>
                <a:cubicBezTo>
                  <a:pt x="1884115" y="302586"/>
                  <a:pt x="1887077" y="299495"/>
                  <a:pt x="1889267" y="295501"/>
                </a:cubicBezTo>
                <a:cubicBezTo>
                  <a:pt x="1891457" y="291508"/>
                  <a:pt x="1892552" y="286678"/>
                  <a:pt x="1892552" y="281074"/>
                </a:cubicBezTo>
                <a:cubicBezTo>
                  <a:pt x="1892552" y="275471"/>
                  <a:pt x="1891457" y="270705"/>
                  <a:pt x="1889267" y="266647"/>
                </a:cubicBezTo>
                <a:cubicBezTo>
                  <a:pt x="1887077" y="262654"/>
                  <a:pt x="1884115" y="259562"/>
                  <a:pt x="1880379" y="257437"/>
                </a:cubicBezTo>
                <a:cubicBezTo>
                  <a:pt x="1876643" y="255311"/>
                  <a:pt x="1872650" y="254216"/>
                  <a:pt x="1868335" y="254216"/>
                </a:cubicBezTo>
                <a:close/>
                <a:moveTo>
                  <a:pt x="1136987" y="254216"/>
                </a:moveTo>
                <a:cubicBezTo>
                  <a:pt x="1132671" y="254216"/>
                  <a:pt x="1128742" y="255247"/>
                  <a:pt x="1125136" y="257372"/>
                </a:cubicBezTo>
                <a:cubicBezTo>
                  <a:pt x="1121529" y="259433"/>
                  <a:pt x="1118566" y="262525"/>
                  <a:pt x="1116312" y="266518"/>
                </a:cubicBezTo>
                <a:cubicBezTo>
                  <a:pt x="1114057" y="270511"/>
                  <a:pt x="1112963" y="275277"/>
                  <a:pt x="1112963" y="280752"/>
                </a:cubicBezTo>
                <a:cubicBezTo>
                  <a:pt x="1112963" y="286227"/>
                  <a:pt x="1114057" y="291057"/>
                  <a:pt x="1116312" y="295179"/>
                </a:cubicBezTo>
                <a:cubicBezTo>
                  <a:pt x="1118566" y="299301"/>
                  <a:pt x="1121529" y="302457"/>
                  <a:pt x="1125200" y="304647"/>
                </a:cubicBezTo>
                <a:cubicBezTo>
                  <a:pt x="1128871" y="306837"/>
                  <a:pt x="1132800" y="307932"/>
                  <a:pt x="1136987" y="307932"/>
                </a:cubicBezTo>
                <a:cubicBezTo>
                  <a:pt x="1141173" y="307932"/>
                  <a:pt x="1145295" y="306837"/>
                  <a:pt x="1149031" y="304712"/>
                </a:cubicBezTo>
                <a:cubicBezTo>
                  <a:pt x="1152766" y="302586"/>
                  <a:pt x="1155729" y="299495"/>
                  <a:pt x="1157919" y="295501"/>
                </a:cubicBezTo>
                <a:cubicBezTo>
                  <a:pt x="1160109" y="291508"/>
                  <a:pt x="1161204" y="286678"/>
                  <a:pt x="1161204" y="281074"/>
                </a:cubicBezTo>
                <a:cubicBezTo>
                  <a:pt x="1161204" y="275471"/>
                  <a:pt x="1160109" y="270705"/>
                  <a:pt x="1157919" y="266647"/>
                </a:cubicBezTo>
                <a:cubicBezTo>
                  <a:pt x="1155729" y="262654"/>
                  <a:pt x="1152766" y="259562"/>
                  <a:pt x="1149031" y="257437"/>
                </a:cubicBezTo>
                <a:cubicBezTo>
                  <a:pt x="1145295" y="255311"/>
                  <a:pt x="1141302" y="254216"/>
                  <a:pt x="1136987" y="254216"/>
                </a:cubicBezTo>
                <a:close/>
                <a:moveTo>
                  <a:pt x="2068835" y="254088"/>
                </a:moveTo>
                <a:cubicBezTo>
                  <a:pt x="2062266" y="254088"/>
                  <a:pt x="2056726" y="256407"/>
                  <a:pt x="2052282" y="261109"/>
                </a:cubicBezTo>
                <a:cubicBezTo>
                  <a:pt x="2047838" y="265810"/>
                  <a:pt x="2045584" y="272444"/>
                  <a:pt x="2045584" y="281075"/>
                </a:cubicBezTo>
                <a:cubicBezTo>
                  <a:pt x="2045584" y="289706"/>
                  <a:pt x="2047774" y="296404"/>
                  <a:pt x="2052089" y="301106"/>
                </a:cubicBezTo>
                <a:cubicBezTo>
                  <a:pt x="2056404" y="305743"/>
                  <a:pt x="2061879" y="308126"/>
                  <a:pt x="2068449" y="308126"/>
                </a:cubicBezTo>
                <a:cubicBezTo>
                  <a:pt x="2072635" y="308126"/>
                  <a:pt x="2076564" y="307096"/>
                  <a:pt x="2080235" y="305099"/>
                </a:cubicBezTo>
                <a:lnTo>
                  <a:pt x="2080235" y="305035"/>
                </a:lnTo>
                <a:cubicBezTo>
                  <a:pt x="2083906" y="303038"/>
                  <a:pt x="2086869" y="299946"/>
                  <a:pt x="2089059" y="295889"/>
                </a:cubicBezTo>
                <a:cubicBezTo>
                  <a:pt x="2091249" y="291831"/>
                  <a:pt x="2092344" y="286872"/>
                  <a:pt x="2092344" y="281075"/>
                </a:cubicBezTo>
                <a:cubicBezTo>
                  <a:pt x="2092344" y="272380"/>
                  <a:pt x="2090090" y="265746"/>
                  <a:pt x="2085517" y="261109"/>
                </a:cubicBezTo>
                <a:cubicBezTo>
                  <a:pt x="2080944" y="256471"/>
                  <a:pt x="2075405" y="254088"/>
                  <a:pt x="2068835" y="254088"/>
                </a:cubicBezTo>
                <a:close/>
                <a:moveTo>
                  <a:pt x="2634398" y="252929"/>
                </a:moveTo>
                <a:cubicBezTo>
                  <a:pt x="2628666" y="252929"/>
                  <a:pt x="2623900" y="254668"/>
                  <a:pt x="2619971" y="258146"/>
                </a:cubicBezTo>
                <a:cubicBezTo>
                  <a:pt x="2616107" y="261624"/>
                  <a:pt x="2613659" y="266390"/>
                  <a:pt x="2612822" y="272573"/>
                </a:cubicBezTo>
                <a:lnTo>
                  <a:pt x="2656104" y="272573"/>
                </a:lnTo>
                <a:lnTo>
                  <a:pt x="2656168" y="272509"/>
                </a:lnTo>
                <a:cubicBezTo>
                  <a:pt x="2656039" y="266583"/>
                  <a:pt x="2653914" y="261817"/>
                  <a:pt x="2649727" y="258275"/>
                </a:cubicBezTo>
                <a:cubicBezTo>
                  <a:pt x="2645541" y="254732"/>
                  <a:pt x="2640453" y="252929"/>
                  <a:pt x="2634398" y="252929"/>
                </a:cubicBezTo>
                <a:close/>
                <a:moveTo>
                  <a:pt x="719046" y="235538"/>
                </a:moveTo>
                <a:lnTo>
                  <a:pt x="744873" y="235538"/>
                </a:lnTo>
                <a:lnTo>
                  <a:pt x="768382" y="299237"/>
                </a:lnTo>
                <a:lnTo>
                  <a:pt x="792277" y="235538"/>
                </a:lnTo>
                <a:lnTo>
                  <a:pt x="816790" y="235538"/>
                </a:lnTo>
                <a:lnTo>
                  <a:pt x="760331" y="369828"/>
                </a:lnTo>
                <a:lnTo>
                  <a:pt x="735792" y="369828"/>
                </a:lnTo>
                <a:lnTo>
                  <a:pt x="755565" y="324421"/>
                </a:lnTo>
                <a:close/>
                <a:moveTo>
                  <a:pt x="1326152" y="235474"/>
                </a:moveTo>
                <a:lnTo>
                  <a:pt x="1350820" y="235474"/>
                </a:lnTo>
                <a:lnTo>
                  <a:pt x="1373846" y="305324"/>
                </a:lnTo>
                <a:lnTo>
                  <a:pt x="1373814" y="305421"/>
                </a:lnTo>
                <a:lnTo>
                  <a:pt x="1373878" y="305421"/>
                </a:lnTo>
                <a:lnTo>
                  <a:pt x="1373846" y="305324"/>
                </a:lnTo>
                <a:lnTo>
                  <a:pt x="1396872" y="235474"/>
                </a:lnTo>
                <a:lnTo>
                  <a:pt x="1421411" y="235474"/>
                </a:lnTo>
                <a:lnTo>
                  <a:pt x="1387661" y="326675"/>
                </a:lnTo>
                <a:lnTo>
                  <a:pt x="1359708" y="326675"/>
                </a:lnTo>
                <a:close/>
                <a:moveTo>
                  <a:pt x="816817" y="235474"/>
                </a:moveTo>
                <a:lnTo>
                  <a:pt x="816817" y="235538"/>
                </a:lnTo>
                <a:lnTo>
                  <a:pt x="816790" y="235538"/>
                </a:lnTo>
                <a:close/>
                <a:moveTo>
                  <a:pt x="1037026" y="234186"/>
                </a:moveTo>
                <a:cubicBezTo>
                  <a:pt x="1047911" y="234186"/>
                  <a:pt x="1056670" y="237600"/>
                  <a:pt x="1063369" y="244491"/>
                </a:cubicBezTo>
                <a:lnTo>
                  <a:pt x="1063369" y="244427"/>
                </a:lnTo>
                <a:cubicBezTo>
                  <a:pt x="1070067" y="251254"/>
                  <a:pt x="1073416" y="260851"/>
                  <a:pt x="1073416" y="273153"/>
                </a:cubicBezTo>
                <a:lnTo>
                  <a:pt x="1073416" y="326675"/>
                </a:lnTo>
                <a:lnTo>
                  <a:pt x="1050358" y="326675"/>
                </a:lnTo>
                <a:lnTo>
                  <a:pt x="1050358" y="276309"/>
                </a:lnTo>
                <a:cubicBezTo>
                  <a:pt x="1050358" y="269095"/>
                  <a:pt x="1048555" y="263491"/>
                  <a:pt x="1044948" y="259627"/>
                </a:cubicBezTo>
                <a:cubicBezTo>
                  <a:pt x="1041341" y="255763"/>
                  <a:pt x="1036382" y="253766"/>
                  <a:pt x="1030134" y="253766"/>
                </a:cubicBezTo>
                <a:cubicBezTo>
                  <a:pt x="1023887" y="253766"/>
                  <a:pt x="1018734" y="255698"/>
                  <a:pt x="1015063" y="259627"/>
                </a:cubicBezTo>
                <a:cubicBezTo>
                  <a:pt x="1011392" y="263491"/>
                  <a:pt x="1009524" y="269095"/>
                  <a:pt x="1009524" y="276309"/>
                </a:cubicBezTo>
                <a:lnTo>
                  <a:pt x="1009524" y="326675"/>
                </a:lnTo>
                <a:lnTo>
                  <a:pt x="986466" y="326675"/>
                </a:lnTo>
                <a:lnTo>
                  <a:pt x="986466" y="235474"/>
                </a:lnTo>
                <a:lnTo>
                  <a:pt x="1009524" y="235474"/>
                </a:lnTo>
                <a:lnTo>
                  <a:pt x="1009524" y="246810"/>
                </a:lnTo>
                <a:cubicBezTo>
                  <a:pt x="1012615" y="242881"/>
                  <a:pt x="1016544" y="239789"/>
                  <a:pt x="1021311" y="237535"/>
                </a:cubicBezTo>
                <a:cubicBezTo>
                  <a:pt x="1026077" y="235281"/>
                  <a:pt x="1031294" y="234186"/>
                  <a:pt x="1037026" y="234186"/>
                </a:cubicBezTo>
                <a:close/>
                <a:moveTo>
                  <a:pt x="2356544" y="234122"/>
                </a:moveTo>
                <a:lnTo>
                  <a:pt x="2356544" y="258339"/>
                </a:lnTo>
                <a:lnTo>
                  <a:pt x="2350425" y="258339"/>
                </a:lnTo>
                <a:cubicBezTo>
                  <a:pt x="2343212" y="258339"/>
                  <a:pt x="2337737" y="260014"/>
                  <a:pt x="2334066" y="263427"/>
                </a:cubicBezTo>
                <a:cubicBezTo>
                  <a:pt x="2330395" y="266841"/>
                  <a:pt x="2328527" y="272767"/>
                  <a:pt x="2328527" y="281204"/>
                </a:cubicBezTo>
                <a:lnTo>
                  <a:pt x="2328527" y="326611"/>
                </a:lnTo>
                <a:lnTo>
                  <a:pt x="2305469" y="326611"/>
                </a:lnTo>
                <a:lnTo>
                  <a:pt x="2305469" y="235410"/>
                </a:lnTo>
                <a:lnTo>
                  <a:pt x="2328527" y="235410"/>
                </a:lnTo>
                <a:lnTo>
                  <a:pt x="2328527" y="249580"/>
                </a:lnTo>
                <a:cubicBezTo>
                  <a:pt x="2331490" y="244749"/>
                  <a:pt x="2335354" y="240949"/>
                  <a:pt x="2340120" y="238244"/>
                </a:cubicBezTo>
                <a:lnTo>
                  <a:pt x="2340185" y="238244"/>
                </a:lnTo>
                <a:cubicBezTo>
                  <a:pt x="2344951" y="235475"/>
                  <a:pt x="2350425" y="234122"/>
                  <a:pt x="2356544" y="234122"/>
                </a:cubicBezTo>
                <a:close/>
                <a:moveTo>
                  <a:pt x="2182902" y="234122"/>
                </a:moveTo>
                <a:cubicBezTo>
                  <a:pt x="2190051" y="234122"/>
                  <a:pt x="2196427" y="235603"/>
                  <a:pt x="2201966" y="238631"/>
                </a:cubicBezTo>
                <a:cubicBezTo>
                  <a:pt x="2207570" y="241658"/>
                  <a:pt x="2211885" y="245973"/>
                  <a:pt x="2214977" y="251576"/>
                </a:cubicBezTo>
                <a:cubicBezTo>
                  <a:pt x="2217939" y="246295"/>
                  <a:pt x="2222255" y="242109"/>
                  <a:pt x="2227923" y="238888"/>
                </a:cubicBezTo>
                <a:cubicBezTo>
                  <a:pt x="2233591" y="235732"/>
                  <a:pt x="2239709" y="234122"/>
                  <a:pt x="2246279" y="234122"/>
                </a:cubicBezTo>
                <a:cubicBezTo>
                  <a:pt x="2257486" y="234122"/>
                  <a:pt x="2266503" y="237536"/>
                  <a:pt x="2273330" y="244427"/>
                </a:cubicBezTo>
                <a:cubicBezTo>
                  <a:pt x="2280157" y="251254"/>
                  <a:pt x="2283635" y="260851"/>
                  <a:pt x="2283635" y="273153"/>
                </a:cubicBezTo>
                <a:lnTo>
                  <a:pt x="2283635" y="326676"/>
                </a:lnTo>
                <a:lnTo>
                  <a:pt x="2260577" y="326676"/>
                </a:lnTo>
                <a:lnTo>
                  <a:pt x="2260577" y="276309"/>
                </a:lnTo>
                <a:cubicBezTo>
                  <a:pt x="2260577" y="269160"/>
                  <a:pt x="2258774" y="263685"/>
                  <a:pt x="2255167" y="259949"/>
                </a:cubicBezTo>
                <a:cubicBezTo>
                  <a:pt x="2251560" y="256149"/>
                  <a:pt x="2246601" y="254282"/>
                  <a:pt x="2240353" y="254282"/>
                </a:cubicBezTo>
                <a:cubicBezTo>
                  <a:pt x="2234106" y="254282"/>
                  <a:pt x="2229146" y="256149"/>
                  <a:pt x="2225475" y="259949"/>
                </a:cubicBezTo>
                <a:cubicBezTo>
                  <a:pt x="2221804" y="263749"/>
                  <a:pt x="2219936" y="269224"/>
                  <a:pt x="2219936" y="276309"/>
                </a:cubicBezTo>
                <a:lnTo>
                  <a:pt x="2219936" y="326676"/>
                </a:lnTo>
                <a:lnTo>
                  <a:pt x="2196878" y="326676"/>
                </a:lnTo>
                <a:lnTo>
                  <a:pt x="2196878" y="276309"/>
                </a:lnTo>
                <a:cubicBezTo>
                  <a:pt x="2196878" y="269160"/>
                  <a:pt x="2195075" y="263685"/>
                  <a:pt x="2191468" y="259949"/>
                </a:cubicBezTo>
                <a:cubicBezTo>
                  <a:pt x="2187861" y="256149"/>
                  <a:pt x="2182902" y="254282"/>
                  <a:pt x="2176654" y="254282"/>
                </a:cubicBezTo>
                <a:cubicBezTo>
                  <a:pt x="2170407" y="254282"/>
                  <a:pt x="2165254" y="256149"/>
                  <a:pt x="2161583" y="259949"/>
                </a:cubicBezTo>
                <a:cubicBezTo>
                  <a:pt x="2157912" y="263749"/>
                  <a:pt x="2156044" y="269224"/>
                  <a:pt x="2156044" y="276309"/>
                </a:cubicBezTo>
                <a:lnTo>
                  <a:pt x="2156044" y="326676"/>
                </a:lnTo>
                <a:lnTo>
                  <a:pt x="2132986" y="326676"/>
                </a:lnTo>
                <a:lnTo>
                  <a:pt x="2132986" y="235475"/>
                </a:lnTo>
                <a:lnTo>
                  <a:pt x="2156044" y="235475"/>
                </a:lnTo>
                <a:lnTo>
                  <a:pt x="2156044" y="246488"/>
                </a:lnTo>
                <a:cubicBezTo>
                  <a:pt x="2159007" y="242624"/>
                  <a:pt x="2162807" y="239661"/>
                  <a:pt x="2167508" y="237407"/>
                </a:cubicBezTo>
                <a:cubicBezTo>
                  <a:pt x="2172210" y="235153"/>
                  <a:pt x="2177298" y="234122"/>
                  <a:pt x="2182902" y="234122"/>
                </a:cubicBezTo>
                <a:close/>
                <a:moveTo>
                  <a:pt x="1811205" y="234122"/>
                </a:moveTo>
                <a:lnTo>
                  <a:pt x="1811205" y="258339"/>
                </a:lnTo>
                <a:lnTo>
                  <a:pt x="1805087" y="258339"/>
                </a:lnTo>
                <a:cubicBezTo>
                  <a:pt x="1797873" y="258339"/>
                  <a:pt x="1792398" y="260014"/>
                  <a:pt x="1788727" y="263427"/>
                </a:cubicBezTo>
                <a:cubicBezTo>
                  <a:pt x="1785056" y="266841"/>
                  <a:pt x="1783188" y="272767"/>
                  <a:pt x="1783188" y="281204"/>
                </a:cubicBezTo>
                <a:lnTo>
                  <a:pt x="1783188" y="326611"/>
                </a:lnTo>
                <a:lnTo>
                  <a:pt x="1760130" y="326611"/>
                </a:lnTo>
                <a:lnTo>
                  <a:pt x="1760130" y="235410"/>
                </a:lnTo>
                <a:lnTo>
                  <a:pt x="1783188" y="235410"/>
                </a:lnTo>
                <a:lnTo>
                  <a:pt x="1783188" y="249580"/>
                </a:lnTo>
                <a:cubicBezTo>
                  <a:pt x="1786151" y="244749"/>
                  <a:pt x="1790015" y="240949"/>
                  <a:pt x="1794781" y="238244"/>
                </a:cubicBezTo>
                <a:lnTo>
                  <a:pt x="1794846" y="238244"/>
                </a:lnTo>
                <a:cubicBezTo>
                  <a:pt x="1799612" y="235475"/>
                  <a:pt x="1805087" y="234122"/>
                  <a:pt x="1811205" y="234122"/>
                </a:cubicBezTo>
                <a:close/>
                <a:moveTo>
                  <a:pt x="442286" y="234122"/>
                </a:moveTo>
                <a:lnTo>
                  <a:pt x="442286" y="258339"/>
                </a:lnTo>
                <a:lnTo>
                  <a:pt x="436167" y="258339"/>
                </a:lnTo>
                <a:cubicBezTo>
                  <a:pt x="428954" y="258339"/>
                  <a:pt x="423479" y="260014"/>
                  <a:pt x="419808" y="263427"/>
                </a:cubicBezTo>
                <a:cubicBezTo>
                  <a:pt x="416137" y="266841"/>
                  <a:pt x="414269" y="272767"/>
                  <a:pt x="414269" y="281204"/>
                </a:cubicBezTo>
                <a:lnTo>
                  <a:pt x="414269" y="326611"/>
                </a:lnTo>
                <a:lnTo>
                  <a:pt x="391211" y="326611"/>
                </a:lnTo>
                <a:lnTo>
                  <a:pt x="391211" y="235410"/>
                </a:lnTo>
                <a:lnTo>
                  <a:pt x="414269" y="235410"/>
                </a:lnTo>
                <a:lnTo>
                  <a:pt x="414269" y="249580"/>
                </a:lnTo>
                <a:cubicBezTo>
                  <a:pt x="417232" y="244749"/>
                  <a:pt x="421096" y="240949"/>
                  <a:pt x="425862" y="238244"/>
                </a:cubicBezTo>
                <a:lnTo>
                  <a:pt x="425927" y="238244"/>
                </a:lnTo>
                <a:cubicBezTo>
                  <a:pt x="430693" y="235475"/>
                  <a:pt x="436167" y="234122"/>
                  <a:pt x="442286" y="234122"/>
                </a:cubicBezTo>
                <a:close/>
                <a:moveTo>
                  <a:pt x="2635042" y="233993"/>
                </a:moveTo>
                <a:cubicBezTo>
                  <a:pt x="2644059" y="233993"/>
                  <a:pt x="2651466" y="235861"/>
                  <a:pt x="2658358" y="239596"/>
                </a:cubicBezTo>
                <a:cubicBezTo>
                  <a:pt x="2665185" y="243332"/>
                  <a:pt x="2670531" y="248614"/>
                  <a:pt x="2674331" y="255505"/>
                </a:cubicBezTo>
                <a:cubicBezTo>
                  <a:pt x="2678131" y="262332"/>
                  <a:pt x="2679999" y="270254"/>
                  <a:pt x="2679999" y="279143"/>
                </a:cubicBezTo>
                <a:cubicBezTo>
                  <a:pt x="2679999" y="282427"/>
                  <a:pt x="2679806" y="285390"/>
                  <a:pt x="2679355" y="288031"/>
                </a:cubicBezTo>
                <a:lnTo>
                  <a:pt x="2679355" y="287967"/>
                </a:lnTo>
                <a:lnTo>
                  <a:pt x="2612693" y="287967"/>
                </a:lnTo>
                <a:cubicBezTo>
                  <a:pt x="2613208" y="294536"/>
                  <a:pt x="2615527" y="299689"/>
                  <a:pt x="2619585" y="303424"/>
                </a:cubicBezTo>
                <a:cubicBezTo>
                  <a:pt x="2623642" y="307160"/>
                  <a:pt x="2628666" y="309028"/>
                  <a:pt x="2634592" y="309028"/>
                </a:cubicBezTo>
                <a:cubicBezTo>
                  <a:pt x="2643158" y="309028"/>
                  <a:pt x="2649212" y="305357"/>
                  <a:pt x="2652883" y="298014"/>
                </a:cubicBezTo>
                <a:lnTo>
                  <a:pt x="2677745" y="298014"/>
                </a:lnTo>
                <a:cubicBezTo>
                  <a:pt x="2675104" y="306774"/>
                  <a:pt x="2670080" y="313987"/>
                  <a:pt x="2662609" y="319655"/>
                </a:cubicBezTo>
                <a:cubicBezTo>
                  <a:pt x="2655138" y="325323"/>
                  <a:pt x="2645992" y="328157"/>
                  <a:pt x="2635107" y="328157"/>
                </a:cubicBezTo>
                <a:cubicBezTo>
                  <a:pt x="2626347" y="328157"/>
                  <a:pt x="2618425" y="326225"/>
                  <a:pt x="2611469" y="322296"/>
                </a:cubicBezTo>
                <a:cubicBezTo>
                  <a:pt x="2604513" y="318431"/>
                  <a:pt x="2599039" y="312892"/>
                  <a:pt x="2595174" y="305743"/>
                </a:cubicBezTo>
                <a:cubicBezTo>
                  <a:pt x="2591310" y="298594"/>
                  <a:pt x="2589313" y="290350"/>
                  <a:pt x="2589313" y="281075"/>
                </a:cubicBezTo>
                <a:cubicBezTo>
                  <a:pt x="2589313" y="271800"/>
                  <a:pt x="2591245" y="263363"/>
                  <a:pt x="2595045" y="256214"/>
                </a:cubicBezTo>
                <a:cubicBezTo>
                  <a:pt x="2598910" y="249064"/>
                  <a:pt x="2604256" y="243590"/>
                  <a:pt x="2611147" y="239725"/>
                </a:cubicBezTo>
                <a:cubicBezTo>
                  <a:pt x="2618039" y="235861"/>
                  <a:pt x="2626025" y="233993"/>
                  <a:pt x="2635042" y="233993"/>
                </a:cubicBezTo>
                <a:close/>
                <a:moveTo>
                  <a:pt x="2069157" y="233993"/>
                </a:moveTo>
                <a:cubicBezTo>
                  <a:pt x="2077981" y="233993"/>
                  <a:pt x="2085903" y="235925"/>
                  <a:pt x="2093052" y="239854"/>
                </a:cubicBezTo>
                <a:cubicBezTo>
                  <a:pt x="2100201" y="243719"/>
                  <a:pt x="2105805" y="249258"/>
                  <a:pt x="2109927" y="256407"/>
                </a:cubicBezTo>
                <a:cubicBezTo>
                  <a:pt x="2114049" y="263556"/>
                  <a:pt x="2116110" y="271800"/>
                  <a:pt x="2116110" y="281075"/>
                </a:cubicBezTo>
                <a:cubicBezTo>
                  <a:pt x="2116110" y="290350"/>
                  <a:pt x="2113985" y="298658"/>
                  <a:pt x="2109798" y="305743"/>
                </a:cubicBezTo>
                <a:cubicBezTo>
                  <a:pt x="2105612" y="312828"/>
                  <a:pt x="2099880" y="318367"/>
                  <a:pt x="2092666" y="322296"/>
                </a:cubicBezTo>
                <a:cubicBezTo>
                  <a:pt x="2085452" y="326160"/>
                  <a:pt x="2077466" y="328157"/>
                  <a:pt x="2068578" y="328157"/>
                </a:cubicBezTo>
                <a:cubicBezTo>
                  <a:pt x="2059689" y="328157"/>
                  <a:pt x="2051896" y="326225"/>
                  <a:pt x="2044875" y="322296"/>
                </a:cubicBezTo>
                <a:lnTo>
                  <a:pt x="2044747" y="322296"/>
                </a:lnTo>
                <a:cubicBezTo>
                  <a:pt x="2037726" y="318431"/>
                  <a:pt x="2032187" y="312892"/>
                  <a:pt x="2028194" y="305743"/>
                </a:cubicBezTo>
                <a:cubicBezTo>
                  <a:pt x="2024201" y="298594"/>
                  <a:pt x="2022204" y="290350"/>
                  <a:pt x="2022204" y="281075"/>
                </a:cubicBezTo>
                <a:cubicBezTo>
                  <a:pt x="2022204" y="271800"/>
                  <a:pt x="2024265" y="263492"/>
                  <a:pt x="2028387" y="256407"/>
                </a:cubicBezTo>
                <a:cubicBezTo>
                  <a:pt x="2032509" y="249258"/>
                  <a:pt x="2038113" y="243783"/>
                  <a:pt x="2045262" y="239854"/>
                </a:cubicBezTo>
                <a:cubicBezTo>
                  <a:pt x="2052411" y="235990"/>
                  <a:pt x="2060333" y="233993"/>
                  <a:pt x="2069157" y="233993"/>
                </a:cubicBezTo>
                <a:close/>
                <a:moveTo>
                  <a:pt x="1971516" y="233993"/>
                </a:moveTo>
                <a:cubicBezTo>
                  <a:pt x="1982401" y="233993"/>
                  <a:pt x="1991031" y="236698"/>
                  <a:pt x="1997536" y="242173"/>
                </a:cubicBezTo>
                <a:cubicBezTo>
                  <a:pt x="2003977" y="247583"/>
                  <a:pt x="2007584" y="254925"/>
                  <a:pt x="2008228" y="264136"/>
                </a:cubicBezTo>
                <a:lnTo>
                  <a:pt x="1986201" y="264136"/>
                </a:lnTo>
                <a:cubicBezTo>
                  <a:pt x="1985878" y="260529"/>
                  <a:pt x="1984333" y="257631"/>
                  <a:pt x="1981692" y="255505"/>
                </a:cubicBezTo>
                <a:cubicBezTo>
                  <a:pt x="1978987" y="253380"/>
                  <a:pt x="1975380" y="252285"/>
                  <a:pt x="1970936" y="252285"/>
                </a:cubicBezTo>
                <a:cubicBezTo>
                  <a:pt x="1966749" y="252285"/>
                  <a:pt x="1963529" y="253058"/>
                  <a:pt x="1961275" y="254603"/>
                </a:cubicBezTo>
                <a:cubicBezTo>
                  <a:pt x="1959021" y="256149"/>
                  <a:pt x="1957926" y="258275"/>
                  <a:pt x="1957926" y="261044"/>
                </a:cubicBezTo>
                <a:cubicBezTo>
                  <a:pt x="1957926" y="264136"/>
                  <a:pt x="1959471" y="266454"/>
                  <a:pt x="1962563" y="268065"/>
                </a:cubicBezTo>
                <a:cubicBezTo>
                  <a:pt x="1965655" y="269675"/>
                  <a:pt x="1970421" y="271285"/>
                  <a:pt x="1976861" y="272895"/>
                </a:cubicBezTo>
                <a:cubicBezTo>
                  <a:pt x="1983431" y="274570"/>
                  <a:pt x="1988906" y="276244"/>
                  <a:pt x="1993157" y="277983"/>
                </a:cubicBezTo>
                <a:cubicBezTo>
                  <a:pt x="1997407" y="279722"/>
                  <a:pt x="2001143" y="282427"/>
                  <a:pt x="2004299" y="286163"/>
                </a:cubicBezTo>
                <a:cubicBezTo>
                  <a:pt x="2007455" y="289834"/>
                  <a:pt x="2009065" y="294665"/>
                  <a:pt x="2009130" y="300719"/>
                </a:cubicBezTo>
                <a:cubicBezTo>
                  <a:pt x="2009130" y="306001"/>
                  <a:pt x="2007648" y="310702"/>
                  <a:pt x="2004750" y="314889"/>
                </a:cubicBezTo>
                <a:cubicBezTo>
                  <a:pt x="2001852" y="319075"/>
                  <a:pt x="1997665" y="322296"/>
                  <a:pt x="1992255" y="324679"/>
                </a:cubicBezTo>
                <a:cubicBezTo>
                  <a:pt x="1986845" y="327062"/>
                  <a:pt x="1980468" y="328221"/>
                  <a:pt x="1973255" y="328221"/>
                </a:cubicBezTo>
                <a:cubicBezTo>
                  <a:pt x="1966041" y="328221"/>
                  <a:pt x="1959085" y="326869"/>
                  <a:pt x="1953159" y="324164"/>
                </a:cubicBezTo>
                <a:lnTo>
                  <a:pt x="1953095" y="324099"/>
                </a:lnTo>
                <a:cubicBezTo>
                  <a:pt x="1947170" y="321394"/>
                  <a:pt x="1942468" y="317787"/>
                  <a:pt x="1938990" y="313150"/>
                </a:cubicBezTo>
                <a:cubicBezTo>
                  <a:pt x="1935512" y="308513"/>
                  <a:pt x="1933644" y="303424"/>
                  <a:pt x="1933322" y="297821"/>
                </a:cubicBezTo>
                <a:lnTo>
                  <a:pt x="1956509" y="297821"/>
                </a:lnTo>
                <a:cubicBezTo>
                  <a:pt x="1956959" y="301363"/>
                  <a:pt x="1958698" y="304262"/>
                  <a:pt x="1961661" y="306516"/>
                </a:cubicBezTo>
                <a:cubicBezTo>
                  <a:pt x="1964624" y="308770"/>
                  <a:pt x="1968424" y="309994"/>
                  <a:pt x="1972933" y="309994"/>
                </a:cubicBezTo>
                <a:cubicBezTo>
                  <a:pt x="1977441" y="309994"/>
                  <a:pt x="1980726" y="309092"/>
                  <a:pt x="1983238" y="307353"/>
                </a:cubicBezTo>
                <a:cubicBezTo>
                  <a:pt x="1985685" y="305614"/>
                  <a:pt x="1986973" y="303360"/>
                  <a:pt x="1986973" y="300590"/>
                </a:cubicBezTo>
                <a:cubicBezTo>
                  <a:pt x="1986973" y="297628"/>
                  <a:pt x="1985492" y="295373"/>
                  <a:pt x="1982465" y="293892"/>
                </a:cubicBezTo>
                <a:cubicBezTo>
                  <a:pt x="1979438" y="292411"/>
                  <a:pt x="1974672" y="290800"/>
                  <a:pt x="1968038" y="289061"/>
                </a:cubicBezTo>
                <a:cubicBezTo>
                  <a:pt x="1961210" y="287387"/>
                  <a:pt x="1955671" y="285712"/>
                  <a:pt x="1951356" y="283973"/>
                </a:cubicBezTo>
                <a:cubicBezTo>
                  <a:pt x="1947041" y="282234"/>
                  <a:pt x="1943305" y="279529"/>
                  <a:pt x="1940149" y="275922"/>
                </a:cubicBezTo>
                <a:cubicBezTo>
                  <a:pt x="1936993" y="272315"/>
                  <a:pt x="1935447" y="267421"/>
                  <a:pt x="1935447" y="261302"/>
                </a:cubicBezTo>
                <a:cubicBezTo>
                  <a:pt x="1935447" y="256278"/>
                  <a:pt x="1936929" y="251641"/>
                  <a:pt x="1939827" y="247454"/>
                </a:cubicBezTo>
                <a:cubicBezTo>
                  <a:pt x="1942725" y="243268"/>
                  <a:pt x="1946912" y="239983"/>
                  <a:pt x="1952322" y="237600"/>
                </a:cubicBezTo>
                <a:cubicBezTo>
                  <a:pt x="1957732" y="235217"/>
                  <a:pt x="1964173" y="233993"/>
                  <a:pt x="1971516" y="233993"/>
                </a:cubicBezTo>
                <a:close/>
                <a:moveTo>
                  <a:pt x="1684258" y="233993"/>
                </a:moveTo>
                <a:cubicBezTo>
                  <a:pt x="1691085" y="233993"/>
                  <a:pt x="1697011" y="235346"/>
                  <a:pt x="1702099" y="238115"/>
                </a:cubicBezTo>
                <a:cubicBezTo>
                  <a:pt x="1707187" y="240885"/>
                  <a:pt x="1711309" y="244298"/>
                  <a:pt x="1714337" y="248485"/>
                </a:cubicBezTo>
                <a:lnTo>
                  <a:pt x="1714337" y="235474"/>
                </a:lnTo>
                <a:lnTo>
                  <a:pt x="1737523" y="235474"/>
                </a:lnTo>
                <a:lnTo>
                  <a:pt x="1737523" y="326676"/>
                </a:lnTo>
                <a:lnTo>
                  <a:pt x="1714337" y="326676"/>
                </a:lnTo>
                <a:lnTo>
                  <a:pt x="1714337" y="313343"/>
                </a:lnTo>
                <a:cubicBezTo>
                  <a:pt x="1711374" y="317594"/>
                  <a:pt x="1707316" y="321136"/>
                  <a:pt x="1702099" y="323970"/>
                </a:cubicBezTo>
                <a:cubicBezTo>
                  <a:pt x="1696882" y="326740"/>
                  <a:pt x="1690892" y="328157"/>
                  <a:pt x="1684065" y="328157"/>
                </a:cubicBezTo>
                <a:cubicBezTo>
                  <a:pt x="1676400" y="328157"/>
                  <a:pt x="1669380" y="326160"/>
                  <a:pt x="1663068" y="322231"/>
                </a:cubicBezTo>
                <a:cubicBezTo>
                  <a:pt x="1656756" y="318303"/>
                  <a:pt x="1651732" y="312699"/>
                  <a:pt x="1648061" y="305550"/>
                </a:cubicBezTo>
                <a:cubicBezTo>
                  <a:pt x="1644390" y="298336"/>
                  <a:pt x="1642522" y="290092"/>
                  <a:pt x="1642522" y="280753"/>
                </a:cubicBezTo>
                <a:cubicBezTo>
                  <a:pt x="1642522" y="271414"/>
                  <a:pt x="1644390" y="263363"/>
                  <a:pt x="1648061" y="256214"/>
                </a:cubicBezTo>
                <a:lnTo>
                  <a:pt x="1648125" y="256214"/>
                </a:lnTo>
                <a:cubicBezTo>
                  <a:pt x="1651797" y="249064"/>
                  <a:pt x="1656820" y="243590"/>
                  <a:pt x="1663132" y="239725"/>
                </a:cubicBezTo>
                <a:cubicBezTo>
                  <a:pt x="1669444" y="235861"/>
                  <a:pt x="1676465" y="233993"/>
                  <a:pt x="1684258" y="233993"/>
                </a:cubicBezTo>
                <a:close/>
                <a:moveTo>
                  <a:pt x="1470102" y="233993"/>
                </a:moveTo>
                <a:cubicBezTo>
                  <a:pt x="1476929" y="233993"/>
                  <a:pt x="1482855" y="235346"/>
                  <a:pt x="1487943" y="238115"/>
                </a:cubicBezTo>
                <a:cubicBezTo>
                  <a:pt x="1493031" y="240885"/>
                  <a:pt x="1497153" y="244298"/>
                  <a:pt x="1500180" y="248485"/>
                </a:cubicBezTo>
                <a:lnTo>
                  <a:pt x="1500180" y="235474"/>
                </a:lnTo>
                <a:lnTo>
                  <a:pt x="1523367" y="235474"/>
                </a:lnTo>
                <a:lnTo>
                  <a:pt x="1523367" y="326676"/>
                </a:lnTo>
                <a:lnTo>
                  <a:pt x="1500180" y="326676"/>
                </a:lnTo>
                <a:lnTo>
                  <a:pt x="1500180" y="313343"/>
                </a:lnTo>
                <a:cubicBezTo>
                  <a:pt x="1497218" y="317594"/>
                  <a:pt x="1493160" y="321136"/>
                  <a:pt x="1487943" y="323970"/>
                </a:cubicBezTo>
                <a:cubicBezTo>
                  <a:pt x="1482726" y="326740"/>
                  <a:pt x="1476736" y="328157"/>
                  <a:pt x="1469909" y="328157"/>
                </a:cubicBezTo>
                <a:cubicBezTo>
                  <a:pt x="1462244" y="328157"/>
                  <a:pt x="1455224" y="326160"/>
                  <a:pt x="1448912" y="322231"/>
                </a:cubicBezTo>
                <a:cubicBezTo>
                  <a:pt x="1442600" y="318303"/>
                  <a:pt x="1437576" y="312699"/>
                  <a:pt x="1433905" y="305550"/>
                </a:cubicBezTo>
                <a:cubicBezTo>
                  <a:pt x="1430234" y="298336"/>
                  <a:pt x="1428366" y="290092"/>
                  <a:pt x="1428366" y="280753"/>
                </a:cubicBezTo>
                <a:cubicBezTo>
                  <a:pt x="1428366" y="271414"/>
                  <a:pt x="1430234" y="263363"/>
                  <a:pt x="1433905" y="256214"/>
                </a:cubicBezTo>
                <a:lnTo>
                  <a:pt x="1433969" y="256214"/>
                </a:lnTo>
                <a:cubicBezTo>
                  <a:pt x="1437641" y="249064"/>
                  <a:pt x="1442664" y="243590"/>
                  <a:pt x="1448976" y="239725"/>
                </a:cubicBezTo>
                <a:cubicBezTo>
                  <a:pt x="1455288" y="235861"/>
                  <a:pt x="1462309" y="233993"/>
                  <a:pt x="1470102" y="233993"/>
                </a:cubicBezTo>
                <a:close/>
                <a:moveTo>
                  <a:pt x="1240168" y="233993"/>
                </a:moveTo>
                <a:cubicBezTo>
                  <a:pt x="1251053" y="233993"/>
                  <a:pt x="1259683" y="236698"/>
                  <a:pt x="1266188" y="242173"/>
                </a:cubicBezTo>
                <a:cubicBezTo>
                  <a:pt x="1272629" y="247583"/>
                  <a:pt x="1276236" y="254925"/>
                  <a:pt x="1276880" y="264136"/>
                </a:cubicBezTo>
                <a:lnTo>
                  <a:pt x="1254853" y="264136"/>
                </a:lnTo>
                <a:cubicBezTo>
                  <a:pt x="1254531" y="260529"/>
                  <a:pt x="1252985" y="257631"/>
                  <a:pt x="1250344" y="255505"/>
                </a:cubicBezTo>
                <a:cubicBezTo>
                  <a:pt x="1247639" y="253380"/>
                  <a:pt x="1244032" y="252285"/>
                  <a:pt x="1239588" y="252285"/>
                </a:cubicBezTo>
                <a:cubicBezTo>
                  <a:pt x="1235402" y="252285"/>
                  <a:pt x="1232181" y="253058"/>
                  <a:pt x="1229927" y="254603"/>
                </a:cubicBezTo>
                <a:cubicBezTo>
                  <a:pt x="1227673" y="256149"/>
                  <a:pt x="1226578" y="258275"/>
                  <a:pt x="1226578" y="261044"/>
                </a:cubicBezTo>
                <a:cubicBezTo>
                  <a:pt x="1226578" y="264136"/>
                  <a:pt x="1228123" y="266454"/>
                  <a:pt x="1231215" y="268065"/>
                </a:cubicBezTo>
                <a:cubicBezTo>
                  <a:pt x="1234307" y="269675"/>
                  <a:pt x="1239073" y="271285"/>
                  <a:pt x="1245514" y="272895"/>
                </a:cubicBezTo>
                <a:cubicBezTo>
                  <a:pt x="1252083" y="274570"/>
                  <a:pt x="1257558" y="276244"/>
                  <a:pt x="1261809" y="277983"/>
                </a:cubicBezTo>
                <a:cubicBezTo>
                  <a:pt x="1266060" y="279722"/>
                  <a:pt x="1269795" y="282427"/>
                  <a:pt x="1272951" y="286163"/>
                </a:cubicBezTo>
                <a:cubicBezTo>
                  <a:pt x="1276107" y="289834"/>
                  <a:pt x="1277717" y="294665"/>
                  <a:pt x="1277782" y="300719"/>
                </a:cubicBezTo>
                <a:cubicBezTo>
                  <a:pt x="1277782" y="306001"/>
                  <a:pt x="1276300" y="310702"/>
                  <a:pt x="1273402" y="314889"/>
                </a:cubicBezTo>
                <a:cubicBezTo>
                  <a:pt x="1270504" y="319075"/>
                  <a:pt x="1266317" y="322296"/>
                  <a:pt x="1260907" y="324679"/>
                </a:cubicBezTo>
                <a:cubicBezTo>
                  <a:pt x="1255497" y="327062"/>
                  <a:pt x="1249120" y="328221"/>
                  <a:pt x="1241907" y="328221"/>
                </a:cubicBezTo>
                <a:cubicBezTo>
                  <a:pt x="1234693" y="328221"/>
                  <a:pt x="1227737" y="326869"/>
                  <a:pt x="1221812" y="324164"/>
                </a:cubicBezTo>
                <a:lnTo>
                  <a:pt x="1221747" y="324099"/>
                </a:lnTo>
                <a:cubicBezTo>
                  <a:pt x="1215822" y="321394"/>
                  <a:pt x="1211120" y="317787"/>
                  <a:pt x="1207642" y="313150"/>
                </a:cubicBezTo>
                <a:cubicBezTo>
                  <a:pt x="1204164" y="308513"/>
                  <a:pt x="1202296" y="303424"/>
                  <a:pt x="1201974" y="297821"/>
                </a:cubicBezTo>
                <a:lnTo>
                  <a:pt x="1225161" y="297821"/>
                </a:lnTo>
                <a:cubicBezTo>
                  <a:pt x="1225612" y="301363"/>
                  <a:pt x="1227351" y="304262"/>
                  <a:pt x="1230313" y="306516"/>
                </a:cubicBezTo>
                <a:cubicBezTo>
                  <a:pt x="1233276" y="308770"/>
                  <a:pt x="1237076" y="309994"/>
                  <a:pt x="1241585" y="309994"/>
                </a:cubicBezTo>
                <a:cubicBezTo>
                  <a:pt x="1246093" y="309994"/>
                  <a:pt x="1249378" y="309092"/>
                  <a:pt x="1251890" y="307353"/>
                </a:cubicBezTo>
                <a:cubicBezTo>
                  <a:pt x="1254337" y="305614"/>
                  <a:pt x="1255626" y="303360"/>
                  <a:pt x="1255626" y="300590"/>
                </a:cubicBezTo>
                <a:cubicBezTo>
                  <a:pt x="1255626" y="297628"/>
                  <a:pt x="1254144" y="295373"/>
                  <a:pt x="1251117" y="293892"/>
                </a:cubicBezTo>
                <a:cubicBezTo>
                  <a:pt x="1248090" y="292411"/>
                  <a:pt x="1243324" y="290800"/>
                  <a:pt x="1236690" y="289061"/>
                </a:cubicBezTo>
                <a:cubicBezTo>
                  <a:pt x="1229862" y="287387"/>
                  <a:pt x="1224323" y="285712"/>
                  <a:pt x="1220008" y="283973"/>
                </a:cubicBezTo>
                <a:cubicBezTo>
                  <a:pt x="1215693" y="282234"/>
                  <a:pt x="1211957" y="279529"/>
                  <a:pt x="1208801" y="275922"/>
                </a:cubicBezTo>
                <a:cubicBezTo>
                  <a:pt x="1205645" y="272315"/>
                  <a:pt x="1204099" y="267421"/>
                  <a:pt x="1204099" y="261302"/>
                </a:cubicBezTo>
                <a:cubicBezTo>
                  <a:pt x="1204099" y="256278"/>
                  <a:pt x="1205581" y="251641"/>
                  <a:pt x="1208479" y="247454"/>
                </a:cubicBezTo>
                <a:cubicBezTo>
                  <a:pt x="1211378" y="243268"/>
                  <a:pt x="1215564" y="239983"/>
                  <a:pt x="1220974" y="237600"/>
                </a:cubicBezTo>
                <a:cubicBezTo>
                  <a:pt x="1226385" y="235217"/>
                  <a:pt x="1232825" y="233993"/>
                  <a:pt x="1240168" y="233993"/>
                </a:cubicBezTo>
                <a:close/>
                <a:moveTo>
                  <a:pt x="910594" y="233993"/>
                </a:moveTo>
                <a:cubicBezTo>
                  <a:pt x="917421" y="233993"/>
                  <a:pt x="923347" y="235346"/>
                  <a:pt x="928435" y="238115"/>
                </a:cubicBezTo>
                <a:cubicBezTo>
                  <a:pt x="933523" y="240885"/>
                  <a:pt x="937645" y="244298"/>
                  <a:pt x="940673" y="248485"/>
                </a:cubicBezTo>
                <a:lnTo>
                  <a:pt x="940673" y="235474"/>
                </a:lnTo>
                <a:lnTo>
                  <a:pt x="963859" y="235474"/>
                </a:lnTo>
                <a:lnTo>
                  <a:pt x="963859" y="326675"/>
                </a:lnTo>
                <a:lnTo>
                  <a:pt x="940673" y="326675"/>
                </a:lnTo>
                <a:lnTo>
                  <a:pt x="940673" y="313343"/>
                </a:lnTo>
                <a:cubicBezTo>
                  <a:pt x="937710" y="317594"/>
                  <a:pt x="933652" y="321136"/>
                  <a:pt x="928435" y="323970"/>
                </a:cubicBezTo>
                <a:cubicBezTo>
                  <a:pt x="923218" y="326740"/>
                  <a:pt x="917228" y="328157"/>
                  <a:pt x="910401" y="328157"/>
                </a:cubicBezTo>
                <a:cubicBezTo>
                  <a:pt x="902736" y="328157"/>
                  <a:pt x="895716" y="326160"/>
                  <a:pt x="889404" y="322231"/>
                </a:cubicBezTo>
                <a:cubicBezTo>
                  <a:pt x="883092" y="318302"/>
                  <a:pt x="878068" y="312699"/>
                  <a:pt x="874397" y="305550"/>
                </a:cubicBezTo>
                <a:cubicBezTo>
                  <a:pt x="870726" y="298336"/>
                  <a:pt x="868858" y="290092"/>
                  <a:pt x="868858" y="280753"/>
                </a:cubicBezTo>
                <a:cubicBezTo>
                  <a:pt x="868858" y="271414"/>
                  <a:pt x="870726" y="263363"/>
                  <a:pt x="874397" y="256214"/>
                </a:cubicBezTo>
                <a:lnTo>
                  <a:pt x="874462" y="256214"/>
                </a:lnTo>
                <a:cubicBezTo>
                  <a:pt x="878133" y="249064"/>
                  <a:pt x="883156" y="243590"/>
                  <a:pt x="889469" y="239725"/>
                </a:cubicBezTo>
                <a:cubicBezTo>
                  <a:pt x="895780" y="235861"/>
                  <a:pt x="902801" y="233993"/>
                  <a:pt x="910594" y="233993"/>
                </a:cubicBezTo>
                <a:close/>
                <a:moveTo>
                  <a:pt x="493490" y="233993"/>
                </a:moveTo>
                <a:cubicBezTo>
                  <a:pt x="500317" y="233993"/>
                  <a:pt x="506243" y="235346"/>
                  <a:pt x="511331" y="238115"/>
                </a:cubicBezTo>
                <a:cubicBezTo>
                  <a:pt x="516419" y="240885"/>
                  <a:pt x="520541" y="244298"/>
                  <a:pt x="523568" y="248485"/>
                </a:cubicBezTo>
                <a:lnTo>
                  <a:pt x="523568" y="235474"/>
                </a:lnTo>
                <a:lnTo>
                  <a:pt x="546755" y="235474"/>
                </a:lnTo>
                <a:lnTo>
                  <a:pt x="546755" y="326675"/>
                </a:lnTo>
                <a:lnTo>
                  <a:pt x="523568" y="326675"/>
                </a:lnTo>
                <a:lnTo>
                  <a:pt x="523568" y="313343"/>
                </a:lnTo>
                <a:cubicBezTo>
                  <a:pt x="520606" y="317594"/>
                  <a:pt x="516548" y="321136"/>
                  <a:pt x="511331" y="323970"/>
                </a:cubicBezTo>
                <a:cubicBezTo>
                  <a:pt x="506114" y="326740"/>
                  <a:pt x="500124" y="328157"/>
                  <a:pt x="493297" y="328157"/>
                </a:cubicBezTo>
                <a:cubicBezTo>
                  <a:pt x="485632" y="328157"/>
                  <a:pt x="478612" y="326160"/>
                  <a:pt x="472300" y="322231"/>
                </a:cubicBezTo>
                <a:cubicBezTo>
                  <a:pt x="465988" y="318302"/>
                  <a:pt x="460964" y="312699"/>
                  <a:pt x="457293" y="305550"/>
                </a:cubicBezTo>
                <a:cubicBezTo>
                  <a:pt x="453622" y="298336"/>
                  <a:pt x="451754" y="290092"/>
                  <a:pt x="451754" y="280753"/>
                </a:cubicBezTo>
                <a:cubicBezTo>
                  <a:pt x="451754" y="271414"/>
                  <a:pt x="453622" y="263363"/>
                  <a:pt x="457293" y="256214"/>
                </a:cubicBezTo>
                <a:lnTo>
                  <a:pt x="457357" y="256214"/>
                </a:lnTo>
                <a:cubicBezTo>
                  <a:pt x="461029" y="249064"/>
                  <a:pt x="466052" y="243590"/>
                  <a:pt x="472364" y="239725"/>
                </a:cubicBezTo>
                <a:cubicBezTo>
                  <a:pt x="478676" y="235861"/>
                  <a:pt x="485697" y="233993"/>
                  <a:pt x="493490" y="233993"/>
                </a:cubicBezTo>
                <a:close/>
                <a:moveTo>
                  <a:pt x="270963" y="233993"/>
                </a:moveTo>
                <a:cubicBezTo>
                  <a:pt x="281848" y="233993"/>
                  <a:pt x="290478" y="236698"/>
                  <a:pt x="296983" y="242173"/>
                </a:cubicBezTo>
                <a:cubicBezTo>
                  <a:pt x="303424" y="247583"/>
                  <a:pt x="307031" y="254925"/>
                  <a:pt x="307675" y="264136"/>
                </a:cubicBezTo>
                <a:lnTo>
                  <a:pt x="285648" y="264136"/>
                </a:lnTo>
                <a:cubicBezTo>
                  <a:pt x="285326" y="260529"/>
                  <a:pt x="283780" y="257631"/>
                  <a:pt x="281139" y="255505"/>
                </a:cubicBezTo>
                <a:cubicBezTo>
                  <a:pt x="278434" y="253380"/>
                  <a:pt x="274827" y="252285"/>
                  <a:pt x="270383" y="252285"/>
                </a:cubicBezTo>
                <a:cubicBezTo>
                  <a:pt x="266197" y="252285"/>
                  <a:pt x="262976" y="253058"/>
                  <a:pt x="260722" y="254603"/>
                </a:cubicBezTo>
                <a:cubicBezTo>
                  <a:pt x="258468" y="256149"/>
                  <a:pt x="257373" y="258275"/>
                  <a:pt x="257373" y="261044"/>
                </a:cubicBezTo>
                <a:cubicBezTo>
                  <a:pt x="257373" y="264136"/>
                  <a:pt x="258918" y="266454"/>
                  <a:pt x="262010" y="268065"/>
                </a:cubicBezTo>
                <a:cubicBezTo>
                  <a:pt x="265102" y="269675"/>
                  <a:pt x="269868" y="271285"/>
                  <a:pt x="276309" y="272895"/>
                </a:cubicBezTo>
                <a:cubicBezTo>
                  <a:pt x="282878" y="274570"/>
                  <a:pt x="288353" y="276244"/>
                  <a:pt x="292604" y="277983"/>
                </a:cubicBezTo>
                <a:cubicBezTo>
                  <a:pt x="296855" y="279722"/>
                  <a:pt x="300590" y="282427"/>
                  <a:pt x="303746" y="286163"/>
                </a:cubicBezTo>
                <a:cubicBezTo>
                  <a:pt x="306902" y="289834"/>
                  <a:pt x="308512" y="294665"/>
                  <a:pt x="308577" y="300719"/>
                </a:cubicBezTo>
                <a:cubicBezTo>
                  <a:pt x="308577" y="306001"/>
                  <a:pt x="307095" y="310702"/>
                  <a:pt x="304197" y="314889"/>
                </a:cubicBezTo>
                <a:cubicBezTo>
                  <a:pt x="301299" y="319075"/>
                  <a:pt x="297112" y="322296"/>
                  <a:pt x="291702" y="324679"/>
                </a:cubicBezTo>
                <a:cubicBezTo>
                  <a:pt x="286292" y="327062"/>
                  <a:pt x="279915" y="328221"/>
                  <a:pt x="272702" y="328221"/>
                </a:cubicBezTo>
                <a:cubicBezTo>
                  <a:pt x="265488" y="328221"/>
                  <a:pt x="258532" y="326869"/>
                  <a:pt x="252607" y="324164"/>
                </a:cubicBezTo>
                <a:lnTo>
                  <a:pt x="252542" y="324099"/>
                </a:lnTo>
                <a:cubicBezTo>
                  <a:pt x="246617" y="321394"/>
                  <a:pt x="241915" y="317787"/>
                  <a:pt x="238437" y="313150"/>
                </a:cubicBezTo>
                <a:cubicBezTo>
                  <a:pt x="234959" y="308513"/>
                  <a:pt x="233091" y="303424"/>
                  <a:pt x="232769" y="297821"/>
                </a:cubicBezTo>
                <a:lnTo>
                  <a:pt x="255956" y="297821"/>
                </a:lnTo>
                <a:cubicBezTo>
                  <a:pt x="256407" y="301363"/>
                  <a:pt x="258146" y="304262"/>
                  <a:pt x="261108" y="306516"/>
                </a:cubicBezTo>
                <a:cubicBezTo>
                  <a:pt x="264071" y="308770"/>
                  <a:pt x="267871" y="309994"/>
                  <a:pt x="272380" y="309994"/>
                </a:cubicBezTo>
                <a:cubicBezTo>
                  <a:pt x="276888" y="309994"/>
                  <a:pt x="280173" y="309092"/>
                  <a:pt x="282685" y="307353"/>
                </a:cubicBezTo>
                <a:cubicBezTo>
                  <a:pt x="285132" y="305614"/>
                  <a:pt x="286421" y="303360"/>
                  <a:pt x="286421" y="300590"/>
                </a:cubicBezTo>
                <a:cubicBezTo>
                  <a:pt x="286421" y="297628"/>
                  <a:pt x="284939" y="295373"/>
                  <a:pt x="281912" y="293892"/>
                </a:cubicBezTo>
                <a:cubicBezTo>
                  <a:pt x="278885" y="292411"/>
                  <a:pt x="274119" y="290800"/>
                  <a:pt x="267485" y="289061"/>
                </a:cubicBezTo>
                <a:cubicBezTo>
                  <a:pt x="260657" y="287387"/>
                  <a:pt x="255118" y="285712"/>
                  <a:pt x="250803" y="283973"/>
                </a:cubicBezTo>
                <a:cubicBezTo>
                  <a:pt x="246488" y="282234"/>
                  <a:pt x="242752" y="279529"/>
                  <a:pt x="239596" y="275922"/>
                </a:cubicBezTo>
                <a:cubicBezTo>
                  <a:pt x="236440" y="272315"/>
                  <a:pt x="234894" y="267421"/>
                  <a:pt x="234894" y="261302"/>
                </a:cubicBezTo>
                <a:cubicBezTo>
                  <a:pt x="234894" y="256278"/>
                  <a:pt x="236376" y="251641"/>
                  <a:pt x="239274" y="247454"/>
                </a:cubicBezTo>
                <a:cubicBezTo>
                  <a:pt x="242173" y="243268"/>
                  <a:pt x="246359" y="239983"/>
                  <a:pt x="251769" y="237600"/>
                </a:cubicBezTo>
                <a:cubicBezTo>
                  <a:pt x="257179" y="235217"/>
                  <a:pt x="263620" y="233993"/>
                  <a:pt x="270963" y="233993"/>
                </a:cubicBezTo>
                <a:close/>
                <a:moveTo>
                  <a:pt x="161791" y="233993"/>
                </a:moveTo>
                <a:cubicBezTo>
                  <a:pt x="168618" y="233993"/>
                  <a:pt x="174544" y="235346"/>
                  <a:pt x="179632" y="238115"/>
                </a:cubicBezTo>
                <a:cubicBezTo>
                  <a:pt x="184720" y="240885"/>
                  <a:pt x="188842" y="244298"/>
                  <a:pt x="191869" y="248485"/>
                </a:cubicBezTo>
                <a:lnTo>
                  <a:pt x="191869" y="235474"/>
                </a:lnTo>
                <a:lnTo>
                  <a:pt x="215056" y="235474"/>
                </a:lnTo>
                <a:lnTo>
                  <a:pt x="215056" y="326676"/>
                </a:lnTo>
                <a:lnTo>
                  <a:pt x="191869" y="326676"/>
                </a:lnTo>
                <a:lnTo>
                  <a:pt x="191869" y="313343"/>
                </a:lnTo>
                <a:cubicBezTo>
                  <a:pt x="188907" y="317594"/>
                  <a:pt x="184849" y="321136"/>
                  <a:pt x="179632" y="323970"/>
                </a:cubicBezTo>
                <a:cubicBezTo>
                  <a:pt x="174415" y="326740"/>
                  <a:pt x="168425" y="328157"/>
                  <a:pt x="161598" y="328157"/>
                </a:cubicBezTo>
                <a:cubicBezTo>
                  <a:pt x="153933" y="328157"/>
                  <a:pt x="146913" y="326160"/>
                  <a:pt x="140601" y="322231"/>
                </a:cubicBezTo>
                <a:cubicBezTo>
                  <a:pt x="134289" y="318303"/>
                  <a:pt x="129265" y="312699"/>
                  <a:pt x="125594" y="305550"/>
                </a:cubicBezTo>
                <a:cubicBezTo>
                  <a:pt x="121923" y="298336"/>
                  <a:pt x="120055" y="290092"/>
                  <a:pt x="120055" y="280753"/>
                </a:cubicBezTo>
                <a:cubicBezTo>
                  <a:pt x="120055" y="271414"/>
                  <a:pt x="121923" y="263363"/>
                  <a:pt x="125594" y="256214"/>
                </a:cubicBezTo>
                <a:lnTo>
                  <a:pt x="125658" y="256214"/>
                </a:lnTo>
                <a:cubicBezTo>
                  <a:pt x="129330" y="249064"/>
                  <a:pt x="134353" y="243590"/>
                  <a:pt x="140665" y="239725"/>
                </a:cubicBezTo>
                <a:cubicBezTo>
                  <a:pt x="146977" y="235861"/>
                  <a:pt x="153998" y="233993"/>
                  <a:pt x="161791" y="233993"/>
                </a:cubicBezTo>
                <a:close/>
                <a:moveTo>
                  <a:pt x="2407748" y="233992"/>
                </a:moveTo>
                <a:cubicBezTo>
                  <a:pt x="2414575" y="233992"/>
                  <a:pt x="2420501" y="235345"/>
                  <a:pt x="2425589" y="238114"/>
                </a:cubicBezTo>
                <a:cubicBezTo>
                  <a:pt x="2430677" y="240884"/>
                  <a:pt x="2434799" y="244298"/>
                  <a:pt x="2437826" y="248484"/>
                </a:cubicBezTo>
                <a:lnTo>
                  <a:pt x="2437826" y="235474"/>
                </a:lnTo>
                <a:lnTo>
                  <a:pt x="2461013" y="235474"/>
                </a:lnTo>
                <a:lnTo>
                  <a:pt x="2461013" y="326675"/>
                </a:lnTo>
                <a:lnTo>
                  <a:pt x="2437826" y="326675"/>
                </a:lnTo>
                <a:lnTo>
                  <a:pt x="2437826" y="313342"/>
                </a:lnTo>
                <a:cubicBezTo>
                  <a:pt x="2434864" y="317593"/>
                  <a:pt x="2430806" y="321136"/>
                  <a:pt x="2425589" y="323970"/>
                </a:cubicBezTo>
                <a:cubicBezTo>
                  <a:pt x="2420372" y="326739"/>
                  <a:pt x="2414382" y="328156"/>
                  <a:pt x="2407555" y="328156"/>
                </a:cubicBezTo>
                <a:cubicBezTo>
                  <a:pt x="2399890" y="328156"/>
                  <a:pt x="2392870" y="326160"/>
                  <a:pt x="2386558" y="322231"/>
                </a:cubicBezTo>
                <a:cubicBezTo>
                  <a:pt x="2380246" y="318302"/>
                  <a:pt x="2375222" y="312698"/>
                  <a:pt x="2371551" y="305549"/>
                </a:cubicBezTo>
                <a:cubicBezTo>
                  <a:pt x="2367880" y="298336"/>
                  <a:pt x="2366012" y="290091"/>
                  <a:pt x="2366012" y="280752"/>
                </a:cubicBezTo>
                <a:cubicBezTo>
                  <a:pt x="2366012" y="271413"/>
                  <a:pt x="2367880" y="263362"/>
                  <a:pt x="2371551" y="256213"/>
                </a:cubicBezTo>
                <a:lnTo>
                  <a:pt x="2371615" y="256213"/>
                </a:lnTo>
                <a:cubicBezTo>
                  <a:pt x="2375287" y="249064"/>
                  <a:pt x="2380310" y="243589"/>
                  <a:pt x="2386622" y="239725"/>
                </a:cubicBezTo>
                <a:cubicBezTo>
                  <a:pt x="2392934" y="235860"/>
                  <a:pt x="2399955" y="233992"/>
                  <a:pt x="2407748" y="233992"/>
                </a:cubicBezTo>
                <a:close/>
                <a:moveTo>
                  <a:pt x="331055" y="212996"/>
                </a:moveTo>
                <a:lnTo>
                  <a:pt x="354242" y="212996"/>
                </a:lnTo>
                <a:lnTo>
                  <a:pt x="354242" y="235539"/>
                </a:lnTo>
                <a:lnTo>
                  <a:pt x="374659" y="235539"/>
                </a:lnTo>
                <a:lnTo>
                  <a:pt x="374659" y="254474"/>
                </a:lnTo>
                <a:lnTo>
                  <a:pt x="354242" y="254474"/>
                </a:lnTo>
                <a:lnTo>
                  <a:pt x="354242" y="298529"/>
                </a:lnTo>
                <a:cubicBezTo>
                  <a:pt x="354242" y="301621"/>
                  <a:pt x="355015" y="303811"/>
                  <a:pt x="356496" y="305228"/>
                </a:cubicBezTo>
                <a:cubicBezTo>
                  <a:pt x="357977" y="306580"/>
                  <a:pt x="360489" y="307289"/>
                  <a:pt x="363967" y="307289"/>
                </a:cubicBezTo>
                <a:lnTo>
                  <a:pt x="374659" y="307289"/>
                </a:lnTo>
                <a:lnTo>
                  <a:pt x="374659" y="326740"/>
                </a:lnTo>
                <a:lnTo>
                  <a:pt x="360167" y="326740"/>
                </a:lnTo>
                <a:cubicBezTo>
                  <a:pt x="340716" y="326740"/>
                  <a:pt x="331055" y="317272"/>
                  <a:pt x="331055" y="298400"/>
                </a:cubicBezTo>
                <a:lnTo>
                  <a:pt x="331055" y="254474"/>
                </a:lnTo>
                <a:lnTo>
                  <a:pt x="320170" y="254474"/>
                </a:lnTo>
                <a:lnTo>
                  <a:pt x="320170" y="235539"/>
                </a:lnTo>
                <a:lnTo>
                  <a:pt x="331055" y="235539"/>
                </a:lnTo>
                <a:close/>
                <a:moveTo>
                  <a:pt x="0" y="211772"/>
                </a:moveTo>
                <a:lnTo>
                  <a:pt x="24668" y="211772"/>
                </a:lnTo>
                <a:lnTo>
                  <a:pt x="56292" y="303102"/>
                </a:lnTo>
                <a:lnTo>
                  <a:pt x="87723" y="211772"/>
                </a:lnTo>
                <a:lnTo>
                  <a:pt x="112262" y="211772"/>
                </a:lnTo>
                <a:lnTo>
                  <a:pt x="70140" y="326675"/>
                </a:lnTo>
                <a:lnTo>
                  <a:pt x="42123" y="326675"/>
                </a:lnTo>
                <a:close/>
                <a:moveTo>
                  <a:pt x="608522" y="211643"/>
                </a:moveTo>
                <a:lnTo>
                  <a:pt x="631580" y="211643"/>
                </a:lnTo>
                <a:lnTo>
                  <a:pt x="683750" y="290671"/>
                </a:lnTo>
                <a:lnTo>
                  <a:pt x="683750" y="211643"/>
                </a:lnTo>
                <a:lnTo>
                  <a:pt x="706808" y="211643"/>
                </a:lnTo>
                <a:lnTo>
                  <a:pt x="706808" y="326675"/>
                </a:lnTo>
                <a:lnTo>
                  <a:pt x="683750" y="326675"/>
                </a:lnTo>
                <a:lnTo>
                  <a:pt x="631580" y="247840"/>
                </a:lnTo>
                <a:lnTo>
                  <a:pt x="631580" y="326675"/>
                </a:lnTo>
                <a:lnTo>
                  <a:pt x="608522" y="326675"/>
                </a:lnTo>
                <a:close/>
                <a:moveTo>
                  <a:pt x="2549316" y="204880"/>
                </a:moveTo>
                <a:lnTo>
                  <a:pt x="2572696" y="204880"/>
                </a:lnTo>
                <a:lnTo>
                  <a:pt x="2572696" y="326675"/>
                </a:lnTo>
                <a:lnTo>
                  <a:pt x="2549316" y="326675"/>
                </a:lnTo>
                <a:lnTo>
                  <a:pt x="2549316" y="313149"/>
                </a:lnTo>
                <a:cubicBezTo>
                  <a:pt x="2546482" y="317658"/>
                  <a:pt x="2542488" y="321264"/>
                  <a:pt x="2537271" y="324034"/>
                </a:cubicBezTo>
                <a:cubicBezTo>
                  <a:pt x="2532119" y="326803"/>
                  <a:pt x="2526129" y="328156"/>
                  <a:pt x="2519302" y="328156"/>
                </a:cubicBezTo>
                <a:cubicBezTo>
                  <a:pt x="2511637" y="328156"/>
                  <a:pt x="2504617" y="326159"/>
                  <a:pt x="2498241" y="322231"/>
                </a:cubicBezTo>
                <a:cubicBezTo>
                  <a:pt x="2491864" y="318302"/>
                  <a:pt x="2486840" y="312698"/>
                  <a:pt x="2483169" y="305549"/>
                </a:cubicBezTo>
                <a:cubicBezTo>
                  <a:pt x="2479498" y="298335"/>
                  <a:pt x="2477630" y="290091"/>
                  <a:pt x="2477630" y="280752"/>
                </a:cubicBezTo>
                <a:cubicBezTo>
                  <a:pt x="2477630" y="271413"/>
                  <a:pt x="2479498" y="263362"/>
                  <a:pt x="2483169" y="256213"/>
                </a:cubicBezTo>
                <a:lnTo>
                  <a:pt x="2483233" y="256213"/>
                </a:lnTo>
                <a:cubicBezTo>
                  <a:pt x="2486905" y="249064"/>
                  <a:pt x="2491928" y="243589"/>
                  <a:pt x="2498305" y="239724"/>
                </a:cubicBezTo>
                <a:cubicBezTo>
                  <a:pt x="2504681" y="235860"/>
                  <a:pt x="2511766" y="233992"/>
                  <a:pt x="2519559" y="233992"/>
                </a:cubicBezTo>
                <a:cubicBezTo>
                  <a:pt x="2525485" y="233992"/>
                  <a:pt x="2531153" y="235280"/>
                  <a:pt x="2536499" y="237857"/>
                </a:cubicBezTo>
                <a:cubicBezTo>
                  <a:pt x="2541844" y="240433"/>
                  <a:pt x="2546160" y="243847"/>
                  <a:pt x="2549316" y="248162"/>
                </a:cubicBezTo>
                <a:close/>
                <a:moveTo>
                  <a:pt x="1892359" y="204880"/>
                </a:moveTo>
                <a:lnTo>
                  <a:pt x="1915739" y="204880"/>
                </a:lnTo>
                <a:lnTo>
                  <a:pt x="1915739" y="326675"/>
                </a:lnTo>
                <a:lnTo>
                  <a:pt x="1892359" y="326675"/>
                </a:lnTo>
                <a:lnTo>
                  <a:pt x="1892359" y="313149"/>
                </a:lnTo>
                <a:cubicBezTo>
                  <a:pt x="1889525" y="317658"/>
                  <a:pt x="1885531" y="321264"/>
                  <a:pt x="1880314" y="324034"/>
                </a:cubicBezTo>
                <a:cubicBezTo>
                  <a:pt x="1875162" y="326803"/>
                  <a:pt x="1869172" y="328156"/>
                  <a:pt x="1862345" y="328156"/>
                </a:cubicBezTo>
                <a:cubicBezTo>
                  <a:pt x="1854680" y="328156"/>
                  <a:pt x="1847660" y="326159"/>
                  <a:pt x="1841284" y="322231"/>
                </a:cubicBezTo>
                <a:cubicBezTo>
                  <a:pt x="1834907" y="318302"/>
                  <a:pt x="1829883" y="312698"/>
                  <a:pt x="1826212" y="305549"/>
                </a:cubicBezTo>
                <a:cubicBezTo>
                  <a:pt x="1822541" y="298335"/>
                  <a:pt x="1820673" y="290091"/>
                  <a:pt x="1820673" y="280752"/>
                </a:cubicBezTo>
                <a:cubicBezTo>
                  <a:pt x="1820673" y="271413"/>
                  <a:pt x="1822541" y="263362"/>
                  <a:pt x="1826212" y="256213"/>
                </a:cubicBezTo>
                <a:lnTo>
                  <a:pt x="1826276" y="256213"/>
                </a:lnTo>
                <a:cubicBezTo>
                  <a:pt x="1829948" y="249064"/>
                  <a:pt x="1834971" y="243589"/>
                  <a:pt x="1841348" y="239724"/>
                </a:cubicBezTo>
                <a:cubicBezTo>
                  <a:pt x="1847724" y="235860"/>
                  <a:pt x="1854809" y="233992"/>
                  <a:pt x="1862602" y="233992"/>
                </a:cubicBezTo>
                <a:cubicBezTo>
                  <a:pt x="1868528" y="233992"/>
                  <a:pt x="1874196" y="235280"/>
                  <a:pt x="1879542" y="237857"/>
                </a:cubicBezTo>
                <a:cubicBezTo>
                  <a:pt x="1884887" y="240433"/>
                  <a:pt x="1889203" y="243847"/>
                  <a:pt x="1892359" y="248162"/>
                </a:cubicBezTo>
                <a:close/>
                <a:moveTo>
                  <a:pt x="1161011" y="204880"/>
                </a:moveTo>
                <a:lnTo>
                  <a:pt x="1184391" y="204880"/>
                </a:lnTo>
                <a:lnTo>
                  <a:pt x="1184391" y="326675"/>
                </a:lnTo>
                <a:lnTo>
                  <a:pt x="1161011" y="326675"/>
                </a:lnTo>
                <a:lnTo>
                  <a:pt x="1161011" y="313149"/>
                </a:lnTo>
                <a:cubicBezTo>
                  <a:pt x="1158177" y="317658"/>
                  <a:pt x="1154183" y="321264"/>
                  <a:pt x="1148966" y="324034"/>
                </a:cubicBezTo>
                <a:cubicBezTo>
                  <a:pt x="1143814" y="326803"/>
                  <a:pt x="1137824" y="328156"/>
                  <a:pt x="1130997" y="328156"/>
                </a:cubicBezTo>
                <a:cubicBezTo>
                  <a:pt x="1123332" y="328156"/>
                  <a:pt x="1116312" y="326159"/>
                  <a:pt x="1109935" y="322231"/>
                </a:cubicBezTo>
                <a:cubicBezTo>
                  <a:pt x="1103559" y="318302"/>
                  <a:pt x="1098535" y="312698"/>
                  <a:pt x="1094864" y="305549"/>
                </a:cubicBezTo>
                <a:cubicBezTo>
                  <a:pt x="1091193" y="298335"/>
                  <a:pt x="1089325" y="290091"/>
                  <a:pt x="1089325" y="280752"/>
                </a:cubicBezTo>
                <a:cubicBezTo>
                  <a:pt x="1089325" y="271413"/>
                  <a:pt x="1091193" y="263362"/>
                  <a:pt x="1094864" y="256213"/>
                </a:cubicBezTo>
                <a:lnTo>
                  <a:pt x="1094928" y="256213"/>
                </a:lnTo>
                <a:cubicBezTo>
                  <a:pt x="1098600" y="249064"/>
                  <a:pt x="1103623" y="243589"/>
                  <a:pt x="1110000" y="239724"/>
                </a:cubicBezTo>
                <a:cubicBezTo>
                  <a:pt x="1116376" y="235860"/>
                  <a:pt x="1123461" y="233992"/>
                  <a:pt x="1131254" y="233992"/>
                </a:cubicBezTo>
                <a:cubicBezTo>
                  <a:pt x="1137180" y="233992"/>
                  <a:pt x="1142848" y="235280"/>
                  <a:pt x="1148194" y="237857"/>
                </a:cubicBezTo>
                <a:cubicBezTo>
                  <a:pt x="1153539" y="240433"/>
                  <a:pt x="1157855" y="243847"/>
                  <a:pt x="1161011" y="248162"/>
                </a:cubicBezTo>
                <a:close/>
                <a:moveTo>
                  <a:pt x="1545975" y="204816"/>
                </a:moveTo>
                <a:lnTo>
                  <a:pt x="1569033" y="204816"/>
                </a:lnTo>
                <a:lnTo>
                  <a:pt x="1569033" y="326611"/>
                </a:lnTo>
                <a:lnTo>
                  <a:pt x="1545975" y="326611"/>
                </a:lnTo>
                <a:close/>
                <a:moveTo>
                  <a:pt x="829118" y="204816"/>
                </a:moveTo>
                <a:lnTo>
                  <a:pt x="852176" y="204816"/>
                </a:lnTo>
                <a:lnTo>
                  <a:pt x="852176" y="326611"/>
                </a:lnTo>
                <a:lnTo>
                  <a:pt x="829118" y="326611"/>
                </a:lnTo>
                <a:close/>
                <a:moveTo>
                  <a:pt x="1708475" y="202691"/>
                </a:moveTo>
                <a:cubicBezTo>
                  <a:pt x="1711567" y="202691"/>
                  <a:pt x="1714143" y="203786"/>
                  <a:pt x="1716269" y="205911"/>
                </a:cubicBezTo>
                <a:cubicBezTo>
                  <a:pt x="1718394" y="208037"/>
                  <a:pt x="1719489" y="210678"/>
                  <a:pt x="1719489" y="213705"/>
                </a:cubicBezTo>
                <a:cubicBezTo>
                  <a:pt x="1719489" y="216732"/>
                  <a:pt x="1718394" y="219373"/>
                  <a:pt x="1716269" y="221434"/>
                </a:cubicBezTo>
                <a:cubicBezTo>
                  <a:pt x="1714143" y="223495"/>
                  <a:pt x="1711503" y="224590"/>
                  <a:pt x="1708475" y="224590"/>
                </a:cubicBezTo>
                <a:cubicBezTo>
                  <a:pt x="1705448" y="224590"/>
                  <a:pt x="1702808" y="223559"/>
                  <a:pt x="1700746" y="221434"/>
                </a:cubicBezTo>
                <a:cubicBezTo>
                  <a:pt x="1698685" y="219373"/>
                  <a:pt x="1697591" y="216796"/>
                  <a:pt x="1697591" y="213705"/>
                </a:cubicBezTo>
                <a:cubicBezTo>
                  <a:pt x="1697591" y="210613"/>
                  <a:pt x="1698621" y="208037"/>
                  <a:pt x="1700746" y="205911"/>
                </a:cubicBezTo>
                <a:cubicBezTo>
                  <a:pt x="1702872" y="203786"/>
                  <a:pt x="1705384" y="202691"/>
                  <a:pt x="1708475" y="202691"/>
                </a:cubicBezTo>
                <a:close/>
                <a:moveTo>
                  <a:pt x="1678011" y="202691"/>
                </a:moveTo>
                <a:cubicBezTo>
                  <a:pt x="1681102" y="202691"/>
                  <a:pt x="1683678" y="203786"/>
                  <a:pt x="1685804" y="205911"/>
                </a:cubicBezTo>
                <a:cubicBezTo>
                  <a:pt x="1687929" y="208037"/>
                  <a:pt x="1689024" y="210678"/>
                  <a:pt x="1689024" y="213705"/>
                </a:cubicBezTo>
                <a:cubicBezTo>
                  <a:pt x="1689024" y="216732"/>
                  <a:pt x="1687929" y="219373"/>
                  <a:pt x="1685804" y="221434"/>
                </a:cubicBezTo>
                <a:cubicBezTo>
                  <a:pt x="1683678" y="223495"/>
                  <a:pt x="1681038" y="224590"/>
                  <a:pt x="1678011" y="224590"/>
                </a:cubicBezTo>
                <a:cubicBezTo>
                  <a:pt x="1674983" y="224590"/>
                  <a:pt x="1672343" y="223559"/>
                  <a:pt x="1670282" y="221434"/>
                </a:cubicBezTo>
                <a:cubicBezTo>
                  <a:pt x="1668221" y="219373"/>
                  <a:pt x="1667126" y="216796"/>
                  <a:pt x="1667126" y="213705"/>
                </a:cubicBezTo>
                <a:cubicBezTo>
                  <a:pt x="1667126" y="210613"/>
                  <a:pt x="1668156" y="208037"/>
                  <a:pt x="1670282" y="205911"/>
                </a:cubicBezTo>
                <a:cubicBezTo>
                  <a:pt x="1672343" y="203786"/>
                  <a:pt x="1674919" y="202691"/>
                  <a:pt x="1678011" y="202691"/>
                </a:cubicBezTo>
                <a:close/>
                <a:moveTo>
                  <a:pt x="1494319" y="202691"/>
                </a:moveTo>
                <a:cubicBezTo>
                  <a:pt x="1497411" y="202691"/>
                  <a:pt x="1499987" y="203786"/>
                  <a:pt x="1502113" y="205911"/>
                </a:cubicBezTo>
                <a:cubicBezTo>
                  <a:pt x="1504238" y="208037"/>
                  <a:pt x="1505333" y="210678"/>
                  <a:pt x="1505333" y="213705"/>
                </a:cubicBezTo>
                <a:cubicBezTo>
                  <a:pt x="1505333" y="216732"/>
                  <a:pt x="1504238" y="219373"/>
                  <a:pt x="1502113" y="221434"/>
                </a:cubicBezTo>
                <a:cubicBezTo>
                  <a:pt x="1499987" y="223495"/>
                  <a:pt x="1497346" y="224590"/>
                  <a:pt x="1494319" y="224590"/>
                </a:cubicBezTo>
                <a:cubicBezTo>
                  <a:pt x="1491292" y="224590"/>
                  <a:pt x="1488652" y="223559"/>
                  <a:pt x="1486590" y="221434"/>
                </a:cubicBezTo>
                <a:cubicBezTo>
                  <a:pt x="1484529" y="219373"/>
                  <a:pt x="1483435" y="216796"/>
                  <a:pt x="1483435" y="213705"/>
                </a:cubicBezTo>
                <a:cubicBezTo>
                  <a:pt x="1483435" y="210613"/>
                  <a:pt x="1484465" y="208037"/>
                  <a:pt x="1486590" y="205911"/>
                </a:cubicBezTo>
                <a:cubicBezTo>
                  <a:pt x="1488716" y="203786"/>
                  <a:pt x="1491228" y="202691"/>
                  <a:pt x="1494319" y="202691"/>
                </a:cubicBezTo>
                <a:close/>
                <a:moveTo>
                  <a:pt x="1463855" y="202691"/>
                </a:moveTo>
                <a:cubicBezTo>
                  <a:pt x="1466946" y="202691"/>
                  <a:pt x="1469522" y="203786"/>
                  <a:pt x="1471648" y="205911"/>
                </a:cubicBezTo>
                <a:cubicBezTo>
                  <a:pt x="1473773" y="208037"/>
                  <a:pt x="1474868" y="210678"/>
                  <a:pt x="1474868" y="213705"/>
                </a:cubicBezTo>
                <a:cubicBezTo>
                  <a:pt x="1474868" y="216732"/>
                  <a:pt x="1473773" y="219373"/>
                  <a:pt x="1471648" y="221434"/>
                </a:cubicBezTo>
                <a:cubicBezTo>
                  <a:pt x="1469522" y="223495"/>
                  <a:pt x="1466882" y="224590"/>
                  <a:pt x="1463855" y="224590"/>
                </a:cubicBezTo>
                <a:cubicBezTo>
                  <a:pt x="1460827" y="224590"/>
                  <a:pt x="1458187" y="223559"/>
                  <a:pt x="1456126" y="221434"/>
                </a:cubicBezTo>
                <a:cubicBezTo>
                  <a:pt x="1454065" y="219373"/>
                  <a:pt x="1452970" y="216796"/>
                  <a:pt x="1452970" y="213705"/>
                </a:cubicBezTo>
                <a:cubicBezTo>
                  <a:pt x="1452970" y="210613"/>
                  <a:pt x="1454000" y="208037"/>
                  <a:pt x="1456126" y="205911"/>
                </a:cubicBezTo>
                <a:cubicBezTo>
                  <a:pt x="1458187" y="203786"/>
                  <a:pt x="1460763" y="202691"/>
                  <a:pt x="1463855" y="202691"/>
                </a:cubicBezTo>
                <a:close/>
                <a:moveTo>
                  <a:pt x="186008" y="202691"/>
                </a:moveTo>
                <a:cubicBezTo>
                  <a:pt x="189100" y="202691"/>
                  <a:pt x="191676" y="203786"/>
                  <a:pt x="193802" y="205911"/>
                </a:cubicBezTo>
                <a:cubicBezTo>
                  <a:pt x="195927" y="208037"/>
                  <a:pt x="197022" y="210678"/>
                  <a:pt x="197022" y="213705"/>
                </a:cubicBezTo>
                <a:cubicBezTo>
                  <a:pt x="197022" y="216732"/>
                  <a:pt x="195927" y="219373"/>
                  <a:pt x="193802" y="221434"/>
                </a:cubicBezTo>
                <a:cubicBezTo>
                  <a:pt x="191676" y="223495"/>
                  <a:pt x="189036" y="224590"/>
                  <a:pt x="186008" y="224590"/>
                </a:cubicBezTo>
                <a:cubicBezTo>
                  <a:pt x="182981" y="224590"/>
                  <a:pt x="180341" y="223559"/>
                  <a:pt x="178279" y="221434"/>
                </a:cubicBezTo>
                <a:cubicBezTo>
                  <a:pt x="176218" y="219373"/>
                  <a:pt x="175123" y="216796"/>
                  <a:pt x="175123" y="213705"/>
                </a:cubicBezTo>
                <a:cubicBezTo>
                  <a:pt x="175123" y="210613"/>
                  <a:pt x="176154" y="208037"/>
                  <a:pt x="178279" y="205911"/>
                </a:cubicBezTo>
                <a:cubicBezTo>
                  <a:pt x="180405" y="203786"/>
                  <a:pt x="182917" y="202691"/>
                  <a:pt x="186008" y="202691"/>
                </a:cubicBezTo>
                <a:close/>
                <a:moveTo>
                  <a:pt x="155544" y="202691"/>
                </a:moveTo>
                <a:cubicBezTo>
                  <a:pt x="158635" y="202691"/>
                  <a:pt x="161211" y="203786"/>
                  <a:pt x="163337" y="205911"/>
                </a:cubicBezTo>
                <a:cubicBezTo>
                  <a:pt x="165462" y="208037"/>
                  <a:pt x="166557" y="210678"/>
                  <a:pt x="166557" y="213705"/>
                </a:cubicBezTo>
                <a:cubicBezTo>
                  <a:pt x="166557" y="216732"/>
                  <a:pt x="165462" y="219373"/>
                  <a:pt x="163337" y="221434"/>
                </a:cubicBezTo>
                <a:cubicBezTo>
                  <a:pt x="161211" y="223495"/>
                  <a:pt x="158571" y="224590"/>
                  <a:pt x="155544" y="224590"/>
                </a:cubicBezTo>
                <a:cubicBezTo>
                  <a:pt x="152516" y="224590"/>
                  <a:pt x="149876" y="223559"/>
                  <a:pt x="147815" y="221434"/>
                </a:cubicBezTo>
                <a:cubicBezTo>
                  <a:pt x="145754" y="219373"/>
                  <a:pt x="144659" y="216796"/>
                  <a:pt x="144659" y="213705"/>
                </a:cubicBezTo>
                <a:cubicBezTo>
                  <a:pt x="144659" y="210613"/>
                  <a:pt x="145689" y="208037"/>
                  <a:pt x="147815" y="205911"/>
                </a:cubicBezTo>
                <a:cubicBezTo>
                  <a:pt x="149876" y="203786"/>
                  <a:pt x="152452" y="202691"/>
                  <a:pt x="155544" y="202691"/>
                </a:cubicBezTo>
                <a:close/>
                <a:moveTo>
                  <a:pt x="2416765" y="200372"/>
                </a:moveTo>
                <a:cubicBezTo>
                  <a:pt x="2414575" y="200372"/>
                  <a:pt x="2412707" y="201080"/>
                  <a:pt x="2411162" y="202562"/>
                </a:cubicBezTo>
                <a:cubicBezTo>
                  <a:pt x="2409616" y="204043"/>
                  <a:pt x="2408843" y="206040"/>
                  <a:pt x="2408843" y="208551"/>
                </a:cubicBezTo>
                <a:cubicBezTo>
                  <a:pt x="2408843" y="210870"/>
                  <a:pt x="2409616" y="212802"/>
                  <a:pt x="2411162" y="214412"/>
                </a:cubicBezTo>
                <a:cubicBezTo>
                  <a:pt x="2412707" y="216023"/>
                  <a:pt x="2414575" y="216796"/>
                  <a:pt x="2416765" y="216796"/>
                </a:cubicBezTo>
                <a:cubicBezTo>
                  <a:pt x="2418955" y="216796"/>
                  <a:pt x="2420823" y="216023"/>
                  <a:pt x="2422369" y="214412"/>
                </a:cubicBezTo>
                <a:cubicBezTo>
                  <a:pt x="2423914" y="212802"/>
                  <a:pt x="2424687" y="210870"/>
                  <a:pt x="2424687" y="208551"/>
                </a:cubicBezTo>
                <a:cubicBezTo>
                  <a:pt x="2424687" y="206040"/>
                  <a:pt x="2423914" y="204043"/>
                  <a:pt x="2422369" y="202562"/>
                </a:cubicBezTo>
                <a:cubicBezTo>
                  <a:pt x="2420823" y="201080"/>
                  <a:pt x="2418955" y="200372"/>
                  <a:pt x="2416765" y="200372"/>
                </a:cubicBezTo>
                <a:close/>
                <a:moveTo>
                  <a:pt x="1632538" y="198762"/>
                </a:moveTo>
                <a:lnTo>
                  <a:pt x="1632538" y="218213"/>
                </a:lnTo>
                <a:cubicBezTo>
                  <a:pt x="1626935" y="218084"/>
                  <a:pt x="1623070" y="219050"/>
                  <a:pt x="1620880" y="220983"/>
                </a:cubicBezTo>
                <a:cubicBezTo>
                  <a:pt x="1618691" y="222915"/>
                  <a:pt x="1617596" y="226522"/>
                  <a:pt x="1617596" y="231674"/>
                </a:cubicBezTo>
                <a:lnTo>
                  <a:pt x="1617596" y="235474"/>
                </a:lnTo>
                <a:lnTo>
                  <a:pt x="1633569" y="235474"/>
                </a:lnTo>
                <a:lnTo>
                  <a:pt x="1633569" y="254410"/>
                </a:lnTo>
                <a:lnTo>
                  <a:pt x="1617596" y="254410"/>
                </a:lnTo>
                <a:lnTo>
                  <a:pt x="1617596" y="326675"/>
                </a:lnTo>
                <a:lnTo>
                  <a:pt x="1594216" y="326675"/>
                </a:lnTo>
                <a:lnTo>
                  <a:pt x="1594216" y="254410"/>
                </a:lnTo>
                <a:lnTo>
                  <a:pt x="1583846" y="254410"/>
                </a:lnTo>
                <a:lnTo>
                  <a:pt x="1583846" y="235474"/>
                </a:lnTo>
                <a:lnTo>
                  <a:pt x="1594216" y="235474"/>
                </a:lnTo>
                <a:lnTo>
                  <a:pt x="1594216" y="230837"/>
                </a:lnTo>
                <a:cubicBezTo>
                  <a:pt x="1594216" y="219630"/>
                  <a:pt x="1597372" y="211386"/>
                  <a:pt x="1603748" y="206169"/>
                </a:cubicBezTo>
                <a:cubicBezTo>
                  <a:pt x="1610124" y="200888"/>
                  <a:pt x="1619721" y="198440"/>
                  <a:pt x="1632538" y="198762"/>
                </a:cubicBezTo>
                <a:close/>
                <a:moveTo>
                  <a:pt x="2416829" y="189680"/>
                </a:moveTo>
                <a:cubicBezTo>
                  <a:pt x="2422175" y="189680"/>
                  <a:pt x="2426877" y="191419"/>
                  <a:pt x="2430548" y="194897"/>
                </a:cubicBezTo>
                <a:cubicBezTo>
                  <a:pt x="2434220" y="198375"/>
                  <a:pt x="2436087" y="202948"/>
                  <a:pt x="2436087" y="208616"/>
                </a:cubicBezTo>
                <a:cubicBezTo>
                  <a:pt x="2436087" y="214284"/>
                  <a:pt x="2434220" y="218921"/>
                  <a:pt x="2430548" y="222335"/>
                </a:cubicBezTo>
                <a:cubicBezTo>
                  <a:pt x="2426877" y="225813"/>
                  <a:pt x="2422304" y="227552"/>
                  <a:pt x="2416829" y="227552"/>
                </a:cubicBezTo>
                <a:cubicBezTo>
                  <a:pt x="2411355" y="227552"/>
                  <a:pt x="2406911" y="225813"/>
                  <a:pt x="2403175" y="222335"/>
                </a:cubicBezTo>
                <a:cubicBezTo>
                  <a:pt x="2399440" y="218857"/>
                  <a:pt x="2397572" y="214284"/>
                  <a:pt x="2397572" y="208616"/>
                </a:cubicBezTo>
                <a:cubicBezTo>
                  <a:pt x="2397572" y="202948"/>
                  <a:pt x="2399440" y="198311"/>
                  <a:pt x="2403175" y="194897"/>
                </a:cubicBezTo>
                <a:cubicBezTo>
                  <a:pt x="2406911" y="191483"/>
                  <a:pt x="2411484" y="189680"/>
                  <a:pt x="2416829" y="189680"/>
                </a:cubicBezTo>
                <a:close/>
                <a:moveTo>
                  <a:pt x="440806" y="60672"/>
                </a:moveTo>
                <a:lnTo>
                  <a:pt x="510623" y="60672"/>
                </a:lnTo>
                <a:lnTo>
                  <a:pt x="510623" y="80123"/>
                </a:lnTo>
                <a:lnTo>
                  <a:pt x="440806" y="80123"/>
                </a:lnTo>
                <a:close/>
                <a:moveTo>
                  <a:pt x="2596720" y="56679"/>
                </a:moveTo>
                <a:cubicBezTo>
                  <a:pt x="2592404" y="56679"/>
                  <a:pt x="2588476" y="57709"/>
                  <a:pt x="2584869" y="59835"/>
                </a:cubicBezTo>
                <a:cubicBezTo>
                  <a:pt x="2581262" y="61896"/>
                  <a:pt x="2578299" y="64988"/>
                  <a:pt x="2576045" y="68981"/>
                </a:cubicBezTo>
                <a:cubicBezTo>
                  <a:pt x="2573790" y="72974"/>
                  <a:pt x="2572696" y="77740"/>
                  <a:pt x="2572696" y="83215"/>
                </a:cubicBezTo>
                <a:cubicBezTo>
                  <a:pt x="2572696" y="88690"/>
                  <a:pt x="2573790" y="93520"/>
                  <a:pt x="2576045" y="97642"/>
                </a:cubicBezTo>
                <a:cubicBezTo>
                  <a:pt x="2578299" y="101764"/>
                  <a:pt x="2581262" y="104920"/>
                  <a:pt x="2584933" y="107110"/>
                </a:cubicBezTo>
                <a:cubicBezTo>
                  <a:pt x="2588604" y="109300"/>
                  <a:pt x="2592533" y="110395"/>
                  <a:pt x="2596720" y="110395"/>
                </a:cubicBezTo>
                <a:cubicBezTo>
                  <a:pt x="2600906" y="110395"/>
                  <a:pt x="2605028" y="109300"/>
                  <a:pt x="2608764" y="107174"/>
                </a:cubicBezTo>
                <a:cubicBezTo>
                  <a:pt x="2612500" y="105049"/>
                  <a:pt x="2615462" y="101957"/>
                  <a:pt x="2617652" y="97964"/>
                </a:cubicBezTo>
                <a:cubicBezTo>
                  <a:pt x="2619842" y="93971"/>
                  <a:pt x="2620937" y="89140"/>
                  <a:pt x="2620937" y="83537"/>
                </a:cubicBezTo>
                <a:cubicBezTo>
                  <a:pt x="2620937" y="77933"/>
                  <a:pt x="2619842" y="73167"/>
                  <a:pt x="2617652" y="69110"/>
                </a:cubicBezTo>
                <a:cubicBezTo>
                  <a:pt x="2615462" y="65116"/>
                  <a:pt x="2612500" y="62025"/>
                  <a:pt x="2608764" y="59899"/>
                </a:cubicBezTo>
                <a:cubicBezTo>
                  <a:pt x="2605028" y="57774"/>
                  <a:pt x="2601035" y="56679"/>
                  <a:pt x="2596720" y="56679"/>
                </a:cubicBezTo>
                <a:close/>
                <a:moveTo>
                  <a:pt x="1407756" y="56679"/>
                </a:moveTo>
                <a:cubicBezTo>
                  <a:pt x="1403440" y="56679"/>
                  <a:pt x="1399511" y="57709"/>
                  <a:pt x="1395905" y="59835"/>
                </a:cubicBezTo>
                <a:cubicBezTo>
                  <a:pt x="1392298" y="61896"/>
                  <a:pt x="1389335" y="64988"/>
                  <a:pt x="1387081" y="68981"/>
                </a:cubicBezTo>
                <a:cubicBezTo>
                  <a:pt x="1384826" y="72974"/>
                  <a:pt x="1383732" y="77740"/>
                  <a:pt x="1383732" y="83215"/>
                </a:cubicBezTo>
                <a:cubicBezTo>
                  <a:pt x="1383732" y="88690"/>
                  <a:pt x="1384826" y="93520"/>
                  <a:pt x="1387081" y="97642"/>
                </a:cubicBezTo>
                <a:cubicBezTo>
                  <a:pt x="1389335" y="101764"/>
                  <a:pt x="1392298" y="104920"/>
                  <a:pt x="1395969" y="107110"/>
                </a:cubicBezTo>
                <a:cubicBezTo>
                  <a:pt x="1399640" y="109300"/>
                  <a:pt x="1403569" y="110395"/>
                  <a:pt x="1407756" y="110395"/>
                </a:cubicBezTo>
                <a:cubicBezTo>
                  <a:pt x="1411942" y="110395"/>
                  <a:pt x="1416064" y="109300"/>
                  <a:pt x="1419800" y="107174"/>
                </a:cubicBezTo>
                <a:cubicBezTo>
                  <a:pt x="1423536" y="105049"/>
                  <a:pt x="1426498" y="101957"/>
                  <a:pt x="1428688" y="97964"/>
                </a:cubicBezTo>
                <a:cubicBezTo>
                  <a:pt x="1430878" y="93971"/>
                  <a:pt x="1431973" y="89140"/>
                  <a:pt x="1431973" y="83537"/>
                </a:cubicBezTo>
                <a:cubicBezTo>
                  <a:pt x="1431973" y="77933"/>
                  <a:pt x="1430878" y="73167"/>
                  <a:pt x="1428688" y="69110"/>
                </a:cubicBezTo>
                <a:cubicBezTo>
                  <a:pt x="1426498" y="65116"/>
                  <a:pt x="1423536" y="62025"/>
                  <a:pt x="1419800" y="59899"/>
                </a:cubicBezTo>
                <a:cubicBezTo>
                  <a:pt x="1416064" y="57774"/>
                  <a:pt x="1412071" y="56679"/>
                  <a:pt x="1407756" y="56679"/>
                </a:cubicBezTo>
                <a:close/>
                <a:moveTo>
                  <a:pt x="1296138" y="56679"/>
                </a:moveTo>
                <a:cubicBezTo>
                  <a:pt x="1291822" y="56679"/>
                  <a:pt x="1287894" y="57709"/>
                  <a:pt x="1284287" y="59835"/>
                </a:cubicBezTo>
                <a:cubicBezTo>
                  <a:pt x="1280680" y="61896"/>
                  <a:pt x="1277717" y="64988"/>
                  <a:pt x="1275463" y="68981"/>
                </a:cubicBezTo>
                <a:cubicBezTo>
                  <a:pt x="1273208" y="72974"/>
                  <a:pt x="1272114" y="77740"/>
                  <a:pt x="1272114" y="83215"/>
                </a:cubicBezTo>
                <a:cubicBezTo>
                  <a:pt x="1272114" y="88690"/>
                  <a:pt x="1273208" y="93520"/>
                  <a:pt x="1275463" y="97642"/>
                </a:cubicBezTo>
                <a:cubicBezTo>
                  <a:pt x="1277717" y="101764"/>
                  <a:pt x="1280680" y="104920"/>
                  <a:pt x="1284351" y="107110"/>
                </a:cubicBezTo>
                <a:cubicBezTo>
                  <a:pt x="1288022" y="109300"/>
                  <a:pt x="1291951" y="110395"/>
                  <a:pt x="1296138" y="110395"/>
                </a:cubicBezTo>
                <a:cubicBezTo>
                  <a:pt x="1300324" y="110395"/>
                  <a:pt x="1304446" y="109300"/>
                  <a:pt x="1308182" y="107174"/>
                </a:cubicBezTo>
                <a:cubicBezTo>
                  <a:pt x="1311918" y="105049"/>
                  <a:pt x="1314880" y="101957"/>
                  <a:pt x="1317070" y="97964"/>
                </a:cubicBezTo>
                <a:cubicBezTo>
                  <a:pt x="1319260" y="93971"/>
                  <a:pt x="1320355" y="89140"/>
                  <a:pt x="1320355" y="83537"/>
                </a:cubicBezTo>
                <a:cubicBezTo>
                  <a:pt x="1320355" y="77933"/>
                  <a:pt x="1319260" y="73167"/>
                  <a:pt x="1317070" y="69110"/>
                </a:cubicBezTo>
                <a:cubicBezTo>
                  <a:pt x="1314880" y="65116"/>
                  <a:pt x="1311918" y="62025"/>
                  <a:pt x="1308182" y="59899"/>
                </a:cubicBezTo>
                <a:cubicBezTo>
                  <a:pt x="1304446" y="57774"/>
                  <a:pt x="1300453" y="56679"/>
                  <a:pt x="1296138" y="56679"/>
                </a:cubicBezTo>
                <a:close/>
                <a:moveTo>
                  <a:pt x="801681" y="56679"/>
                </a:moveTo>
                <a:cubicBezTo>
                  <a:pt x="797365" y="56679"/>
                  <a:pt x="793436" y="57709"/>
                  <a:pt x="789830" y="59835"/>
                </a:cubicBezTo>
                <a:cubicBezTo>
                  <a:pt x="786223" y="61896"/>
                  <a:pt x="783260" y="64987"/>
                  <a:pt x="781006" y="68980"/>
                </a:cubicBezTo>
                <a:cubicBezTo>
                  <a:pt x="778752" y="72974"/>
                  <a:pt x="777657" y="77740"/>
                  <a:pt x="777657" y="83214"/>
                </a:cubicBezTo>
                <a:cubicBezTo>
                  <a:pt x="777657" y="88689"/>
                  <a:pt x="778752" y="93520"/>
                  <a:pt x="781006" y="97642"/>
                </a:cubicBezTo>
                <a:cubicBezTo>
                  <a:pt x="783260" y="101764"/>
                  <a:pt x="786223" y="104920"/>
                  <a:pt x="789894" y="107110"/>
                </a:cubicBezTo>
                <a:cubicBezTo>
                  <a:pt x="793565" y="109300"/>
                  <a:pt x="797494" y="110394"/>
                  <a:pt x="801681" y="110394"/>
                </a:cubicBezTo>
                <a:cubicBezTo>
                  <a:pt x="805867" y="110394"/>
                  <a:pt x="809989" y="109300"/>
                  <a:pt x="813725" y="107174"/>
                </a:cubicBezTo>
                <a:cubicBezTo>
                  <a:pt x="817460" y="105049"/>
                  <a:pt x="820423" y="101957"/>
                  <a:pt x="822613" y="97964"/>
                </a:cubicBezTo>
                <a:cubicBezTo>
                  <a:pt x="824803" y="93971"/>
                  <a:pt x="825898" y="89140"/>
                  <a:pt x="825898" y="83537"/>
                </a:cubicBezTo>
                <a:cubicBezTo>
                  <a:pt x="825898" y="77933"/>
                  <a:pt x="824803" y="73167"/>
                  <a:pt x="822613" y="69109"/>
                </a:cubicBezTo>
                <a:cubicBezTo>
                  <a:pt x="820423" y="65116"/>
                  <a:pt x="817460" y="62024"/>
                  <a:pt x="813725" y="59899"/>
                </a:cubicBezTo>
                <a:cubicBezTo>
                  <a:pt x="809989" y="57774"/>
                  <a:pt x="805996" y="56679"/>
                  <a:pt x="801681" y="56679"/>
                </a:cubicBezTo>
                <a:close/>
                <a:moveTo>
                  <a:pt x="126240" y="56679"/>
                </a:moveTo>
                <a:cubicBezTo>
                  <a:pt x="121924" y="56679"/>
                  <a:pt x="117995" y="57710"/>
                  <a:pt x="114389" y="59835"/>
                </a:cubicBezTo>
                <a:cubicBezTo>
                  <a:pt x="110782" y="61896"/>
                  <a:pt x="107819" y="64988"/>
                  <a:pt x="105565" y="68981"/>
                </a:cubicBezTo>
                <a:cubicBezTo>
                  <a:pt x="103311" y="72974"/>
                  <a:pt x="102216" y="77740"/>
                  <a:pt x="102216" y="83215"/>
                </a:cubicBezTo>
                <a:cubicBezTo>
                  <a:pt x="102216" y="88690"/>
                  <a:pt x="103311" y="93520"/>
                  <a:pt x="105565" y="97642"/>
                </a:cubicBezTo>
                <a:cubicBezTo>
                  <a:pt x="107819" y="101764"/>
                  <a:pt x="110782" y="104920"/>
                  <a:pt x="114453" y="107110"/>
                </a:cubicBezTo>
                <a:cubicBezTo>
                  <a:pt x="118124" y="109300"/>
                  <a:pt x="122053" y="110395"/>
                  <a:pt x="126240" y="110395"/>
                </a:cubicBezTo>
                <a:cubicBezTo>
                  <a:pt x="130426" y="110395"/>
                  <a:pt x="134548" y="109300"/>
                  <a:pt x="138284" y="107175"/>
                </a:cubicBezTo>
                <a:cubicBezTo>
                  <a:pt x="142019" y="105049"/>
                  <a:pt x="144982" y="101958"/>
                  <a:pt x="147172" y="97964"/>
                </a:cubicBezTo>
                <a:cubicBezTo>
                  <a:pt x="149361" y="93971"/>
                  <a:pt x="150457" y="89140"/>
                  <a:pt x="150457" y="83537"/>
                </a:cubicBezTo>
                <a:cubicBezTo>
                  <a:pt x="150457" y="77934"/>
                  <a:pt x="149361" y="73167"/>
                  <a:pt x="147172" y="69110"/>
                </a:cubicBezTo>
                <a:cubicBezTo>
                  <a:pt x="144982" y="65116"/>
                  <a:pt x="142019" y="62025"/>
                  <a:pt x="138284" y="59899"/>
                </a:cubicBezTo>
                <a:cubicBezTo>
                  <a:pt x="134548" y="57774"/>
                  <a:pt x="130555" y="56679"/>
                  <a:pt x="126240" y="56679"/>
                </a:cubicBezTo>
                <a:close/>
                <a:moveTo>
                  <a:pt x="2226698" y="56550"/>
                </a:moveTo>
                <a:cubicBezTo>
                  <a:pt x="2220129" y="56550"/>
                  <a:pt x="2214589" y="58869"/>
                  <a:pt x="2210145" y="63571"/>
                </a:cubicBezTo>
                <a:cubicBezTo>
                  <a:pt x="2205701" y="68272"/>
                  <a:pt x="2203447" y="74906"/>
                  <a:pt x="2203447" y="83537"/>
                </a:cubicBezTo>
                <a:cubicBezTo>
                  <a:pt x="2203447" y="92168"/>
                  <a:pt x="2205637" y="98866"/>
                  <a:pt x="2209952" y="103568"/>
                </a:cubicBezTo>
                <a:cubicBezTo>
                  <a:pt x="2214267" y="108205"/>
                  <a:pt x="2219742" y="110588"/>
                  <a:pt x="2226312" y="110588"/>
                </a:cubicBezTo>
                <a:cubicBezTo>
                  <a:pt x="2230498" y="110588"/>
                  <a:pt x="2234427" y="109558"/>
                  <a:pt x="2238098" y="107561"/>
                </a:cubicBezTo>
                <a:lnTo>
                  <a:pt x="2238098" y="107497"/>
                </a:lnTo>
                <a:cubicBezTo>
                  <a:pt x="2241769" y="105500"/>
                  <a:pt x="2244732" y="102408"/>
                  <a:pt x="2246922" y="98351"/>
                </a:cubicBezTo>
                <a:cubicBezTo>
                  <a:pt x="2249112" y="94293"/>
                  <a:pt x="2250207" y="89334"/>
                  <a:pt x="2250207" y="83537"/>
                </a:cubicBezTo>
                <a:cubicBezTo>
                  <a:pt x="2250207" y="74842"/>
                  <a:pt x="2247952" y="68208"/>
                  <a:pt x="2243380" y="63571"/>
                </a:cubicBezTo>
                <a:cubicBezTo>
                  <a:pt x="2238807" y="58933"/>
                  <a:pt x="2233268" y="56550"/>
                  <a:pt x="2226698" y="56550"/>
                </a:cubicBezTo>
                <a:close/>
                <a:moveTo>
                  <a:pt x="2860404" y="55391"/>
                </a:moveTo>
                <a:cubicBezTo>
                  <a:pt x="2854672" y="55391"/>
                  <a:pt x="2849906" y="57130"/>
                  <a:pt x="2845977" y="60608"/>
                </a:cubicBezTo>
                <a:cubicBezTo>
                  <a:pt x="2842113" y="64086"/>
                  <a:pt x="2839665" y="68852"/>
                  <a:pt x="2838828" y="75035"/>
                </a:cubicBezTo>
                <a:lnTo>
                  <a:pt x="2882110" y="75035"/>
                </a:lnTo>
                <a:lnTo>
                  <a:pt x="2882174" y="74971"/>
                </a:lnTo>
                <a:cubicBezTo>
                  <a:pt x="2882045" y="69045"/>
                  <a:pt x="2879920" y="64279"/>
                  <a:pt x="2875733" y="60737"/>
                </a:cubicBezTo>
                <a:cubicBezTo>
                  <a:pt x="2871547" y="57194"/>
                  <a:pt x="2866459" y="55391"/>
                  <a:pt x="2860404" y="55391"/>
                </a:cubicBezTo>
                <a:close/>
                <a:moveTo>
                  <a:pt x="910787" y="55391"/>
                </a:moveTo>
                <a:cubicBezTo>
                  <a:pt x="905055" y="55391"/>
                  <a:pt x="900289" y="57130"/>
                  <a:pt x="896360" y="60608"/>
                </a:cubicBezTo>
                <a:cubicBezTo>
                  <a:pt x="892496" y="64086"/>
                  <a:pt x="890048" y="68852"/>
                  <a:pt x="889211" y="75035"/>
                </a:cubicBezTo>
                <a:lnTo>
                  <a:pt x="932493" y="75035"/>
                </a:lnTo>
                <a:lnTo>
                  <a:pt x="932557" y="74971"/>
                </a:lnTo>
                <a:cubicBezTo>
                  <a:pt x="932428" y="69045"/>
                  <a:pt x="930303" y="64279"/>
                  <a:pt x="926116" y="60737"/>
                </a:cubicBezTo>
                <a:cubicBezTo>
                  <a:pt x="921930" y="57194"/>
                  <a:pt x="916842" y="55391"/>
                  <a:pt x="910787" y="55391"/>
                </a:cubicBezTo>
                <a:close/>
                <a:moveTo>
                  <a:pt x="1723933" y="38000"/>
                </a:moveTo>
                <a:lnTo>
                  <a:pt x="1749761" y="38000"/>
                </a:lnTo>
                <a:lnTo>
                  <a:pt x="1773269" y="101699"/>
                </a:lnTo>
                <a:lnTo>
                  <a:pt x="1797164" y="38000"/>
                </a:lnTo>
                <a:lnTo>
                  <a:pt x="1821677" y="38000"/>
                </a:lnTo>
                <a:lnTo>
                  <a:pt x="1765218" y="172290"/>
                </a:lnTo>
                <a:lnTo>
                  <a:pt x="1740679" y="172290"/>
                </a:lnTo>
                <a:lnTo>
                  <a:pt x="1760452" y="126883"/>
                </a:lnTo>
                <a:close/>
                <a:moveTo>
                  <a:pt x="2711559" y="37936"/>
                </a:moveTo>
                <a:lnTo>
                  <a:pt x="2734617" y="37936"/>
                </a:lnTo>
                <a:lnTo>
                  <a:pt x="2734617" y="88174"/>
                </a:lnTo>
                <a:cubicBezTo>
                  <a:pt x="2734617" y="95388"/>
                  <a:pt x="2736420" y="100991"/>
                  <a:pt x="2740027" y="104855"/>
                </a:cubicBezTo>
                <a:cubicBezTo>
                  <a:pt x="2743634" y="108720"/>
                  <a:pt x="2748593" y="110717"/>
                  <a:pt x="2754841" y="110717"/>
                </a:cubicBezTo>
                <a:cubicBezTo>
                  <a:pt x="2761088" y="110717"/>
                  <a:pt x="2766177" y="108784"/>
                  <a:pt x="2769848" y="104855"/>
                </a:cubicBezTo>
                <a:cubicBezTo>
                  <a:pt x="2773519" y="100927"/>
                  <a:pt x="2775258" y="95388"/>
                  <a:pt x="2775258" y="88174"/>
                </a:cubicBezTo>
                <a:lnTo>
                  <a:pt x="2775258" y="37936"/>
                </a:lnTo>
                <a:lnTo>
                  <a:pt x="2798445" y="37936"/>
                </a:lnTo>
                <a:lnTo>
                  <a:pt x="2798509" y="37936"/>
                </a:lnTo>
                <a:lnTo>
                  <a:pt x="2798509" y="129137"/>
                </a:lnTo>
                <a:lnTo>
                  <a:pt x="2775322" y="129137"/>
                </a:lnTo>
                <a:lnTo>
                  <a:pt x="2775322" y="117608"/>
                </a:lnTo>
                <a:cubicBezTo>
                  <a:pt x="2772360" y="121537"/>
                  <a:pt x="2768495" y="124693"/>
                  <a:pt x="2763729" y="126883"/>
                </a:cubicBezTo>
                <a:cubicBezTo>
                  <a:pt x="2758963" y="129137"/>
                  <a:pt x="2753746" y="130232"/>
                  <a:pt x="2748142" y="130232"/>
                </a:cubicBezTo>
                <a:cubicBezTo>
                  <a:pt x="2740993" y="130232"/>
                  <a:pt x="2734681" y="128751"/>
                  <a:pt x="2729207" y="125723"/>
                </a:cubicBezTo>
                <a:cubicBezTo>
                  <a:pt x="2723732" y="122696"/>
                  <a:pt x="2719417" y="118252"/>
                  <a:pt x="2716261" y="112391"/>
                </a:cubicBezTo>
                <a:cubicBezTo>
                  <a:pt x="2713105" y="106530"/>
                  <a:pt x="2711559" y="99510"/>
                  <a:pt x="2711559" y="91394"/>
                </a:cubicBezTo>
                <a:close/>
                <a:moveTo>
                  <a:pt x="2509319" y="37936"/>
                </a:moveTo>
                <a:lnTo>
                  <a:pt x="2532377" y="37936"/>
                </a:lnTo>
                <a:lnTo>
                  <a:pt x="2532377" y="129137"/>
                </a:lnTo>
                <a:lnTo>
                  <a:pt x="2509319" y="129137"/>
                </a:lnTo>
                <a:close/>
                <a:moveTo>
                  <a:pt x="2290913" y="37936"/>
                </a:moveTo>
                <a:lnTo>
                  <a:pt x="2313971" y="37936"/>
                </a:lnTo>
                <a:lnTo>
                  <a:pt x="2313971" y="129137"/>
                </a:lnTo>
                <a:lnTo>
                  <a:pt x="2290913" y="129137"/>
                </a:lnTo>
                <a:close/>
                <a:moveTo>
                  <a:pt x="2077595" y="37936"/>
                </a:moveTo>
                <a:lnTo>
                  <a:pt x="2102263" y="37936"/>
                </a:lnTo>
                <a:lnTo>
                  <a:pt x="2125289" y="107786"/>
                </a:lnTo>
                <a:lnTo>
                  <a:pt x="2125257" y="107883"/>
                </a:lnTo>
                <a:lnTo>
                  <a:pt x="2125321" y="107883"/>
                </a:lnTo>
                <a:lnTo>
                  <a:pt x="2125289" y="107786"/>
                </a:lnTo>
                <a:lnTo>
                  <a:pt x="2148314" y="37936"/>
                </a:lnTo>
                <a:lnTo>
                  <a:pt x="2172854" y="37936"/>
                </a:lnTo>
                <a:lnTo>
                  <a:pt x="2139104" y="129137"/>
                </a:lnTo>
                <a:lnTo>
                  <a:pt x="2111151" y="129137"/>
                </a:lnTo>
                <a:close/>
                <a:moveTo>
                  <a:pt x="1932678" y="37936"/>
                </a:moveTo>
                <a:lnTo>
                  <a:pt x="1955736" y="37936"/>
                </a:lnTo>
                <a:lnTo>
                  <a:pt x="1955736" y="129137"/>
                </a:lnTo>
                <a:lnTo>
                  <a:pt x="1932678" y="129137"/>
                </a:lnTo>
                <a:close/>
                <a:moveTo>
                  <a:pt x="1824473" y="37936"/>
                </a:moveTo>
                <a:lnTo>
                  <a:pt x="1849141" y="37936"/>
                </a:lnTo>
                <a:lnTo>
                  <a:pt x="1872167" y="107786"/>
                </a:lnTo>
                <a:lnTo>
                  <a:pt x="1872135" y="107883"/>
                </a:lnTo>
                <a:lnTo>
                  <a:pt x="1872199" y="107883"/>
                </a:lnTo>
                <a:lnTo>
                  <a:pt x="1872167" y="107786"/>
                </a:lnTo>
                <a:lnTo>
                  <a:pt x="1895193" y="37936"/>
                </a:lnTo>
                <a:lnTo>
                  <a:pt x="1919732" y="37936"/>
                </a:lnTo>
                <a:lnTo>
                  <a:pt x="1885982" y="129137"/>
                </a:lnTo>
                <a:lnTo>
                  <a:pt x="1858029" y="129137"/>
                </a:lnTo>
                <a:close/>
                <a:moveTo>
                  <a:pt x="1821704" y="37936"/>
                </a:moveTo>
                <a:lnTo>
                  <a:pt x="1821704" y="38000"/>
                </a:lnTo>
                <a:lnTo>
                  <a:pt x="1821677" y="38000"/>
                </a:lnTo>
                <a:close/>
                <a:moveTo>
                  <a:pt x="650323" y="37936"/>
                </a:moveTo>
                <a:lnTo>
                  <a:pt x="673381" y="37936"/>
                </a:lnTo>
                <a:lnTo>
                  <a:pt x="673381" y="88174"/>
                </a:lnTo>
                <a:cubicBezTo>
                  <a:pt x="673381" y="95388"/>
                  <a:pt x="675184" y="100991"/>
                  <a:pt x="678791" y="104855"/>
                </a:cubicBezTo>
                <a:cubicBezTo>
                  <a:pt x="682398" y="108720"/>
                  <a:pt x="687357" y="110717"/>
                  <a:pt x="693605" y="110717"/>
                </a:cubicBezTo>
                <a:cubicBezTo>
                  <a:pt x="699852" y="110717"/>
                  <a:pt x="704941" y="108784"/>
                  <a:pt x="708612" y="104855"/>
                </a:cubicBezTo>
                <a:cubicBezTo>
                  <a:pt x="712283" y="100927"/>
                  <a:pt x="714022" y="95388"/>
                  <a:pt x="714022" y="88174"/>
                </a:cubicBezTo>
                <a:lnTo>
                  <a:pt x="714022" y="37936"/>
                </a:lnTo>
                <a:lnTo>
                  <a:pt x="737209" y="37936"/>
                </a:lnTo>
                <a:lnTo>
                  <a:pt x="737273" y="37936"/>
                </a:lnTo>
                <a:lnTo>
                  <a:pt x="737273" y="129137"/>
                </a:lnTo>
                <a:lnTo>
                  <a:pt x="714087" y="129137"/>
                </a:lnTo>
                <a:lnTo>
                  <a:pt x="714087" y="117608"/>
                </a:lnTo>
                <a:cubicBezTo>
                  <a:pt x="711124" y="121537"/>
                  <a:pt x="707259" y="124693"/>
                  <a:pt x="702493" y="126883"/>
                </a:cubicBezTo>
                <a:cubicBezTo>
                  <a:pt x="697727" y="129137"/>
                  <a:pt x="692510" y="130232"/>
                  <a:pt x="686907" y="130232"/>
                </a:cubicBezTo>
                <a:cubicBezTo>
                  <a:pt x="679757" y="130232"/>
                  <a:pt x="673445" y="128751"/>
                  <a:pt x="667971" y="125723"/>
                </a:cubicBezTo>
                <a:cubicBezTo>
                  <a:pt x="662496" y="122696"/>
                  <a:pt x="658181" y="118252"/>
                  <a:pt x="655025" y="112391"/>
                </a:cubicBezTo>
                <a:cubicBezTo>
                  <a:pt x="651869" y="106530"/>
                  <a:pt x="650323" y="99510"/>
                  <a:pt x="650323" y="91394"/>
                </a:cubicBezTo>
                <a:close/>
                <a:moveTo>
                  <a:pt x="394755" y="37936"/>
                </a:moveTo>
                <a:lnTo>
                  <a:pt x="417813" y="37936"/>
                </a:lnTo>
                <a:lnTo>
                  <a:pt x="417813" y="129137"/>
                </a:lnTo>
                <a:lnTo>
                  <a:pt x="394755" y="129137"/>
                </a:lnTo>
                <a:close/>
                <a:moveTo>
                  <a:pt x="2387138" y="36648"/>
                </a:moveTo>
                <a:cubicBezTo>
                  <a:pt x="2398023" y="36648"/>
                  <a:pt x="2406782" y="40062"/>
                  <a:pt x="2413481" y="46953"/>
                </a:cubicBezTo>
                <a:lnTo>
                  <a:pt x="2413481" y="46889"/>
                </a:lnTo>
                <a:cubicBezTo>
                  <a:pt x="2420179" y="53716"/>
                  <a:pt x="2423528" y="63313"/>
                  <a:pt x="2423528" y="75615"/>
                </a:cubicBezTo>
                <a:lnTo>
                  <a:pt x="2423528" y="129137"/>
                </a:lnTo>
                <a:lnTo>
                  <a:pt x="2400470" y="129137"/>
                </a:lnTo>
                <a:lnTo>
                  <a:pt x="2400470" y="78771"/>
                </a:lnTo>
                <a:cubicBezTo>
                  <a:pt x="2400470" y="71557"/>
                  <a:pt x="2398667" y="65953"/>
                  <a:pt x="2395060" y="62089"/>
                </a:cubicBezTo>
                <a:cubicBezTo>
                  <a:pt x="2391453" y="58225"/>
                  <a:pt x="2386494" y="56228"/>
                  <a:pt x="2380246" y="56228"/>
                </a:cubicBezTo>
                <a:cubicBezTo>
                  <a:pt x="2373999" y="56228"/>
                  <a:pt x="2368846" y="58160"/>
                  <a:pt x="2365175" y="62089"/>
                </a:cubicBezTo>
                <a:cubicBezTo>
                  <a:pt x="2361504" y="65953"/>
                  <a:pt x="2359636" y="71557"/>
                  <a:pt x="2359636" y="78771"/>
                </a:cubicBezTo>
                <a:lnTo>
                  <a:pt x="2359636" y="129137"/>
                </a:lnTo>
                <a:lnTo>
                  <a:pt x="2336578" y="129137"/>
                </a:lnTo>
                <a:lnTo>
                  <a:pt x="2336578" y="37936"/>
                </a:lnTo>
                <a:lnTo>
                  <a:pt x="2359636" y="37936"/>
                </a:lnTo>
                <a:lnTo>
                  <a:pt x="2359636" y="49272"/>
                </a:lnTo>
                <a:cubicBezTo>
                  <a:pt x="2362727" y="45343"/>
                  <a:pt x="2366656" y="42251"/>
                  <a:pt x="2371423" y="39997"/>
                </a:cubicBezTo>
                <a:cubicBezTo>
                  <a:pt x="2376189" y="37743"/>
                  <a:pt x="2381406" y="36648"/>
                  <a:pt x="2387138" y="36648"/>
                </a:cubicBezTo>
                <a:close/>
                <a:moveTo>
                  <a:pt x="2028967" y="36648"/>
                </a:moveTo>
                <a:cubicBezTo>
                  <a:pt x="2039852" y="36648"/>
                  <a:pt x="2048611" y="40062"/>
                  <a:pt x="2055309" y="46953"/>
                </a:cubicBezTo>
                <a:lnTo>
                  <a:pt x="2055309" y="46889"/>
                </a:lnTo>
                <a:cubicBezTo>
                  <a:pt x="2062008" y="53716"/>
                  <a:pt x="2065357" y="63313"/>
                  <a:pt x="2065357" y="75615"/>
                </a:cubicBezTo>
                <a:lnTo>
                  <a:pt x="2065357" y="129137"/>
                </a:lnTo>
                <a:lnTo>
                  <a:pt x="2042299" y="129137"/>
                </a:lnTo>
                <a:lnTo>
                  <a:pt x="2042299" y="78771"/>
                </a:lnTo>
                <a:cubicBezTo>
                  <a:pt x="2042299" y="71557"/>
                  <a:pt x="2040496" y="65953"/>
                  <a:pt x="2036889" y="62089"/>
                </a:cubicBezTo>
                <a:cubicBezTo>
                  <a:pt x="2033282" y="58225"/>
                  <a:pt x="2028323" y="56228"/>
                  <a:pt x="2022075" y="56228"/>
                </a:cubicBezTo>
                <a:cubicBezTo>
                  <a:pt x="2015828" y="56228"/>
                  <a:pt x="2010675" y="58160"/>
                  <a:pt x="2007004" y="62089"/>
                </a:cubicBezTo>
                <a:cubicBezTo>
                  <a:pt x="2003333" y="65953"/>
                  <a:pt x="2001465" y="71557"/>
                  <a:pt x="2001465" y="78771"/>
                </a:cubicBezTo>
                <a:lnTo>
                  <a:pt x="2001465" y="129137"/>
                </a:lnTo>
                <a:lnTo>
                  <a:pt x="1978407" y="129137"/>
                </a:lnTo>
                <a:lnTo>
                  <a:pt x="1978407" y="37936"/>
                </a:lnTo>
                <a:lnTo>
                  <a:pt x="2001465" y="37936"/>
                </a:lnTo>
                <a:lnTo>
                  <a:pt x="2001465" y="49272"/>
                </a:lnTo>
                <a:cubicBezTo>
                  <a:pt x="2004556" y="45343"/>
                  <a:pt x="2008485" y="42251"/>
                  <a:pt x="2013251" y="39997"/>
                </a:cubicBezTo>
                <a:cubicBezTo>
                  <a:pt x="2018018" y="37743"/>
                  <a:pt x="2023235" y="36648"/>
                  <a:pt x="2028967" y="36648"/>
                </a:cubicBezTo>
                <a:close/>
                <a:moveTo>
                  <a:pt x="1528198" y="36648"/>
                </a:moveTo>
                <a:cubicBezTo>
                  <a:pt x="1539083" y="36648"/>
                  <a:pt x="1547842" y="40062"/>
                  <a:pt x="1554541" y="46953"/>
                </a:cubicBezTo>
                <a:lnTo>
                  <a:pt x="1554541" y="46889"/>
                </a:lnTo>
                <a:cubicBezTo>
                  <a:pt x="1561239" y="53716"/>
                  <a:pt x="1564588" y="63313"/>
                  <a:pt x="1564588" y="75615"/>
                </a:cubicBezTo>
                <a:lnTo>
                  <a:pt x="1564588" y="129137"/>
                </a:lnTo>
                <a:lnTo>
                  <a:pt x="1541530" y="129137"/>
                </a:lnTo>
                <a:lnTo>
                  <a:pt x="1541530" y="78771"/>
                </a:lnTo>
                <a:cubicBezTo>
                  <a:pt x="1541530" y="71557"/>
                  <a:pt x="1539727" y="65953"/>
                  <a:pt x="1536120" y="62089"/>
                </a:cubicBezTo>
                <a:cubicBezTo>
                  <a:pt x="1532513" y="58225"/>
                  <a:pt x="1527554" y="56228"/>
                  <a:pt x="1521306" y="56228"/>
                </a:cubicBezTo>
                <a:cubicBezTo>
                  <a:pt x="1515059" y="56228"/>
                  <a:pt x="1509906" y="58160"/>
                  <a:pt x="1506235" y="62089"/>
                </a:cubicBezTo>
                <a:cubicBezTo>
                  <a:pt x="1502564" y="65953"/>
                  <a:pt x="1500696" y="71557"/>
                  <a:pt x="1500696" y="78771"/>
                </a:cubicBezTo>
                <a:lnTo>
                  <a:pt x="1500696" y="129137"/>
                </a:lnTo>
                <a:lnTo>
                  <a:pt x="1477638" y="129137"/>
                </a:lnTo>
                <a:lnTo>
                  <a:pt x="1477638" y="37936"/>
                </a:lnTo>
                <a:lnTo>
                  <a:pt x="1500696" y="37936"/>
                </a:lnTo>
                <a:lnTo>
                  <a:pt x="1500696" y="49272"/>
                </a:lnTo>
                <a:cubicBezTo>
                  <a:pt x="1503787" y="45343"/>
                  <a:pt x="1507716" y="42251"/>
                  <a:pt x="1512483" y="39997"/>
                </a:cubicBezTo>
                <a:cubicBezTo>
                  <a:pt x="1517249" y="37743"/>
                  <a:pt x="1522466" y="36648"/>
                  <a:pt x="1528198" y="36648"/>
                </a:cubicBezTo>
                <a:close/>
                <a:moveTo>
                  <a:pt x="1023694" y="36648"/>
                </a:moveTo>
                <a:cubicBezTo>
                  <a:pt x="1034579" y="36648"/>
                  <a:pt x="1043338" y="40062"/>
                  <a:pt x="1050037" y="46953"/>
                </a:cubicBezTo>
                <a:lnTo>
                  <a:pt x="1050037" y="46889"/>
                </a:lnTo>
                <a:cubicBezTo>
                  <a:pt x="1056735" y="53716"/>
                  <a:pt x="1060084" y="63313"/>
                  <a:pt x="1060084" y="75615"/>
                </a:cubicBezTo>
                <a:lnTo>
                  <a:pt x="1060084" y="129137"/>
                </a:lnTo>
                <a:lnTo>
                  <a:pt x="1037026" y="129137"/>
                </a:lnTo>
                <a:lnTo>
                  <a:pt x="1037026" y="78771"/>
                </a:lnTo>
                <a:cubicBezTo>
                  <a:pt x="1037026" y="71557"/>
                  <a:pt x="1035223" y="65953"/>
                  <a:pt x="1031616" y="62089"/>
                </a:cubicBezTo>
                <a:cubicBezTo>
                  <a:pt x="1028009" y="58225"/>
                  <a:pt x="1023050" y="56228"/>
                  <a:pt x="1016802" y="56228"/>
                </a:cubicBezTo>
                <a:cubicBezTo>
                  <a:pt x="1010555" y="56228"/>
                  <a:pt x="1005402" y="58160"/>
                  <a:pt x="1001731" y="62089"/>
                </a:cubicBezTo>
                <a:cubicBezTo>
                  <a:pt x="998060" y="65953"/>
                  <a:pt x="996192" y="71557"/>
                  <a:pt x="996192" y="78771"/>
                </a:cubicBezTo>
                <a:lnTo>
                  <a:pt x="996192" y="129137"/>
                </a:lnTo>
                <a:lnTo>
                  <a:pt x="973134" y="129137"/>
                </a:lnTo>
                <a:lnTo>
                  <a:pt x="973134" y="37936"/>
                </a:lnTo>
                <a:lnTo>
                  <a:pt x="996192" y="37936"/>
                </a:lnTo>
                <a:lnTo>
                  <a:pt x="996192" y="49272"/>
                </a:lnTo>
                <a:cubicBezTo>
                  <a:pt x="999283" y="45343"/>
                  <a:pt x="1003212" y="42251"/>
                  <a:pt x="1007979" y="39997"/>
                </a:cubicBezTo>
                <a:cubicBezTo>
                  <a:pt x="1012745" y="37743"/>
                  <a:pt x="1017962" y="36648"/>
                  <a:pt x="1023694" y="36648"/>
                </a:cubicBezTo>
                <a:close/>
                <a:moveTo>
                  <a:pt x="246746" y="36648"/>
                </a:moveTo>
                <a:cubicBezTo>
                  <a:pt x="257631" y="36648"/>
                  <a:pt x="266390" y="40062"/>
                  <a:pt x="273089" y="46953"/>
                </a:cubicBezTo>
                <a:lnTo>
                  <a:pt x="273089" y="46889"/>
                </a:lnTo>
                <a:cubicBezTo>
                  <a:pt x="279787" y="53716"/>
                  <a:pt x="283136" y="63313"/>
                  <a:pt x="283136" y="75615"/>
                </a:cubicBezTo>
                <a:lnTo>
                  <a:pt x="283136" y="129137"/>
                </a:lnTo>
                <a:lnTo>
                  <a:pt x="260078" y="129137"/>
                </a:lnTo>
                <a:lnTo>
                  <a:pt x="260078" y="78771"/>
                </a:lnTo>
                <a:cubicBezTo>
                  <a:pt x="260078" y="71557"/>
                  <a:pt x="258275" y="65953"/>
                  <a:pt x="254668" y="62089"/>
                </a:cubicBezTo>
                <a:cubicBezTo>
                  <a:pt x="251061" y="58225"/>
                  <a:pt x="246102" y="56228"/>
                  <a:pt x="239854" y="56228"/>
                </a:cubicBezTo>
                <a:cubicBezTo>
                  <a:pt x="233607" y="56228"/>
                  <a:pt x="228454" y="58160"/>
                  <a:pt x="224783" y="62089"/>
                </a:cubicBezTo>
                <a:cubicBezTo>
                  <a:pt x="221112" y="65953"/>
                  <a:pt x="219244" y="71557"/>
                  <a:pt x="219244" y="78771"/>
                </a:cubicBezTo>
                <a:lnTo>
                  <a:pt x="219244" y="129137"/>
                </a:lnTo>
                <a:lnTo>
                  <a:pt x="196186" y="129137"/>
                </a:lnTo>
                <a:lnTo>
                  <a:pt x="196186" y="37936"/>
                </a:lnTo>
                <a:lnTo>
                  <a:pt x="219244" y="37936"/>
                </a:lnTo>
                <a:lnTo>
                  <a:pt x="219244" y="49272"/>
                </a:lnTo>
                <a:cubicBezTo>
                  <a:pt x="222335" y="45343"/>
                  <a:pt x="226264" y="42251"/>
                  <a:pt x="231031" y="39997"/>
                </a:cubicBezTo>
                <a:cubicBezTo>
                  <a:pt x="235797" y="37743"/>
                  <a:pt x="241014" y="36648"/>
                  <a:pt x="246746" y="36648"/>
                </a:cubicBezTo>
                <a:close/>
                <a:moveTo>
                  <a:pt x="1131899" y="36584"/>
                </a:moveTo>
                <a:cubicBezTo>
                  <a:pt x="1139048" y="36584"/>
                  <a:pt x="1145424" y="38065"/>
                  <a:pt x="1150963" y="41093"/>
                </a:cubicBezTo>
                <a:cubicBezTo>
                  <a:pt x="1156567" y="44120"/>
                  <a:pt x="1160882" y="48435"/>
                  <a:pt x="1163974" y="54038"/>
                </a:cubicBezTo>
                <a:cubicBezTo>
                  <a:pt x="1166937" y="48757"/>
                  <a:pt x="1171252" y="44571"/>
                  <a:pt x="1176920" y="41350"/>
                </a:cubicBezTo>
                <a:cubicBezTo>
                  <a:pt x="1182588" y="38194"/>
                  <a:pt x="1188706" y="36584"/>
                  <a:pt x="1195276" y="36584"/>
                </a:cubicBezTo>
                <a:cubicBezTo>
                  <a:pt x="1206483" y="36584"/>
                  <a:pt x="1215500" y="39998"/>
                  <a:pt x="1222327" y="46889"/>
                </a:cubicBezTo>
                <a:cubicBezTo>
                  <a:pt x="1229154" y="53716"/>
                  <a:pt x="1232632" y="63313"/>
                  <a:pt x="1232632" y="75615"/>
                </a:cubicBezTo>
                <a:lnTo>
                  <a:pt x="1232632" y="129138"/>
                </a:lnTo>
                <a:lnTo>
                  <a:pt x="1209574" y="129138"/>
                </a:lnTo>
                <a:lnTo>
                  <a:pt x="1209574" y="78771"/>
                </a:lnTo>
                <a:cubicBezTo>
                  <a:pt x="1209574" y="71622"/>
                  <a:pt x="1207771" y="66147"/>
                  <a:pt x="1204164" y="62411"/>
                </a:cubicBezTo>
                <a:cubicBezTo>
                  <a:pt x="1200557" y="58611"/>
                  <a:pt x="1195598" y="56744"/>
                  <a:pt x="1189350" y="56744"/>
                </a:cubicBezTo>
                <a:cubicBezTo>
                  <a:pt x="1183103" y="56744"/>
                  <a:pt x="1178143" y="58611"/>
                  <a:pt x="1174472" y="62411"/>
                </a:cubicBezTo>
                <a:cubicBezTo>
                  <a:pt x="1170801" y="66211"/>
                  <a:pt x="1168933" y="71686"/>
                  <a:pt x="1168933" y="78771"/>
                </a:cubicBezTo>
                <a:lnTo>
                  <a:pt x="1168933" y="129138"/>
                </a:lnTo>
                <a:lnTo>
                  <a:pt x="1145875" y="129138"/>
                </a:lnTo>
                <a:lnTo>
                  <a:pt x="1145875" y="78771"/>
                </a:lnTo>
                <a:cubicBezTo>
                  <a:pt x="1145875" y="71622"/>
                  <a:pt x="1144072" y="66147"/>
                  <a:pt x="1140465" y="62411"/>
                </a:cubicBezTo>
                <a:cubicBezTo>
                  <a:pt x="1136858" y="58611"/>
                  <a:pt x="1131899" y="56744"/>
                  <a:pt x="1125651" y="56744"/>
                </a:cubicBezTo>
                <a:cubicBezTo>
                  <a:pt x="1119404" y="56744"/>
                  <a:pt x="1114251" y="58611"/>
                  <a:pt x="1110580" y="62411"/>
                </a:cubicBezTo>
                <a:cubicBezTo>
                  <a:pt x="1106909" y="66211"/>
                  <a:pt x="1105041" y="71686"/>
                  <a:pt x="1105041" y="78771"/>
                </a:cubicBezTo>
                <a:lnTo>
                  <a:pt x="1105041" y="129138"/>
                </a:lnTo>
                <a:lnTo>
                  <a:pt x="1081983" y="129138"/>
                </a:lnTo>
                <a:lnTo>
                  <a:pt x="1081983" y="37937"/>
                </a:lnTo>
                <a:lnTo>
                  <a:pt x="1105041" y="37937"/>
                </a:lnTo>
                <a:lnTo>
                  <a:pt x="1105041" y="48950"/>
                </a:lnTo>
                <a:cubicBezTo>
                  <a:pt x="1108004" y="45086"/>
                  <a:pt x="1111804" y="42123"/>
                  <a:pt x="1116505" y="39869"/>
                </a:cubicBezTo>
                <a:cubicBezTo>
                  <a:pt x="1121207" y="37615"/>
                  <a:pt x="1126295" y="36584"/>
                  <a:pt x="1131899" y="36584"/>
                </a:cubicBezTo>
                <a:close/>
                <a:moveTo>
                  <a:pt x="2861048" y="36455"/>
                </a:moveTo>
                <a:cubicBezTo>
                  <a:pt x="2870065" y="36455"/>
                  <a:pt x="2877472" y="38323"/>
                  <a:pt x="2884364" y="42058"/>
                </a:cubicBezTo>
                <a:cubicBezTo>
                  <a:pt x="2891191" y="45794"/>
                  <a:pt x="2896537" y="51076"/>
                  <a:pt x="2900337" y="57967"/>
                </a:cubicBezTo>
                <a:cubicBezTo>
                  <a:pt x="2904137" y="64794"/>
                  <a:pt x="2906005" y="72716"/>
                  <a:pt x="2906005" y="81605"/>
                </a:cubicBezTo>
                <a:cubicBezTo>
                  <a:pt x="2906005" y="84889"/>
                  <a:pt x="2905812" y="87852"/>
                  <a:pt x="2905361" y="90493"/>
                </a:cubicBezTo>
                <a:lnTo>
                  <a:pt x="2905361" y="90429"/>
                </a:lnTo>
                <a:lnTo>
                  <a:pt x="2838699" y="90429"/>
                </a:lnTo>
                <a:cubicBezTo>
                  <a:pt x="2839214" y="96998"/>
                  <a:pt x="2841533" y="102151"/>
                  <a:pt x="2845591" y="105886"/>
                </a:cubicBezTo>
                <a:cubicBezTo>
                  <a:pt x="2849648" y="109622"/>
                  <a:pt x="2854672" y="111490"/>
                  <a:pt x="2860598" y="111490"/>
                </a:cubicBezTo>
                <a:cubicBezTo>
                  <a:pt x="2869164" y="111490"/>
                  <a:pt x="2875218" y="107819"/>
                  <a:pt x="2878889" y="100476"/>
                </a:cubicBezTo>
                <a:lnTo>
                  <a:pt x="2903751" y="100476"/>
                </a:lnTo>
                <a:cubicBezTo>
                  <a:pt x="2901110" y="109236"/>
                  <a:pt x="2896086" y="116449"/>
                  <a:pt x="2888615" y="122117"/>
                </a:cubicBezTo>
                <a:cubicBezTo>
                  <a:pt x="2881144" y="127785"/>
                  <a:pt x="2871998" y="130619"/>
                  <a:pt x="2861113" y="130619"/>
                </a:cubicBezTo>
                <a:cubicBezTo>
                  <a:pt x="2852353" y="130619"/>
                  <a:pt x="2844431" y="128687"/>
                  <a:pt x="2837475" y="124758"/>
                </a:cubicBezTo>
                <a:cubicBezTo>
                  <a:pt x="2830519" y="120893"/>
                  <a:pt x="2825045" y="115354"/>
                  <a:pt x="2821180" y="108205"/>
                </a:cubicBezTo>
                <a:cubicBezTo>
                  <a:pt x="2817316" y="101056"/>
                  <a:pt x="2815319" y="92812"/>
                  <a:pt x="2815319" y="83537"/>
                </a:cubicBezTo>
                <a:cubicBezTo>
                  <a:pt x="2815319" y="74262"/>
                  <a:pt x="2817251" y="65825"/>
                  <a:pt x="2821051" y="58676"/>
                </a:cubicBezTo>
                <a:cubicBezTo>
                  <a:pt x="2824916" y="51526"/>
                  <a:pt x="2830262" y="46052"/>
                  <a:pt x="2837153" y="42187"/>
                </a:cubicBezTo>
                <a:cubicBezTo>
                  <a:pt x="2844045" y="38323"/>
                  <a:pt x="2852031" y="36455"/>
                  <a:pt x="2861048" y="36455"/>
                </a:cubicBezTo>
                <a:close/>
                <a:moveTo>
                  <a:pt x="2590794" y="36455"/>
                </a:moveTo>
                <a:cubicBezTo>
                  <a:pt x="2597621" y="36455"/>
                  <a:pt x="2603547" y="37808"/>
                  <a:pt x="2608635" y="40577"/>
                </a:cubicBezTo>
                <a:cubicBezTo>
                  <a:pt x="2613723" y="43347"/>
                  <a:pt x="2617845" y="46760"/>
                  <a:pt x="2620873" y="50947"/>
                </a:cubicBezTo>
                <a:lnTo>
                  <a:pt x="2620873" y="37936"/>
                </a:lnTo>
                <a:lnTo>
                  <a:pt x="2644059" y="37936"/>
                </a:lnTo>
                <a:lnTo>
                  <a:pt x="2644059" y="129137"/>
                </a:lnTo>
                <a:lnTo>
                  <a:pt x="2620873" y="129137"/>
                </a:lnTo>
                <a:lnTo>
                  <a:pt x="2620873" y="115805"/>
                </a:lnTo>
                <a:cubicBezTo>
                  <a:pt x="2617910" y="120056"/>
                  <a:pt x="2613852" y="123598"/>
                  <a:pt x="2608635" y="126432"/>
                </a:cubicBezTo>
                <a:cubicBezTo>
                  <a:pt x="2603418" y="129202"/>
                  <a:pt x="2597428" y="130619"/>
                  <a:pt x="2590601" y="130619"/>
                </a:cubicBezTo>
                <a:cubicBezTo>
                  <a:pt x="2582936" y="130619"/>
                  <a:pt x="2575916" y="128622"/>
                  <a:pt x="2569604" y="124693"/>
                </a:cubicBezTo>
                <a:cubicBezTo>
                  <a:pt x="2563292" y="120764"/>
                  <a:pt x="2558268" y="115161"/>
                  <a:pt x="2554597" y="108012"/>
                </a:cubicBezTo>
                <a:cubicBezTo>
                  <a:pt x="2550926" y="100798"/>
                  <a:pt x="2549058" y="92554"/>
                  <a:pt x="2549058" y="83215"/>
                </a:cubicBezTo>
                <a:cubicBezTo>
                  <a:pt x="2549058" y="73876"/>
                  <a:pt x="2550926" y="65825"/>
                  <a:pt x="2554597" y="58676"/>
                </a:cubicBezTo>
                <a:lnTo>
                  <a:pt x="2554662" y="58676"/>
                </a:lnTo>
                <a:cubicBezTo>
                  <a:pt x="2558333" y="51526"/>
                  <a:pt x="2563356" y="46052"/>
                  <a:pt x="2569669" y="42187"/>
                </a:cubicBezTo>
                <a:cubicBezTo>
                  <a:pt x="2575981" y="38323"/>
                  <a:pt x="2583001" y="36455"/>
                  <a:pt x="2590794" y="36455"/>
                </a:cubicBezTo>
                <a:close/>
                <a:moveTo>
                  <a:pt x="2227020" y="36455"/>
                </a:moveTo>
                <a:cubicBezTo>
                  <a:pt x="2235844" y="36455"/>
                  <a:pt x="2243766" y="38387"/>
                  <a:pt x="2250915" y="42316"/>
                </a:cubicBezTo>
                <a:cubicBezTo>
                  <a:pt x="2258064" y="46181"/>
                  <a:pt x="2263668" y="51720"/>
                  <a:pt x="2267790" y="58869"/>
                </a:cubicBezTo>
                <a:cubicBezTo>
                  <a:pt x="2271912" y="66018"/>
                  <a:pt x="2273973" y="74262"/>
                  <a:pt x="2273973" y="83537"/>
                </a:cubicBezTo>
                <a:cubicBezTo>
                  <a:pt x="2273973" y="92812"/>
                  <a:pt x="2271848" y="101120"/>
                  <a:pt x="2267661" y="108205"/>
                </a:cubicBezTo>
                <a:cubicBezTo>
                  <a:pt x="2263475" y="115290"/>
                  <a:pt x="2257743" y="120829"/>
                  <a:pt x="2250529" y="124758"/>
                </a:cubicBezTo>
                <a:cubicBezTo>
                  <a:pt x="2243315" y="128622"/>
                  <a:pt x="2235329" y="130619"/>
                  <a:pt x="2226440" y="130619"/>
                </a:cubicBezTo>
                <a:cubicBezTo>
                  <a:pt x="2217552" y="130619"/>
                  <a:pt x="2209759" y="128687"/>
                  <a:pt x="2202738" y="124758"/>
                </a:cubicBezTo>
                <a:lnTo>
                  <a:pt x="2202610" y="124758"/>
                </a:lnTo>
                <a:cubicBezTo>
                  <a:pt x="2195589" y="120893"/>
                  <a:pt x="2190050" y="115354"/>
                  <a:pt x="2186057" y="108205"/>
                </a:cubicBezTo>
                <a:cubicBezTo>
                  <a:pt x="2182064" y="101056"/>
                  <a:pt x="2180067" y="92812"/>
                  <a:pt x="2180067" y="83537"/>
                </a:cubicBezTo>
                <a:cubicBezTo>
                  <a:pt x="2180067" y="74262"/>
                  <a:pt x="2182128" y="65954"/>
                  <a:pt x="2186250" y="58869"/>
                </a:cubicBezTo>
                <a:cubicBezTo>
                  <a:pt x="2190372" y="51720"/>
                  <a:pt x="2195976" y="46245"/>
                  <a:pt x="2203125" y="42316"/>
                </a:cubicBezTo>
                <a:cubicBezTo>
                  <a:pt x="2210274" y="38452"/>
                  <a:pt x="2218196" y="36455"/>
                  <a:pt x="2227020" y="36455"/>
                </a:cubicBezTo>
                <a:close/>
                <a:moveTo>
                  <a:pt x="1401830" y="36455"/>
                </a:moveTo>
                <a:cubicBezTo>
                  <a:pt x="1408657" y="36455"/>
                  <a:pt x="1414583" y="37808"/>
                  <a:pt x="1419671" y="40577"/>
                </a:cubicBezTo>
                <a:cubicBezTo>
                  <a:pt x="1424759" y="43347"/>
                  <a:pt x="1428881" y="46760"/>
                  <a:pt x="1431909" y="50947"/>
                </a:cubicBezTo>
                <a:lnTo>
                  <a:pt x="1431909" y="37936"/>
                </a:lnTo>
                <a:lnTo>
                  <a:pt x="1455095" y="37936"/>
                </a:lnTo>
                <a:lnTo>
                  <a:pt x="1455095" y="129137"/>
                </a:lnTo>
                <a:lnTo>
                  <a:pt x="1431909" y="129137"/>
                </a:lnTo>
                <a:lnTo>
                  <a:pt x="1431909" y="115805"/>
                </a:lnTo>
                <a:cubicBezTo>
                  <a:pt x="1428946" y="120056"/>
                  <a:pt x="1424888" y="123598"/>
                  <a:pt x="1419671" y="126432"/>
                </a:cubicBezTo>
                <a:cubicBezTo>
                  <a:pt x="1414454" y="129202"/>
                  <a:pt x="1408464" y="130619"/>
                  <a:pt x="1401637" y="130619"/>
                </a:cubicBezTo>
                <a:cubicBezTo>
                  <a:pt x="1393972" y="130619"/>
                  <a:pt x="1386952" y="128622"/>
                  <a:pt x="1380640" y="124693"/>
                </a:cubicBezTo>
                <a:cubicBezTo>
                  <a:pt x="1374328" y="120764"/>
                  <a:pt x="1369304" y="115161"/>
                  <a:pt x="1365633" y="108012"/>
                </a:cubicBezTo>
                <a:cubicBezTo>
                  <a:pt x="1361962" y="100798"/>
                  <a:pt x="1360094" y="92554"/>
                  <a:pt x="1360094" y="83215"/>
                </a:cubicBezTo>
                <a:cubicBezTo>
                  <a:pt x="1360094" y="73876"/>
                  <a:pt x="1361962" y="65825"/>
                  <a:pt x="1365633" y="58676"/>
                </a:cubicBezTo>
                <a:lnTo>
                  <a:pt x="1365697" y="58676"/>
                </a:lnTo>
                <a:cubicBezTo>
                  <a:pt x="1369369" y="51526"/>
                  <a:pt x="1374392" y="46052"/>
                  <a:pt x="1380704" y="42187"/>
                </a:cubicBezTo>
                <a:cubicBezTo>
                  <a:pt x="1387016" y="38323"/>
                  <a:pt x="1394037" y="36455"/>
                  <a:pt x="1401830" y="36455"/>
                </a:cubicBezTo>
                <a:close/>
                <a:moveTo>
                  <a:pt x="1290212" y="36455"/>
                </a:moveTo>
                <a:cubicBezTo>
                  <a:pt x="1297039" y="36455"/>
                  <a:pt x="1302965" y="37808"/>
                  <a:pt x="1308053" y="40577"/>
                </a:cubicBezTo>
                <a:cubicBezTo>
                  <a:pt x="1313141" y="43347"/>
                  <a:pt x="1317263" y="46760"/>
                  <a:pt x="1320291" y="50947"/>
                </a:cubicBezTo>
                <a:lnTo>
                  <a:pt x="1320291" y="37936"/>
                </a:lnTo>
                <a:lnTo>
                  <a:pt x="1343477" y="37936"/>
                </a:lnTo>
                <a:lnTo>
                  <a:pt x="1343477" y="129137"/>
                </a:lnTo>
                <a:lnTo>
                  <a:pt x="1320291" y="129137"/>
                </a:lnTo>
                <a:lnTo>
                  <a:pt x="1320291" y="115805"/>
                </a:lnTo>
                <a:cubicBezTo>
                  <a:pt x="1317328" y="120056"/>
                  <a:pt x="1313270" y="123598"/>
                  <a:pt x="1308053" y="126432"/>
                </a:cubicBezTo>
                <a:cubicBezTo>
                  <a:pt x="1302836" y="129202"/>
                  <a:pt x="1296846" y="130619"/>
                  <a:pt x="1290019" y="130619"/>
                </a:cubicBezTo>
                <a:cubicBezTo>
                  <a:pt x="1282354" y="130619"/>
                  <a:pt x="1275334" y="128622"/>
                  <a:pt x="1269022" y="124693"/>
                </a:cubicBezTo>
                <a:cubicBezTo>
                  <a:pt x="1262710" y="120764"/>
                  <a:pt x="1257686" y="115161"/>
                  <a:pt x="1254015" y="108012"/>
                </a:cubicBezTo>
                <a:cubicBezTo>
                  <a:pt x="1250344" y="100798"/>
                  <a:pt x="1248476" y="92554"/>
                  <a:pt x="1248476" y="83215"/>
                </a:cubicBezTo>
                <a:cubicBezTo>
                  <a:pt x="1248476" y="73876"/>
                  <a:pt x="1250344" y="65825"/>
                  <a:pt x="1254015" y="58676"/>
                </a:cubicBezTo>
                <a:lnTo>
                  <a:pt x="1254080" y="58676"/>
                </a:lnTo>
                <a:cubicBezTo>
                  <a:pt x="1257751" y="51526"/>
                  <a:pt x="1262774" y="46052"/>
                  <a:pt x="1269086" y="42187"/>
                </a:cubicBezTo>
                <a:cubicBezTo>
                  <a:pt x="1275398" y="38323"/>
                  <a:pt x="1282419" y="36455"/>
                  <a:pt x="1290212" y="36455"/>
                </a:cubicBezTo>
                <a:close/>
                <a:moveTo>
                  <a:pt x="911431" y="36455"/>
                </a:moveTo>
                <a:cubicBezTo>
                  <a:pt x="920448" y="36455"/>
                  <a:pt x="927855" y="38323"/>
                  <a:pt x="934747" y="42058"/>
                </a:cubicBezTo>
                <a:cubicBezTo>
                  <a:pt x="941574" y="45794"/>
                  <a:pt x="946920" y="51076"/>
                  <a:pt x="950720" y="57967"/>
                </a:cubicBezTo>
                <a:cubicBezTo>
                  <a:pt x="954520" y="64794"/>
                  <a:pt x="956388" y="72716"/>
                  <a:pt x="956388" y="81605"/>
                </a:cubicBezTo>
                <a:cubicBezTo>
                  <a:pt x="956388" y="84889"/>
                  <a:pt x="956195" y="87852"/>
                  <a:pt x="955744" y="90493"/>
                </a:cubicBezTo>
                <a:lnTo>
                  <a:pt x="955744" y="90429"/>
                </a:lnTo>
                <a:lnTo>
                  <a:pt x="889082" y="90429"/>
                </a:lnTo>
                <a:cubicBezTo>
                  <a:pt x="889597" y="96998"/>
                  <a:pt x="891916" y="102151"/>
                  <a:pt x="895974" y="105886"/>
                </a:cubicBezTo>
                <a:cubicBezTo>
                  <a:pt x="900031" y="109622"/>
                  <a:pt x="905055" y="111490"/>
                  <a:pt x="910981" y="111490"/>
                </a:cubicBezTo>
                <a:cubicBezTo>
                  <a:pt x="919547" y="111490"/>
                  <a:pt x="925601" y="107819"/>
                  <a:pt x="929272" y="100476"/>
                </a:cubicBezTo>
                <a:lnTo>
                  <a:pt x="954134" y="100476"/>
                </a:lnTo>
                <a:cubicBezTo>
                  <a:pt x="951493" y="109236"/>
                  <a:pt x="946469" y="116449"/>
                  <a:pt x="938998" y="122117"/>
                </a:cubicBezTo>
                <a:cubicBezTo>
                  <a:pt x="931527" y="127785"/>
                  <a:pt x="922381" y="130619"/>
                  <a:pt x="911496" y="130619"/>
                </a:cubicBezTo>
                <a:cubicBezTo>
                  <a:pt x="902736" y="130619"/>
                  <a:pt x="894814" y="128687"/>
                  <a:pt x="887858" y="124758"/>
                </a:cubicBezTo>
                <a:cubicBezTo>
                  <a:pt x="880902" y="120893"/>
                  <a:pt x="875428" y="115354"/>
                  <a:pt x="871563" y="108205"/>
                </a:cubicBezTo>
                <a:cubicBezTo>
                  <a:pt x="867699" y="101056"/>
                  <a:pt x="865702" y="92812"/>
                  <a:pt x="865702" y="83537"/>
                </a:cubicBezTo>
                <a:cubicBezTo>
                  <a:pt x="865702" y="74262"/>
                  <a:pt x="867634" y="65825"/>
                  <a:pt x="871434" y="58676"/>
                </a:cubicBezTo>
                <a:cubicBezTo>
                  <a:pt x="875299" y="51526"/>
                  <a:pt x="880645" y="46052"/>
                  <a:pt x="887536" y="42187"/>
                </a:cubicBezTo>
                <a:cubicBezTo>
                  <a:pt x="894428" y="38323"/>
                  <a:pt x="902414" y="36455"/>
                  <a:pt x="911431" y="36455"/>
                </a:cubicBezTo>
                <a:close/>
                <a:moveTo>
                  <a:pt x="338269" y="36455"/>
                </a:moveTo>
                <a:cubicBezTo>
                  <a:pt x="349154" y="36455"/>
                  <a:pt x="357784" y="39160"/>
                  <a:pt x="364289" y="44635"/>
                </a:cubicBezTo>
                <a:cubicBezTo>
                  <a:pt x="370730" y="50045"/>
                  <a:pt x="374337" y="57387"/>
                  <a:pt x="374981" y="66598"/>
                </a:cubicBezTo>
                <a:lnTo>
                  <a:pt x="352954" y="66598"/>
                </a:lnTo>
                <a:cubicBezTo>
                  <a:pt x="352632" y="62991"/>
                  <a:pt x="351086" y="60093"/>
                  <a:pt x="348445" y="57967"/>
                </a:cubicBezTo>
                <a:cubicBezTo>
                  <a:pt x="345740" y="55842"/>
                  <a:pt x="342133" y="54747"/>
                  <a:pt x="337689" y="54747"/>
                </a:cubicBezTo>
                <a:cubicBezTo>
                  <a:pt x="333503" y="54747"/>
                  <a:pt x="330282" y="55520"/>
                  <a:pt x="328028" y="57065"/>
                </a:cubicBezTo>
                <a:cubicBezTo>
                  <a:pt x="325774" y="58611"/>
                  <a:pt x="324679" y="60737"/>
                  <a:pt x="324679" y="63506"/>
                </a:cubicBezTo>
                <a:cubicBezTo>
                  <a:pt x="324679" y="66598"/>
                  <a:pt x="326224" y="68916"/>
                  <a:pt x="329316" y="70527"/>
                </a:cubicBezTo>
                <a:cubicBezTo>
                  <a:pt x="332408" y="72137"/>
                  <a:pt x="337174" y="73747"/>
                  <a:pt x="343615" y="75357"/>
                </a:cubicBezTo>
                <a:cubicBezTo>
                  <a:pt x="350184" y="77032"/>
                  <a:pt x="355659" y="78706"/>
                  <a:pt x="359910" y="80445"/>
                </a:cubicBezTo>
                <a:cubicBezTo>
                  <a:pt x="364161" y="82184"/>
                  <a:pt x="367896" y="84889"/>
                  <a:pt x="371052" y="88625"/>
                </a:cubicBezTo>
                <a:cubicBezTo>
                  <a:pt x="374208" y="92296"/>
                  <a:pt x="375818" y="97127"/>
                  <a:pt x="375883" y="103181"/>
                </a:cubicBezTo>
                <a:cubicBezTo>
                  <a:pt x="375883" y="108463"/>
                  <a:pt x="374401" y="113164"/>
                  <a:pt x="371503" y="117351"/>
                </a:cubicBezTo>
                <a:cubicBezTo>
                  <a:pt x="368605" y="121537"/>
                  <a:pt x="364418" y="124758"/>
                  <a:pt x="359008" y="127141"/>
                </a:cubicBezTo>
                <a:cubicBezTo>
                  <a:pt x="353598" y="129524"/>
                  <a:pt x="347221" y="130683"/>
                  <a:pt x="340008" y="130683"/>
                </a:cubicBezTo>
                <a:cubicBezTo>
                  <a:pt x="332794" y="130683"/>
                  <a:pt x="325838" y="129331"/>
                  <a:pt x="319913" y="126626"/>
                </a:cubicBezTo>
                <a:lnTo>
                  <a:pt x="319848" y="126561"/>
                </a:lnTo>
                <a:cubicBezTo>
                  <a:pt x="313923" y="123856"/>
                  <a:pt x="309221" y="120249"/>
                  <a:pt x="305743" y="115612"/>
                </a:cubicBezTo>
                <a:cubicBezTo>
                  <a:pt x="302265" y="110975"/>
                  <a:pt x="300397" y="105886"/>
                  <a:pt x="300075" y="100283"/>
                </a:cubicBezTo>
                <a:lnTo>
                  <a:pt x="323262" y="100283"/>
                </a:lnTo>
                <a:cubicBezTo>
                  <a:pt x="323713" y="103825"/>
                  <a:pt x="325452" y="106724"/>
                  <a:pt x="328414" y="108978"/>
                </a:cubicBezTo>
                <a:cubicBezTo>
                  <a:pt x="331377" y="111232"/>
                  <a:pt x="335177" y="112456"/>
                  <a:pt x="339686" y="112456"/>
                </a:cubicBezTo>
                <a:cubicBezTo>
                  <a:pt x="344194" y="112456"/>
                  <a:pt x="347479" y="111554"/>
                  <a:pt x="349991" y="109815"/>
                </a:cubicBezTo>
                <a:cubicBezTo>
                  <a:pt x="352438" y="108076"/>
                  <a:pt x="353727" y="105822"/>
                  <a:pt x="353727" y="103052"/>
                </a:cubicBezTo>
                <a:cubicBezTo>
                  <a:pt x="353727" y="100090"/>
                  <a:pt x="352245" y="97835"/>
                  <a:pt x="349218" y="96354"/>
                </a:cubicBezTo>
                <a:cubicBezTo>
                  <a:pt x="346191" y="94873"/>
                  <a:pt x="341425" y="93262"/>
                  <a:pt x="334791" y="91523"/>
                </a:cubicBezTo>
                <a:cubicBezTo>
                  <a:pt x="327963" y="89849"/>
                  <a:pt x="322424" y="88174"/>
                  <a:pt x="318109" y="86435"/>
                </a:cubicBezTo>
                <a:cubicBezTo>
                  <a:pt x="313794" y="84696"/>
                  <a:pt x="310058" y="81991"/>
                  <a:pt x="306902" y="78384"/>
                </a:cubicBezTo>
                <a:cubicBezTo>
                  <a:pt x="303746" y="74777"/>
                  <a:pt x="302200" y="69883"/>
                  <a:pt x="302200" y="63764"/>
                </a:cubicBezTo>
                <a:cubicBezTo>
                  <a:pt x="302200" y="58740"/>
                  <a:pt x="303682" y="54103"/>
                  <a:pt x="306579" y="49916"/>
                </a:cubicBezTo>
                <a:cubicBezTo>
                  <a:pt x="309479" y="45730"/>
                  <a:pt x="313665" y="42445"/>
                  <a:pt x="319075" y="40062"/>
                </a:cubicBezTo>
                <a:cubicBezTo>
                  <a:pt x="324485" y="37679"/>
                  <a:pt x="330926" y="36455"/>
                  <a:pt x="338269" y="36455"/>
                </a:cubicBezTo>
                <a:close/>
                <a:moveTo>
                  <a:pt x="120314" y="36455"/>
                </a:moveTo>
                <a:cubicBezTo>
                  <a:pt x="127141" y="36455"/>
                  <a:pt x="133067" y="37808"/>
                  <a:pt x="138155" y="40577"/>
                </a:cubicBezTo>
                <a:cubicBezTo>
                  <a:pt x="143243" y="43347"/>
                  <a:pt x="147365" y="46760"/>
                  <a:pt x="150392" y="50947"/>
                </a:cubicBezTo>
                <a:lnTo>
                  <a:pt x="150392" y="37936"/>
                </a:lnTo>
                <a:lnTo>
                  <a:pt x="173579" y="37936"/>
                </a:lnTo>
                <a:lnTo>
                  <a:pt x="173579" y="129138"/>
                </a:lnTo>
                <a:lnTo>
                  <a:pt x="150392" y="129138"/>
                </a:lnTo>
                <a:lnTo>
                  <a:pt x="150392" y="115805"/>
                </a:lnTo>
                <a:cubicBezTo>
                  <a:pt x="147430" y="120056"/>
                  <a:pt x="143372" y="123598"/>
                  <a:pt x="138155" y="126432"/>
                </a:cubicBezTo>
                <a:cubicBezTo>
                  <a:pt x="132938" y="129202"/>
                  <a:pt x="126948" y="130619"/>
                  <a:pt x="120121" y="130619"/>
                </a:cubicBezTo>
                <a:cubicBezTo>
                  <a:pt x="112455" y="130619"/>
                  <a:pt x="105436" y="128622"/>
                  <a:pt x="99124" y="124693"/>
                </a:cubicBezTo>
                <a:cubicBezTo>
                  <a:pt x="92812" y="120765"/>
                  <a:pt x="87788" y="115161"/>
                  <a:pt x="84117" y="108012"/>
                </a:cubicBezTo>
                <a:cubicBezTo>
                  <a:pt x="80446" y="100798"/>
                  <a:pt x="78578" y="92554"/>
                  <a:pt x="78578" y="83215"/>
                </a:cubicBezTo>
                <a:cubicBezTo>
                  <a:pt x="78578" y="73876"/>
                  <a:pt x="80446" y="65825"/>
                  <a:pt x="84117" y="58676"/>
                </a:cubicBezTo>
                <a:lnTo>
                  <a:pt x="84181" y="58676"/>
                </a:lnTo>
                <a:cubicBezTo>
                  <a:pt x="87853" y="51526"/>
                  <a:pt x="92876" y="46052"/>
                  <a:pt x="99188" y="42187"/>
                </a:cubicBezTo>
                <a:cubicBezTo>
                  <a:pt x="105500" y="38323"/>
                  <a:pt x="112521" y="36455"/>
                  <a:pt x="120314" y="36455"/>
                </a:cubicBezTo>
                <a:close/>
                <a:moveTo>
                  <a:pt x="2449098" y="15393"/>
                </a:moveTo>
                <a:lnTo>
                  <a:pt x="2472285" y="15393"/>
                </a:lnTo>
                <a:lnTo>
                  <a:pt x="2472285" y="37936"/>
                </a:lnTo>
                <a:lnTo>
                  <a:pt x="2492702" y="37936"/>
                </a:lnTo>
                <a:lnTo>
                  <a:pt x="2492702" y="56871"/>
                </a:lnTo>
                <a:lnTo>
                  <a:pt x="2472285" y="56871"/>
                </a:lnTo>
                <a:lnTo>
                  <a:pt x="2472285" y="100991"/>
                </a:lnTo>
                <a:cubicBezTo>
                  <a:pt x="2472285" y="104082"/>
                  <a:pt x="2473058" y="106272"/>
                  <a:pt x="2474539" y="107689"/>
                </a:cubicBezTo>
                <a:cubicBezTo>
                  <a:pt x="2476020" y="109042"/>
                  <a:pt x="2478532" y="109750"/>
                  <a:pt x="2482010" y="109750"/>
                </a:cubicBezTo>
                <a:lnTo>
                  <a:pt x="2492702" y="109750"/>
                </a:lnTo>
                <a:lnTo>
                  <a:pt x="2492702" y="129201"/>
                </a:lnTo>
                <a:lnTo>
                  <a:pt x="2478210" y="129201"/>
                </a:lnTo>
                <a:cubicBezTo>
                  <a:pt x="2458759" y="129201"/>
                  <a:pt x="2449098" y="119733"/>
                  <a:pt x="2449098" y="100862"/>
                </a:cubicBezTo>
                <a:lnTo>
                  <a:pt x="2449098" y="56936"/>
                </a:lnTo>
                <a:lnTo>
                  <a:pt x="2438213" y="56936"/>
                </a:lnTo>
                <a:lnTo>
                  <a:pt x="2438213" y="38000"/>
                </a:lnTo>
                <a:lnTo>
                  <a:pt x="2449098" y="38000"/>
                </a:lnTo>
                <a:close/>
                <a:moveTo>
                  <a:pt x="536128" y="14234"/>
                </a:moveTo>
                <a:lnTo>
                  <a:pt x="559186" y="14234"/>
                </a:lnTo>
                <a:lnTo>
                  <a:pt x="559186" y="85340"/>
                </a:lnTo>
                <a:cubicBezTo>
                  <a:pt x="559186" y="93133"/>
                  <a:pt x="561183" y="99059"/>
                  <a:pt x="565305" y="103181"/>
                </a:cubicBezTo>
                <a:cubicBezTo>
                  <a:pt x="569362" y="107303"/>
                  <a:pt x="575095" y="109364"/>
                  <a:pt x="582437" y="109364"/>
                </a:cubicBezTo>
                <a:cubicBezTo>
                  <a:pt x="589780" y="109364"/>
                  <a:pt x="595641" y="107303"/>
                  <a:pt x="599698" y="103181"/>
                </a:cubicBezTo>
                <a:cubicBezTo>
                  <a:pt x="603756" y="99059"/>
                  <a:pt x="605817" y="93133"/>
                  <a:pt x="605817" y="85340"/>
                </a:cubicBezTo>
                <a:lnTo>
                  <a:pt x="605817" y="14234"/>
                </a:lnTo>
                <a:lnTo>
                  <a:pt x="629004" y="14234"/>
                </a:lnTo>
                <a:lnTo>
                  <a:pt x="629004" y="85147"/>
                </a:lnTo>
                <a:cubicBezTo>
                  <a:pt x="629004" y="94937"/>
                  <a:pt x="626878" y="103181"/>
                  <a:pt x="622692" y="109944"/>
                </a:cubicBezTo>
                <a:cubicBezTo>
                  <a:pt x="618441" y="116706"/>
                  <a:pt x="612837" y="121795"/>
                  <a:pt x="605753" y="125144"/>
                </a:cubicBezTo>
                <a:cubicBezTo>
                  <a:pt x="598668" y="128557"/>
                  <a:pt x="590810" y="130232"/>
                  <a:pt x="582115" y="130232"/>
                </a:cubicBezTo>
                <a:cubicBezTo>
                  <a:pt x="573420" y="130232"/>
                  <a:pt x="565820" y="128557"/>
                  <a:pt x="558799" y="125144"/>
                </a:cubicBezTo>
                <a:cubicBezTo>
                  <a:pt x="551843" y="121730"/>
                  <a:pt x="546304" y="116642"/>
                  <a:pt x="542247" y="109944"/>
                </a:cubicBezTo>
                <a:cubicBezTo>
                  <a:pt x="538189" y="103181"/>
                  <a:pt x="536128" y="94937"/>
                  <a:pt x="536128" y="85147"/>
                </a:cubicBezTo>
                <a:close/>
                <a:moveTo>
                  <a:pt x="9082" y="14234"/>
                </a:moveTo>
                <a:lnTo>
                  <a:pt x="32140" y="14234"/>
                </a:lnTo>
                <a:lnTo>
                  <a:pt x="32140" y="110845"/>
                </a:lnTo>
                <a:lnTo>
                  <a:pt x="69947" y="110845"/>
                </a:lnTo>
                <a:lnTo>
                  <a:pt x="69947" y="129137"/>
                </a:lnTo>
                <a:lnTo>
                  <a:pt x="9082" y="129137"/>
                </a:lnTo>
                <a:close/>
                <a:moveTo>
                  <a:pt x="2666667" y="7278"/>
                </a:moveTo>
                <a:lnTo>
                  <a:pt x="2689725" y="7278"/>
                </a:lnTo>
                <a:lnTo>
                  <a:pt x="2689725" y="129137"/>
                </a:lnTo>
                <a:lnTo>
                  <a:pt x="2666667" y="129137"/>
                </a:lnTo>
                <a:close/>
                <a:moveTo>
                  <a:pt x="1625647" y="7278"/>
                </a:moveTo>
                <a:lnTo>
                  <a:pt x="1648705" y="7278"/>
                </a:lnTo>
                <a:lnTo>
                  <a:pt x="1648705" y="49272"/>
                </a:lnTo>
                <a:cubicBezTo>
                  <a:pt x="1651668" y="45343"/>
                  <a:pt x="1655596" y="42251"/>
                  <a:pt x="1660556" y="39997"/>
                </a:cubicBezTo>
                <a:cubicBezTo>
                  <a:pt x="1665515" y="37743"/>
                  <a:pt x="1670990" y="36648"/>
                  <a:pt x="1677044" y="36648"/>
                </a:cubicBezTo>
                <a:cubicBezTo>
                  <a:pt x="1683936" y="36648"/>
                  <a:pt x="1690119" y="38129"/>
                  <a:pt x="1695465" y="41156"/>
                </a:cubicBezTo>
                <a:cubicBezTo>
                  <a:pt x="1700811" y="44184"/>
                  <a:pt x="1705062" y="48628"/>
                  <a:pt x="1708089" y="54489"/>
                </a:cubicBezTo>
                <a:cubicBezTo>
                  <a:pt x="1711116" y="60350"/>
                  <a:pt x="1712597" y="67435"/>
                  <a:pt x="1712597" y="75614"/>
                </a:cubicBezTo>
                <a:lnTo>
                  <a:pt x="1712597" y="129137"/>
                </a:lnTo>
                <a:lnTo>
                  <a:pt x="1689539" y="129137"/>
                </a:lnTo>
                <a:lnTo>
                  <a:pt x="1689539" y="78770"/>
                </a:lnTo>
                <a:cubicBezTo>
                  <a:pt x="1689539" y="71557"/>
                  <a:pt x="1687736" y="65953"/>
                  <a:pt x="1684129" y="62089"/>
                </a:cubicBezTo>
                <a:cubicBezTo>
                  <a:pt x="1680522" y="58224"/>
                  <a:pt x="1675563" y="56228"/>
                  <a:pt x="1669315" y="56228"/>
                </a:cubicBezTo>
                <a:cubicBezTo>
                  <a:pt x="1663068" y="56228"/>
                  <a:pt x="1657915" y="58160"/>
                  <a:pt x="1654244" y="62089"/>
                </a:cubicBezTo>
                <a:cubicBezTo>
                  <a:pt x="1650573" y="65953"/>
                  <a:pt x="1648705" y="71557"/>
                  <a:pt x="1648705" y="78770"/>
                </a:cubicBezTo>
                <a:lnTo>
                  <a:pt x="1648705" y="129137"/>
                </a:lnTo>
                <a:lnTo>
                  <a:pt x="1625647" y="129137"/>
                </a:lnTo>
                <a:close/>
                <a:moveTo>
                  <a:pt x="825705" y="7278"/>
                </a:moveTo>
                <a:lnTo>
                  <a:pt x="849085" y="7278"/>
                </a:lnTo>
                <a:lnTo>
                  <a:pt x="849085" y="129137"/>
                </a:lnTo>
                <a:lnTo>
                  <a:pt x="825705" y="129137"/>
                </a:lnTo>
                <a:lnTo>
                  <a:pt x="825705" y="115611"/>
                </a:lnTo>
                <a:cubicBezTo>
                  <a:pt x="822871" y="120120"/>
                  <a:pt x="818877" y="123727"/>
                  <a:pt x="813660" y="126496"/>
                </a:cubicBezTo>
                <a:cubicBezTo>
                  <a:pt x="808508" y="129266"/>
                  <a:pt x="802518" y="130618"/>
                  <a:pt x="795691" y="130618"/>
                </a:cubicBezTo>
                <a:cubicBezTo>
                  <a:pt x="788026" y="130618"/>
                  <a:pt x="781006" y="128622"/>
                  <a:pt x="774629" y="124693"/>
                </a:cubicBezTo>
                <a:cubicBezTo>
                  <a:pt x="768253" y="120764"/>
                  <a:pt x="763229" y="115161"/>
                  <a:pt x="759558" y="108011"/>
                </a:cubicBezTo>
                <a:cubicBezTo>
                  <a:pt x="755887" y="100798"/>
                  <a:pt x="754019" y="92554"/>
                  <a:pt x="754019" y="83214"/>
                </a:cubicBezTo>
                <a:cubicBezTo>
                  <a:pt x="754019" y="73875"/>
                  <a:pt x="755887" y="65824"/>
                  <a:pt x="759558" y="58675"/>
                </a:cubicBezTo>
                <a:lnTo>
                  <a:pt x="759622" y="58675"/>
                </a:lnTo>
                <a:cubicBezTo>
                  <a:pt x="763294" y="51526"/>
                  <a:pt x="768317" y="46051"/>
                  <a:pt x="774694" y="42187"/>
                </a:cubicBezTo>
                <a:cubicBezTo>
                  <a:pt x="781070" y="38322"/>
                  <a:pt x="788155" y="36455"/>
                  <a:pt x="795948" y="36455"/>
                </a:cubicBezTo>
                <a:cubicBezTo>
                  <a:pt x="801874" y="36455"/>
                  <a:pt x="807542" y="37743"/>
                  <a:pt x="812888" y="40319"/>
                </a:cubicBezTo>
                <a:cubicBezTo>
                  <a:pt x="818233" y="42895"/>
                  <a:pt x="822549" y="46309"/>
                  <a:pt x="825705" y="50624"/>
                </a:cubicBezTo>
                <a:close/>
                <a:moveTo>
                  <a:pt x="144531" y="5153"/>
                </a:moveTo>
                <a:cubicBezTo>
                  <a:pt x="147623" y="5153"/>
                  <a:pt x="150199" y="6248"/>
                  <a:pt x="152325" y="8373"/>
                </a:cubicBezTo>
                <a:cubicBezTo>
                  <a:pt x="154450" y="10499"/>
                  <a:pt x="155545" y="13140"/>
                  <a:pt x="155545" y="16167"/>
                </a:cubicBezTo>
                <a:cubicBezTo>
                  <a:pt x="155545" y="19194"/>
                  <a:pt x="154450" y="21835"/>
                  <a:pt x="152325" y="23896"/>
                </a:cubicBezTo>
                <a:cubicBezTo>
                  <a:pt x="150199" y="25957"/>
                  <a:pt x="147559" y="27052"/>
                  <a:pt x="144531" y="27052"/>
                </a:cubicBezTo>
                <a:cubicBezTo>
                  <a:pt x="141504" y="27052"/>
                  <a:pt x="138863" y="26021"/>
                  <a:pt x="136802" y="23896"/>
                </a:cubicBezTo>
                <a:cubicBezTo>
                  <a:pt x="134741" y="21835"/>
                  <a:pt x="133646" y="19258"/>
                  <a:pt x="133646" y="16167"/>
                </a:cubicBezTo>
                <a:cubicBezTo>
                  <a:pt x="133646" y="13075"/>
                  <a:pt x="134677" y="10499"/>
                  <a:pt x="136802" y="8373"/>
                </a:cubicBezTo>
                <a:cubicBezTo>
                  <a:pt x="138928" y="6248"/>
                  <a:pt x="141440" y="5153"/>
                  <a:pt x="144531" y="5153"/>
                </a:cubicBezTo>
                <a:close/>
                <a:moveTo>
                  <a:pt x="114067" y="5153"/>
                </a:moveTo>
                <a:cubicBezTo>
                  <a:pt x="117158" y="5153"/>
                  <a:pt x="119734" y="6248"/>
                  <a:pt x="121860" y="8373"/>
                </a:cubicBezTo>
                <a:cubicBezTo>
                  <a:pt x="123985" y="10499"/>
                  <a:pt x="125080" y="13140"/>
                  <a:pt x="125080" y="16167"/>
                </a:cubicBezTo>
                <a:cubicBezTo>
                  <a:pt x="125080" y="19194"/>
                  <a:pt x="123985" y="21835"/>
                  <a:pt x="121860" y="23896"/>
                </a:cubicBezTo>
                <a:cubicBezTo>
                  <a:pt x="119734" y="25957"/>
                  <a:pt x="117094" y="27052"/>
                  <a:pt x="114067" y="27052"/>
                </a:cubicBezTo>
                <a:cubicBezTo>
                  <a:pt x="111039" y="27052"/>
                  <a:pt x="108399" y="26021"/>
                  <a:pt x="106338" y="23896"/>
                </a:cubicBezTo>
                <a:cubicBezTo>
                  <a:pt x="104277" y="21835"/>
                  <a:pt x="103182" y="19258"/>
                  <a:pt x="103182" y="16167"/>
                </a:cubicBezTo>
                <a:cubicBezTo>
                  <a:pt x="103182" y="13075"/>
                  <a:pt x="104212" y="10499"/>
                  <a:pt x="106338" y="8373"/>
                </a:cubicBezTo>
                <a:cubicBezTo>
                  <a:pt x="108399" y="6248"/>
                  <a:pt x="110975" y="5153"/>
                  <a:pt x="114067" y="5153"/>
                </a:cubicBezTo>
                <a:close/>
                <a:moveTo>
                  <a:pt x="2520977" y="0"/>
                </a:moveTo>
                <a:cubicBezTo>
                  <a:pt x="2525034" y="0"/>
                  <a:pt x="2528384" y="1288"/>
                  <a:pt x="2531089" y="3864"/>
                </a:cubicBezTo>
                <a:cubicBezTo>
                  <a:pt x="2533794" y="6441"/>
                  <a:pt x="2535146" y="9661"/>
                  <a:pt x="2535146" y="13526"/>
                </a:cubicBezTo>
                <a:cubicBezTo>
                  <a:pt x="2535146" y="17390"/>
                  <a:pt x="2533794" y="20546"/>
                  <a:pt x="2531089" y="23187"/>
                </a:cubicBezTo>
                <a:cubicBezTo>
                  <a:pt x="2528384" y="25763"/>
                  <a:pt x="2525034" y="27051"/>
                  <a:pt x="2520977" y="27051"/>
                </a:cubicBezTo>
                <a:cubicBezTo>
                  <a:pt x="2516919" y="27051"/>
                  <a:pt x="2513570" y="25763"/>
                  <a:pt x="2510865" y="23187"/>
                </a:cubicBezTo>
                <a:cubicBezTo>
                  <a:pt x="2508160" y="20610"/>
                  <a:pt x="2506807" y="17390"/>
                  <a:pt x="2506807" y="13526"/>
                </a:cubicBezTo>
                <a:cubicBezTo>
                  <a:pt x="2506807" y="9661"/>
                  <a:pt x="2508160" y="6505"/>
                  <a:pt x="2510865" y="3864"/>
                </a:cubicBezTo>
                <a:cubicBezTo>
                  <a:pt x="2513570" y="1288"/>
                  <a:pt x="2516919" y="0"/>
                  <a:pt x="2520977" y="0"/>
                </a:cubicBezTo>
                <a:close/>
                <a:moveTo>
                  <a:pt x="2302571" y="0"/>
                </a:moveTo>
                <a:cubicBezTo>
                  <a:pt x="2306628" y="0"/>
                  <a:pt x="2309978" y="1288"/>
                  <a:pt x="2312683" y="3864"/>
                </a:cubicBezTo>
                <a:cubicBezTo>
                  <a:pt x="2315388" y="6441"/>
                  <a:pt x="2316740" y="9661"/>
                  <a:pt x="2316740" y="13526"/>
                </a:cubicBezTo>
                <a:cubicBezTo>
                  <a:pt x="2316740" y="17390"/>
                  <a:pt x="2315388" y="20546"/>
                  <a:pt x="2312683" y="23187"/>
                </a:cubicBezTo>
                <a:cubicBezTo>
                  <a:pt x="2309978" y="25763"/>
                  <a:pt x="2306628" y="27051"/>
                  <a:pt x="2302571" y="27051"/>
                </a:cubicBezTo>
                <a:cubicBezTo>
                  <a:pt x="2298513" y="27051"/>
                  <a:pt x="2295164" y="25763"/>
                  <a:pt x="2292459" y="23187"/>
                </a:cubicBezTo>
                <a:cubicBezTo>
                  <a:pt x="2289754" y="20610"/>
                  <a:pt x="2288401" y="17390"/>
                  <a:pt x="2288401" y="13526"/>
                </a:cubicBezTo>
                <a:cubicBezTo>
                  <a:pt x="2288401" y="9661"/>
                  <a:pt x="2289754" y="6505"/>
                  <a:pt x="2292459" y="3864"/>
                </a:cubicBezTo>
                <a:cubicBezTo>
                  <a:pt x="2295164" y="1288"/>
                  <a:pt x="2298513" y="0"/>
                  <a:pt x="2302571" y="0"/>
                </a:cubicBezTo>
                <a:close/>
                <a:moveTo>
                  <a:pt x="1944336" y="0"/>
                </a:moveTo>
                <a:cubicBezTo>
                  <a:pt x="1948393" y="0"/>
                  <a:pt x="1951743" y="1288"/>
                  <a:pt x="1954448" y="3864"/>
                </a:cubicBezTo>
                <a:cubicBezTo>
                  <a:pt x="1957153" y="6441"/>
                  <a:pt x="1958505" y="9661"/>
                  <a:pt x="1958505" y="13526"/>
                </a:cubicBezTo>
                <a:cubicBezTo>
                  <a:pt x="1958505" y="17390"/>
                  <a:pt x="1957153" y="20546"/>
                  <a:pt x="1954448" y="23187"/>
                </a:cubicBezTo>
                <a:cubicBezTo>
                  <a:pt x="1951743" y="25763"/>
                  <a:pt x="1948393" y="27051"/>
                  <a:pt x="1944336" y="27051"/>
                </a:cubicBezTo>
                <a:cubicBezTo>
                  <a:pt x="1940278" y="27051"/>
                  <a:pt x="1936929" y="25763"/>
                  <a:pt x="1934224" y="23187"/>
                </a:cubicBezTo>
                <a:cubicBezTo>
                  <a:pt x="1931519" y="20610"/>
                  <a:pt x="1930166" y="17390"/>
                  <a:pt x="1930166" y="13526"/>
                </a:cubicBezTo>
                <a:cubicBezTo>
                  <a:pt x="1930166" y="9661"/>
                  <a:pt x="1931519" y="6505"/>
                  <a:pt x="1934224" y="3864"/>
                </a:cubicBezTo>
                <a:cubicBezTo>
                  <a:pt x="1936929" y="1288"/>
                  <a:pt x="1940278" y="0"/>
                  <a:pt x="1944336" y="0"/>
                </a:cubicBezTo>
                <a:close/>
                <a:moveTo>
                  <a:pt x="406413" y="0"/>
                </a:moveTo>
                <a:cubicBezTo>
                  <a:pt x="410470" y="0"/>
                  <a:pt x="413820" y="1288"/>
                  <a:pt x="416525" y="3864"/>
                </a:cubicBezTo>
                <a:cubicBezTo>
                  <a:pt x="419230" y="6441"/>
                  <a:pt x="420582" y="9661"/>
                  <a:pt x="420582" y="13526"/>
                </a:cubicBezTo>
                <a:cubicBezTo>
                  <a:pt x="420582" y="17390"/>
                  <a:pt x="419230" y="20546"/>
                  <a:pt x="416525" y="23187"/>
                </a:cubicBezTo>
                <a:cubicBezTo>
                  <a:pt x="413820" y="25763"/>
                  <a:pt x="410470" y="27051"/>
                  <a:pt x="406413" y="27051"/>
                </a:cubicBezTo>
                <a:cubicBezTo>
                  <a:pt x="402355" y="27051"/>
                  <a:pt x="399006" y="25763"/>
                  <a:pt x="396301" y="23187"/>
                </a:cubicBezTo>
                <a:cubicBezTo>
                  <a:pt x="393596" y="20610"/>
                  <a:pt x="392243" y="17390"/>
                  <a:pt x="392243" y="13526"/>
                </a:cubicBezTo>
                <a:cubicBezTo>
                  <a:pt x="392243" y="9661"/>
                  <a:pt x="393596" y="6505"/>
                  <a:pt x="396301" y="3864"/>
                </a:cubicBezTo>
                <a:cubicBezTo>
                  <a:pt x="399006" y="1288"/>
                  <a:pt x="402355" y="0"/>
                  <a:pt x="406413" y="0"/>
                </a:cubicBezTo>
                <a:close/>
              </a:path>
            </a:pathLst>
          </a:custGeom>
          <a:solidFill>
            <a:schemeClr val="tx1"/>
          </a:solidFill>
          <a:ln w="6420" cap="flat">
            <a:noFill/>
            <a:prstDash val="solid"/>
            <a:miter/>
          </a:ln>
        </p:spPr>
        <p:txBody>
          <a:bodyPr rtlCol="0" anchor="ctr"/>
          <a:lstStyle/>
          <a:p>
            <a:endParaRPr lang="fi-FI"/>
          </a:p>
        </p:txBody>
      </p:sp>
      <p:sp>
        <p:nvSpPr>
          <p:cNvPr id="6" name="Päivämäärän paikkamerkki 5">
            <a:extLst>
              <a:ext uri="{FF2B5EF4-FFF2-40B4-BE49-F238E27FC236}">
                <a16:creationId xmlns:a16="http://schemas.microsoft.com/office/drawing/2014/main" id="{0DECE744-8150-999C-EFCC-D1209CB06255}"/>
              </a:ext>
            </a:extLst>
          </p:cNvPr>
          <p:cNvSpPr>
            <a:spLocks noGrp="1"/>
          </p:cNvSpPr>
          <p:nvPr>
            <p:ph type="dt" sz="half" idx="12"/>
          </p:nvPr>
        </p:nvSpPr>
        <p:spPr/>
        <p:txBody>
          <a:bodyPr/>
          <a:lstStyle>
            <a:lvl1pPr>
              <a:defRPr>
                <a:solidFill>
                  <a:schemeClr val="bg1"/>
                </a:solidFill>
              </a:defRPr>
            </a:lvl1pPr>
          </a:lstStyle>
          <a:p>
            <a:fld id="{4B30990E-42A7-4B35-82B2-2144061338E9}" type="datetime1">
              <a:rPr lang="fi-FI" smtClean="0"/>
              <a:t>14.10.2026</a:t>
            </a:fld>
            <a:endParaRPr lang="fi-FI"/>
          </a:p>
        </p:txBody>
      </p:sp>
      <p:sp>
        <p:nvSpPr>
          <p:cNvPr id="9" name="Alatunnisteen paikkamerkki 8">
            <a:extLst>
              <a:ext uri="{FF2B5EF4-FFF2-40B4-BE49-F238E27FC236}">
                <a16:creationId xmlns:a16="http://schemas.microsoft.com/office/drawing/2014/main" id="{4FC8244C-96A2-DAC7-D852-D1535621328C}"/>
              </a:ext>
            </a:extLst>
          </p:cNvPr>
          <p:cNvSpPr>
            <a:spLocks noGrp="1"/>
          </p:cNvSpPr>
          <p:nvPr>
            <p:ph type="ftr" sz="quarter" idx="13"/>
          </p:nvPr>
        </p:nvSpPr>
        <p:spPr/>
        <p:txBody>
          <a:bodyPr/>
          <a:lstStyle/>
          <a:p>
            <a:endParaRPr lang="fi-FI"/>
          </a:p>
        </p:txBody>
      </p:sp>
      <p:sp>
        <p:nvSpPr>
          <p:cNvPr id="10" name="Dian numeron paikkamerkki 9">
            <a:extLst>
              <a:ext uri="{FF2B5EF4-FFF2-40B4-BE49-F238E27FC236}">
                <a16:creationId xmlns:a16="http://schemas.microsoft.com/office/drawing/2014/main" id="{E6085B97-5B9A-9587-8110-05FF123FF020}"/>
              </a:ext>
            </a:extLst>
          </p:cNvPr>
          <p:cNvSpPr>
            <a:spLocks noGrp="1"/>
          </p:cNvSpPr>
          <p:nvPr>
            <p:ph type="sldNum" sz="quarter" idx="14"/>
          </p:nvPr>
        </p:nvSpPr>
        <p:spPr/>
        <p:txBody>
          <a:bodyPr/>
          <a:lstStyle>
            <a:lvl1pPr>
              <a:defRPr>
                <a:solidFill>
                  <a:schemeClr val="bg1"/>
                </a:solidFill>
              </a:defRPr>
            </a:lvl1pPr>
          </a:lstStyle>
          <a:p>
            <a:fld id="{07F0CC26-4241-4995-BDB3-9E0D3B0C702B}" type="slidenum">
              <a:rPr lang="fi-FI" smtClean="0"/>
              <a:pPr/>
              <a:t>‹#›</a:t>
            </a:fld>
            <a:endParaRPr lang="fi-FI"/>
          </a:p>
        </p:txBody>
      </p:sp>
    </p:spTree>
    <p:extLst>
      <p:ext uri="{BB962C8B-B14F-4D97-AF65-F5344CB8AC3E}">
        <p14:creationId xmlns:p14="http://schemas.microsoft.com/office/powerpoint/2010/main" val="22961915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tsikkodia Tumma">
    <p:bg>
      <p:bgPr>
        <a:solidFill>
          <a:schemeClr val="accent1"/>
        </a:solidFill>
        <a:effectLst/>
      </p:bgPr>
    </p:bg>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C9DEC58A-A02E-4C8D-BE9D-FB143A61B227}"/>
              </a:ext>
            </a:extLst>
          </p:cNvPr>
          <p:cNvSpPr>
            <a:spLocks noGrp="1"/>
          </p:cNvSpPr>
          <p:nvPr>
            <p:ph type="ctrTitle"/>
          </p:nvPr>
        </p:nvSpPr>
        <p:spPr>
          <a:xfrm>
            <a:off x="547369" y="1700213"/>
            <a:ext cx="5367656" cy="2593975"/>
          </a:xfrm>
        </p:spPr>
        <p:txBody>
          <a:bodyPr wrap="square" anchor="b">
            <a:noAutofit/>
          </a:bodyPr>
          <a:lstStyle>
            <a:lvl1pPr algn="l">
              <a:defRPr sz="4000">
                <a:solidFill>
                  <a:schemeClr val="bg1"/>
                </a:solidFill>
              </a:defRPr>
            </a:lvl1pPr>
          </a:lstStyle>
          <a:p>
            <a:r>
              <a:rPr lang="fi-FI"/>
              <a:t>Muokkaa ots. perustyyl. napsautt.</a:t>
            </a:r>
          </a:p>
        </p:txBody>
      </p:sp>
      <p:sp>
        <p:nvSpPr>
          <p:cNvPr id="3" name="Alaotsikko 2">
            <a:extLst>
              <a:ext uri="{FF2B5EF4-FFF2-40B4-BE49-F238E27FC236}">
                <a16:creationId xmlns:a16="http://schemas.microsoft.com/office/drawing/2014/main" id="{845507CB-1BF9-456E-B76D-A7E62643274D}"/>
              </a:ext>
            </a:extLst>
          </p:cNvPr>
          <p:cNvSpPr>
            <a:spLocks noGrp="1"/>
          </p:cNvSpPr>
          <p:nvPr>
            <p:ph type="subTitle" idx="1"/>
          </p:nvPr>
        </p:nvSpPr>
        <p:spPr>
          <a:xfrm>
            <a:off x="547369" y="4583112"/>
            <a:ext cx="5367656" cy="577851"/>
          </a:xfrm>
        </p:spPr>
        <p:txBody>
          <a:bodyPr wrap="square">
            <a:noAutofit/>
          </a:bodyPr>
          <a:lstStyle>
            <a:lvl1pPr marL="0" indent="0" algn="l">
              <a:buNone/>
              <a:defRPr sz="2400">
                <a:solidFill>
                  <a:schemeClr val="bg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fi-FI"/>
              <a:t>Muokkaa alaotsikon perustyyliä napsautt.</a:t>
            </a:r>
          </a:p>
        </p:txBody>
      </p:sp>
      <p:sp>
        <p:nvSpPr>
          <p:cNvPr id="8" name="Tekstin paikkamerkki 8">
            <a:extLst>
              <a:ext uri="{FF2B5EF4-FFF2-40B4-BE49-F238E27FC236}">
                <a16:creationId xmlns:a16="http://schemas.microsoft.com/office/drawing/2014/main" id="{2D5E4056-1BD2-ED7D-B437-33C5D524DE79}"/>
              </a:ext>
            </a:extLst>
          </p:cNvPr>
          <p:cNvSpPr>
            <a:spLocks noGrp="1"/>
          </p:cNvSpPr>
          <p:nvPr>
            <p:ph type="body" sz="quarter" idx="11"/>
          </p:nvPr>
        </p:nvSpPr>
        <p:spPr>
          <a:xfrm>
            <a:off x="547369" y="5449887"/>
            <a:ext cx="5367656" cy="577851"/>
          </a:xfrm>
        </p:spPr>
        <p:txBody>
          <a:bodyPr anchor="b"/>
          <a:lstStyle>
            <a:lvl1pPr marL="0" indent="0">
              <a:buNone/>
              <a:defRPr sz="1800" b="1">
                <a:solidFill>
                  <a:schemeClr val="bg1"/>
                </a:solidFill>
              </a:defRPr>
            </a:lvl1pPr>
            <a:lvl2pPr marL="457189" indent="0">
              <a:buNone/>
              <a:defRPr/>
            </a:lvl2pPr>
            <a:lvl3pPr marL="914377" indent="0">
              <a:buNone/>
              <a:defRPr/>
            </a:lvl3pPr>
            <a:lvl4pPr marL="1371566" indent="0">
              <a:buNone/>
              <a:defRPr/>
            </a:lvl4pPr>
            <a:lvl5pPr marL="1828754" indent="0">
              <a:buNone/>
              <a:defRPr/>
            </a:lvl5pPr>
          </a:lstStyle>
          <a:p>
            <a:pPr lvl="0"/>
            <a:r>
              <a:rPr lang="fi-FI"/>
              <a:t>Muokkaa tekstin perustyylejä napsauttamalla</a:t>
            </a:r>
          </a:p>
        </p:txBody>
      </p:sp>
      <p:sp>
        <p:nvSpPr>
          <p:cNvPr id="7" name="Kuvan paikkamerkki 6">
            <a:extLst>
              <a:ext uri="{FF2B5EF4-FFF2-40B4-BE49-F238E27FC236}">
                <a16:creationId xmlns:a16="http://schemas.microsoft.com/office/drawing/2014/main" id="{0E8B8E50-8211-BAA9-15FA-72AE49FD75AA}"/>
              </a:ext>
              <a:ext uri="{C183D7F6-B498-43B3-948B-1728B52AA6E4}">
                <adec:decorative xmlns:adec="http://schemas.microsoft.com/office/drawing/2017/decorative" val="0"/>
              </a:ext>
            </a:extLst>
          </p:cNvPr>
          <p:cNvSpPr>
            <a:spLocks noGrp="1"/>
          </p:cNvSpPr>
          <p:nvPr>
            <p:ph type="pic" sz="quarter" idx="10"/>
          </p:nvPr>
        </p:nvSpPr>
        <p:spPr>
          <a:xfrm>
            <a:off x="6275388" y="-600"/>
            <a:ext cx="5916613" cy="6859200"/>
          </a:xfrm>
          <a:solidFill>
            <a:schemeClr val="bg2"/>
          </a:solidFill>
          <a:ln>
            <a:noFill/>
          </a:ln>
        </p:spPr>
        <p:txBody>
          <a:bodyPr anchor="ctr"/>
          <a:lstStyle>
            <a:lvl1pPr marL="0" indent="0" algn="ctr">
              <a:buNone/>
              <a:defRPr/>
            </a:lvl1pPr>
          </a:lstStyle>
          <a:p>
            <a:r>
              <a:rPr lang="fi-FI"/>
              <a:t>Lisää kuva napsauttamalla kuvaketta</a:t>
            </a:r>
          </a:p>
        </p:txBody>
      </p:sp>
      <p:sp>
        <p:nvSpPr>
          <p:cNvPr id="4" name="Vapaamuotoinen: Muoto 3" descr="Länsi-Uudenmaan hyvinvointialueen tunnus.">
            <a:extLst>
              <a:ext uri="{FF2B5EF4-FFF2-40B4-BE49-F238E27FC236}">
                <a16:creationId xmlns:a16="http://schemas.microsoft.com/office/drawing/2014/main" id="{C1B546C7-E988-7E8C-52A4-6A98EF8EA11D}"/>
              </a:ext>
            </a:extLst>
          </p:cNvPr>
          <p:cNvSpPr>
            <a:spLocks noChangeAspect="1"/>
          </p:cNvSpPr>
          <p:nvPr userDrawn="1"/>
        </p:nvSpPr>
        <p:spPr>
          <a:xfrm>
            <a:off x="547369" y="546240"/>
            <a:ext cx="4243160" cy="540000"/>
          </a:xfrm>
          <a:custGeom>
            <a:avLst/>
            <a:gdLst>
              <a:gd name="connsiteX0" fmla="*/ 1690184 w 2906005"/>
              <a:gd name="connsiteY0" fmla="*/ 254217 h 369828"/>
              <a:gd name="connsiteX1" fmla="*/ 1678333 w 2906005"/>
              <a:gd name="connsiteY1" fmla="*/ 257373 h 369828"/>
              <a:gd name="connsiteX2" fmla="*/ 1669509 w 2906005"/>
              <a:gd name="connsiteY2" fmla="*/ 266519 h 369828"/>
              <a:gd name="connsiteX3" fmla="*/ 1666160 w 2906005"/>
              <a:gd name="connsiteY3" fmla="*/ 280753 h 369828"/>
              <a:gd name="connsiteX4" fmla="*/ 1669509 w 2906005"/>
              <a:gd name="connsiteY4" fmla="*/ 295180 h 369828"/>
              <a:gd name="connsiteX5" fmla="*/ 1678397 w 2906005"/>
              <a:gd name="connsiteY5" fmla="*/ 304648 h 369828"/>
              <a:gd name="connsiteX6" fmla="*/ 1690184 w 2906005"/>
              <a:gd name="connsiteY6" fmla="*/ 307933 h 369828"/>
              <a:gd name="connsiteX7" fmla="*/ 1702228 w 2906005"/>
              <a:gd name="connsiteY7" fmla="*/ 304713 h 369828"/>
              <a:gd name="connsiteX8" fmla="*/ 1711116 w 2906005"/>
              <a:gd name="connsiteY8" fmla="*/ 295502 h 369828"/>
              <a:gd name="connsiteX9" fmla="*/ 1714401 w 2906005"/>
              <a:gd name="connsiteY9" fmla="*/ 281075 h 369828"/>
              <a:gd name="connsiteX10" fmla="*/ 1711116 w 2906005"/>
              <a:gd name="connsiteY10" fmla="*/ 266648 h 369828"/>
              <a:gd name="connsiteX11" fmla="*/ 1702228 w 2906005"/>
              <a:gd name="connsiteY11" fmla="*/ 257437 h 369828"/>
              <a:gd name="connsiteX12" fmla="*/ 1690184 w 2906005"/>
              <a:gd name="connsiteY12" fmla="*/ 254217 h 369828"/>
              <a:gd name="connsiteX13" fmla="*/ 1476028 w 2906005"/>
              <a:gd name="connsiteY13" fmla="*/ 254217 h 369828"/>
              <a:gd name="connsiteX14" fmla="*/ 1464177 w 2906005"/>
              <a:gd name="connsiteY14" fmla="*/ 257373 h 369828"/>
              <a:gd name="connsiteX15" fmla="*/ 1455353 w 2906005"/>
              <a:gd name="connsiteY15" fmla="*/ 266519 h 369828"/>
              <a:gd name="connsiteX16" fmla="*/ 1452004 w 2906005"/>
              <a:gd name="connsiteY16" fmla="*/ 280753 h 369828"/>
              <a:gd name="connsiteX17" fmla="*/ 1455353 w 2906005"/>
              <a:gd name="connsiteY17" fmla="*/ 295180 h 369828"/>
              <a:gd name="connsiteX18" fmla="*/ 1464241 w 2906005"/>
              <a:gd name="connsiteY18" fmla="*/ 304648 h 369828"/>
              <a:gd name="connsiteX19" fmla="*/ 1476028 w 2906005"/>
              <a:gd name="connsiteY19" fmla="*/ 307933 h 369828"/>
              <a:gd name="connsiteX20" fmla="*/ 1488072 w 2906005"/>
              <a:gd name="connsiteY20" fmla="*/ 304713 h 369828"/>
              <a:gd name="connsiteX21" fmla="*/ 1496960 w 2906005"/>
              <a:gd name="connsiteY21" fmla="*/ 295502 h 369828"/>
              <a:gd name="connsiteX22" fmla="*/ 1500245 w 2906005"/>
              <a:gd name="connsiteY22" fmla="*/ 281075 h 369828"/>
              <a:gd name="connsiteX23" fmla="*/ 1496960 w 2906005"/>
              <a:gd name="connsiteY23" fmla="*/ 266648 h 369828"/>
              <a:gd name="connsiteX24" fmla="*/ 1488072 w 2906005"/>
              <a:gd name="connsiteY24" fmla="*/ 257437 h 369828"/>
              <a:gd name="connsiteX25" fmla="*/ 1476028 w 2906005"/>
              <a:gd name="connsiteY25" fmla="*/ 254217 h 369828"/>
              <a:gd name="connsiteX26" fmla="*/ 916520 w 2906005"/>
              <a:gd name="connsiteY26" fmla="*/ 254217 h 369828"/>
              <a:gd name="connsiteX27" fmla="*/ 904669 w 2906005"/>
              <a:gd name="connsiteY27" fmla="*/ 257373 h 369828"/>
              <a:gd name="connsiteX28" fmla="*/ 895845 w 2906005"/>
              <a:gd name="connsiteY28" fmla="*/ 266519 h 369828"/>
              <a:gd name="connsiteX29" fmla="*/ 892496 w 2906005"/>
              <a:gd name="connsiteY29" fmla="*/ 280753 h 369828"/>
              <a:gd name="connsiteX30" fmla="*/ 895845 w 2906005"/>
              <a:gd name="connsiteY30" fmla="*/ 295180 h 369828"/>
              <a:gd name="connsiteX31" fmla="*/ 904733 w 2906005"/>
              <a:gd name="connsiteY31" fmla="*/ 304648 h 369828"/>
              <a:gd name="connsiteX32" fmla="*/ 916520 w 2906005"/>
              <a:gd name="connsiteY32" fmla="*/ 307933 h 369828"/>
              <a:gd name="connsiteX33" fmla="*/ 928564 w 2906005"/>
              <a:gd name="connsiteY33" fmla="*/ 304712 h 369828"/>
              <a:gd name="connsiteX34" fmla="*/ 937452 w 2906005"/>
              <a:gd name="connsiteY34" fmla="*/ 295502 h 369828"/>
              <a:gd name="connsiteX35" fmla="*/ 940737 w 2906005"/>
              <a:gd name="connsiteY35" fmla="*/ 281075 h 369828"/>
              <a:gd name="connsiteX36" fmla="*/ 937452 w 2906005"/>
              <a:gd name="connsiteY36" fmla="*/ 266648 h 369828"/>
              <a:gd name="connsiteX37" fmla="*/ 928564 w 2906005"/>
              <a:gd name="connsiteY37" fmla="*/ 257437 h 369828"/>
              <a:gd name="connsiteX38" fmla="*/ 916520 w 2906005"/>
              <a:gd name="connsiteY38" fmla="*/ 254217 h 369828"/>
              <a:gd name="connsiteX39" fmla="*/ 499416 w 2906005"/>
              <a:gd name="connsiteY39" fmla="*/ 254217 h 369828"/>
              <a:gd name="connsiteX40" fmla="*/ 487565 w 2906005"/>
              <a:gd name="connsiteY40" fmla="*/ 257373 h 369828"/>
              <a:gd name="connsiteX41" fmla="*/ 478741 w 2906005"/>
              <a:gd name="connsiteY41" fmla="*/ 266519 h 369828"/>
              <a:gd name="connsiteX42" fmla="*/ 475392 w 2906005"/>
              <a:gd name="connsiteY42" fmla="*/ 280753 h 369828"/>
              <a:gd name="connsiteX43" fmla="*/ 478741 w 2906005"/>
              <a:gd name="connsiteY43" fmla="*/ 295180 h 369828"/>
              <a:gd name="connsiteX44" fmla="*/ 487629 w 2906005"/>
              <a:gd name="connsiteY44" fmla="*/ 304648 h 369828"/>
              <a:gd name="connsiteX45" fmla="*/ 499416 w 2906005"/>
              <a:gd name="connsiteY45" fmla="*/ 307933 h 369828"/>
              <a:gd name="connsiteX46" fmla="*/ 511460 w 2906005"/>
              <a:gd name="connsiteY46" fmla="*/ 304712 h 369828"/>
              <a:gd name="connsiteX47" fmla="*/ 520348 w 2906005"/>
              <a:gd name="connsiteY47" fmla="*/ 295502 h 369828"/>
              <a:gd name="connsiteX48" fmla="*/ 523633 w 2906005"/>
              <a:gd name="connsiteY48" fmla="*/ 281075 h 369828"/>
              <a:gd name="connsiteX49" fmla="*/ 520348 w 2906005"/>
              <a:gd name="connsiteY49" fmla="*/ 266648 h 369828"/>
              <a:gd name="connsiteX50" fmla="*/ 511460 w 2906005"/>
              <a:gd name="connsiteY50" fmla="*/ 257437 h 369828"/>
              <a:gd name="connsiteX51" fmla="*/ 499416 w 2906005"/>
              <a:gd name="connsiteY51" fmla="*/ 254217 h 369828"/>
              <a:gd name="connsiteX52" fmla="*/ 167717 w 2906005"/>
              <a:gd name="connsiteY52" fmla="*/ 254217 h 369828"/>
              <a:gd name="connsiteX53" fmla="*/ 155866 w 2906005"/>
              <a:gd name="connsiteY53" fmla="*/ 257373 h 369828"/>
              <a:gd name="connsiteX54" fmla="*/ 147042 w 2906005"/>
              <a:gd name="connsiteY54" fmla="*/ 266519 h 369828"/>
              <a:gd name="connsiteX55" fmla="*/ 143693 w 2906005"/>
              <a:gd name="connsiteY55" fmla="*/ 280753 h 369828"/>
              <a:gd name="connsiteX56" fmla="*/ 147042 w 2906005"/>
              <a:gd name="connsiteY56" fmla="*/ 295180 h 369828"/>
              <a:gd name="connsiteX57" fmla="*/ 155930 w 2906005"/>
              <a:gd name="connsiteY57" fmla="*/ 304648 h 369828"/>
              <a:gd name="connsiteX58" fmla="*/ 167717 w 2906005"/>
              <a:gd name="connsiteY58" fmla="*/ 307933 h 369828"/>
              <a:gd name="connsiteX59" fmla="*/ 179761 w 2906005"/>
              <a:gd name="connsiteY59" fmla="*/ 304713 h 369828"/>
              <a:gd name="connsiteX60" fmla="*/ 188649 w 2906005"/>
              <a:gd name="connsiteY60" fmla="*/ 295502 h 369828"/>
              <a:gd name="connsiteX61" fmla="*/ 191934 w 2906005"/>
              <a:gd name="connsiteY61" fmla="*/ 281075 h 369828"/>
              <a:gd name="connsiteX62" fmla="*/ 188649 w 2906005"/>
              <a:gd name="connsiteY62" fmla="*/ 266648 h 369828"/>
              <a:gd name="connsiteX63" fmla="*/ 179761 w 2906005"/>
              <a:gd name="connsiteY63" fmla="*/ 257437 h 369828"/>
              <a:gd name="connsiteX64" fmla="*/ 167717 w 2906005"/>
              <a:gd name="connsiteY64" fmla="*/ 254217 h 369828"/>
              <a:gd name="connsiteX65" fmla="*/ 2525292 w 2906005"/>
              <a:gd name="connsiteY65" fmla="*/ 254216 h 369828"/>
              <a:gd name="connsiteX66" fmla="*/ 2513441 w 2906005"/>
              <a:gd name="connsiteY66" fmla="*/ 257372 h 369828"/>
              <a:gd name="connsiteX67" fmla="*/ 2504617 w 2906005"/>
              <a:gd name="connsiteY67" fmla="*/ 266518 h 369828"/>
              <a:gd name="connsiteX68" fmla="*/ 2501268 w 2906005"/>
              <a:gd name="connsiteY68" fmla="*/ 280752 h 369828"/>
              <a:gd name="connsiteX69" fmla="*/ 2504617 w 2906005"/>
              <a:gd name="connsiteY69" fmla="*/ 295179 h 369828"/>
              <a:gd name="connsiteX70" fmla="*/ 2513505 w 2906005"/>
              <a:gd name="connsiteY70" fmla="*/ 304647 h 369828"/>
              <a:gd name="connsiteX71" fmla="*/ 2525292 w 2906005"/>
              <a:gd name="connsiteY71" fmla="*/ 307932 h 369828"/>
              <a:gd name="connsiteX72" fmla="*/ 2537336 w 2906005"/>
              <a:gd name="connsiteY72" fmla="*/ 304712 h 369828"/>
              <a:gd name="connsiteX73" fmla="*/ 2546224 w 2906005"/>
              <a:gd name="connsiteY73" fmla="*/ 295501 h 369828"/>
              <a:gd name="connsiteX74" fmla="*/ 2549509 w 2906005"/>
              <a:gd name="connsiteY74" fmla="*/ 281074 h 369828"/>
              <a:gd name="connsiteX75" fmla="*/ 2546224 w 2906005"/>
              <a:gd name="connsiteY75" fmla="*/ 266647 h 369828"/>
              <a:gd name="connsiteX76" fmla="*/ 2537336 w 2906005"/>
              <a:gd name="connsiteY76" fmla="*/ 257437 h 369828"/>
              <a:gd name="connsiteX77" fmla="*/ 2525292 w 2906005"/>
              <a:gd name="connsiteY77" fmla="*/ 254216 h 369828"/>
              <a:gd name="connsiteX78" fmla="*/ 2413674 w 2906005"/>
              <a:gd name="connsiteY78" fmla="*/ 254216 h 369828"/>
              <a:gd name="connsiteX79" fmla="*/ 2401823 w 2906005"/>
              <a:gd name="connsiteY79" fmla="*/ 257372 h 369828"/>
              <a:gd name="connsiteX80" fmla="*/ 2392999 w 2906005"/>
              <a:gd name="connsiteY80" fmla="*/ 266518 h 369828"/>
              <a:gd name="connsiteX81" fmla="*/ 2389649 w 2906005"/>
              <a:gd name="connsiteY81" fmla="*/ 280752 h 369828"/>
              <a:gd name="connsiteX82" fmla="*/ 2392999 w 2906005"/>
              <a:gd name="connsiteY82" fmla="*/ 295180 h 369828"/>
              <a:gd name="connsiteX83" fmla="*/ 2401887 w 2906005"/>
              <a:gd name="connsiteY83" fmla="*/ 304647 h 369828"/>
              <a:gd name="connsiteX84" fmla="*/ 2413674 w 2906005"/>
              <a:gd name="connsiteY84" fmla="*/ 307932 h 369828"/>
              <a:gd name="connsiteX85" fmla="*/ 2425718 w 2906005"/>
              <a:gd name="connsiteY85" fmla="*/ 304712 h 369828"/>
              <a:gd name="connsiteX86" fmla="*/ 2434606 w 2906005"/>
              <a:gd name="connsiteY86" fmla="*/ 295502 h 369828"/>
              <a:gd name="connsiteX87" fmla="*/ 2437891 w 2906005"/>
              <a:gd name="connsiteY87" fmla="*/ 281074 h 369828"/>
              <a:gd name="connsiteX88" fmla="*/ 2434606 w 2906005"/>
              <a:gd name="connsiteY88" fmla="*/ 266647 h 369828"/>
              <a:gd name="connsiteX89" fmla="*/ 2425718 w 2906005"/>
              <a:gd name="connsiteY89" fmla="*/ 257437 h 369828"/>
              <a:gd name="connsiteX90" fmla="*/ 2413674 w 2906005"/>
              <a:gd name="connsiteY90" fmla="*/ 254216 h 369828"/>
              <a:gd name="connsiteX91" fmla="*/ 1868335 w 2906005"/>
              <a:gd name="connsiteY91" fmla="*/ 254216 h 369828"/>
              <a:gd name="connsiteX92" fmla="*/ 1856484 w 2906005"/>
              <a:gd name="connsiteY92" fmla="*/ 257372 h 369828"/>
              <a:gd name="connsiteX93" fmla="*/ 1847660 w 2906005"/>
              <a:gd name="connsiteY93" fmla="*/ 266518 h 369828"/>
              <a:gd name="connsiteX94" fmla="*/ 1844311 w 2906005"/>
              <a:gd name="connsiteY94" fmla="*/ 280752 h 369828"/>
              <a:gd name="connsiteX95" fmla="*/ 1847660 w 2906005"/>
              <a:gd name="connsiteY95" fmla="*/ 295179 h 369828"/>
              <a:gd name="connsiteX96" fmla="*/ 1856548 w 2906005"/>
              <a:gd name="connsiteY96" fmla="*/ 304647 h 369828"/>
              <a:gd name="connsiteX97" fmla="*/ 1868335 w 2906005"/>
              <a:gd name="connsiteY97" fmla="*/ 307932 h 369828"/>
              <a:gd name="connsiteX98" fmla="*/ 1880379 w 2906005"/>
              <a:gd name="connsiteY98" fmla="*/ 304712 h 369828"/>
              <a:gd name="connsiteX99" fmla="*/ 1889267 w 2906005"/>
              <a:gd name="connsiteY99" fmla="*/ 295501 h 369828"/>
              <a:gd name="connsiteX100" fmla="*/ 1892552 w 2906005"/>
              <a:gd name="connsiteY100" fmla="*/ 281074 h 369828"/>
              <a:gd name="connsiteX101" fmla="*/ 1889267 w 2906005"/>
              <a:gd name="connsiteY101" fmla="*/ 266647 h 369828"/>
              <a:gd name="connsiteX102" fmla="*/ 1880379 w 2906005"/>
              <a:gd name="connsiteY102" fmla="*/ 257437 h 369828"/>
              <a:gd name="connsiteX103" fmla="*/ 1868335 w 2906005"/>
              <a:gd name="connsiteY103" fmla="*/ 254216 h 369828"/>
              <a:gd name="connsiteX104" fmla="*/ 1136987 w 2906005"/>
              <a:gd name="connsiteY104" fmla="*/ 254216 h 369828"/>
              <a:gd name="connsiteX105" fmla="*/ 1125136 w 2906005"/>
              <a:gd name="connsiteY105" fmla="*/ 257372 h 369828"/>
              <a:gd name="connsiteX106" fmla="*/ 1116312 w 2906005"/>
              <a:gd name="connsiteY106" fmla="*/ 266518 h 369828"/>
              <a:gd name="connsiteX107" fmla="*/ 1112963 w 2906005"/>
              <a:gd name="connsiteY107" fmla="*/ 280752 h 369828"/>
              <a:gd name="connsiteX108" fmla="*/ 1116312 w 2906005"/>
              <a:gd name="connsiteY108" fmla="*/ 295179 h 369828"/>
              <a:gd name="connsiteX109" fmla="*/ 1125200 w 2906005"/>
              <a:gd name="connsiteY109" fmla="*/ 304647 h 369828"/>
              <a:gd name="connsiteX110" fmla="*/ 1136987 w 2906005"/>
              <a:gd name="connsiteY110" fmla="*/ 307932 h 369828"/>
              <a:gd name="connsiteX111" fmla="*/ 1149031 w 2906005"/>
              <a:gd name="connsiteY111" fmla="*/ 304712 h 369828"/>
              <a:gd name="connsiteX112" fmla="*/ 1157919 w 2906005"/>
              <a:gd name="connsiteY112" fmla="*/ 295501 h 369828"/>
              <a:gd name="connsiteX113" fmla="*/ 1161204 w 2906005"/>
              <a:gd name="connsiteY113" fmla="*/ 281074 h 369828"/>
              <a:gd name="connsiteX114" fmla="*/ 1157919 w 2906005"/>
              <a:gd name="connsiteY114" fmla="*/ 266647 h 369828"/>
              <a:gd name="connsiteX115" fmla="*/ 1149031 w 2906005"/>
              <a:gd name="connsiteY115" fmla="*/ 257437 h 369828"/>
              <a:gd name="connsiteX116" fmla="*/ 1136987 w 2906005"/>
              <a:gd name="connsiteY116" fmla="*/ 254216 h 369828"/>
              <a:gd name="connsiteX117" fmla="*/ 2068835 w 2906005"/>
              <a:gd name="connsiteY117" fmla="*/ 254088 h 369828"/>
              <a:gd name="connsiteX118" fmla="*/ 2052282 w 2906005"/>
              <a:gd name="connsiteY118" fmla="*/ 261109 h 369828"/>
              <a:gd name="connsiteX119" fmla="*/ 2045584 w 2906005"/>
              <a:gd name="connsiteY119" fmla="*/ 281075 h 369828"/>
              <a:gd name="connsiteX120" fmla="*/ 2052089 w 2906005"/>
              <a:gd name="connsiteY120" fmla="*/ 301106 h 369828"/>
              <a:gd name="connsiteX121" fmla="*/ 2068449 w 2906005"/>
              <a:gd name="connsiteY121" fmla="*/ 308126 h 369828"/>
              <a:gd name="connsiteX122" fmla="*/ 2080235 w 2906005"/>
              <a:gd name="connsiteY122" fmla="*/ 305099 h 369828"/>
              <a:gd name="connsiteX123" fmla="*/ 2080235 w 2906005"/>
              <a:gd name="connsiteY123" fmla="*/ 305035 h 369828"/>
              <a:gd name="connsiteX124" fmla="*/ 2089059 w 2906005"/>
              <a:gd name="connsiteY124" fmla="*/ 295889 h 369828"/>
              <a:gd name="connsiteX125" fmla="*/ 2092344 w 2906005"/>
              <a:gd name="connsiteY125" fmla="*/ 281075 h 369828"/>
              <a:gd name="connsiteX126" fmla="*/ 2085517 w 2906005"/>
              <a:gd name="connsiteY126" fmla="*/ 261109 h 369828"/>
              <a:gd name="connsiteX127" fmla="*/ 2068835 w 2906005"/>
              <a:gd name="connsiteY127" fmla="*/ 254088 h 369828"/>
              <a:gd name="connsiteX128" fmla="*/ 2634398 w 2906005"/>
              <a:gd name="connsiteY128" fmla="*/ 252929 h 369828"/>
              <a:gd name="connsiteX129" fmla="*/ 2619971 w 2906005"/>
              <a:gd name="connsiteY129" fmla="*/ 258146 h 369828"/>
              <a:gd name="connsiteX130" fmla="*/ 2612822 w 2906005"/>
              <a:gd name="connsiteY130" fmla="*/ 272573 h 369828"/>
              <a:gd name="connsiteX131" fmla="*/ 2656104 w 2906005"/>
              <a:gd name="connsiteY131" fmla="*/ 272573 h 369828"/>
              <a:gd name="connsiteX132" fmla="*/ 2656168 w 2906005"/>
              <a:gd name="connsiteY132" fmla="*/ 272509 h 369828"/>
              <a:gd name="connsiteX133" fmla="*/ 2649727 w 2906005"/>
              <a:gd name="connsiteY133" fmla="*/ 258275 h 369828"/>
              <a:gd name="connsiteX134" fmla="*/ 2634398 w 2906005"/>
              <a:gd name="connsiteY134" fmla="*/ 252929 h 369828"/>
              <a:gd name="connsiteX135" fmla="*/ 719046 w 2906005"/>
              <a:gd name="connsiteY135" fmla="*/ 235538 h 369828"/>
              <a:gd name="connsiteX136" fmla="*/ 744873 w 2906005"/>
              <a:gd name="connsiteY136" fmla="*/ 235538 h 369828"/>
              <a:gd name="connsiteX137" fmla="*/ 768382 w 2906005"/>
              <a:gd name="connsiteY137" fmla="*/ 299237 h 369828"/>
              <a:gd name="connsiteX138" fmla="*/ 792277 w 2906005"/>
              <a:gd name="connsiteY138" fmla="*/ 235538 h 369828"/>
              <a:gd name="connsiteX139" fmla="*/ 816790 w 2906005"/>
              <a:gd name="connsiteY139" fmla="*/ 235538 h 369828"/>
              <a:gd name="connsiteX140" fmla="*/ 760331 w 2906005"/>
              <a:gd name="connsiteY140" fmla="*/ 369828 h 369828"/>
              <a:gd name="connsiteX141" fmla="*/ 735792 w 2906005"/>
              <a:gd name="connsiteY141" fmla="*/ 369828 h 369828"/>
              <a:gd name="connsiteX142" fmla="*/ 755565 w 2906005"/>
              <a:gd name="connsiteY142" fmla="*/ 324421 h 369828"/>
              <a:gd name="connsiteX143" fmla="*/ 1326152 w 2906005"/>
              <a:gd name="connsiteY143" fmla="*/ 235474 h 369828"/>
              <a:gd name="connsiteX144" fmla="*/ 1350820 w 2906005"/>
              <a:gd name="connsiteY144" fmla="*/ 235474 h 369828"/>
              <a:gd name="connsiteX145" fmla="*/ 1373846 w 2906005"/>
              <a:gd name="connsiteY145" fmla="*/ 305324 h 369828"/>
              <a:gd name="connsiteX146" fmla="*/ 1373814 w 2906005"/>
              <a:gd name="connsiteY146" fmla="*/ 305421 h 369828"/>
              <a:gd name="connsiteX147" fmla="*/ 1373878 w 2906005"/>
              <a:gd name="connsiteY147" fmla="*/ 305421 h 369828"/>
              <a:gd name="connsiteX148" fmla="*/ 1373846 w 2906005"/>
              <a:gd name="connsiteY148" fmla="*/ 305324 h 369828"/>
              <a:gd name="connsiteX149" fmla="*/ 1396872 w 2906005"/>
              <a:gd name="connsiteY149" fmla="*/ 235474 h 369828"/>
              <a:gd name="connsiteX150" fmla="*/ 1421411 w 2906005"/>
              <a:gd name="connsiteY150" fmla="*/ 235474 h 369828"/>
              <a:gd name="connsiteX151" fmla="*/ 1387661 w 2906005"/>
              <a:gd name="connsiteY151" fmla="*/ 326675 h 369828"/>
              <a:gd name="connsiteX152" fmla="*/ 1359708 w 2906005"/>
              <a:gd name="connsiteY152" fmla="*/ 326675 h 369828"/>
              <a:gd name="connsiteX153" fmla="*/ 816817 w 2906005"/>
              <a:gd name="connsiteY153" fmla="*/ 235474 h 369828"/>
              <a:gd name="connsiteX154" fmla="*/ 816817 w 2906005"/>
              <a:gd name="connsiteY154" fmla="*/ 235538 h 369828"/>
              <a:gd name="connsiteX155" fmla="*/ 816790 w 2906005"/>
              <a:gd name="connsiteY155" fmla="*/ 235538 h 369828"/>
              <a:gd name="connsiteX156" fmla="*/ 1037026 w 2906005"/>
              <a:gd name="connsiteY156" fmla="*/ 234186 h 369828"/>
              <a:gd name="connsiteX157" fmla="*/ 1063369 w 2906005"/>
              <a:gd name="connsiteY157" fmla="*/ 244491 h 369828"/>
              <a:gd name="connsiteX158" fmla="*/ 1063369 w 2906005"/>
              <a:gd name="connsiteY158" fmla="*/ 244427 h 369828"/>
              <a:gd name="connsiteX159" fmla="*/ 1073416 w 2906005"/>
              <a:gd name="connsiteY159" fmla="*/ 273153 h 369828"/>
              <a:gd name="connsiteX160" fmla="*/ 1073416 w 2906005"/>
              <a:gd name="connsiteY160" fmla="*/ 326675 h 369828"/>
              <a:gd name="connsiteX161" fmla="*/ 1050358 w 2906005"/>
              <a:gd name="connsiteY161" fmla="*/ 326675 h 369828"/>
              <a:gd name="connsiteX162" fmla="*/ 1050358 w 2906005"/>
              <a:gd name="connsiteY162" fmla="*/ 276309 h 369828"/>
              <a:gd name="connsiteX163" fmla="*/ 1044948 w 2906005"/>
              <a:gd name="connsiteY163" fmla="*/ 259627 h 369828"/>
              <a:gd name="connsiteX164" fmla="*/ 1030134 w 2906005"/>
              <a:gd name="connsiteY164" fmla="*/ 253766 h 369828"/>
              <a:gd name="connsiteX165" fmla="*/ 1015063 w 2906005"/>
              <a:gd name="connsiteY165" fmla="*/ 259627 h 369828"/>
              <a:gd name="connsiteX166" fmla="*/ 1009524 w 2906005"/>
              <a:gd name="connsiteY166" fmla="*/ 276309 h 369828"/>
              <a:gd name="connsiteX167" fmla="*/ 1009524 w 2906005"/>
              <a:gd name="connsiteY167" fmla="*/ 326675 h 369828"/>
              <a:gd name="connsiteX168" fmla="*/ 986466 w 2906005"/>
              <a:gd name="connsiteY168" fmla="*/ 326675 h 369828"/>
              <a:gd name="connsiteX169" fmla="*/ 986466 w 2906005"/>
              <a:gd name="connsiteY169" fmla="*/ 235474 h 369828"/>
              <a:gd name="connsiteX170" fmla="*/ 1009524 w 2906005"/>
              <a:gd name="connsiteY170" fmla="*/ 235474 h 369828"/>
              <a:gd name="connsiteX171" fmla="*/ 1009524 w 2906005"/>
              <a:gd name="connsiteY171" fmla="*/ 246810 h 369828"/>
              <a:gd name="connsiteX172" fmla="*/ 1021311 w 2906005"/>
              <a:gd name="connsiteY172" fmla="*/ 237535 h 369828"/>
              <a:gd name="connsiteX173" fmla="*/ 1037026 w 2906005"/>
              <a:gd name="connsiteY173" fmla="*/ 234186 h 369828"/>
              <a:gd name="connsiteX174" fmla="*/ 2356544 w 2906005"/>
              <a:gd name="connsiteY174" fmla="*/ 234122 h 369828"/>
              <a:gd name="connsiteX175" fmla="*/ 2356544 w 2906005"/>
              <a:gd name="connsiteY175" fmla="*/ 258339 h 369828"/>
              <a:gd name="connsiteX176" fmla="*/ 2350425 w 2906005"/>
              <a:gd name="connsiteY176" fmla="*/ 258339 h 369828"/>
              <a:gd name="connsiteX177" fmla="*/ 2334066 w 2906005"/>
              <a:gd name="connsiteY177" fmla="*/ 263427 h 369828"/>
              <a:gd name="connsiteX178" fmla="*/ 2328527 w 2906005"/>
              <a:gd name="connsiteY178" fmla="*/ 281204 h 369828"/>
              <a:gd name="connsiteX179" fmla="*/ 2328527 w 2906005"/>
              <a:gd name="connsiteY179" fmla="*/ 326611 h 369828"/>
              <a:gd name="connsiteX180" fmla="*/ 2305469 w 2906005"/>
              <a:gd name="connsiteY180" fmla="*/ 326611 h 369828"/>
              <a:gd name="connsiteX181" fmla="*/ 2305469 w 2906005"/>
              <a:gd name="connsiteY181" fmla="*/ 235410 h 369828"/>
              <a:gd name="connsiteX182" fmla="*/ 2328527 w 2906005"/>
              <a:gd name="connsiteY182" fmla="*/ 235410 h 369828"/>
              <a:gd name="connsiteX183" fmla="*/ 2328527 w 2906005"/>
              <a:gd name="connsiteY183" fmla="*/ 249580 h 369828"/>
              <a:gd name="connsiteX184" fmla="*/ 2340120 w 2906005"/>
              <a:gd name="connsiteY184" fmla="*/ 238244 h 369828"/>
              <a:gd name="connsiteX185" fmla="*/ 2340185 w 2906005"/>
              <a:gd name="connsiteY185" fmla="*/ 238244 h 369828"/>
              <a:gd name="connsiteX186" fmla="*/ 2356544 w 2906005"/>
              <a:gd name="connsiteY186" fmla="*/ 234122 h 369828"/>
              <a:gd name="connsiteX187" fmla="*/ 2182902 w 2906005"/>
              <a:gd name="connsiteY187" fmla="*/ 234122 h 369828"/>
              <a:gd name="connsiteX188" fmla="*/ 2201966 w 2906005"/>
              <a:gd name="connsiteY188" fmla="*/ 238631 h 369828"/>
              <a:gd name="connsiteX189" fmla="*/ 2214977 w 2906005"/>
              <a:gd name="connsiteY189" fmla="*/ 251576 h 369828"/>
              <a:gd name="connsiteX190" fmla="*/ 2227923 w 2906005"/>
              <a:gd name="connsiteY190" fmla="*/ 238888 h 369828"/>
              <a:gd name="connsiteX191" fmla="*/ 2246279 w 2906005"/>
              <a:gd name="connsiteY191" fmla="*/ 234122 h 369828"/>
              <a:gd name="connsiteX192" fmla="*/ 2273330 w 2906005"/>
              <a:gd name="connsiteY192" fmla="*/ 244427 h 369828"/>
              <a:gd name="connsiteX193" fmla="*/ 2283635 w 2906005"/>
              <a:gd name="connsiteY193" fmla="*/ 273153 h 369828"/>
              <a:gd name="connsiteX194" fmla="*/ 2283635 w 2906005"/>
              <a:gd name="connsiteY194" fmla="*/ 326676 h 369828"/>
              <a:gd name="connsiteX195" fmla="*/ 2260577 w 2906005"/>
              <a:gd name="connsiteY195" fmla="*/ 326676 h 369828"/>
              <a:gd name="connsiteX196" fmla="*/ 2260577 w 2906005"/>
              <a:gd name="connsiteY196" fmla="*/ 276309 h 369828"/>
              <a:gd name="connsiteX197" fmla="*/ 2255167 w 2906005"/>
              <a:gd name="connsiteY197" fmla="*/ 259949 h 369828"/>
              <a:gd name="connsiteX198" fmla="*/ 2240353 w 2906005"/>
              <a:gd name="connsiteY198" fmla="*/ 254282 h 369828"/>
              <a:gd name="connsiteX199" fmla="*/ 2225475 w 2906005"/>
              <a:gd name="connsiteY199" fmla="*/ 259949 h 369828"/>
              <a:gd name="connsiteX200" fmla="*/ 2219936 w 2906005"/>
              <a:gd name="connsiteY200" fmla="*/ 276309 h 369828"/>
              <a:gd name="connsiteX201" fmla="*/ 2219936 w 2906005"/>
              <a:gd name="connsiteY201" fmla="*/ 326676 h 369828"/>
              <a:gd name="connsiteX202" fmla="*/ 2196878 w 2906005"/>
              <a:gd name="connsiteY202" fmla="*/ 326676 h 369828"/>
              <a:gd name="connsiteX203" fmla="*/ 2196878 w 2906005"/>
              <a:gd name="connsiteY203" fmla="*/ 276309 h 369828"/>
              <a:gd name="connsiteX204" fmla="*/ 2191468 w 2906005"/>
              <a:gd name="connsiteY204" fmla="*/ 259949 h 369828"/>
              <a:gd name="connsiteX205" fmla="*/ 2176654 w 2906005"/>
              <a:gd name="connsiteY205" fmla="*/ 254282 h 369828"/>
              <a:gd name="connsiteX206" fmla="*/ 2161583 w 2906005"/>
              <a:gd name="connsiteY206" fmla="*/ 259949 h 369828"/>
              <a:gd name="connsiteX207" fmla="*/ 2156044 w 2906005"/>
              <a:gd name="connsiteY207" fmla="*/ 276309 h 369828"/>
              <a:gd name="connsiteX208" fmla="*/ 2156044 w 2906005"/>
              <a:gd name="connsiteY208" fmla="*/ 326676 h 369828"/>
              <a:gd name="connsiteX209" fmla="*/ 2132986 w 2906005"/>
              <a:gd name="connsiteY209" fmla="*/ 326676 h 369828"/>
              <a:gd name="connsiteX210" fmla="*/ 2132986 w 2906005"/>
              <a:gd name="connsiteY210" fmla="*/ 235475 h 369828"/>
              <a:gd name="connsiteX211" fmla="*/ 2156044 w 2906005"/>
              <a:gd name="connsiteY211" fmla="*/ 235475 h 369828"/>
              <a:gd name="connsiteX212" fmla="*/ 2156044 w 2906005"/>
              <a:gd name="connsiteY212" fmla="*/ 246488 h 369828"/>
              <a:gd name="connsiteX213" fmla="*/ 2167508 w 2906005"/>
              <a:gd name="connsiteY213" fmla="*/ 237407 h 369828"/>
              <a:gd name="connsiteX214" fmla="*/ 2182902 w 2906005"/>
              <a:gd name="connsiteY214" fmla="*/ 234122 h 369828"/>
              <a:gd name="connsiteX215" fmla="*/ 1811205 w 2906005"/>
              <a:gd name="connsiteY215" fmla="*/ 234122 h 369828"/>
              <a:gd name="connsiteX216" fmla="*/ 1811205 w 2906005"/>
              <a:gd name="connsiteY216" fmla="*/ 258339 h 369828"/>
              <a:gd name="connsiteX217" fmla="*/ 1805087 w 2906005"/>
              <a:gd name="connsiteY217" fmla="*/ 258339 h 369828"/>
              <a:gd name="connsiteX218" fmla="*/ 1788727 w 2906005"/>
              <a:gd name="connsiteY218" fmla="*/ 263427 h 369828"/>
              <a:gd name="connsiteX219" fmla="*/ 1783188 w 2906005"/>
              <a:gd name="connsiteY219" fmla="*/ 281204 h 369828"/>
              <a:gd name="connsiteX220" fmla="*/ 1783188 w 2906005"/>
              <a:gd name="connsiteY220" fmla="*/ 326611 h 369828"/>
              <a:gd name="connsiteX221" fmla="*/ 1760130 w 2906005"/>
              <a:gd name="connsiteY221" fmla="*/ 326611 h 369828"/>
              <a:gd name="connsiteX222" fmla="*/ 1760130 w 2906005"/>
              <a:gd name="connsiteY222" fmla="*/ 235410 h 369828"/>
              <a:gd name="connsiteX223" fmla="*/ 1783188 w 2906005"/>
              <a:gd name="connsiteY223" fmla="*/ 235410 h 369828"/>
              <a:gd name="connsiteX224" fmla="*/ 1783188 w 2906005"/>
              <a:gd name="connsiteY224" fmla="*/ 249580 h 369828"/>
              <a:gd name="connsiteX225" fmla="*/ 1794781 w 2906005"/>
              <a:gd name="connsiteY225" fmla="*/ 238244 h 369828"/>
              <a:gd name="connsiteX226" fmla="*/ 1794846 w 2906005"/>
              <a:gd name="connsiteY226" fmla="*/ 238244 h 369828"/>
              <a:gd name="connsiteX227" fmla="*/ 1811205 w 2906005"/>
              <a:gd name="connsiteY227" fmla="*/ 234122 h 369828"/>
              <a:gd name="connsiteX228" fmla="*/ 442286 w 2906005"/>
              <a:gd name="connsiteY228" fmla="*/ 234122 h 369828"/>
              <a:gd name="connsiteX229" fmla="*/ 442286 w 2906005"/>
              <a:gd name="connsiteY229" fmla="*/ 258339 h 369828"/>
              <a:gd name="connsiteX230" fmla="*/ 436167 w 2906005"/>
              <a:gd name="connsiteY230" fmla="*/ 258339 h 369828"/>
              <a:gd name="connsiteX231" fmla="*/ 419808 w 2906005"/>
              <a:gd name="connsiteY231" fmla="*/ 263427 h 369828"/>
              <a:gd name="connsiteX232" fmla="*/ 414269 w 2906005"/>
              <a:gd name="connsiteY232" fmla="*/ 281204 h 369828"/>
              <a:gd name="connsiteX233" fmla="*/ 414269 w 2906005"/>
              <a:gd name="connsiteY233" fmla="*/ 326611 h 369828"/>
              <a:gd name="connsiteX234" fmla="*/ 391211 w 2906005"/>
              <a:gd name="connsiteY234" fmla="*/ 326611 h 369828"/>
              <a:gd name="connsiteX235" fmla="*/ 391211 w 2906005"/>
              <a:gd name="connsiteY235" fmla="*/ 235410 h 369828"/>
              <a:gd name="connsiteX236" fmla="*/ 414269 w 2906005"/>
              <a:gd name="connsiteY236" fmla="*/ 235410 h 369828"/>
              <a:gd name="connsiteX237" fmla="*/ 414269 w 2906005"/>
              <a:gd name="connsiteY237" fmla="*/ 249580 h 369828"/>
              <a:gd name="connsiteX238" fmla="*/ 425862 w 2906005"/>
              <a:gd name="connsiteY238" fmla="*/ 238244 h 369828"/>
              <a:gd name="connsiteX239" fmla="*/ 425927 w 2906005"/>
              <a:gd name="connsiteY239" fmla="*/ 238244 h 369828"/>
              <a:gd name="connsiteX240" fmla="*/ 442286 w 2906005"/>
              <a:gd name="connsiteY240" fmla="*/ 234122 h 369828"/>
              <a:gd name="connsiteX241" fmla="*/ 2635042 w 2906005"/>
              <a:gd name="connsiteY241" fmla="*/ 233993 h 369828"/>
              <a:gd name="connsiteX242" fmla="*/ 2658358 w 2906005"/>
              <a:gd name="connsiteY242" fmla="*/ 239596 h 369828"/>
              <a:gd name="connsiteX243" fmla="*/ 2674331 w 2906005"/>
              <a:gd name="connsiteY243" fmla="*/ 255505 h 369828"/>
              <a:gd name="connsiteX244" fmla="*/ 2679999 w 2906005"/>
              <a:gd name="connsiteY244" fmla="*/ 279143 h 369828"/>
              <a:gd name="connsiteX245" fmla="*/ 2679355 w 2906005"/>
              <a:gd name="connsiteY245" fmla="*/ 288031 h 369828"/>
              <a:gd name="connsiteX246" fmla="*/ 2679355 w 2906005"/>
              <a:gd name="connsiteY246" fmla="*/ 287967 h 369828"/>
              <a:gd name="connsiteX247" fmla="*/ 2612693 w 2906005"/>
              <a:gd name="connsiteY247" fmla="*/ 287967 h 369828"/>
              <a:gd name="connsiteX248" fmla="*/ 2619585 w 2906005"/>
              <a:gd name="connsiteY248" fmla="*/ 303424 h 369828"/>
              <a:gd name="connsiteX249" fmla="*/ 2634592 w 2906005"/>
              <a:gd name="connsiteY249" fmla="*/ 309028 h 369828"/>
              <a:gd name="connsiteX250" fmla="*/ 2652883 w 2906005"/>
              <a:gd name="connsiteY250" fmla="*/ 298014 h 369828"/>
              <a:gd name="connsiteX251" fmla="*/ 2677745 w 2906005"/>
              <a:gd name="connsiteY251" fmla="*/ 298014 h 369828"/>
              <a:gd name="connsiteX252" fmla="*/ 2662609 w 2906005"/>
              <a:gd name="connsiteY252" fmla="*/ 319655 h 369828"/>
              <a:gd name="connsiteX253" fmla="*/ 2635107 w 2906005"/>
              <a:gd name="connsiteY253" fmla="*/ 328157 h 369828"/>
              <a:gd name="connsiteX254" fmla="*/ 2611469 w 2906005"/>
              <a:gd name="connsiteY254" fmla="*/ 322296 h 369828"/>
              <a:gd name="connsiteX255" fmla="*/ 2595174 w 2906005"/>
              <a:gd name="connsiteY255" fmla="*/ 305743 h 369828"/>
              <a:gd name="connsiteX256" fmla="*/ 2589313 w 2906005"/>
              <a:gd name="connsiteY256" fmla="*/ 281075 h 369828"/>
              <a:gd name="connsiteX257" fmla="*/ 2595045 w 2906005"/>
              <a:gd name="connsiteY257" fmla="*/ 256214 h 369828"/>
              <a:gd name="connsiteX258" fmla="*/ 2611147 w 2906005"/>
              <a:gd name="connsiteY258" fmla="*/ 239725 h 369828"/>
              <a:gd name="connsiteX259" fmla="*/ 2635042 w 2906005"/>
              <a:gd name="connsiteY259" fmla="*/ 233993 h 369828"/>
              <a:gd name="connsiteX260" fmla="*/ 2069157 w 2906005"/>
              <a:gd name="connsiteY260" fmla="*/ 233993 h 369828"/>
              <a:gd name="connsiteX261" fmla="*/ 2093052 w 2906005"/>
              <a:gd name="connsiteY261" fmla="*/ 239854 h 369828"/>
              <a:gd name="connsiteX262" fmla="*/ 2109927 w 2906005"/>
              <a:gd name="connsiteY262" fmla="*/ 256407 h 369828"/>
              <a:gd name="connsiteX263" fmla="*/ 2116110 w 2906005"/>
              <a:gd name="connsiteY263" fmla="*/ 281075 h 369828"/>
              <a:gd name="connsiteX264" fmla="*/ 2109798 w 2906005"/>
              <a:gd name="connsiteY264" fmla="*/ 305743 h 369828"/>
              <a:gd name="connsiteX265" fmla="*/ 2092666 w 2906005"/>
              <a:gd name="connsiteY265" fmla="*/ 322296 h 369828"/>
              <a:gd name="connsiteX266" fmla="*/ 2068578 w 2906005"/>
              <a:gd name="connsiteY266" fmla="*/ 328157 h 369828"/>
              <a:gd name="connsiteX267" fmla="*/ 2044875 w 2906005"/>
              <a:gd name="connsiteY267" fmla="*/ 322296 h 369828"/>
              <a:gd name="connsiteX268" fmla="*/ 2044747 w 2906005"/>
              <a:gd name="connsiteY268" fmla="*/ 322296 h 369828"/>
              <a:gd name="connsiteX269" fmla="*/ 2028194 w 2906005"/>
              <a:gd name="connsiteY269" fmla="*/ 305743 h 369828"/>
              <a:gd name="connsiteX270" fmla="*/ 2022204 w 2906005"/>
              <a:gd name="connsiteY270" fmla="*/ 281075 h 369828"/>
              <a:gd name="connsiteX271" fmla="*/ 2028387 w 2906005"/>
              <a:gd name="connsiteY271" fmla="*/ 256407 h 369828"/>
              <a:gd name="connsiteX272" fmla="*/ 2045262 w 2906005"/>
              <a:gd name="connsiteY272" fmla="*/ 239854 h 369828"/>
              <a:gd name="connsiteX273" fmla="*/ 2069157 w 2906005"/>
              <a:gd name="connsiteY273" fmla="*/ 233993 h 369828"/>
              <a:gd name="connsiteX274" fmla="*/ 1971516 w 2906005"/>
              <a:gd name="connsiteY274" fmla="*/ 233993 h 369828"/>
              <a:gd name="connsiteX275" fmla="*/ 1997536 w 2906005"/>
              <a:gd name="connsiteY275" fmla="*/ 242173 h 369828"/>
              <a:gd name="connsiteX276" fmla="*/ 2008228 w 2906005"/>
              <a:gd name="connsiteY276" fmla="*/ 264136 h 369828"/>
              <a:gd name="connsiteX277" fmla="*/ 1986201 w 2906005"/>
              <a:gd name="connsiteY277" fmla="*/ 264136 h 369828"/>
              <a:gd name="connsiteX278" fmla="*/ 1981692 w 2906005"/>
              <a:gd name="connsiteY278" fmla="*/ 255505 h 369828"/>
              <a:gd name="connsiteX279" fmla="*/ 1970936 w 2906005"/>
              <a:gd name="connsiteY279" fmla="*/ 252285 h 369828"/>
              <a:gd name="connsiteX280" fmla="*/ 1961275 w 2906005"/>
              <a:gd name="connsiteY280" fmla="*/ 254603 h 369828"/>
              <a:gd name="connsiteX281" fmla="*/ 1957926 w 2906005"/>
              <a:gd name="connsiteY281" fmla="*/ 261044 h 369828"/>
              <a:gd name="connsiteX282" fmla="*/ 1962563 w 2906005"/>
              <a:gd name="connsiteY282" fmla="*/ 268065 h 369828"/>
              <a:gd name="connsiteX283" fmla="*/ 1976861 w 2906005"/>
              <a:gd name="connsiteY283" fmla="*/ 272895 h 369828"/>
              <a:gd name="connsiteX284" fmla="*/ 1993157 w 2906005"/>
              <a:gd name="connsiteY284" fmla="*/ 277983 h 369828"/>
              <a:gd name="connsiteX285" fmla="*/ 2004299 w 2906005"/>
              <a:gd name="connsiteY285" fmla="*/ 286163 h 369828"/>
              <a:gd name="connsiteX286" fmla="*/ 2009130 w 2906005"/>
              <a:gd name="connsiteY286" fmla="*/ 300719 h 369828"/>
              <a:gd name="connsiteX287" fmla="*/ 2004750 w 2906005"/>
              <a:gd name="connsiteY287" fmla="*/ 314889 h 369828"/>
              <a:gd name="connsiteX288" fmla="*/ 1992255 w 2906005"/>
              <a:gd name="connsiteY288" fmla="*/ 324679 h 369828"/>
              <a:gd name="connsiteX289" fmla="*/ 1973255 w 2906005"/>
              <a:gd name="connsiteY289" fmla="*/ 328221 h 369828"/>
              <a:gd name="connsiteX290" fmla="*/ 1953159 w 2906005"/>
              <a:gd name="connsiteY290" fmla="*/ 324164 h 369828"/>
              <a:gd name="connsiteX291" fmla="*/ 1953095 w 2906005"/>
              <a:gd name="connsiteY291" fmla="*/ 324099 h 369828"/>
              <a:gd name="connsiteX292" fmla="*/ 1938990 w 2906005"/>
              <a:gd name="connsiteY292" fmla="*/ 313150 h 369828"/>
              <a:gd name="connsiteX293" fmla="*/ 1933322 w 2906005"/>
              <a:gd name="connsiteY293" fmla="*/ 297821 h 369828"/>
              <a:gd name="connsiteX294" fmla="*/ 1956509 w 2906005"/>
              <a:gd name="connsiteY294" fmla="*/ 297821 h 369828"/>
              <a:gd name="connsiteX295" fmla="*/ 1961661 w 2906005"/>
              <a:gd name="connsiteY295" fmla="*/ 306516 h 369828"/>
              <a:gd name="connsiteX296" fmla="*/ 1972933 w 2906005"/>
              <a:gd name="connsiteY296" fmla="*/ 309994 h 369828"/>
              <a:gd name="connsiteX297" fmla="*/ 1983238 w 2906005"/>
              <a:gd name="connsiteY297" fmla="*/ 307353 h 369828"/>
              <a:gd name="connsiteX298" fmla="*/ 1986973 w 2906005"/>
              <a:gd name="connsiteY298" fmla="*/ 300590 h 369828"/>
              <a:gd name="connsiteX299" fmla="*/ 1982465 w 2906005"/>
              <a:gd name="connsiteY299" fmla="*/ 293892 h 369828"/>
              <a:gd name="connsiteX300" fmla="*/ 1968038 w 2906005"/>
              <a:gd name="connsiteY300" fmla="*/ 289061 h 369828"/>
              <a:gd name="connsiteX301" fmla="*/ 1951356 w 2906005"/>
              <a:gd name="connsiteY301" fmla="*/ 283973 h 369828"/>
              <a:gd name="connsiteX302" fmla="*/ 1940149 w 2906005"/>
              <a:gd name="connsiteY302" fmla="*/ 275922 h 369828"/>
              <a:gd name="connsiteX303" fmla="*/ 1935447 w 2906005"/>
              <a:gd name="connsiteY303" fmla="*/ 261302 h 369828"/>
              <a:gd name="connsiteX304" fmla="*/ 1939827 w 2906005"/>
              <a:gd name="connsiteY304" fmla="*/ 247454 h 369828"/>
              <a:gd name="connsiteX305" fmla="*/ 1952322 w 2906005"/>
              <a:gd name="connsiteY305" fmla="*/ 237600 h 369828"/>
              <a:gd name="connsiteX306" fmla="*/ 1971516 w 2906005"/>
              <a:gd name="connsiteY306" fmla="*/ 233993 h 369828"/>
              <a:gd name="connsiteX307" fmla="*/ 1684258 w 2906005"/>
              <a:gd name="connsiteY307" fmla="*/ 233993 h 369828"/>
              <a:gd name="connsiteX308" fmla="*/ 1702099 w 2906005"/>
              <a:gd name="connsiteY308" fmla="*/ 238115 h 369828"/>
              <a:gd name="connsiteX309" fmla="*/ 1714337 w 2906005"/>
              <a:gd name="connsiteY309" fmla="*/ 248485 h 369828"/>
              <a:gd name="connsiteX310" fmla="*/ 1714337 w 2906005"/>
              <a:gd name="connsiteY310" fmla="*/ 235474 h 369828"/>
              <a:gd name="connsiteX311" fmla="*/ 1737523 w 2906005"/>
              <a:gd name="connsiteY311" fmla="*/ 235474 h 369828"/>
              <a:gd name="connsiteX312" fmla="*/ 1737523 w 2906005"/>
              <a:gd name="connsiteY312" fmla="*/ 326676 h 369828"/>
              <a:gd name="connsiteX313" fmla="*/ 1714337 w 2906005"/>
              <a:gd name="connsiteY313" fmla="*/ 326676 h 369828"/>
              <a:gd name="connsiteX314" fmla="*/ 1714337 w 2906005"/>
              <a:gd name="connsiteY314" fmla="*/ 313343 h 369828"/>
              <a:gd name="connsiteX315" fmla="*/ 1702099 w 2906005"/>
              <a:gd name="connsiteY315" fmla="*/ 323970 h 369828"/>
              <a:gd name="connsiteX316" fmla="*/ 1684065 w 2906005"/>
              <a:gd name="connsiteY316" fmla="*/ 328157 h 369828"/>
              <a:gd name="connsiteX317" fmla="*/ 1663068 w 2906005"/>
              <a:gd name="connsiteY317" fmla="*/ 322231 h 369828"/>
              <a:gd name="connsiteX318" fmla="*/ 1648061 w 2906005"/>
              <a:gd name="connsiteY318" fmla="*/ 305550 h 369828"/>
              <a:gd name="connsiteX319" fmla="*/ 1642522 w 2906005"/>
              <a:gd name="connsiteY319" fmla="*/ 280753 h 369828"/>
              <a:gd name="connsiteX320" fmla="*/ 1648061 w 2906005"/>
              <a:gd name="connsiteY320" fmla="*/ 256214 h 369828"/>
              <a:gd name="connsiteX321" fmla="*/ 1648125 w 2906005"/>
              <a:gd name="connsiteY321" fmla="*/ 256214 h 369828"/>
              <a:gd name="connsiteX322" fmla="*/ 1663132 w 2906005"/>
              <a:gd name="connsiteY322" fmla="*/ 239725 h 369828"/>
              <a:gd name="connsiteX323" fmla="*/ 1684258 w 2906005"/>
              <a:gd name="connsiteY323" fmla="*/ 233993 h 369828"/>
              <a:gd name="connsiteX324" fmla="*/ 1470102 w 2906005"/>
              <a:gd name="connsiteY324" fmla="*/ 233993 h 369828"/>
              <a:gd name="connsiteX325" fmla="*/ 1487943 w 2906005"/>
              <a:gd name="connsiteY325" fmla="*/ 238115 h 369828"/>
              <a:gd name="connsiteX326" fmla="*/ 1500180 w 2906005"/>
              <a:gd name="connsiteY326" fmla="*/ 248485 h 369828"/>
              <a:gd name="connsiteX327" fmla="*/ 1500180 w 2906005"/>
              <a:gd name="connsiteY327" fmla="*/ 235474 h 369828"/>
              <a:gd name="connsiteX328" fmla="*/ 1523367 w 2906005"/>
              <a:gd name="connsiteY328" fmla="*/ 235474 h 369828"/>
              <a:gd name="connsiteX329" fmla="*/ 1523367 w 2906005"/>
              <a:gd name="connsiteY329" fmla="*/ 326676 h 369828"/>
              <a:gd name="connsiteX330" fmla="*/ 1500180 w 2906005"/>
              <a:gd name="connsiteY330" fmla="*/ 326676 h 369828"/>
              <a:gd name="connsiteX331" fmla="*/ 1500180 w 2906005"/>
              <a:gd name="connsiteY331" fmla="*/ 313343 h 369828"/>
              <a:gd name="connsiteX332" fmla="*/ 1487943 w 2906005"/>
              <a:gd name="connsiteY332" fmla="*/ 323970 h 369828"/>
              <a:gd name="connsiteX333" fmla="*/ 1469909 w 2906005"/>
              <a:gd name="connsiteY333" fmla="*/ 328157 h 369828"/>
              <a:gd name="connsiteX334" fmla="*/ 1448912 w 2906005"/>
              <a:gd name="connsiteY334" fmla="*/ 322231 h 369828"/>
              <a:gd name="connsiteX335" fmla="*/ 1433905 w 2906005"/>
              <a:gd name="connsiteY335" fmla="*/ 305550 h 369828"/>
              <a:gd name="connsiteX336" fmla="*/ 1428366 w 2906005"/>
              <a:gd name="connsiteY336" fmla="*/ 280753 h 369828"/>
              <a:gd name="connsiteX337" fmla="*/ 1433905 w 2906005"/>
              <a:gd name="connsiteY337" fmla="*/ 256214 h 369828"/>
              <a:gd name="connsiteX338" fmla="*/ 1433969 w 2906005"/>
              <a:gd name="connsiteY338" fmla="*/ 256214 h 369828"/>
              <a:gd name="connsiteX339" fmla="*/ 1448976 w 2906005"/>
              <a:gd name="connsiteY339" fmla="*/ 239725 h 369828"/>
              <a:gd name="connsiteX340" fmla="*/ 1470102 w 2906005"/>
              <a:gd name="connsiteY340" fmla="*/ 233993 h 369828"/>
              <a:gd name="connsiteX341" fmla="*/ 1240168 w 2906005"/>
              <a:gd name="connsiteY341" fmla="*/ 233993 h 369828"/>
              <a:gd name="connsiteX342" fmla="*/ 1266188 w 2906005"/>
              <a:gd name="connsiteY342" fmla="*/ 242173 h 369828"/>
              <a:gd name="connsiteX343" fmla="*/ 1276880 w 2906005"/>
              <a:gd name="connsiteY343" fmla="*/ 264136 h 369828"/>
              <a:gd name="connsiteX344" fmla="*/ 1254853 w 2906005"/>
              <a:gd name="connsiteY344" fmla="*/ 264136 h 369828"/>
              <a:gd name="connsiteX345" fmla="*/ 1250344 w 2906005"/>
              <a:gd name="connsiteY345" fmla="*/ 255505 h 369828"/>
              <a:gd name="connsiteX346" fmla="*/ 1239588 w 2906005"/>
              <a:gd name="connsiteY346" fmla="*/ 252285 h 369828"/>
              <a:gd name="connsiteX347" fmla="*/ 1229927 w 2906005"/>
              <a:gd name="connsiteY347" fmla="*/ 254603 h 369828"/>
              <a:gd name="connsiteX348" fmla="*/ 1226578 w 2906005"/>
              <a:gd name="connsiteY348" fmla="*/ 261044 h 369828"/>
              <a:gd name="connsiteX349" fmla="*/ 1231215 w 2906005"/>
              <a:gd name="connsiteY349" fmla="*/ 268065 h 369828"/>
              <a:gd name="connsiteX350" fmla="*/ 1245514 w 2906005"/>
              <a:gd name="connsiteY350" fmla="*/ 272895 h 369828"/>
              <a:gd name="connsiteX351" fmla="*/ 1261809 w 2906005"/>
              <a:gd name="connsiteY351" fmla="*/ 277983 h 369828"/>
              <a:gd name="connsiteX352" fmla="*/ 1272951 w 2906005"/>
              <a:gd name="connsiteY352" fmla="*/ 286163 h 369828"/>
              <a:gd name="connsiteX353" fmla="*/ 1277782 w 2906005"/>
              <a:gd name="connsiteY353" fmla="*/ 300719 h 369828"/>
              <a:gd name="connsiteX354" fmla="*/ 1273402 w 2906005"/>
              <a:gd name="connsiteY354" fmla="*/ 314889 h 369828"/>
              <a:gd name="connsiteX355" fmla="*/ 1260907 w 2906005"/>
              <a:gd name="connsiteY355" fmla="*/ 324679 h 369828"/>
              <a:gd name="connsiteX356" fmla="*/ 1241907 w 2906005"/>
              <a:gd name="connsiteY356" fmla="*/ 328221 h 369828"/>
              <a:gd name="connsiteX357" fmla="*/ 1221812 w 2906005"/>
              <a:gd name="connsiteY357" fmla="*/ 324164 h 369828"/>
              <a:gd name="connsiteX358" fmla="*/ 1221747 w 2906005"/>
              <a:gd name="connsiteY358" fmla="*/ 324099 h 369828"/>
              <a:gd name="connsiteX359" fmla="*/ 1207642 w 2906005"/>
              <a:gd name="connsiteY359" fmla="*/ 313150 h 369828"/>
              <a:gd name="connsiteX360" fmla="*/ 1201974 w 2906005"/>
              <a:gd name="connsiteY360" fmla="*/ 297821 h 369828"/>
              <a:gd name="connsiteX361" fmla="*/ 1225161 w 2906005"/>
              <a:gd name="connsiteY361" fmla="*/ 297821 h 369828"/>
              <a:gd name="connsiteX362" fmla="*/ 1230313 w 2906005"/>
              <a:gd name="connsiteY362" fmla="*/ 306516 h 369828"/>
              <a:gd name="connsiteX363" fmla="*/ 1241585 w 2906005"/>
              <a:gd name="connsiteY363" fmla="*/ 309994 h 369828"/>
              <a:gd name="connsiteX364" fmla="*/ 1251890 w 2906005"/>
              <a:gd name="connsiteY364" fmla="*/ 307353 h 369828"/>
              <a:gd name="connsiteX365" fmla="*/ 1255626 w 2906005"/>
              <a:gd name="connsiteY365" fmla="*/ 300590 h 369828"/>
              <a:gd name="connsiteX366" fmla="*/ 1251117 w 2906005"/>
              <a:gd name="connsiteY366" fmla="*/ 293892 h 369828"/>
              <a:gd name="connsiteX367" fmla="*/ 1236690 w 2906005"/>
              <a:gd name="connsiteY367" fmla="*/ 289061 h 369828"/>
              <a:gd name="connsiteX368" fmla="*/ 1220008 w 2906005"/>
              <a:gd name="connsiteY368" fmla="*/ 283973 h 369828"/>
              <a:gd name="connsiteX369" fmla="*/ 1208801 w 2906005"/>
              <a:gd name="connsiteY369" fmla="*/ 275922 h 369828"/>
              <a:gd name="connsiteX370" fmla="*/ 1204099 w 2906005"/>
              <a:gd name="connsiteY370" fmla="*/ 261302 h 369828"/>
              <a:gd name="connsiteX371" fmla="*/ 1208479 w 2906005"/>
              <a:gd name="connsiteY371" fmla="*/ 247454 h 369828"/>
              <a:gd name="connsiteX372" fmla="*/ 1220974 w 2906005"/>
              <a:gd name="connsiteY372" fmla="*/ 237600 h 369828"/>
              <a:gd name="connsiteX373" fmla="*/ 1240168 w 2906005"/>
              <a:gd name="connsiteY373" fmla="*/ 233993 h 369828"/>
              <a:gd name="connsiteX374" fmla="*/ 910594 w 2906005"/>
              <a:gd name="connsiteY374" fmla="*/ 233993 h 369828"/>
              <a:gd name="connsiteX375" fmla="*/ 928435 w 2906005"/>
              <a:gd name="connsiteY375" fmla="*/ 238115 h 369828"/>
              <a:gd name="connsiteX376" fmla="*/ 940673 w 2906005"/>
              <a:gd name="connsiteY376" fmla="*/ 248485 h 369828"/>
              <a:gd name="connsiteX377" fmla="*/ 940673 w 2906005"/>
              <a:gd name="connsiteY377" fmla="*/ 235474 h 369828"/>
              <a:gd name="connsiteX378" fmla="*/ 963859 w 2906005"/>
              <a:gd name="connsiteY378" fmla="*/ 235474 h 369828"/>
              <a:gd name="connsiteX379" fmla="*/ 963859 w 2906005"/>
              <a:gd name="connsiteY379" fmla="*/ 326675 h 369828"/>
              <a:gd name="connsiteX380" fmla="*/ 940673 w 2906005"/>
              <a:gd name="connsiteY380" fmla="*/ 326675 h 369828"/>
              <a:gd name="connsiteX381" fmla="*/ 940673 w 2906005"/>
              <a:gd name="connsiteY381" fmla="*/ 313343 h 369828"/>
              <a:gd name="connsiteX382" fmla="*/ 928435 w 2906005"/>
              <a:gd name="connsiteY382" fmla="*/ 323970 h 369828"/>
              <a:gd name="connsiteX383" fmla="*/ 910401 w 2906005"/>
              <a:gd name="connsiteY383" fmla="*/ 328157 h 369828"/>
              <a:gd name="connsiteX384" fmla="*/ 889404 w 2906005"/>
              <a:gd name="connsiteY384" fmla="*/ 322231 h 369828"/>
              <a:gd name="connsiteX385" fmla="*/ 874397 w 2906005"/>
              <a:gd name="connsiteY385" fmla="*/ 305550 h 369828"/>
              <a:gd name="connsiteX386" fmla="*/ 868858 w 2906005"/>
              <a:gd name="connsiteY386" fmla="*/ 280753 h 369828"/>
              <a:gd name="connsiteX387" fmla="*/ 874397 w 2906005"/>
              <a:gd name="connsiteY387" fmla="*/ 256214 h 369828"/>
              <a:gd name="connsiteX388" fmla="*/ 874462 w 2906005"/>
              <a:gd name="connsiteY388" fmla="*/ 256214 h 369828"/>
              <a:gd name="connsiteX389" fmla="*/ 889469 w 2906005"/>
              <a:gd name="connsiteY389" fmla="*/ 239725 h 369828"/>
              <a:gd name="connsiteX390" fmla="*/ 910594 w 2906005"/>
              <a:gd name="connsiteY390" fmla="*/ 233993 h 369828"/>
              <a:gd name="connsiteX391" fmla="*/ 493490 w 2906005"/>
              <a:gd name="connsiteY391" fmla="*/ 233993 h 369828"/>
              <a:gd name="connsiteX392" fmla="*/ 511331 w 2906005"/>
              <a:gd name="connsiteY392" fmla="*/ 238115 h 369828"/>
              <a:gd name="connsiteX393" fmla="*/ 523568 w 2906005"/>
              <a:gd name="connsiteY393" fmla="*/ 248485 h 369828"/>
              <a:gd name="connsiteX394" fmla="*/ 523568 w 2906005"/>
              <a:gd name="connsiteY394" fmla="*/ 235474 h 369828"/>
              <a:gd name="connsiteX395" fmla="*/ 546755 w 2906005"/>
              <a:gd name="connsiteY395" fmla="*/ 235474 h 369828"/>
              <a:gd name="connsiteX396" fmla="*/ 546755 w 2906005"/>
              <a:gd name="connsiteY396" fmla="*/ 326675 h 369828"/>
              <a:gd name="connsiteX397" fmla="*/ 523568 w 2906005"/>
              <a:gd name="connsiteY397" fmla="*/ 326675 h 369828"/>
              <a:gd name="connsiteX398" fmla="*/ 523568 w 2906005"/>
              <a:gd name="connsiteY398" fmla="*/ 313343 h 369828"/>
              <a:gd name="connsiteX399" fmla="*/ 511331 w 2906005"/>
              <a:gd name="connsiteY399" fmla="*/ 323970 h 369828"/>
              <a:gd name="connsiteX400" fmla="*/ 493297 w 2906005"/>
              <a:gd name="connsiteY400" fmla="*/ 328157 h 369828"/>
              <a:gd name="connsiteX401" fmla="*/ 472300 w 2906005"/>
              <a:gd name="connsiteY401" fmla="*/ 322231 h 369828"/>
              <a:gd name="connsiteX402" fmla="*/ 457293 w 2906005"/>
              <a:gd name="connsiteY402" fmla="*/ 305550 h 369828"/>
              <a:gd name="connsiteX403" fmla="*/ 451754 w 2906005"/>
              <a:gd name="connsiteY403" fmla="*/ 280753 h 369828"/>
              <a:gd name="connsiteX404" fmla="*/ 457293 w 2906005"/>
              <a:gd name="connsiteY404" fmla="*/ 256214 h 369828"/>
              <a:gd name="connsiteX405" fmla="*/ 457357 w 2906005"/>
              <a:gd name="connsiteY405" fmla="*/ 256214 h 369828"/>
              <a:gd name="connsiteX406" fmla="*/ 472364 w 2906005"/>
              <a:gd name="connsiteY406" fmla="*/ 239725 h 369828"/>
              <a:gd name="connsiteX407" fmla="*/ 493490 w 2906005"/>
              <a:gd name="connsiteY407" fmla="*/ 233993 h 369828"/>
              <a:gd name="connsiteX408" fmla="*/ 270963 w 2906005"/>
              <a:gd name="connsiteY408" fmla="*/ 233993 h 369828"/>
              <a:gd name="connsiteX409" fmla="*/ 296983 w 2906005"/>
              <a:gd name="connsiteY409" fmla="*/ 242173 h 369828"/>
              <a:gd name="connsiteX410" fmla="*/ 307675 w 2906005"/>
              <a:gd name="connsiteY410" fmla="*/ 264136 h 369828"/>
              <a:gd name="connsiteX411" fmla="*/ 285648 w 2906005"/>
              <a:gd name="connsiteY411" fmla="*/ 264136 h 369828"/>
              <a:gd name="connsiteX412" fmla="*/ 281139 w 2906005"/>
              <a:gd name="connsiteY412" fmla="*/ 255505 h 369828"/>
              <a:gd name="connsiteX413" fmla="*/ 270383 w 2906005"/>
              <a:gd name="connsiteY413" fmla="*/ 252285 h 369828"/>
              <a:gd name="connsiteX414" fmla="*/ 260722 w 2906005"/>
              <a:gd name="connsiteY414" fmla="*/ 254603 h 369828"/>
              <a:gd name="connsiteX415" fmla="*/ 257373 w 2906005"/>
              <a:gd name="connsiteY415" fmla="*/ 261044 h 369828"/>
              <a:gd name="connsiteX416" fmla="*/ 262010 w 2906005"/>
              <a:gd name="connsiteY416" fmla="*/ 268065 h 369828"/>
              <a:gd name="connsiteX417" fmla="*/ 276309 w 2906005"/>
              <a:gd name="connsiteY417" fmla="*/ 272895 h 369828"/>
              <a:gd name="connsiteX418" fmla="*/ 292604 w 2906005"/>
              <a:gd name="connsiteY418" fmla="*/ 277983 h 369828"/>
              <a:gd name="connsiteX419" fmla="*/ 303746 w 2906005"/>
              <a:gd name="connsiteY419" fmla="*/ 286163 h 369828"/>
              <a:gd name="connsiteX420" fmla="*/ 308577 w 2906005"/>
              <a:gd name="connsiteY420" fmla="*/ 300719 h 369828"/>
              <a:gd name="connsiteX421" fmla="*/ 304197 w 2906005"/>
              <a:gd name="connsiteY421" fmla="*/ 314889 h 369828"/>
              <a:gd name="connsiteX422" fmla="*/ 291702 w 2906005"/>
              <a:gd name="connsiteY422" fmla="*/ 324679 h 369828"/>
              <a:gd name="connsiteX423" fmla="*/ 272702 w 2906005"/>
              <a:gd name="connsiteY423" fmla="*/ 328221 h 369828"/>
              <a:gd name="connsiteX424" fmla="*/ 252607 w 2906005"/>
              <a:gd name="connsiteY424" fmla="*/ 324164 h 369828"/>
              <a:gd name="connsiteX425" fmla="*/ 252542 w 2906005"/>
              <a:gd name="connsiteY425" fmla="*/ 324099 h 369828"/>
              <a:gd name="connsiteX426" fmla="*/ 238437 w 2906005"/>
              <a:gd name="connsiteY426" fmla="*/ 313150 h 369828"/>
              <a:gd name="connsiteX427" fmla="*/ 232769 w 2906005"/>
              <a:gd name="connsiteY427" fmla="*/ 297821 h 369828"/>
              <a:gd name="connsiteX428" fmla="*/ 255956 w 2906005"/>
              <a:gd name="connsiteY428" fmla="*/ 297821 h 369828"/>
              <a:gd name="connsiteX429" fmla="*/ 261108 w 2906005"/>
              <a:gd name="connsiteY429" fmla="*/ 306516 h 369828"/>
              <a:gd name="connsiteX430" fmla="*/ 272380 w 2906005"/>
              <a:gd name="connsiteY430" fmla="*/ 309994 h 369828"/>
              <a:gd name="connsiteX431" fmla="*/ 282685 w 2906005"/>
              <a:gd name="connsiteY431" fmla="*/ 307353 h 369828"/>
              <a:gd name="connsiteX432" fmla="*/ 286421 w 2906005"/>
              <a:gd name="connsiteY432" fmla="*/ 300590 h 369828"/>
              <a:gd name="connsiteX433" fmla="*/ 281912 w 2906005"/>
              <a:gd name="connsiteY433" fmla="*/ 293892 h 369828"/>
              <a:gd name="connsiteX434" fmla="*/ 267485 w 2906005"/>
              <a:gd name="connsiteY434" fmla="*/ 289061 h 369828"/>
              <a:gd name="connsiteX435" fmla="*/ 250803 w 2906005"/>
              <a:gd name="connsiteY435" fmla="*/ 283973 h 369828"/>
              <a:gd name="connsiteX436" fmla="*/ 239596 w 2906005"/>
              <a:gd name="connsiteY436" fmla="*/ 275922 h 369828"/>
              <a:gd name="connsiteX437" fmla="*/ 234894 w 2906005"/>
              <a:gd name="connsiteY437" fmla="*/ 261302 h 369828"/>
              <a:gd name="connsiteX438" fmla="*/ 239274 w 2906005"/>
              <a:gd name="connsiteY438" fmla="*/ 247454 h 369828"/>
              <a:gd name="connsiteX439" fmla="*/ 251769 w 2906005"/>
              <a:gd name="connsiteY439" fmla="*/ 237600 h 369828"/>
              <a:gd name="connsiteX440" fmla="*/ 270963 w 2906005"/>
              <a:gd name="connsiteY440" fmla="*/ 233993 h 369828"/>
              <a:gd name="connsiteX441" fmla="*/ 161791 w 2906005"/>
              <a:gd name="connsiteY441" fmla="*/ 233993 h 369828"/>
              <a:gd name="connsiteX442" fmla="*/ 179632 w 2906005"/>
              <a:gd name="connsiteY442" fmla="*/ 238115 h 369828"/>
              <a:gd name="connsiteX443" fmla="*/ 191869 w 2906005"/>
              <a:gd name="connsiteY443" fmla="*/ 248485 h 369828"/>
              <a:gd name="connsiteX444" fmla="*/ 191869 w 2906005"/>
              <a:gd name="connsiteY444" fmla="*/ 235474 h 369828"/>
              <a:gd name="connsiteX445" fmla="*/ 215056 w 2906005"/>
              <a:gd name="connsiteY445" fmla="*/ 235474 h 369828"/>
              <a:gd name="connsiteX446" fmla="*/ 215056 w 2906005"/>
              <a:gd name="connsiteY446" fmla="*/ 326676 h 369828"/>
              <a:gd name="connsiteX447" fmla="*/ 191869 w 2906005"/>
              <a:gd name="connsiteY447" fmla="*/ 326676 h 369828"/>
              <a:gd name="connsiteX448" fmla="*/ 191869 w 2906005"/>
              <a:gd name="connsiteY448" fmla="*/ 313343 h 369828"/>
              <a:gd name="connsiteX449" fmla="*/ 179632 w 2906005"/>
              <a:gd name="connsiteY449" fmla="*/ 323970 h 369828"/>
              <a:gd name="connsiteX450" fmla="*/ 161598 w 2906005"/>
              <a:gd name="connsiteY450" fmla="*/ 328157 h 369828"/>
              <a:gd name="connsiteX451" fmla="*/ 140601 w 2906005"/>
              <a:gd name="connsiteY451" fmla="*/ 322231 h 369828"/>
              <a:gd name="connsiteX452" fmla="*/ 125594 w 2906005"/>
              <a:gd name="connsiteY452" fmla="*/ 305550 h 369828"/>
              <a:gd name="connsiteX453" fmla="*/ 120055 w 2906005"/>
              <a:gd name="connsiteY453" fmla="*/ 280753 h 369828"/>
              <a:gd name="connsiteX454" fmla="*/ 125594 w 2906005"/>
              <a:gd name="connsiteY454" fmla="*/ 256214 h 369828"/>
              <a:gd name="connsiteX455" fmla="*/ 125658 w 2906005"/>
              <a:gd name="connsiteY455" fmla="*/ 256214 h 369828"/>
              <a:gd name="connsiteX456" fmla="*/ 140665 w 2906005"/>
              <a:gd name="connsiteY456" fmla="*/ 239725 h 369828"/>
              <a:gd name="connsiteX457" fmla="*/ 161791 w 2906005"/>
              <a:gd name="connsiteY457" fmla="*/ 233993 h 369828"/>
              <a:gd name="connsiteX458" fmla="*/ 2407748 w 2906005"/>
              <a:gd name="connsiteY458" fmla="*/ 233992 h 369828"/>
              <a:gd name="connsiteX459" fmla="*/ 2425589 w 2906005"/>
              <a:gd name="connsiteY459" fmla="*/ 238114 h 369828"/>
              <a:gd name="connsiteX460" fmla="*/ 2437826 w 2906005"/>
              <a:gd name="connsiteY460" fmla="*/ 248484 h 369828"/>
              <a:gd name="connsiteX461" fmla="*/ 2437826 w 2906005"/>
              <a:gd name="connsiteY461" fmla="*/ 235474 h 369828"/>
              <a:gd name="connsiteX462" fmla="*/ 2461013 w 2906005"/>
              <a:gd name="connsiteY462" fmla="*/ 235474 h 369828"/>
              <a:gd name="connsiteX463" fmla="*/ 2461013 w 2906005"/>
              <a:gd name="connsiteY463" fmla="*/ 326675 h 369828"/>
              <a:gd name="connsiteX464" fmla="*/ 2437826 w 2906005"/>
              <a:gd name="connsiteY464" fmla="*/ 326675 h 369828"/>
              <a:gd name="connsiteX465" fmla="*/ 2437826 w 2906005"/>
              <a:gd name="connsiteY465" fmla="*/ 313342 h 369828"/>
              <a:gd name="connsiteX466" fmla="*/ 2425589 w 2906005"/>
              <a:gd name="connsiteY466" fmla="*/ 323970 h 369828"/>
              <a:gd name="connsiteX467" fmla="*/ 2407555 w 2906005"/>
              <a:gd name="connsiteY467" fmla="*/ 328156 h 369828"/>
              <a:gd name="connsiteX468" fmla="*/ 2386558 w 2906005"/>
              <a:gd name="connsiteY468" fmla="*/ 322231 h 369828"/>
              <a:gd name="connsiteX469" fmla="*/ 2371551 w 2906005"/>
              <a:gd name="connsiteY469" fmla="*/ 305549 h 369828"/>
              <a:gd name="connsiteX470" fmla="*/ 2366012 w 2906005"/>
              <a:gd name="connsiteY470" fmla="*/ 280752 h 369828"/>
              <a:gd name="connsiteX471" fmla="*/ 2371551 w 2906005"/>
              <a:gd name="connsiteY471" fmla="*/ 256213 h 369828"/>
              <a:gd name="connsiteX472" fmla="*/ 2371615 w 2906005"/>
              <a:gd name="connsiteY472" fmla="*/ 256213 h 369828"/>
              <a:gd name="connsiteX473" fmla="*/ 2386622 w 2906005"/>
              <a:gd name="connsiteY473" fmla="*/ 239725 h 369828"/>
              <a:gd name="connsiteX474" fmla="*/ 2407748 w 2906005"/>
              <a:gd name="connsiteY474" fmla="*/ 233992 h 369828"/>
              <a:gd name="connsiteX475" fmla="*/ 331055 w 2906005"/>
              <a:gd name="connsiteY475" fmla="*/ 212996 h 369828"/>
              <a:gd name="connsiteX476" fmla="*/ 354242 w 2906005"/>
              <a:gd name="connsiteY476" fmla="*/ 212996 h 369828"/>
              <a:gd name="connsiteX477" fmla="*/ 354242 w 2906005"/>
              <a:gd name="connsiteY477" fmla="*/ 235539 h 369828"/>
              <a:gd name="connsiteX478" fmla="*/ 374659 w 2906005"/>
              <a:gd name="connsiteY478" fmla="*/ 235539 h 369828"/>
              <a:gd name="connsiteX479" fmla="*/ 374659 w 2906005"/>
              <a:gd name="connsiteY479" fmla="*/ 254474 h 369828"/>
              <a:gd name="connsiteX480" fmla="*/ 354242 w 2906005"/>
              <a:gd name="connsiteY480" fmla="*/ 254474 h 369828"/>
              <a:gd name="connsiteX481" fmla="*/ 354242 w 2906005"/>
              <a:gd name="connsiteY481" fmla="*/ 298529 h 369828"/>
              <a:gd name="connsiteX482" fmla="*/ 356496 w 2906005"/>
              <a:gd name="connsiteY482" fmla="*/ 305228 h 369828"/>
              <a:gd name="connsiteX483" fmla="*/ 363967 w 2906005"/>
              <a:gd name="connsiteY483" fmla="*/ 307289 h 369828"/>
              <a:gd name="connsiteX484" fmla="*/ 374659 w 2906005"/>
              <a:gd name="connsiteY484" fmla="*/ 307289 h 369828"/>
              <a:gd name="connsiteX485" fmla="*/ 374659 w 2906005"/>
              <a:gd name="connsiteY485" fmla="*/ 326740 h 369828"/>
              <a:gd name="connsiteX486" fmla="*/ 360167 w 2906005"/>
              <a:gd name="connsiteY486" fmla="*/ 326740 h 369828"/>
              <a:gd name="connsiteX487" fmla="*/ 331055 w 2906005"/>
              <a:gd name="connsiteY487" fmla="*/ 298400 h 369828"/>
              <a:gd name="connsiteX488" fmla="*/ 331055 w 2906005"/>
              <a:gd name="connsiteY488" fmla="*/ 254474 h 369828"/>
              <a:gd name="connsiteX489" fmla="*/ 320170 w 2906005"/>
              <a:gd name="connsiteY489" fmla="*/ 254474 h 369828"/>
              <a:gd name="connsiteX490" fmla="*/ 320170 w 2906005"/>
              <a:gd name="connsiteY490" fmla="*/ 235539 h 369828"/>
              <a:gd name="connsiteX491" fmla="*/ 331055 w 2906005"/>
              <a:gd name="connsiteY491" fmla="*/ 235539 h 369828"/>
              <a:gd name="connsiteX492" fmla="*/ 0 w 2906005"/>
              <a:gd name="connsiteY492" fmla="*/ 211772 h 369828"/>
              <a:gd name="connsiteX493" fmla="*/ 24668 w 2906005"/>
              <a:gd name="connsiteY493" fmla="*/ 211772 h 369828"/>
              <a:gd name="connsiteX494" fmla="*/ 56292 w 2906005"/>
              <a:gd name="connsiteY494" fmla="*/ 303102 h 369828"/>
              <a:gd name="connsiteX495" fmla="*/ 87723 w 2906005"/>
              <a:gd name="connsiteY495" fmla="*/ 211772 h 369828"/>
              <a:gd name="connsiteX496" fmla="*/ 112262 w 2906005"/>
              <a:gd name="connsiteY496" fmla="*/ 211772 h 369828"/>
              <a:gd name="connsiteX497" fmla="*/ 70140 w 2906005"/>
              <a:gd name="connsiteY497" fmla="*/ 326675 h 369828"/>
              <a:gd name="connsiteX498" fmla="*/ 42123 w 2906005"/>
              <a:gd name="connsiteY498" fmla="*/ 326675 h 369828"/>
              <a:gd name="connsiteX499" fmla="*/ 608522 w 2906005"/>
              <a:gd name="connsiteY499" fmla="*/ 211643 h 369828"/>
              <a:gd name="connsiteX500" fmla="*/ 631580 w 2906005"/>
              <a:gd name="connsiteY500" fmla="*/ 211643 h 369828"/>
              <a:gd name="connsiteX501" fmla="*/ 683750 w 2906005"/>
              <a:gd name="connsiteY501" fmla="*/ 290671 h 369828"/>
              <a:gd name="connsiteX502" fmla="*/ 683750 w 2906005"/>
              <a:gd name="connsiteY502" fmla="*/ 211643 h 369828"/>
              <a:gd name="connsiteX503" fmla="*/ 706808 w 2906005"/>
              <a:gd name="connsiteY503" fmla="*/ 211643 h 369828"/>
              <a:gd name="connsiteX504" fmla="*/ 706808 w 2906005"/>
              <a:gd name="connsiteY504" fmla="*/ 326675 h 369828"/>
              <a:gd name="connsiteX505" fmla="*/ 683750 w 2906005"/>
              <a:gd name="connsiteY505" fmla="*/ 326675 h 369828"/>
              <a:gd name="connsiteX506" fmla="*/ 631580 w 2906005"/>
              <a:gd name="connsiteY506" fmla="*/ 247840 h 369828"/>
              <a:gd name="connsiteX507" fmla="*/ 631580 w 2906005"/>
              <a:gd name="connsiteY507" fmla="*/ 326675 h 369828"/>
              <a:gd name="connsiteX508" fmla="*/ 608522 w 2906005"/>
              <a:gd name="connsiteY508" fmla="*/ 326675 h 369828"/>
              <a:gd name="connsiteX509" fmla="*/ 2549316 w 2906005"/>
              <a:gd name="connsiteY509" fmla="*/ 204880 h 369828"/>
              <a:gd name="connsiteX510" fmla="*/ 2572696 w 2906005"/>
              <a:gd name="connsiteY510" fmla="*/ 204880 h 369828"/>
              <a:gd name="connsiteX511" fmla="*/ 2572696 w 2906005"/>
              <a:gd name="connsiteY511" fmla="*/ 326675 h 369828"/>
              <a:gd name="connsiteX512" fmla="*/ 2549316 w 2906005"/>
              <a:gd name="connsiteY512" fmla="*/ 326675 h 369828"/>
              <a:gd name="connsiteX513" fmla="*/ 2549316 w 2906005"/>
              <a:gd name="connsiteY513" fmla="*/ 313149 h 369828"/>
              <a:gd name="connsiteX514" fmla="*/ 2537271 w 2906005"/>
              <a:gd name="connsiteY514" fmla="*/ 324034 h 369828"/>
              <a:gd name="connsiteX515" fmla="*/ 2519302 w 2906005"/>
              <a:gd name="connsiteY515" fmla="*/ 328156 h 369828"/>
              <a:gd name="connsiteX516" fmla="*/ 2498241 w 2906005"/>
              <a:gd name="connsiteY516" fmla="*/ 322231 h 369828"/>
              <a:gd name="connsiteX517" fmla="*/ 2483169 w 2906005"/>
              <a:gd name="connsiteY517" fmla="*/ 305549 h 369828"/>
              <a:gd name="connsiteX518" fmla="*/ 2477630 w 2906005"/>
              <a:gd name="connsiteY518" fmla="*/ 280752 h 369828"/>
              <a:gd name="connsiteX519" fmla="*/ 2483169 w 2906005"/>
              <a:gd name="connsiteY519" fmla="*/ 256213 h 369828"/>
              <a:gd name="connsiteX520" fmla="*/ 2483233 w 2906005"/>
              <a:gd name="connsiteY520" fmla="*/ 256213 h 369828"/>
              <a:gd name="connsiteX521" fmla="*/ 2498305 w 2906005"/>
              <a:gd name="connsiteY521" fmla="*/ 239724 h 369828"/>
              <a:gd name="connsiteX522" fmla="*/ 2519559 w 2906005"/>
              <a:gd name="connsiteY522" fmla="*/ 233992 h 369828"/>
              <a:gd name="connsiteX523" fmla="*/ 2536499 w 2906005"/>
              <a:gd name="connsiteY523" fmla="*/ 237857 h 369828"/>
              <a:gd name="connsiteX524" fmla="*/ 2549316 w 2906005"/>
              <a:gd name="connsiteY524" fmla="*/ 248162 h 369828"/>
              <a:gd name="connsiteX525" fmla="*/ 1892359 w 2906005"/>
              <a:gd name="connsiteY525" fmla="*/ 204880 h 369828"/>
              <a:gd name="connsiteX526" fmla="*/ 1915739 w 2906005"/>
              <a:gd name="connsiteY526" fmla="*/ 204880 h 369828"/>
              <a:gd name="connsiteX527" fmla="*/ 1915739 w 2906005"/>
              <a:gd name="connsiteY527" fmla="*/ 326675 h 369828"/>
              <a:gd name="connsiteX528" fmla="*/ 1892359 w 2906005"/>
              <a:gd name="connsiteY528" fmla="*/ 326675 h 369828"/>
              <a:gd name="connsiteX529" fmla="*/ 1892359 w 2906005"/>
              <a:gd name="connsiteY529" fmla="*/ 313149 h 369828"/>
              <a:gd name="connsiteX530" fmla="*/ 1880314 w 2906005"/>
              <a:gd name="connsiteY530" fmla="*/ 324034 h 369828"/>
              <a:gd name="connsiteX531" fmla="*/ 1862345 w 2906005"/>
              <a:gd name="connsiteY531" fmla="*/ 328156 h 369828"/>
              <a:gd name="connsiteX532" fmla="*/ 1841284 w 2906005"/>
              <a:gd name="connsiteY532" fmla="*/ 322231 h 369828"/>
              <a:gd name="connsiteX533" fmla="*/ 1826212 w 2906005"/>
              <a:gd name="connsiteY533" fmla="*/ 305549 h 369828"/>
              <a:gd name="connsiteX534" fmla="*/ 1820673 w 2906005"/>
              <a:gd name="connsiteY534" fmla="*/ 280752 h 369828"/>
              <a:gd name="connsiteX535" fmla="*/ 1826212 w 2906005"/>
              <a:gd name="connsiteY535" fmla="*/ 256213 h 369828"/>
              <a:gd name="connsiteX536" fmla="*/ 1826276 w 2906005"/>
              <a:gd name="connsiteY536" fmla="*/ 256213 h 369828"/>
              <a:gd name="connsiteX537" fmla="*/ 1841348 w 2906005"/>
              <a:gd name="connsiteY537" fmla="*/ 239724 h 369828"/>
              <a:gd name="connsiteX538" fmla="*/ 1862602 w 2906005"/>
              <a:gd name="connsiteY538" fmla="*/ 233992 h 369828"/>
              <a:gd name="connsiteX539" fmla="*/ 1879542 w 2906005"/>
              <a:gd name="connsiteY539" fmla="*/ 237857 h 369828"/>
              <a:gd name="connsiteX540" fmla="*/ 1892359 w 2906005"/>
              <a:gd name="connsiteY540" fmla="*/ 248162 h 369828"/>
              <a:gd name="connsiteX541" fmla="*/ 1161011 w 2906005"/>
              <a:gd name="connsiteY541" fmla="*/ 204880 h 369828"/>
              <a:gd name="connsiteX542" fmla="*/ 1184391 w 2906005"/>
              <a:gd name="connsiteY542" fmla="*/ 204880 h 369828"/>
              <a:gd name="connsiteX543" fmla="*/ 1184391 w 2906005"/>
              <a:gd name="connsiteY543" fmla="*/ 326675 h 369828"/>
              <a:gd name="connsiteX544" fmla="*/ 1161011 w 2906005"/>
              <a:gd name="connsiteY544" fmla="*/ 326675 h 369828"/>
              <a:gd name="connsiteX545" fmla="*/ 1161011 w 2906005"/>
              <a:gd name="connsiteY545" fmla="*/ 313149 h 369828"/>
              <a:gd name="connsiteX546" fmla="*/ 1148966 w 2906005"/>
              <a:gd name="connsiteY546" fmla="*/ 324034 h 369828"/>
              <a:gd name="connsiteX547" fmla="*/ 1130997 w 2906005"/>
              <a:gd name="connsiteY547" fmla="*/ 328156 h 369828"/>
              <a:gd name="connsiteX548" fmla="*/ 1109935 w 2906005"/>
              <a:gd name="connsiteY548" fmla="*/ 322231 h 369828"/>
              <a:gd name="connsiteX549" fmla="*/ 1094864 w 2906005"/>
              <a:gd name="connsiteY549" fmla="*/ 305549 h 369828"/>
              <a:gd name="connsiteX550" fmla="*/ 1089325 w 2906005"/>
              <a:gd name="connsiteY550" fmla="*/ 280752 h 369828"/>
              <a:gd name="connsiteX551" fmla="*/ 1094864 w 2906005"/>
              <a:gd name="connsiteY551" fmla="*/ 256213 h 369828"/>
              <a:gd name="connsiteX552" fmla="*/ 1094928 w 2906005"/>
              <a:gd name="connsiteY552" fmla="*/ 256213 h 369828"/>
              <a:gd name="connsiteX553" fmla="*/ 1110000 w 2906005"/>
              <a:gd name="connsiteY553" fmla="*/ 239724 h 369828"/>
              <a:gd name="connsiteX554" fmla="*/ 1131254 w 2906005"/>
              <a:gd name="connsiteY554" fmla="*/ 233992 h 369828"/>
              <a:gd name="connsiteX555" fmla="*/ 1148194 w 2906005"/>
              <a:gd name="connsiteY555" fmla="*/ 237857 h 369828"/>
              <a:gd name="connsiteX556" fmla="*/ 1161011 w 2906005"/>
              <a:gd name="connsiteY556" fmla="*/ 248162 h 369828"/>
              <a:gd name="connsiteX557" fmla="*/ 1545975 w 2906005"/>
              <a:gd name="connsiteY557" fmla="*/ 204816 h 369828"/>
              <a:gd name="connsiteX558" fmla="*/ 1569033 w 2906005"/>
              <a:gd name="connsiteY558" fmla="*/ 204816 h 369828"/>
              <a:gd name="connsiteX559" fmla="*/ 1569033 w 2906005"/>
              <a:gd name="connsiteY559" fmla="*/ 326611 h 369828"/>
              <a:gd name="connsiteX560" fmla="*/ 1545975 w 2906005"/>
              <a:gd name="connsiteY560" fmla="*/ 326611 h 369828"/>
              <a:gd name="connsiteX561" fmla="*/ 829118 w 2906005"/>
              <a:gd name="connsiteY561" fmla="*/ 204816 h 369828"/>
              <a:gd name="connsiteX562" fmla="*/ 852176 w 2906005"/>
              <a:gd name="connsiteY562" fmla="*/ 204816 h 369828"/>
              <a:gd name="connsiteX563" fmla="*/ 852176 w 2906005"/>
              <a:gd name="connsiteY563" fmla="*/ 326611 h 369828"/>
              <a:gd name="connsiteX564" fmla="*/ 829118 w 2906005"/>
              <a:gd name="connsiteY564" fmla="*/ 326611 h 369828"/>
              <a:gd name="connsiteX565" fmla="*/ 1708475 w 2906005"/>
              <a:gd name="connsiteY565" fmla="*/ 202691 h 369828"/>
              <a:gd name="connsiteX566" fmla="*/ 1716269 w 2906005"/>
              <a:gd name="connsiteY566" fmla="*/ 205911 h 369828"/>
              <a:gd name="connsiteX567" fmla="*/ 1719489 w 2906005"/>
              <a:gd name="connsiteY567" fmla="*/ 213705 h 369828"/>
              <a:gd name="connsiteX568" fmla="*/ 1716269 w 2906005"/>
              <a:gd name="connsiteY568" fmla="*/ 221434 h 369828"/>
              <a:gd name="connsiteX569" fmla="*/ 1708475 w 2906005"/>
              <a:gd name="connsiteY569" fmla="*/ 224590 h 369828"/>
              <a:gd name="connsiteX570" fmla="*/ 1700746 w 2906005"/>
              <a:gd name="connsiteY570" fmla="*/ 221434 h 369828"/>
              <a:gd name="connsiteX571" fmla="*/ 1697591 w 2906005"/>
              <a:gd name="connsiteY571" fmla="*/ 213705 h 369828"/>
              <a:gd name="connsiteX572" fmla="*/ 1700746 w 2906005"/>
              <a:gd name="connsiteY572" fmla="*/ 205911 h 369828"/>
              <a:gd name="connsiteX573" fmla="*/ 1708475 w 2906005"/>
              <a:gd name="connsiteY573" fmla="*/ 202691 h 369828"/>
              <a:gd name="connsiteX574" fmla="*/ 1678011 w 2906005"/>
              <a:gd name="connsiteY574" fmla="*/ 202691 h 369828"/>
              <a:gd name="connsiteX575" fmla="*/ 1685804 w 2906005"/>
              <a:gd name="connsiteY575" fmla="*/ 205911 h 369828"/>
              <a:gd name="connsiteX576" fmla="*/ 1689024 w 2906005"/>
              <a:gd name="connsiteY576" fmla="*/ 213705 h 369828"/>
              <a:gd name="connsiteX577" fmla="*/ 1685804 w 2906005"/>
              <a:gd name="connsiteY577" fmla="*/ 221434 h 369828"/>
              <a:gd name="connsiteX578" fmla="*/ 1678011 w 2906005"/>
              <a:gd name="connsiteY578" fmla="*/ 224590 h 369828"/>
              <a:gd name="connsiteX579" fmla="*/ 1670282 w 2906005"/>
              <a:gd name="connsiteY579" fmla="*/ 221434 h 369828"/>
              <a:gd name="connsiteX580" fmla="*/ 1667126 w 2906005"/>
              <a:gd name="connsiteY580" fmla="*/ 213705 h 369828"/>
              <a:gd name="connsiteX581" fmla="*/ 1670282 w 2906005"/>
              <a:gd name="connsiteY581" fmla="*/ 205911 h 369828"/>
              <a:gd name="connsiteX582" fmla="*/ 1678011 w 2906005"/>
              <a:gd name="connsiteY582" fmla="*/ 202691 h 369828"/>
              <a:gd name="connsiteX583" fmla="*/ 1494319 w 2906005"/>
              <a:gd name="connsiteY583" fmla="*/ 202691 h 369828"/>
              <a:gd name="connsiteX584" fmla="*/ 1502113 w 2906005"/>
              <a:gd name="connsiteY584" fmla="*/ 205911 h 369828"/>
              <a:gd name="connsiteX585" fmla="*/ 1505333 w 2906005"/>
              <a:gd name="connsiteY585" fmla="*/ 213705 h 369828"/>
              <a:gd name="connsiteX586" fmla="*/ 1502113 w 2906005"/>
              <a:gd name="connsiteY586" fmla="*/ 221434 h 369828"/>
              <a:gd name="connsiteX587" fmla="*/ 1494319 w 2906005"/>
              <a:gd name="connsiteY587" fmla="*/ 224590 h 369828"/>
              <a:gd name="connsiteX588" fmla="*/ 1486590 w 2906005"/>
              <a:gd name="connsiteY588" fmla="*/ 221434 h 369828"/>
              <a:gd name="connsiteX589" fmla="*/ 1483435 w 2906005"/>
              <a:gd name="connsiteY589" fmla="*/ 213705 h 369828"/>
              <a:gd name="connsiteX590" fmla="*/ 1486590 w 2906005"/>
              <a:gd name="connsiteY590" fmla="*/ 205911 h 369828"/>
              <a:gd name="connsiteX591" fmla="*/ 1494319 w 2906005"/>
              <a:gd name="connsiteY591" fmla="*/ 202691 h 369828"/>
              <a:gd name="connsiteX592" fmla="*/ 1463855 w 2906005"/>
              <a:gd name="connsiteY592" fmla="*/ 202691 h 369828"/>
              <a:gd name="connsiteX593" fmla="*/ 1471648 w 2906005"/>
              <a:gd name="connsiteY593" fmla="*/ 205911 h 369828"/>
              <a:gd name="connsiteX594" fmla="*/ 1474868 w 2906005"/>
              <a:gd name="connsiteY594" fmla="*/ 213705 h 369828"/>
              <a:gd name="connsiteX595" fmla="*/ 1471648 w 2906005"/>
              <a:gd name="connsiteY595" fmla="*/ 221434 h 369828"/>
              <a:gd name="connsiteX596" fmla="*/ 1463855 w 2906005"/>
              <a:gd name="connsiteY596" fmla="*/ 224590 h 369828"/>
              <a:gd name="connsiteX597" fmla="*/ 1456126 w 2906005"/>
              <a:gd name="connsiteY597" fmla="*/ 221434 h 369828"/>
              <a:gd name="connsiteX598" fmla="*/ 1452970 w 2906005"/>
              <a:gd name="connsiteY598" fmla="*/ 213705 h 369828"/>
              <a:gd name="connsiteX599" fmla="*/ 1456126 w 2906005"/>
              <a:gd name="connsiteY599" fmla="*/ 205911 h 369828"/>
              <a:gd name="connsiteX600" fmla="*/ 1463855 w 2906005"/>
              <a:gd name="connsiteY600" fmla="*/ 202691 h 369828"/>
              <a:gd name="connsiteX601" fmla="*/ 186008 w 2906005"/>
              <a:gd name="connsiteY601" fmla="*/ 202691 h 369828"/>
              <a:gd name="connsiteX602" fmla="*/ 193802 w 2906005"/>
              <a:gd name="connsiteY602" fmla="*/ 205911 h 369828"/>
              <a:gd name="connsiteX603" fmla="*/ 197022 w 2906005"/>
              <a:gd name="connsiteY603" fmla="*/ 213705 h 369828"/>
              <a:gd name="connsiteX604" fmla="*/ 193802 w 2906005"/>
              <a:gd name="connsiteY604" fmla="*/ 221434 h 369828"/>
              <a:gd name="connsiteX605" fmla="*/ 186008 w 2906005"/>
              <a:gd name="connsiteY605" fmla="*/ 224590 h 369828"/>
              <a:gd name="connsiteX606" fmla="*/ 178279 w 2906005"/>
              <a:gd name="connsiteY606" fmla="*/ 221434 h 369828"/>
              <a:gd name="connsiteX607" fmla="*/ 175123 w 2906005"/>
              <a:gd name="connsiteY607" fmla="*/ 213705 h 369828"/>
              <a:gd name="connsiteX608" fmla="*/ 178279 w 2906005"/>
              <a:gd name="connsiteY608" fmla="*/ 205911 h 369828"/>
              <a:gd name="connsiteX609" fmla="*/ 186008 w 2906005"/>
              <a:gd name="connsiteY609" fmla="*/ 202691 h 369828"/>
              <a:gd name="connsiteX610" fmla="*/ 155544 w 2906005"/>
              <a:gd name="connsiteY610" fmla="*/ 202691 h 369828"/>
              <a:gd name="connsiteX611" fmla="*/ 163337 w 2906005"/>
              <a:gd name="connsiteY611" fmla="*/ 205911 h 369828"/>
              <a:gd name="connsiteX612" fmla="*/ 166557 w 2906005"/>
              <a:gd name="connsiteY612" fmla="*/ 213705 h 369828"/>
              <a:gd name="connsiteX613" fmla="*/ 163337 w 2906005"/>
              <a:gd name="connsiteY613" fmla="*/ 221434 h 369828"/>
              <a:gd name="connsiteX614" fmla="*/ 155544 w 2906005"/>
              <a:gd name="connsiteY614" fmla="*/ 224590 h 369828"/>
              <a:gd name="connsiteX615" fmla="*/ 147815 w 2906005"/>
              <a:gd name="connsiteY615" fmla="*/ 221434 h 369828"/>
              <a:gd name="connsiteX616" fmla="*/ 144659 w 2906005"/>
              <a:gd name="connsiteY616" fmla="*/ 213705 h 369828"/>
              <a:gd name="connsiteX617" fmla="*/ 147815 w 2906005"/>
              <a:gd name="connsiteY617" fmla="*/ 205911 h 369828"/>
              <a:gd name="connsiteX618" fmla="*/ 155544 w 2906005"/>
              <a:gd name="connsiteY618" fmla="*/ 202691 h 369828"/>
              <a:gd name="connsiteX619" fmla="*/ 2416765 w 2906005"/>
              <a:gd name="connsiteY619" fmla="*/ 200372 h 369828"/>
              <a:gd name="connsiteX620" fmla="*/ 2411162 w 2906005"/>
              <a:gd name="connsiteY620" fmla="*/ 202562 h 369828"/>
              <a:gd name="connsiteX621" fmla="*/ 2408843 w 2906005"/>
              <a:gd name="connsiteY621" fmla="*/ 208551 h 369828"/>
              <a:gd name="connsiteX622" fmla="*/ 2411162 w 2906005"/>
              <a:gd name="connsiteY622" fmla="*/ 214412 h 369828"/>
              <a:gd name="connsiteX623" fmla="*/ 2416765 w 2906005"/>
              <a:gd name="connsiteY623" fmla="*/ 216796 h 369828"/>
              <a:gd name="connsiteX624" fmla="*/ 2422369 w 2906005"/>
              <a:gd name="connsiteY624" fmla="*/ 214412 h 369828"/>
              <a:gd name="connsiteX625" fmla="*/ 2424687 w 2906005"/>
              <a:gd name="connsiteY625" fmla="*/ 208551 h 369828"/>
              <a:gd name="connsiteX626" fmla="*/ 2422369 w 2906005"/>
              <a:gd name="connsiteY626" fmla="*/ 202562 h 369828"/>
              <a:gd name="connsiteX627" fmla="*/ 2416765 w 2906005"/>
              <a:gd name="connsiteY627" fmla="*/ 200372 h 369828"/>
              <a:gd name="connsiteX628" fmla="*/ 1632538 w 2906005"/>
              <a:gd name="connsiteY628" fmla="*/ 198762 h 369828"/>
              <a:gd name="connsiteX629" fmla="*/ 1632538 w 2906005"/>
              <a:gd name="connsiteY629" fmla="*/ 218213 h 369828"/>
              <a:gd name="connsiteX630" fmla="*/ 1620880 w 2906005"/>
              <a:gd name="connsiteY630" fmla="*/ 220983 h 369828"/>
              <a:gd name="connsiteX631" fmla="*/ 1617596 w 2906005"/>
              <a:gd name="connsiteY631" fmla="*/ 231674 h 369828"/>
              <a:gd name="connsiteX632" fmla="*/ 1617596 w 2906005"/>
              <a:gd name="connsiteY632" fmla="*/ 235474 h 369828"/>
              <a:gd name="connsiteX633" fmla="*/ 1633569 w 2906005"/>
              <a:gd name="connsiteY633" fmla="*/ 235474 h 369828"/>
              <a:gd name="connsiteX634" fmla="*/ 1633569 w 2906005"/>
              <a:gd name="connsiteY634" fmla="*/ 254410 h 369828"/>
              <a:gd name="connsiteX635" fmla="*/ 1617596 w 2906005"/>
              <a:gd name="connsiteY635" fmla="*/ 254410 h 369828"/>
              <a:gd name="connsiteX636" fmla="*/ 1617596 w 2906005"/>
              <a:gd name="connsiteY636" fmla="*/ 326675 h 369828"/>
              <a:gd name="connsiteX637" fmla="*/ 1594216 w 2906005"/>
              <a:gd name="connsiteY637" fmla="*/ 326675 h 369828"/>
              <a:gd name="connsiteX638" fmla="*/ 1594216 w 2906005"/>
              <a:gd name="connsiteY638" fmla="*/ 254410 h 369828"/>
              <a:gd name="connsiteX639" fmla="*/ 1583846 w 2906005"/>
              <a:gd name="connsiteY639" fmla="*/ 254410 h 369828"/>
              <a:gd name="connsiteX640" fmla="*/ 1583846 w 2906005"/>
              <a:gd name="connsiteY640" fmla="*/ 235474 h 369828"/>
              <a:gd name="connsiteX641" fmla="*/ 1594216 w 2906005"/>
              <a:gd name="connsiteY641" fmla="*/ 235474 h 369828"/>
              <a:gd name="connsiteX642" fmla="*/ 1594216 w 2906005"/>
              <a:gd name="connsiteY642" fmla="*/ 230837 h 369828"/>
              <a:gd name="connsiteX643" fmla="*/ 1603748 w 2906005"/>
              <a:gd name="connsiteY643" fmla="*/ 206169 h 369828"/>
              <a:gd name="connsiteX644" fmla="*/ 1632538 w 2906005"/>
              <a:gd name="connsiteY644" fmla="*/ 198762 h 369828"/>
              <a:gd name="connsiteX645" fmla="*/ 2416829 w 2906005"/>
              <a:gd name="connsiteY645" fmla="*/ 189680 h 369828"/>
              <a:gd name="connsiteX646" fmla="*/ 2430548 w 2906005"/>
              <a:gd name="connsiteY646" fmla="*/ 194897 h 369828"/>
              <a:gd name="connsiteX647" fmla="*/ 2436087 w 2906005"/>
              <a:gd name="connsiteY647" fmla="*/ 208616 h 369828"/>
              <a:gd name="connsiteX648" fmla="*/ 2430548 w 2906005"/>
              <a:gd name="connsiteY648" fmla="*/ 222335 h 369828"/>
              <a:gd name="connsiteX649" fmla="*/ 2416829 w 2906005"/>
              <a:gd name="connsiteY649" fmla="*/ 227552 h 369828"/>
              <a:gd name="connsiteX650" fmla="*/ 2403175 w 2906005"/>
              <a:gd name="connsiteY650" fmla="*/ 222335 h 369828"/>
              <a:gd name="connsiteX651" fmla="*/ 2397572 w 2906005"/>
              <a:gd name="connsiteY651" fmla="*/ 208616 h 369828"/>
              <a:gd name="connsiteX652" fmla="*/ 2403175 w 2906005"/>
              <a:gd name="connsiteY652" fmla="*/ 194897 h 369828"/>
              <a:gd name="connsiteX653" fmla="*/ 2416829 w 2906005"/>
              <a:gd name="connsiteY653" fmla="*/ 189680 h 369828"/>
              <a:gd name="connsiteX654" fmla="*/ 440806 w 2906005"/>
              <a:gd name="connsiteY654" fmla="*/ 60672 h 369828"/>
              <a:gd name="connsiteX655" fmla="*/ 510623 w 2906005"/>
              <a:gd name="connsiteY655" fmla="*/ 60672 h 369828"/>
              <a:gd name="connsiteX656" fmla="*/ 510623 w 2906005"/>
              <a:gd name="connsiteY656" fmla="*/ 80123 h 369828"/>
              <a:gd name="connsiteX657" fmla="*/ 440806 w 2906005"/>
              <a:gd name="connsiteY657" fmla="*/ 80123 h 369828"/>
              <a:gd name="connsiteX658" fmla="*/ 2596720 w 2906005"/>
              <a:gd name="connsiteY658" fmla="*/ 56679 h 369828"/>
              <a:gd name="connsiteX659" fmla="*/ 2584869 w 2906005"/>
              <a:gd name="connsiteY659" fmla="*/ 59835 h 369828"/>
              <a:gd name="connsiteX660" fmla="*/ 2576045 w 2906005"/>
              <a:gd name="connsiteY660" fmla="*/ 68981 h 369828"/>
              <a:gd name="connsiteX661" fmla="*/ 2572696 w 2906005"/>
              <a:gd name="connsiteY661" fmla="*/ 83215 h 369828"/>
              <a:gd name="connsiteX662" fmla="*/ 2576045 w 2906005"/>
              <a:gd name="connsiteY662" fmla="*/ 97642 h 369828"/>
              <a:gd name="connsiteX663" fmla="*/ 2584933 w 2906005"/>
              <a:gd name="connsiteY663" fmla="*/ 107110 h 369828"/>
              <a:gd name="connsiteX664" fmla="*/ 2596720 w 2906005"/>
              <a:gd name="connsiteY664" fmla="*/ 110395 h 369828"/>
              <a:gd name="connsiteX665" fmla="*/ 2608764 w 2906005"/>
              <a:gd name="connsiteY665" fmla="*/ 107174 h 369828"/>
              <a:gd name="connsiteX666" fmla="*/ 2617652 w 2906005"/>
              <a:gd name="connsiteY666" fmla="*/ 97964 h 369828"/>
              <a:gd name="connsiteX667" fmla="*/ 2620937 w 2906005"/>
              <a:gd name="connsiteY667" fmla="*/ 83537 h 369828"/>
              <a:gd name="connsiteX668" fmla="*/ 2617652 w 2906005"/>
              <a:gd name="connsiteY668" fmla="*/ 69110 h 369828"/>
              <a:gd name="connsiteX669" fmla="*/ 2608764 w 2906005"/>
              <a:gd name="connsiteY669" fmla="*/ 59899 h 369828"/>
              <a:gd name="connsiteX670" fmla="*/ 2596720 w 2906005"/>
              <a:gd name="connsiteY670" fmla="*/ 56679 h 369828"/>
              <a:gd name="connsiteX671" fmla="*/ 1407756 w 2906005"/>
              <a:gd name="connsiteY671" fmla="*/ 56679 h 369828"/>
              <a:gd name="connsiteX672" fmla="*/ 1395905 w 2906005"/>
              <a:gd name="connsiteY672" fmla="*/ 59835 h 369828"/>
              <a:gd name="connsiteX673" fmla="*/ 1387081 w 2906005"/>
              <a:gd name="connsiteY673" fmla="*/ 68981 h 369828"/>
              <a:gd name="connsiteX674" fmla="*/ 1383732 w 2906005"/>
              <a:gd name="connsiteY674" fmla="*/ 83215 h 369828"/>
              <a:gd name="connsiteX675" fmla="*/ 1387081 w 2906005"/>
              <a:gd name="connsiteY675" fmla="*/ 97642 h 369828"/>
              <a:gd name="connsiteX676" fmla="*/ 1395969 w 2906005"/>
              <a:gd name="connsiteY676" fmla="*/ 107110 h 369828"/>
              <a:gd name="connsiteX677" fmla="*/ 1407756 w 2906005"/>
              <a:gd name="connsiteY677" fmla="*/ 110395 h 369828"/>
              <a:gd name="connsiteX678" fmla="*/ 1419800 w 2906005"/>
              <a:gd name="connsiteY678" fmla="*/ 107174 h 369828"/>
              <a:gd name="connsiteX679" fmla="*/ 1428688 w 2906005"/>
              <a:gd name="connsiteY679" fmla="*/ 97964 h 369828"/>
              <a:gd name="connsiteX680" fmla="*/ 1431973 w 2906005"/>
              <a:gd name="connsiteY680" fmla="*/ 83537 h 369828"/>
              <a:gd name="connsiteX681" fmla="*/ 1428688 w 2906005"/>
              <a:gd name="connsiteY681" fmla="*/ 69110 h 369828"/>
              <a:gd name="connsiteX682" fmla="*/ 1419800 w 2906005"/>
              <a:gd name="connsiteY682" fmla="*/ 59899 h 369828"/>
              <a:gd name="connsiteX683" fmla="*/ 1407756 w 2906005"/>
              <a:gd name="connsiteY683" fmla="*/ 56679 h 369828"/>
              <a:gd name="connsiteX684" fmla="*/ 1296138 w 2906005"/>
              <a:gd name="connsiteY684" fmla="*/ 56679 h 369828"/>
              <a:gd name="connsiteX685" fmla="*/ 1284287 w 2906005"/>
              <a:gd name="connsiteY685" fmla="*/ 59835 h 369828"/>
              <a:gd name="connsiteX686" fmla="*/ 1275463 w 2906005"/>
              <a:gd name="connsiteY686" fmla="*/ 68981 h 369828"/>
              <a:gd name="connsiteX687" fmla="*/ 1272114 w 2906005"/>
              <a:gd name="connsiteY687" fmla="*/ 83215 h 369828"/>
              <a:gd name="connsiteX688" fmla="*/ 1275463 w 2906005"/>
              <a:gd name="connsiteY688" fmla="*/ 97642 h 369828"/>
              <a:gd name="connsiteX689" fmla="*/ 1284351 w 2906005"/>
              <a:gd name="connsiteY689" fmla="*/ 107110 h 369828"/>
              <a:gd name="connsiteX690" fmla="*/ 1296138 w 2906005"/>
              <a:gd name="connsiteY690" fmla="*/ 110395 h 369828"/>
              <a:gd name="connsiteX691" fmla="*/ 1308182 w 2906005"/>
              <a:gd name="connsiteY691" fmla="*/ 107174 h 369828"/>
              <a:gd name="connsiteX692" fmla="*/ 1317070 w 2906005"/>
              <a:gd name="connsiteY692" fmla="*/ 97964 h 369828"/>
              <a:gd name="connsiteX693" fmla="*/ 1320355 w 2906005"/>
              <a:gd name="connsiteY693" fmla="*/ 83537 h 369828"/>
              <a:gd name="connsiteX694" fmla="*/ 1317070 w 2906005"/>
              <a:gd name="connsiteY694" fmla="*/ 69110 h 369828"/>
              <a:gd name="connsiteX695" fmla="*/ 1308182 w 2906005"/>
              <a:gd name="connsiteY695" fmla="*/ 59899 h 369828"/>
              <a:gd name="connsiteX696" fmla="*/ 1296138 w 2906005"/>
              <a:gd name="connsiteY696" fmla="*/ 56679 h 369828"/>
              <a:gd name="connsiteX697" fmla="*/ 801681 w 2906005"/>
              <a:gd name="connsiteY697" fmla="*/ 56679 h 369828"/>
              <a:gd name="connsiteX698" fmla="*/ 789830 w 2906005"/>
              <a:gd name="connsiteY698" fmla="*/ 59835 h 369828"/>
              <a:gd name="connsiteX699" fmla="*/ 781006 w 2906005"/>
              <a:gd name="connsiteY699" fmla="*/ 68980 h 369828"/>
              <a:gd name="connsiteX700" fmla="*/ 777657 w 2906005"/>
              <a:gd name="connsiteY700" fmla="*/ 83214 h 369828"/>
              <a:gd name="connsiteX701" fmla="*/ 781006 w 2906005"/>
              <a:gd name="connsiteY701" fmla="*/ 97642 h 369828"/>
              <a:gd name="connsiteX702" fmla="*/ 789894 w 2906005"/>
              <a:gd name="connsiteY702" fmla="*/ 107110 h 369828"/>
              <a:gd name="connsiteX703" fmla="*/ 801681 w 2906005"/>
              <a:gd name="connsiteY703" fmla="*/ 110394 h 369828"/>
              <a:gd name="connsiteX704" fmla="*/ 813725 w 2906005"/>
              <a:gd name="connsiteY704" fmla="*/ 107174 h 369828"/>
              <a:gd name="connsiteX705" fmla="*/ 822613 w 2906005"/>
              <a:gd name="connsiteY705" fmla="*/ 97964 h 369828"/>
              <a:gd name="connsiteX706" fmla="*/ 825898 w 2906005"/>
              <a:gd name="connsiteY706" fmla="*/ 83537 h 369828"/>
              <a:gd name="connsiteX707" fmla="*/ 822613 w 2906005"/>
              <a:gd name="connsiteY707" fmla="*/ 69109 h 369828"/>
              <a:gd name="connsiteX708" fmla="*/ 813725 w 2906005"/>
              <a:gd name="connsiteY708" fmla="*/ 59899 h 369828"/>
              <a:gd name="connsiteX709" fmla="*/ 801681 w 2906005"/>
              <a:gd name="connsiteY709" fmla="*/ 56679 h 369828"/>
              <a:gd name="connsiteX710" fmla="*/ 126240 w 2906005"/>
              <a:gd name="connsiteY710" fmla="*/ 56679 h 369828"/>
              <a:gd name="connsiteX711" fmla="*/ 114389 w 2906005"/>
              <a:gd name="connsiteY711" fmla="*/ 59835 h 369828"/>
              <a:gd name="connsiteX712" fmla="*/ 105565 w 2906005"/>
              <a:gd name="connsiteY712" fmla="*/ 68981 h 369828"/>
              <a:gd name="connsiteX713" fmla="*/ 102216 w 2906005"/>
              <a:gd name="connsiteY713" fmla="*/ 83215 h 369828"/>
              <a:gd name="connsiteX714" fmla="*/ 105565 w 2906005"/>
              <a:gd name="connsiteY714" fmla="*/ 97642 h 369828"/>
              <a:gd name="connsiteX715" fmla="*/ 114453 w 2906005"/>
              <a:gd name="connsiteY715" fmla="*/ 107110 h 369828"/>
              <a:gd name="connsiteX716" fmla="*/ 126240 w 2906005"/>
              <a:gd name="connsiteY716" fmla="*/ 110395 h 369828"/>
              <a:gd name="connsiteX717" fmla="*/ 138284 w 2906005"/>
              <a:gd name="connsiteY717" fmla="*/ 107175 h 369828"/>
              <a:gd name="connsiteX718" fmla="*/ 147172 w 2906005"/>
              <a:gd name="connsiteY718" fmla="*/ 97964 h 369828"/>
              <a:gd name="connsiteX719" fmla="*/ 150457 w 2906005"/>
              <a:gd name="connsiteY719" fmla="*/ 83537 h 369828"/>
              <a:gd name="connsiteX720" fmla="*/ 147172 w 2906005"/>
              <a:gd name="connsiteY720" fmla="*/ 69110 h 369828"/>
              <a:gd name="connsiteX721" fmla="*/ 138284 w 2906005"/>
              <a:gd name="connsiteY721" fmla="*/ 59899 h 369828"/>
              <a:gd name="connsiteX722" fmla="*/ 126240 w 2906005"/>
              <a:gd name="connsiteY722" fmla="*/ 56679 h 369828"/>
              <a:gd name="connsiteX723" fmla="*/ 2226698 w 2906005"/>
              <a:gd name="connsiteY723" fmla="*/ 56550 h 369828"/>
              <a:gd name="connsiteX724" fmla="*/ 2210145 w 2906005"/>
              <a:gd name="connsiteY724" fmla="*/ 63571 h 369828"/>
              <a:gd name="connsiteX725" fmla="*/ 2203447 w 2906005"/>
              <a:gd name="connsiteY725" fmla="*/ 83537 h 369828"/>
              <a:gd name="connsiteX726" fmla="*/ 2209952 w 2906005"/>
              <a:gd name="connsiteY726" fmla="*/ 103568 h 369828"/>
              <a:gd name="connsiteX727" fmla="*/ 2226312 w 2906005"/>
              <a:gd name="connsiteY727" fmla="*/ 110588 h 369828"/>
              <a:gd name="connsiteX728" fmla="*/ 2238098 w 2906005"/>
              <a:gd name="connsiteY728" fmla="*/ 107561 h 369828"/>
              <a:gd name="connsiteX729" fmla="*/ 2238098 w 2906005"/>
              <a:gd name="connsiteY729" fmla="*/ 107497 h 369828"/>
              <a:gd name="connsiteX730" fmla="*/ 2246922 w 2906005"/>
              <a:gd name="connsiteY730" fmla="*/ 98351 h 369828"/>
              <a:gd name="connsiteX731" fmla="*/ 2250207 w 2906005"/>
              <a:gd name="connsiteY731" fmla="*/ 83537 h 369828"/>
              <a:gd name="connsiteX732" fmla="*/ 2243380 w 2906005"/>
              <a:gd name="connsiteY732" fmla="*/ 63571 h 369828"/>
              <a:gd name="connsiteX733" fmla="*/ 2226698 w 2906005"/>
              <a:gd name="connsiteY733" fmla="*/ 56550 h 369828"/>
              <a:gd name="connsiteX734" fmla="*/ 2860404 w 2906005"/>
              <a:gd name="connsiteY734" fmla="*/ 55391 h 369828"/>
              <a:gd name="connsiteX735" fmla="*/ 2845977 w 2906005"/>
              <a:gd name="connsiteY735" fmla="*/ 60608 h 369828"/>
              <a:gd name="connsiteX736" fmla="*/ 2838828 w 2906005"/>
              <a:gd name="connsiteY736" fmla="*/ 75035 h 369828"/>
              <a:gd name="connsiteX737" fmla="*/ 2882110 w 2906005"/>
              <a:gd name="connsiteY737" fmla="*/ 75035 h 369828"/>
              <a:gd name="connsiteX738" fmla="*/ 2882174 w 2906005"/>
              <a:gd name="connsiteY738" fmla="*/ 74971 h 369828"/>
              <a:gd name="connsiteX739" fmla="*/ 2875733 w 2906005"/>
              <a:gd name="connsiteY739" fmla="*/ 60737 h 369828"/>
              <a:gd name="connsiteX740" fmla="*/ 2860404 w 2906005"/>
              <a:gd name="connsiteY740" fmla="*/ 55391 h 369828"/>
              <a:gd name="connsiteX741" fmla="*/ 910787 w 2906005"/>
              <a:gd name="connsiteY741" fmla="*/ 55391 h 369828"/>
              <a:gd name="connsiteX742" fmla="*/ 896360 w 2906005"/>
              <a:gd name="connsiteY742" fmla="*/ 60608 h 369828"/>
              <a:gd name="connsiteX743" fmla="*/ 889211 w 2906005"/>
              <a:gd name="connsiteY743" fmla="*/ 75035 h 369828"/>
              <a:gd name="connsiteX744" fmla="*/ 932493 w 2906005"/>
              <a:gd name="connsiteY744" fmla="*/ 75035 h 369828"/>
              <a:gd name="connsiteX745" fmla="*/ 932557 w 2906005"/>
              <a:gd name="connsiteY745" fmla="*/ 74971 h 369828"/>
              <a:gd name="connsiteX746" fmla="*/ 926116 w 2906005"/>
              <a:gd name="connsiteY746" fmla="*/ 60737 h 369828"/>
              <a:gd name="connsiteX747" fmla="*/ 910787 w 2906005"/>
              <a:gd name="connsiteY747" fmla="*/ 55391 h 369828"/>
              <a:gd name="connsiteX748" fmla="*/ 1723933 w 2906005"/>
              <a:gd name="connsiteY748" fmla="*/ 38000 h 369828"/>
              <a:gd name="connsiteX749" fmla="*/ 1749761 w 2906005"/>
              <a:gd name="connsiteY749" fmla="*/ 38000 h 369828"/>
              <a:gd name="connsiteX750" fmla="*/ 1773269 w 2906005"/>
              <a:gd name="connsiteY750" fmla="*/ 101699 h 369828"/>
              <a:gd name="connsiteX751" fmla="*/ 1797164 w 2906005"/>
              <a:gd name="connsiteY751" fmla="*/ 38000 h 369828"/>
              <a:gd name="connsiteX752" fmla="*/ 1821677 w 2906005"/>
              <a:gd name="connsiteY752" fmla="*/ 38000 h 369828"/>
              <a:gd name="connsiteX753" fmla="*/ 1765218 w 2906005"/>
              <a:gd name="connsiteY753" fmla="*/ 172290 h 369828"/>
              <a:gd name="connsiteX754" fmla="*/ 1740679 w 2906005"/>
              <a:gd name="connsiteY754" fmla="*/ 172290 h 369828"/>
              <a:gd name="connsiteX755" fmla="*/ 1760452 w 2906005"/>
              <a:gd name="connsiteY755" fmla="*/ 126883 h 369828"/>
              <a:gd name="connsiteX756" fmla="*/ 2711559 w 2906005"/>
              <a:gd name="connsiteY756" fmla="*/ 37936 h 369828"/>
              <a:gd name="connsiteX757" fmla="*/ 2734617 w 2906005"/>
              <a:gd name="connsiteY757" fmla="*/ 37936 h 369828"/>
              <a:gd name="connsiteX758" fmla="*/ 2734617 w 2906005"/>
              <a:gd name="connsiteY758" fmla="*/ 88174 h 369828"/>
              <a:gd name="connsiteX759" fmla="*/ 2740027 w 2906005"/>
              <a:gd name="connsiteY759" fmla="*/ 104855 h 369828"/>
              <a:gd name="connsiteX760" fmla="*/ 2754841 w 2906005"/>
              <a:gd name="connsiteY760" fmla="*/ 110717 h 369828"/>
              <a:gd name="connsiteX761" fmla="*/ 2769848 w 2906005"/>
              <a:gd name="connsiteY761" fmla="*/ 104855 h 369828"/>
              <a:gd name="connsiteX762" fmla="*/ 2775258 w 2906005"/>
              <a:gd name="connsiteY762" fmla="*/ 88174 h 369828"/>
              <a:gd name="connsiteX763" fmla="*/ 2775258 w 2906005"/>
              <a:gd name="connsiteY763" fmla="*/ 37936 h 369828"/>
              <a:gd name="connsiteX764" fmla="*/ 2798445 w 2906005"/>
              <a:gd name="connsiteY764" fmla="*/ 37936 h 369828"/>
              <a:gd name="connsiteX765" fmla="*/ 2798509 w 2906005"/>
              <a:gd name="connsiteY765" fmla="*/ 37936 h 369828"/>
              <a:gd name="connsiteX766" fmla="*/ 2798509 w 2906005"/>
              <a:gd name="connsiteY766" fmla="*/ 129137 h 369828"/>
              <a:gd name="connsiteX767" fmla="*/ 2775322 w 2906005"/>
              <a:gd name="connsiteY767" fmla="*/ 129137 h 369828"/>
              <a:gd name="connsiteX768" fmla="*/ 2775322 w 2906005"/>
              <a:gd name="connsiteY768" fmla="*/ 117608 h 369828"/>
              <a:gd name="connsiteX769" fmla="*/ 2763729 w 2906005"/>
              <a:gd name="connsiteY769" fmla="*/ 126883 h 369828"/>
              <a:gd name="connsiteX770" fmla="*/ 2748142 w 2906005"/>
              <a:gd name="connsiteY770" fmla="*/ 130232 h 369828"/>
              <a:gd name="connsiteX771" fmla="*/ 2729207 w 2906005"/>
              <a:gd name="connsiteY771" fmla="*/ 125723 h 369828"/>
              <a:gd name="connsiteX772" fmla="*/ 2716261 w 2906005"/>
              <a:gd name="connsiteY772" fmla="*/ 112391 h 369828"/>
              <a:gd name="connsiteX773" fmla="*/ 2711559 w 2906005"/>
              <a:gd name="connsiteY773" fmla="*/ 91394 h 369828"/>
              <a:gd name="connsiteX774" fmla="*/ 2509319 w 2906005"/>
              <a:gd name="connsiteY774" fmla="*/ 37936 h 369828"/>
              <a:gd name="connsiteX775" fmla="*/ 2532377 w 2906005"/>
              <a:gd name="connsiteY775" fmla="*/ 37936 h 369828"/>
              <a:gd name="connsiteX776" fmla="*/ 2532377 w 2906005"/>
              <a:gd name="connsiteY776" fmla="*/ 129137 h 369828"/>
              <a:gd name="connsiteX777" fmla="*/ 2509319 w 2906005"/>
              <a:gd name="connsiteY777" fmla="*/ 129137 h 369828"/>
              <a:gd name="connsiteX778" fmla="*/ 2290913 w 2906005"/>
              <a:gd name="connsiteY778" fmla="*/ 37936 h 369828"/>
              <a:gd name="connsiteX779" fmla="*/ 2313971 w 2906005"/>
              <a:gd name="connsiteY779" fmla="*/ 37936 h 369828"/>
              <a:gd name="connsiteX780" fmla="*/ 2313971 w 2906005"/>
              <a:gd name="connsiteY780" fmla="*/ 129137 h 369828"/>
              <a:gd name="connsiteX781" fmla="*/ 2290913 w 2906005"/>
              <a:gd name="connsiteY781" fmla="*/ 129137 h 369828"/>
              <a:gd name="connsiteX782" fmla="*/ 2077595 w 2906005"/>
              <a:gd name="connsiteY782" fmla="*/ 37936 h 369828"/>
              <a:gd name="connsiteX783" fmla="*/ 2102263 w 2906005"/>
              <a:gd name="connsiteY783" fmla="*/ 37936 h 369828"/>
              <a:gd name="connsiteX784" fmla="*/ 2125289 w 2906005"/>
              <a:gd name="connsiteY784" fmla="*/ 107786 h 369828"/>
              <a:gd name="connsiteX785" fmla="*/ 2125257 w 2906005"/>
              <a:gd name="connsiteY785" fmla="*/ 107883 h 369828"/>
              <a:gd name="connsiteX786" fmla="*/ 2125321 w 2906005"/>
              <a:gd name="connsiteY786" fmla="*/ 107883 h 369828"/>
              <a:gd name="connsiteX787" fmla="*/ 2125289 w 2906005"/>
              <a:gd name="connsiteY787" fmla="*/ 107786 h 369828"/>
              <a:gd name="connsiteX788" fmla="*/ 2148314 w 2906005"/>
              <a:gd name="connsiteY788" fmla="*/ 37936 h 369828"/>
              <a:gd name="connsiteX789" fmla="*/ 2172854 w 2906005"/>
              <a:gd name="connsiteY789" fmla="*/ 37936 h 369828"/>
              <a:gd name="connsiteX790" fmla="*/ 2139104 w 2906005"/>
              <a:gd name="connsiteY790" fmla="*/ 129137 h 369828"/>
              <a:gd name="connsiteX791" fmla="*/ 2111151 w 2906005"/>
              <a:gd name="connsiteY791" fmla="*/ 129137 h 369828"/>
              <a:gd name="connsiteX792" fmla="*/ 1932678 w 2906005"/>
              <a:gd name="connsiteY792" fmla="*/ 37936 h 369828"/>
              <a:gd name="connsiteX793" fmla="*/ 1955736 w 2906005"/>
              <a:gd name="connsiteY793" fmla="*/ 37936 h 369828"/>
              <a:gd name="connsiteX794" fmla="*/ 1955736 w 2906005"/>
              <a:gd name="connsiteY794" fmla="*/ 129137 h 369828"/>
              <a:gd name="connsiteX795" fmla="*/ 1932678 w 2906005"/>
              <a:gd name="connsiteY795" fmla="*/ 129137 h 369828"/>
              <a:gd name="connsiteX796" fmla="*/ 1824473 w 2906005"/>
              <a:gd name="connsiteY796" fmla="*/ 37936 h 369828"/>
              <a:gd name="connsiteX797" fmla="*/ 1849141 w 2906005"/>
              <a:gd name="connsiteY797" fmla="*/ 37936 h 369828"/>
              <a:gd name="connsiteX798" fmla="*/ 1872167 w 2906005"/>
              <a:gd name="connsiteY798" fmla="*/ 107786 h 369828"/>
              <a:gd name="connsiteX799" fmla="*/ 1872135 w 2906005"/>
              <a:gd name="connsiteY799" fmla="*/ 107883 h 369828"/>
              <a:gd name="connsiteX800" fmla="*/ 1872199 w 2906005"/>
              <a:gd name="connsiteY800" fmla="*/ 107883 h 369828"/>
              <a:gd name="connsiteX801" fmla="*/ 1872167 w 2906005"/>
              <a:gd name="connsiteY801" fmla="*/ 107786 h 369828"/>
              <a:gd name="connsiteX802" fmla="*/ 1895193 w 2906005"/>
              <a:gd name="connsiteY802" fmla="*/ 37936 h 369828"/>
              <a:gd name="connsiteX803" fmla="*/ 1919732 w 2906005"/>
              <a:gd name="connsiteY803" fmla="*/ 37936 h 369828"/>
              <a:gd name="connsiteX804" fmla="*/ 1885982 w 2906005"/>
              <a:gd name="connsiteY804" fmla="*/ 129137 h 369828"/>
              <a:gd name="connsiteX805" fmla="*/ 1858029 w 2906005"/>
              <a:gd name="connsiteY805" fmla="*/ 129137 h 369828"/>
              <a:gd name="connsiteX806" fmla="*/ 1821704 w 2906005"/>
              <a:gd name="connsiteY806" fmla="*/ 37936 h 369828"/>
              <a:gd name="connsiteX807" fmla="*/ 1821704 w 2906005"/>
              <a:gd name="connsiteY807" fmla="*/ 38000 h 369828"/>
              <a:gd name="connsiteX808" fmla="*/ 1821677 w 2906005"/>
              <a:gd name="connsiteY808" fmla="*/ 38000 h 369828"/>
              <a:gd name="connsiteX809" fmla="*/ 650323 w 2906005"/>
              <a:gd name="connsiteY809" fmla="*/ 37936 h 369828"/>
              <a:gd name="connsiteX810" fmla="*/ 673381 w 2906005"/>
              <a:gd name="connsiteY810" fmla="*/ 37936 h 369828"/>
              <a:gd name="connsiteX811" fmla="*/ 673381 w 2906005"/>
              <a:gd name="connsiteY811" fmla="*/ 88174 h 369828"/>
              <a:gd name="connsiteX812" fmla="*/ 678791 w 2906005"/>
              <a:gd name="connsiteY812" fmla="*/ 104855 h 369828"/>
              <a:gd name="connsiteX813" fmla="*/ 693605 w 2906005"/>
              <a:gd name="connsiteY813" fmla="*/ 110717 h 369828"/>
              <a:gd name="connsiteX814" fmla="*/ 708612 w 2906005"/>
              <a:gd name="connsiteY814" fmla="*/ 104855 h 369828"/>
              <a:gd name="connsiteX815" fmla="*/ 714022 w 2906005"/>
              <a:gd name="connsiteY815" fmla="*/ 88174 h 369828"/>
              <a:gd name="connsiteX816" fmla="*/ 714022 w 2906005"/>
              <a:gd name="connsiteY816" fmla="*/ 37936 h 369828"/>
              <a:gd name="connsiteX817" fmla="*/ 737209 w 2906005"/>
              <a:gd name="connsiteY817" fmla="*/ 37936 h 369828"/>
              <a:gd name="connsiteX818" fmla="*/ 737273 w 2906005"/>
              <a:gd name="connsiteY818" fmla="*/ 37936 h 369828"/>
              <a:gd name="connsiteX819" fmla="*/ 737273 w 2906005"/>
              <a:gd name="connsiteY819" fmla="*/ 129137 h 369828"/>
              <a:gd name="connsiteX820" fmla="*/ 714087 w 2906005"/>
              <a:gd name="connsiteY820" fmla="*/ 129137 h 369828"/>
              <a:gd name="connsiteX821" fmla="*/ 714087 w 2906005"/>
              <a:gd name="connsiteY821" fmla="*/ 117608 h 369828"/>
              <a:gd name="connsiteX822" fmla="*/ 702493 w 2906005"/>
              <a:gd name="connsiteY822" fmla="*/ 126883 h 369828"/>
              <a:gd name="connsiteX823" fmla="*/ 686907 w 2906005"/>
              <a:gd name="connsiteY823" fmla="*/ 130232 h 369828"/>
              <a:gd name="connsiteX824" fmla="*/ 667971 w 2906005"/>
              <a:gd name="connsiteY824" fmla="*/ 125723 h 369828"/>
              <a:gd name="connsiteX825" fmla="*/ 655025 w 2906005"/>
              <a:gd name="connsiteY825" fmla="*/ 112391 h 369828"/>
              <a:gd name="connsiteX826" fmla="*/ 650323 w 2906005"/>
              <a:gd name="connsiteY826" fmla="*/ 91394 h 369828"/>
              <a:gd name="connsiteX827" fmla="*/ 394755 w 2906005"/>
              <a:gd name="connsiteY827" fmla="*/ 37936 h 369828"/>
              <a:gd name="connsiteX828" fmla="*/ 417813 w 2906005"/>
              <a:gd name="connsiteY828" fmla="*/ 37936 h 369828"/>
              <a:gd name="connsiteX829" fmla="*/ 417813 w 2906005"/>
              <a:gd name="connsiteY829" fmla="*/ 129137 h 369828"/>
              <a:gd name="connsiteX830" fmla="*/ 394755 w 2906005"/>
              <a:gd name="connsiteY830" fmla="*/ 129137 h 369828"/>
              <a:gd name="connsiteX831" fmla="*/ 2387138 w 2906005"/>
              <a:gd name="connsiteY831" fmla="*/ 36648 h 369828"/>
              <a:gd name="connsiteX832" fmla="*/ 2413481 w 2906005"/>
              <a:gd name="connsiteY832" fmla="*/ 46953 h 369828"/>
              <a:gd name="connsiteX833" fmla="*/ 2413481 w 2906005"/>
              <a:gd name="connsiteY833" fmla="*/ 46889 h 369828"/>
              <a:gd name="connsiteX834" fmla="*/ 2423528 w 2906005"/>
              <a:gd name="connsiteY834" fmla="*/ 75615 h 369828"/>
              <a:gd name="connsiteX835" fmla="*/ 2423528 w 2906005"/>
              <a:gd name="connsiteY835" fmla="*/ 129137 h 369828"/>
              <a:gd name="connsiteX836" fmla="*/ 2400470 w 2906005"/>
              <a:gd name="connsiteY836" fmla="*/ 129137 h 369828"/>
              <a:gd name="connsiteX837" fmla="*/ 2400470 w 2906005"/>
              <a:gd name="connsiteY837" fmla="*/ 78771 h 369828"/>
              <a:gd name="connsiteX838" fmla="*/ 2395060 w 2906005"/>
              <a:gd name="connsiteY838" fmla="*/ 62089 h 369828"/>
              <a:gd name="connsiteX839" fmla="*/ 2380246 w 2906005"/>
              <a:gd name="connsiteY839" fmla="*/ 56228 h 369828"/>
              <a:gd name="connsiteX840" fmla="*/ 2365175 w 2906005"/>
              <a:gd name="connsiteY840" fmla="*/ 62089 h 369828"/>
              <a:gd name="connsiteX841" fmla="*/ 2359636 w 2906005"/>
              <a:gd name="connsiteY841" fmla="*/ 78771 h 369828"/>
              <a:gd name="connsiteX842" fmla="*/ 2359636 w 2906005"/>
              <a:gd name="connsiteY842" fmla="*/ 129137 h 369828"/>
              <a:gd name="connsiteX843" fmla="*/ 2336578 w 2906005"/>
              <a:gd name="connsiteY843" fmla="*/ 129137 h 369828"/>
              <a:gd name="connsiteX844" fmla="*/ 2336578 w 2906005"/>
              <a:gd name="connsiteY844" fmla="*/ 37936 h 369828"/>
              <a:gd name="connsiteX845" fmla="*/ 2359636 w 2906005"/>
              <a:gd name="connsiteY845" fmla="*/ 37936 h 369828"/>
              <a:gd name="connsiteX846" fmla="*/ 2359636 w 2906005"/>
              <a:gd name="connsiteY846" fmla="*/ 49272 h 369828"/>
              <a:gd name="connsiteX847" fmla="*/ 2371423 w 2906005"/>
              <a:gd name="connsiteY847" fmla="*/ 39997 h 369828"/>
              <a:gd name="connsiteX848" fmla="*/ 2387138 w 2906005"/>
              <a:gd name="connsiteY848" fmla="*/ 36648 h 369828"/>
              <a:gd name="connsiteX849" fmla="*/ 2028967 w 2906005"/>
              <a:gd name="connsiteY849" fmla="*/ 36648 h 369828"/>
              <a:gd name="connsiteX850" fmla="*/ 2055309 w 2906005"/>
              <a:gd name="connsiteY850" fmla="*/ 46953 h 369828"/>
              <a:gd name="connsiteX851" fmla="*/ 2055309 w 2906005"/>
              <a:gd name="connsiteY851" fmla="*/ 46889 h 369828"/>
              <a:gd name="connsiteX852" fmla="*/ 2065357 w 2906005"/>
              <a:gd name="connsiteY852" fmla="*/ 75615 h 369828"/>
              <a:gd name="connsiteX853" fmla="*/ 2065357 w 2906005"/>
              <a:gd name="connsiteY853" fmla="*/ 129137 h 369828"/>
              <a:gd name="connsiteX854" fmla="*/ 2042299 w 2906005"/>
              <a:gd name="connsiteY854" fmla="*/ 129137 h 369828"/>
              <a:gd name="connsiteX855" fmla="*/ 2042299 w 2906005"/>
              <a:gd name="connsiteY855" fmla="*/ 78771 h 369828"/>
              <a:gd name="connsiteX856" fmla="*/ 2036889 w 2906005"/>
              <a:gd name="connsiteY856" fmla="*/ 62089 h 369828"/>
              <a:gd name="connsiteX857" fmla="*/ 2022075 w 2906005"/>
              <a:gd name="connsiteY857" fmla="*/ 56228 h 369828"/>
              <a:gd name="connsiteX858" fmla="*/ 2007004 w 2906005"/>
              <a:gd name="connsiteY858" fmla="*/ 62089 h 369828"/>
              <a:gd name="connsiteX859" fmla="*/ 2001465 w 2906005"/>
              <a:gd name="connsiteY859" fmla="*/ 78771 h 369828"/>
              <a:gd name="connsiteX860" fmla="*/ 2001465 w 2906005"/>
              <a:gd name="connsiteY860" fmla="*/ 129137 h 369828"/>
              <a:gd name="connsiteX861" fmla="*/ 1978407 w 2906005"/>
              <a:gd name="connsiteY861" fmla="*/ 129137 h 369828"/>
              <a:gd name="connsiteX862" fmla="*/ 1978407 w 2906005"/>
              <a:gd name="connsiteY862" fmla="*/ 37936 h 369828"/>
              <a:gd name="connsiteX863" fmla="*/ 2001465 w 2906005"/>
              <a:gd name="connsiteY863" fmla="*/ 37936 h 369828"/>
              <a:gd name="connsiteX864" fmla="*/ 2001465 w 2906005"/>
              <a:gd name="connsiteY864" fmla="*/ 49272 h 369828"/>
              <a:gd name="connsiteX865" fmla="*/ 2013251 w 2906005"/>
              <a:gd name="connsiteY865" fmla="*/ 39997 h 369828"/>
              <a:gd name="connsiteX866" fmla="*/ 2028967 w 2906005"/>
              <a:gd name="connsiteY866" fmla="*/ 36648 h 369828"/>
              <a:gd name="connsiteX867" fmla="*/ 1528198 w 2906005"/>
              <a:gd name="connsiteY867" fmla="*/ 36648 h 369828"/>
              <a:gd name="connsiteX868" fmla="*/ 1554541 w 2906005"/>
              <a:gd name="connsiteY868" fmla="*/ 46953 h 369828"/>
              <a:gd name="connsiteX869" fmla="*/ 1554541 w 2906005"/>
              <a:gd name="connsiteY869" fmla="*/ 46889 h 369828"/>
              <a:gd name="connsiteX870" fmla="*/ 1564588 w 2906005"/>
              <a:gd name="connsiteY870" fmla="*/ 75615 h 369828"/>
              <a:gd name="connsiteX871" fmla="*/ 1564588 w 2906005"/>
              <a:gd name="connsiteY871" fmla="*/ 129137 h 369828"/>
              <a:gd name="connsiteX872" fmla="*/ 1541530 w 2906005"/>
              <a:gd name="connsiteY872" fmla="*/ 129137 h 369828"/>
              <a:gd name="connsiteX873" fmla="*/ 1541530 w 2906005"/>
              <a:gd name="connsiteY873" fmla="*/ 78771 h 369828"/>
              <a:gd name="connsiteX874" fmla="*/ 1536120 w 2906005"/>
              <a:gd name="connsiteY874" fmla="*/ 62089 h 369828"/>
              <a:gd name="connsiteX875" fmla="*/ 1521306 w 2906005"/>
              <a:gd name="connsiteY875" fmla="*/ 56228 h 369828"/>
              <a:gd name="connsiteX876" fmla="*/ 1506235 w 2906005"/>
              <a:gd name="connsiteY876" fmla="*/ 62089 h 369828"/>
              <a:gd name="connsiteX877" fmla="*/ 1500696 w 2906005"/>
              <a:gd name="connsiteY877" fmla="*/ 78771 h 369828"/>
              <a:gd name="connsiteX878" fmla="*/ 1500696 w 2906005"/>
              <a:gd name="connsiteY878" fmla="*/ 129137 h 369828"/>
              <a:gd name="connsiteX879" fmla="*/ 1477638 w 2906005"/>
              <a:gd name="connsiteY879" fmla="*/ 129137 h 369828"/>
              <a:gd name="connsiteX880" fmla="*/ 1477638 w 2906005"/>
              <a:gd name="connsiteY880" fmla="*/ 37936 h 369828"/>
              <a:gd name="connsiteX881" fmla="*/ 1500696 w 2906005"/>
              <a:gd name="connsiteY881" fmla="*/ 37936 h 369828"/>
              <a:gd name="connsiteX882" fmla="*/ 1500696 w 2906005"/>
              <a:gd name="connsiteY882" fmla="*/ 49272 h 369828"/>
              <a:gd name="connsiteX883" fmla="*/ 1512483 w 2906005"/>
              <a:gd name="connsiteY883" fmla="*/ 39997 h 369828"/>
              <a:gd name="connsiteX884" fmla="*/ 1528198 w 2906005"/>
              <a:gd name="connsiteY884" fmla="*/ 36648 h 369828"/>
              <a:gd name="connsiteX885" fmla="*/ 1023694 w 2906005"/>
              <a:gd name="connsiteY885" fmla="*/ 36648 h 369828"/>
              <a:gd name="connsiteX886" fmla="*/ 1050037 w 2906005"/>
              <a:gd name="connsiteY886" fmla="*/ 46953 h 369828"/>
              <a:gd name="connsiteX887" fmla="*/ 1050037 w 2906005"/>
              <a:gd name="connsiteY887" fmla="*/ 46889 h 369828"/>
              <a:gd name="connsiteX888" fmla="*/ 1060084 w 2906005"/>
              <a:gd name="connsiteY888" fmla="*/ 75615 h 369828"/>
              <a:gd name="connsiteX889" fmla="*/ 1060084 w 2906005"/>
              <a:gd name="connsiteY889" fmla="*/ 129137 h 369828"/>
              <a:gd name="connsiteX890" fmla="*/ 1037026 w 2906005"/>
              <a:gd name="connsiteY890" fmla="*/ 129137 h 369828"/>
              <a:gd name="connsiteX891" fmla="*/ 1037026 w 2906005"/>
              <a:gd name="connsiteY891" fmla="*/ 78771 h 369828"/>
              <a:gd name="connsiteX892" fmla="*/ 1031616 w 2906005"/>
              <a:gd name="connsiteY892" fmla="*/ 62089 h 369828"/>
              <a:gd name="connsiteX893" fmla="*/ 1016802 w 2906005"/>
              <a:gd name="connsiteY893" fmla="*/ 56228 h 369828"/>
              <a:gd name="connsiteX894" fmla="*/ 1001731 w 2906005"/>
              <a:gd name="connsiteY894" fmla="*/ 62089 h 369828"/>
              <a:gd name="connsiteX895" fmla="*/ 996192 w 2906005"/>
              <a:gd name="connsiteY895" fmla="*/ 78771 h 369828"/>
              <a:gd name="connsiteX896" fmla="*/ 996192 w 2906005"/>
              <a:gd name="connsiteY896" fmla="*/ 129137 h 369828"/>
              <a:gd name="connsiteX897" fmla="*/ 973134 w 2906005"/>
              <a:gd name="connsiteY897" fmla="*/ 129137 h 369828"/>
              <a:gd name="connsiteX898" fmla="*/ 973134 w 2906005"/>
              <a:gd name="connsiteY898" fmla="*/ 37936 h 369828"/>
              <a:gd name="connsiteX899" fmla="*/ 996192 w 2906005"/>
              <a:gd name="connsiteY899" fmla="*/ 37936 h 369828"/>
              <a:gd name="connsiteX900" fmla="*/ 996192 w 2906005"/>
              <a:gd name="connsiteY900" fmla="*/ 49272 h 369828"/>
              <a:gd name="connsiteX901" fmla="*/ 1007979 w 2906005"/>
              <a:gd name="connsiteY901" fmla="*/ 39997 h 369828"/>
              <a:gd name="connsiteX902" fmla="*/ 1023694 w 2906005"/>
              <a:gd name="connsiteY902" fmla="*/ 36648 h 369828"/>
              <a:gd name="connsiteX903" fmla="*/ 246746 w 2906005"/>
              <a:gd name="connsiteY903" fmla="*/ 36648 h 369828"/>
              <a:gd name="connsiteX904" fmla="*/ 273089 w 2906005"/>
              <a:gd name="connsiteY904" fmla="*/ 46953 h 369828"/>
              <a:gd name="connsiteX905" fmla="*/ 273089 w 2906005"/>
              <a:gd name="connsiteY905" fmla="*/ 46889 h 369828"/>
              <a:gd name="connsiteX906" fmla="*/ 283136 w 2906005"/>
              <a:gd name="connsiteY906" fmla="*/ 75615 h 369828"/>
              <a:gd name="connsiteX907" fmla="*/ 283136 w 2906005"/>
              <a:gd name="connsiteY907" fmla="*/ 129137 h 369828"/>
              <a:gd name="connsiteX908" fmla="*/ 260078 w 2906005"/>
              <a:gd name="connsiteY908" fmla="*/ 129137 h 369828"/>
              <a:gd name="connsiteX909" fmla="*/ 260078 w 2906005"/>
              <a:gd name="connsiteY909" fmla="*/ 78771 h 369828"/>
              <a:gd name="connsiteX910" fmla="*/ 254668 w 2906005"/>
              <a:gd name="connsiteY910" fmla="*/ 62089 h 369828"/>
              <a:gd name="connsiteX911" fmla="*/ 239854 w 2906005"/>
              <a:gd name="connsiteY911" fmla="*/ 56228 h 369828"/>
              <a:gd name="connsiteX912" fmla="*/ 224783 w 2906005"/>
              <a:gd name="connsiteY912" fmla="*/ 62089 h 369828"/>
              <a:gd name="connsiteX913" fmla="*/ 219244 w 2906005"/>
              <a:gd name="connsiteY913" fmla="*/ 78771 h 369828"/>
              <a:gd name="connsiteX914" fmla="*/ 219244 w 2906005"/>
              <a:gd name="connsiteY914" fmla="*/ 129137 h 369828"/>
              <a:gd name="connsiteX915" fmla="*/ 196186 w 2906005"/>
              <a:gd name="connsiteY915" fmla="*/ 129137 h 369828"/>
              <a:gd name="connsiteX916" fmla="*/ 196186 w 2906005"/>
              <a:gd name="connsiteY916" fmla="*/ 37936 h 369828"/>
              <a:gd name="connsiteX917" fmla="*/ 219244 w 2906005"/>
              <a:gd name="connsiteY917" fmla="*/ 37936 h 369828"/>
              <a:gd name="connsiteX918" fmla="*/ 219244 w 2906005"/>
              <a:gd name="connsiteY918" fmla="*/ 49272 h 369828"/>
              <a:gd name="connsiteX919" fmla="*/ 231031 w 2906005"/>
              <a:gd name="connsiteY919" fmla="*/ 39997 h 369828"/>
              <a:gd name="connsiteX920" fmla="*/ 246746 w 2906005"/>
              <a:gd name="connsiteY920" fmla="*/ 36648 h 369828"/>
              <a:gd name="connsiteX921" fmla="*/ 1131899 w 2906005"/>
              <a:gd name="connsiteY921" fmla="*/ 36584 h 369828"/>
              <a:gd name="connsiteX922" fmla="*/ 1150963 w 2906005"/>
              <a:gd name="connsiteY922" fmla="*/ 41093 h 369828"/>
              <a:gd name="connsiteX923" fmla="*/ 1163974 w 2906005"/>
              <a:gd name="connsiteY923" fmla="*/ 54038 h 369828"/>
              <a:gd name="connsiteX924" fmla="*/ 1176920 w 2906005"/>
              <a:gd name="connsiteY924" fmla="*/ 41350 h 369828"/>
              <a:gd name="connsiteX925" fmla="*/ 1195276 w 2906005"/>
              <a:gd name="connsiteY925" fmla="*/ 36584 h 369828"/>
              <a:gd name="connsiteX926" fmla="*/ 1222327 w 2906005"/>
              <a:gd name="connsiteY926" fmla="*/ 46889 h 369828"/>
              <a:gd name="connsiteX927" fmla="*/ 1232632 w 2906005"/>
              <a:gd name="connsiteY927" fmla="*/ 75615 h 369828"/>
              <a:gd name="connsiteX928" fmla="*/ 1232632 w 2906005"/>
              <a:gd name="connsiteY928" fmla="*/ 129138 h 369828"/>
              <a:gd name="connsiteX929" fmla="*/ 1209574 w 2906005"/>
              <a:gd name="connsiteY929" fmla="*/ 129138 h 369828"/>
              <a:gd name="connsiteX930" fmla="*/ 1209574 w 2906005"/>
              <a:gd name="connsiteY930" fmla="*/ 78771 h 369828"/>
              <a:gd name="connsiteX931" fmla="*/ 1204164 w 2906005"/>
              <a:gd name="connsiteY931" fmla="*/ 62411 h 369828"/>
              <a:gd name="connsiteX932" fmla="*/ 1189350 w 2906005"/>
              <a:gd name="connsiteY932" fmla="*/ 56744 h 369828"/>
              <a:gd name="connsiteX933" fmla="*/ 1174472 w 2906005"/>
              <a:gd name="connsiteY933" fmla="*/ 62411 h 369828"/>
              <a:gd name="connsiteX934" fmla="*/ 1168933 w 2906005"/>
              <a:gd name="connsiteY934" fmla="*/ 78771 h 369828"/>
              <a:gd name="connsiteX935" fmla="*/ 1168933 w 2906005"/>
              <a:gd name="connsiteY935" fmla="*/ 129138 h 369828"/>
              <a:gd name="connsiteX936" fmla="*/ 1145875 w 2906005"/>
              <a:gd name="connsiteY936" fmla="*/ 129138 h 369828"/>
              <a:gd name="connsiteX937" fmla="*/ 1145875 w 2906005"/>
              <a:gd name="connsiteY937" fmla="*/ 78771 h 369828"/>
              <a:gd name="connsiteX938" fmla="*/ 1140465 w 2906005"/>
              <a:gd name="connsiteY938" fmla="*/ 62411 h 369828"/>
              <a:gd name="connsiteX939" fmla="*/ 1125651 w 2906005"/>
              <a:gd name="connsiteY939" fmla="*/ 56744 h 369828"/>
              <a:gd name="connsiteX940" fmla="*/ 1110580 w 2906005"/>
              <a:gd name="connsiteY940" fmla="*/ 62411 h 369828"/>
              <a:gd name="connsiteX941" fmla="*/ 1105041 w 2906005"/>
              <a:gd name="connsiteY941" fmla="*/ 78771 h 369828"/>
              <a:gd name="connsiteX942" fmla="*/ 1105041 w 2906005"/>
              <a:gd name="connsiteY942" fmla="*/ 129138 h 369828"/>
              <a:gd name="connsiteX943" fmla="*/ 1081983 w 2906005"/>
              <a:gd name="connsiteY943" fmla="*/ 129138 h 369828"/>
              <a:gd name="connsiteX944" fmla="*/ 1081983 w 2906005"/>
              <a:gd name="connsiteY944" fmla="*/ 37937 h 369828"/>
              <a:gd name="connsiteX945" fmla="*/ 1105041 w 2906005"/>
              <a:gd name="connsiteY945" fmla="*/ 37937 h 369828"/>
              <a:gd name="connsiteX946" fmla="*/ 1105041 w 2906005"/>
              <a:gd name="connsiteY946" fmla="*/ 48950 h 369828"/>
              <a:gd name="connsiteX947" fmla="*/ 1116505 w 2906005"/>
              <a:gd name="connsiteY947" fmla="*/ 39869 h 369828"/>
              <a:gd name="connsiteX948" fmla="*/ 1131899 w 2906005"/>
              <a:gd name="connsiteY948" fmla="*/ 36584 h 369828"/>
              <a:gd name="connsiteX949" fmla="*/ 2861048 w 2906005"/>
              <a:gd name="connsiteY949" fmla="*/ 36455 h 369828"/>
              <a:gd name="connsiteX950" fmla="*/ 2884364 w 2906005"/>
              <a:gd name="connsiteY950" fmla="*/ 42058 h 369828"/>
              <a:gd name="connsiteX951" fmla="*/ 2900337 w 2906005"/>
              <a:gd name="connsiteY951" fmla="*/ 57967 h 369828"/>
              <a:gd name="connsiteX952" fmla="*/ 2906005 w 2906005"/>
              <a:gd name="connsiteY952" fmla="*/ 81605 h 369828"/>
              <a:gd name="connsiteX953" fmla="*/ 2905361 w 2906005"/>
              <a:gd name="connsiteY953" fmla="*/ 90493 h 369828"/>
              <a:gd name="connsiteX954" fmla="*/ 2905361 w 2906005"/>
              <a:gd name="connsiteY954" fmla="*/ 90429 h 369828"/>
              <a:gd name="connsiteX955" fmla="*/ 2838699 w 2906005"/>
              <a:gd name="connsiteY955" fmla="*/ 90429 h 369828"/>
              <a:gd name="connsiteX956" fmla="*/ 2845591 w 2906005"/>
              <a:gd name="connsiteY956" fmla="*/ 105886 h 369828"/>
              <a:gd name="connsiteX957" fmla="*/ 2860598 w 2906005"/>
              <a:gd name="connsiteY957" fmla="*/ 111490 h 369828"/>
              <a:gd name="connsiteX958" fmla="*/ 2878889 w 2906005"/>
              <a:gd name="connsiteY958" fmla="*/ 100476 h 369828"/>
              <a:gd name="connsiteX959" fmla="*/ 2903751 w 2906005"/>
              <a:gd name="connsiteY959" fmla="*/ 100476 h 369828"/>
              <a:gd name="connsiteX960" fmla="*/ 2888615 w 2906005"/>
              <a:gd name="connsiteY960" fmla="*/ 122117 h 369828"/>
              <a:gd name="connsiteX961" fmla="*/ 2861113 w 2906005"/>
              <a:gd name="connsiteY961" fmla="*/ 130619 h 369828"/>
              <a:gd name="connsiteX962" fmla="*/ 2837475 w 2906005"/>
              <a:gd name="connsiteY962" fmla="*/ 124758 h 369828"/>
              <a:gd name="connsiteX963" fmla="*/ 2821180 w 2906005"/>
              <a:gd name="connsiteY963" fmla="*/ 108205 h 369828"/>
              <a:gd name="connsiteX964" fmla="*/ 2815319 w 2906005"/>
              <a:gd name="connsiteY964" fmla="*/ 83537 h 369828"/>
              <a:gd name="connsiteX965" fmla="*/ 2821051 w 2906005"/>
              <a:gd name="connsiteY965" fmla="*/ 58676 h 369828"/>
              <a:gd name="connsiteX966" fmla="*/ 2837153 w 2906005"/>
              <a:gd name="connsiteY966" fmla="*/ 42187 h 369828"/>
              <a:gd name="connsiteX967" fmla="*/ 2861048 w 2906005"/>
              <a:gd name="connsiteY967" fmla="*/ 36455 h 369828"/>
              <a:gd name="connsiteX968" fmla="*/ 2590794 w 2906005"/>
              <a:gd name="connsiteY968" fmla="*/ 36455 h 369828"/>
              <a:gd name="connsiteX969" fmla="*/ 2608635 w 2906005"/>
              <a:gd name="connsiteY969" fmla="*/ 40577 h 369828"/>
              <a:gd name="connsiteX970" fmla="*/ 2620873 w 2906005"/>
              <a:gd name="connsiteY970" fmla="*/ 50947 h 369828"/>
              <a:gd name="connsiteX971" fmla="*/ 2620873 w 2906005"/>
              <a:gd name="connsiteY971" fmla="*/ 37936 h 369828"/>
              <a:gd name="connsiteX972" fmla="*/ 2644059 w 2906005"/>
              <a:gd name="connsiteY972" fmla="*/ 37936 h 369828"/>
              <a:gd name="connsiteX973" fmla="*/ 2644059 w 2906005"/>
              <a:gd name="connsiteY973" fmla="*/ 129137 h 369828"/>
              <a:gd name="connsiteX974" fmla="*/ 2620873 w 2906005"/>
              <a:gd name="connsiteY974" fmla="*/ 129137 h 369828"/>
              <a:gd name="connsiteX975" fmla="*/ 2620873 w 2906005"/>
              <a:gd name="connsiteY975" fmla="*/ 115805 h 369828"/>
              <a:gd name="connsiteX976" fmla="*/ 2608635 w 2906005"/>
              <a:gd name="connsiteY976" fmla="*/ 126432 h 369828"/>
              <a:gd name="connsiteX977" fmla="*/ 2590601 w 2906005"/>
              <a:gd name="connsiteY977" fmla="*/ 130619 h 369828"/>
              <a:gd name="connsiteX978" fmla="*/ 2569604 w 2906005"/>
              <a:gd name="connsiteY978" fmla="*/ 124693 h 369828"/>
              <a:gd name="connsiteX979" fmla="*/ 2554597 w 2906005"/>
              <a:gd name="connsiteY979" fmla="*/ 108012 h 369828"/>
              <a:gd name="connsiteX980" fmla="*/ 2549058 w 2906005"/>
              <a:gd name="connsiteY980" fmla="*/ 83215 h 369828"/>
              <a:gd name="connsiteX981" fmla="*/ 2554597 w 2906005"/>
              <a:gd name="connsiteY981" fmla="*/ 58676 h 369828"/>
              <a:gd name="connsiteX982" fmla="*/ 2554662 w 2906005"/>
              <a:gd name="connsiteY982" fmla="*/ 58676 h 369828"/>
              <a:gd name="connsiteX983" fmla="*/ 2569669 w 2906005"/>
              <a:gd name="connsiteY983" fmla="*/ 42187 h 369828"/>
              <a:gd name="connsiteX984" fmla="*/ 2590794 w 2906005"/>
              <a:gd name="connsiteY984" fmla="*/ 36455 h 369828"/>
              <a:gd name="connsiteX985" fmla="*/ 2227020 w 2906005"/>
              <a:gd name="connsiteY985" fmla="*/ 36455 h 369828"/>
              <a:gd name="connsiteX986" fmla="*/ 2250915 w 2906005"/>
              <a:gd name="connsiteY986" fmla="*/ 42316 h 369828"/>
              <a:gd name="connsiteX987" fmla="*/ 2267790 w 2906005"/>
              <a:gd name="connsiteY987" fmla="*/ 58869 h 369828"/>
              <a:gd name="connsiteX988" fmla="*/ 2273973 w 2906005"/>
              <a:gd name="connsiteY988" fmla="*/ 83537 h 369828"/>
              <a:gd name="connsiteX989" fmla="*/ 2267661 w 2906005"/>
              <a:gd name="connsiteY989" fmla="*/ 108205 h 369828"/>
              <a:gd name="connsiteX990" fmla="*/ 2250529 w 2906005"/>
              <a:gd name="connsiteY990" fmla="*/ 124758 h 369828"/>
              <a:gd name="connsiteX991" fmla="*/ 2226440 w 2906005"/>
              <a:gd name="connsiteY991" fmla="*/ 130619 h 369828"/>
              <a:gd name="connsiteX992" fmla="*/ 2202738 w 2906005"/>
              <a:gd name="connsiteY992" fmla="*/ 124758 h 369828"/>
              <a:gd name="connsiteX993" fmla="*/ 2202610 w 2906005"/>
              <a:gd name="connsiteY993" fmla="*/ 124758 h 369828"/>
              <a:gd name="connsiteX994" fmla="*/ 2186057 w 2906005"/>
              <a:gd name="connsiteY994" fmla="*/ 108205 h 369828"/>
              <a:gd name="connsiteX995" fmla="*/ 2180067 w 2906005"/>
              <a:gd name="connsiteY995" fmla="*/ 83537 h 369828"/>
              <a:gd name="connsiteX996" fmla="*/ 2186250 w 2906005"/>
              <a:gd name="connsiteY996" fmla="*/ 58869 h 369828"/>
              <a:gd name="connsiteX997" fmla="*/ 2203125 w 2906005"/>
              <a:gd name="connsiteY997" fmla="*/ 42316 h 369828"/>
              <a:gd name="connsiteX998" fmla="*/ 2227020 w 2906005"/>
              <a:gd name="connsiteY998" fmla="*/ 36455 h 369828"/>
              <a:gd name="connsiteX999" fmla="*/ 1401830 w 2906005"/>
              <a:gd name="connsiteY999" fmla="*/ 36455 h 369828"/>
              <a:gd name="connsiteX1000" fmla="*/ 1419671 w 2906005"/>
              <a:gd name="connsiteY1000" fmla="*/ 40577 h 369828"/>
              <a:gd name="connsiteX1001" fmla="*/ 1431909 w 2906005"/>
              <a:gd name="connsiteY1001" fmla="*/ 50947 h 369828"/>
              <a:gd name="connsiteX1002" fmla="*/ 1431909 w 2906005"/>
              <a:gd name="connsiteY1002" fmla="*/ 37936 h 369828"/>
              <a:gd name="connsiteX1003" fmla="*/ 1455095 w 2906005"/>
              <a:gd name="connsiteY1003" fmla="*/ 37936 h 369828"/>
              <a:gd name="connsiteX1004" fmla="*/ 1455095 w 2906005"/>
              <a:gd name="connsiteY1004" fmla="*/ 129137 h 369828"/>
              <a:gd name="connsiteX1005" fmla="*/ 1431909 w 2906005"/>
              <a:gd name="connsiteY1005" fmla="*/ 129137 h 369828"/>
              <a:gd name="connsiteX1006" fmla="*/ 1431909 w 2906005"/>
              <a:gd name="connsiteY1006" fmla="*/ 115805 h 369828"/>
              <a:gd name="connsiteX1007" fmla="*/ 1419671 w 2906005"/>
              <a:gd name="connsiteY1007" fmla="*/ 126432 h 369828"/>
              <a:gd name="connsiteX1008" fmla="*/ 1401637 w 2906005"/>
              <a:gd name="connsiteY1008" fmla="*/ 130619 h 369828"/>
              <a:gd name="connsiteX1009" fmla="*/ 1380640 w 2906005"/>
              <a:gd name="connsiteY1009" fmla="*/ 124693 h 369828"/>
              <a:gd name="connsiteX1010" fmla="*/ 1365633 w 2906005"/>
              <a:gd name="connsiteY1010" fmla="*/ 108012 h 369828"/>
              <a:gd name="connsiteX1011" fmla="*/ 1360094 w 2906005"/>
              <a:gd name="connsiteY1011" fmla="*/ 83215 h 369828"/>
              <a:gd name="connsiteX1012" fmla="*/ 1365633 w 2906005"/>
              <a:gd name="connsiteY1012" fmla="*/ 58676 h 369828"/>
              <a:gd name="connsiteX1013" fmla="*/ 1365697 w 2906005"/>
              <a:gd name="connsiteY1013" fmla="*/ 58676 h 369828"/>
              <a:gd name="connsiteX1014" fmla="*/ 1380704 w 2906005"/>
              <a:gd name="connsiteY1014" fmla="*/ 42187 h 369828"/>
              <a:gd name="connsiteX1015" fmla="*/ 1401830 w 2906005"/>
              <a:gd name="connsiteY1015" fmla="*/ 36455 h 369828"/>
              <a:gd name="connsiteX1016" fmla="*/ 1290212 w 2906005"/>
              <a:gd name="connsiteY1016" fmla="*/ 36455 h 369828"/>
              <a:gd name="connsiteX1017" fmla="*/ 1308053 w 2906005"/>
              <a:gd name="connsiteY1017" fmla="*/ 40577 h 369828"/>
              <a:gd name="connsiteX1018" fmla="*/ 1320291 w 2906005"/>
              <a:gd name="connsiteY1018" fmla="*/ 50947 h 369828"/>
              <a:gd name="connsiteX1019" fmla="*/ 1320291 w 2906005"/>
              <a:gd name="connsiteY1019" fmla="*/ 37936 h 369828"/>
              <a:gd name="connsiteX1020" fmla="*/ 1343477 w 2906005"/>
              <a:gd name="connsiteY1020" fmla="*/ 37936 h 369828"/>
              <a:gd name="connsiteX1021" fmla="*/ 1343477 w 2906005"/>
              <a:gd name="connsiteY1021" fmla="*/ 129137 h 369828"/>
              <a:gd name="connsiteX1022" fmla="*/ 1320291 w 2906005"/>
              <a:gd name="connsiteY1022" fmla="*/ 129137 h 369828"/>
              <a:gd name="connsiteX1023" fmla="*/ 1320291 w 2906005"/>
              <a:gd name="connsiteY1023" fmla="*/ 115805 h 369828"/>
              <a:gd name="connsiteX1024" fmla="*/ 1308053 w 2906005"/>
              <a:gd name="connsiteY1024" fmla="*/ 126432 h 369828"/>
              <a:gd name="connsiteX1025" fmla="*/ 1290019 w 2906005"/>
              <a:gd name="connsiteY1025" fmla="*/ 130619 h 369828"/>
              <a:gd name="connsiteX1026" fmla="*/ 1269022 w 2906005"/>
              <a:gd name="connsiteY1026" fmla="*/ 124693 h 369828"/>
              <a:gd name="connsiteX1027" fmla="*/ 1254015 w 2906005"/>
              <a:gd name="connsiteY1027" fmla="*/ 108012 h 369828"/>
              <a:gd name="connsiteX1028" fmla="*/ 1248476 w 2906005"/>
              <a:gd name="connsiteY1028" fmla="*/ 83215 h 369828"/>
              <a:gd name="connsiteX1029" fmla="*/ 1254015 w 2906005"/>
              <a:gd name="connsiteY1029" fmla="*/ 58676 h 369828"/>
              <a:gd name="connsiteX1030" fmla="*/ 1254080 w 2906005"/>
              <a:gd name="connsiteY1030" fmla="*/ 58676 h 369828"/>
              <a:gd name="connsiteX1031" fmla="*/ 1269086 w 2906005"/>
              <a:gd name="connsiteY1031" fmla="*/ 42187 h 369828"/>
              <a:gd name="connsiteX1032" fmla="*/ 1290212 w 2906005"/>
              <a:gd name="connsiteY1032" fmla="*/ 36455 h 369828"/>
              <a:gd name="connsiteX1033" fmla="*/ 911431 w 2906005"/>
              <a:gd name="connsiteY1033" fmla="*/ 36455 h 369828"/>
              <a:gd name="connsiteX1034" fmla="*/ 934747 w 2906005"/>
              <a:gd name="connsiteY1034" fmla="*/ 42058 h 369828"/>
              <a:gd name="connsiteX1035" fmla="*/ 950720 w 2906005"/>
              <a:gd name="connsiteY1035" fmla="*/ 57967 h 369828"/>
              <a:gd name="connsiteX1036" fmla="*/ 956388 w 2906005"/>
              <a:gd name="connsiteY1036" fmla="*/ 81605 h 369828"/>
              <a:gd name="connsiteX1037" fmla="*/ 955744 w 2906005"/>
              <a:gd name="connsiteY1037" fmla="*/ 90493 h 369828"/>
              <a:gd name="connsiteX1038" fmla="*/ 955744 w 2906005"/>
              <a:gd name="connsiteY1038" fmla="*/ 90429 h 369828"/>
              <a:gd name="connsiteX1039" fmla="*/ 889082 w 2906005"/>
              <a:gd name="connsiteY1039" fmla="*/ 90429 h 369828"/>
              <a:gd name="connsiteX1040" fmla="*/ 895974 w 2906005"/>
              <a:gd name="connsiteY1040" fmla="*/ 105886 h 369828"/>
              <a:gd name="connsiteX1041" fmla="*/ 910981 w 2906005"/>
              <a:gd name="connsiteY1041" fmla="*/ 111490 h 369828"/>
              <a:gd name="connsiteX1042" fmla="*/ 929272 w 2906005"/>
              <a:gd name="connsiteY1042" fmla="*/ 100476 h 369828"/>
              <a:gd name="connsiteX1043" fmla="*/ 954134 w 2906005"/>
              <a:gd name="connsiteY1043" fmla="*/ 100476 h 369828"/>
              <a:gd name="connsiteX1044" fmla="*/ 938998 w 2906005"/>
              <a:gd name="connsiteY1044" fmla="*/ 122117 h 369828"/>
              <a:gd name="connsiteX1045" fmla="*/ 911496 w 2906005"/>
              <a:gd name="connsiteY1045" fmla="*/ 130619 h 369828"/>
              <a:gd name="connsiteX1046" fmla="*/ 887858 w 2906005"/>
              <a:gd name="connsiteY1046" fmla="*/ 124758 h 369828"/>
              <a:gd name="connsiteX1047" fmla="*/ 871563 w 2906005"/>
              <a:gd name="connsiteY1047" fmla="*/ 108205 h 369828"/>
              <a:gd name="connsiteX1048" fmla="*/ 865702 w 2906005"/>
              <a:gd name="connsiteY1048" fmla="*/ 83537 h 369828"/>
              <a:gd name="connsiteX1049" fmla="*/ 871434 w 2906005"/>
              <a:gd name="connsiteY1049" fmla="*/ 58676 h 369828"/>
              <a:gd name="connsiteX1050" fmla="*/ 887536 w 2906005"/>
              <a:gd name="connsiteY1050" fmla="*/ 42187 h 369828"/>
              <a:gd name="connsiteX1051" fmla="*/ 911431 w 2906005"/>
              <a:gd name="connsiteY1051" fmla="*/ 36455 h 369828"/>
              <a:gd name="connsiteX1052" fmla="*/ 338269 w 2906005"/>
              <a:gd name="connsiteY1052" fmla="*/ 36455 h 369828"/>
              <a:gd name="connsiteX1053" fmla="*/ 364289 w 2906005"/>
              <a:gd name="connsiteY1053" fmla="*/ 44635 h 369828"/>
              <a:gd name="connsiteX1054" fmla="*/ 374981 w 2906005"/>
              <a:gd name="connsiteY1054" fmla="*/ 66598 h 369828"/>
              <a:gd name="connsiteX1055" fmla="*/ 352954 w 2906005"/>
              <a:gd name="connsiteY1055" fmla="*/ 66598 h 369828"/>
              <a:gd name="connsiteX1056" fmla="*/ 348445 w 2906005"/>
              <a:gd name="connsiteY1056" fmla="*/ 57967 h 369828"/>
              <a:gd name="connsiteX1057" fmla="*/ 337689 w 2906005"/>
              <a:gd name="connsiteY1057" fmla="*/ 54747 h 369828"/>
              <a:gd name="connsiteX1058" fmla="*/ 328028 w 2906005"/>
              <a:gd name="connsiteY1058" fmla="*/ 57065 h 369828"/>
              <a:gd name="connsiteX1059" fmla="*/ 324679 w 2906005"/>
              <a:gd name="connsiteY1059" fmla="*/ 63506 h 369828"/>
              <a:gd name="connsiteX1060" fmla="*/ 329316 w 2906005"/>
              <a:gd name="connsiteY1060" fmla="*/ 70527 h 369828"/>
              <a:gd name="connsiteX1061" fmla="*/ 343615 w 2906005"/>
              <a:gd name="connsiteY1061" fmla="*/ 75357 h 369828"/>
              <a:gd name="connsiteX1062" fmla="*/ 359910 w 2906005"/>
              <a:gd name="connsiteY1062" fmla="*/ 80445 h 369828"/>
              <a:gd name="connsiteX1063" fmla="*/ 371052 w 2906005"/>
              <a:gd name="connsiteY1063" fmla="*/ 88625 h 369828"/>
              <a:gd name="connsiteX1064" fmla="*/ 375883 w 2906005"/>
              <a:gd name="connsiteY1064" fmla="*/ 103181 h 369828"/>
              <a:gd name="connsiteX1065" fmla="*/ 371503 w 2906005"/>
              <a:gd name="connsiteY1065" fmla="*/ 117351 h 369828"/>
              <a:gd name="connsiteX1066" fmla="*/ 359008 w 2906005"/>
              <a:gd name="connsiteY1066" fmla="*/ 127141 h 369828"/>
              <a:gd name="connsiteX1067" fmla="*/ 340008 w 2906005"/>
              <a:gd name="connsiteY1067" fmla="*/ 130683 h 369828"/>
              <a:gd name="connsiteX1068" fmla="*/ 319913 w 2906005"/>
              <a:gd name="connsiteY1068" fmla="*/ 126626 h 369828"/>
              <a:gd name="connsiteX1069" fmla="*/ 319848 w 2906005"/>
              <a:gd name="connsiteY1069" fmla="*/ 126561 h 369828"/>
              <a:gd name="connsiteX1070" fmla="*/ 305743 w 2906005"/>
              <a:gd name="connsiteY1070" fmla="*/ 115612 h 369828"/>
              <a:gd name="connsiteX1071" fmla="*/ 300075 w 2906005"/>
              <a:gd name="connsiteY1071" fmla="*/ 100283 h 369828"/>
              <a:gd name="connsiteX1072" fmla="*/ 323262 w 2906005"/>
              <a:gd name="connsiteY1072" fmla="*/ 100283 h 369828"/>
              <a:gd name="connsiteX1073" fmla="*/ 328414 w 2906005"/>
              <a:gd name="connsiteY1073" fmla="*/ 108978 h 369828"/>
              <a:gd name="connsiteX1074" fmla="*/ 339686 w 2906005"/>
              <a:gd name="connsiteY1074" fmla="*/ 112456 h 369828"/>
              <a:gd name="connsiteX1075" fmla="*/ 349991 w 2906005"/>
              <a:gd name="connsiteY1075" fmla="*/ 109815 h 369828"/>
              <a:gd name="connsiteX1076" fmla="*/ 353727 w 2906005"/>
              <a:gd name="connsiteY1076" fmla="*/ 103052 h 369828"/>
              <a:gd name="connsiteX1077" fmla="*/ 349218 w 2906005"/>
              <a:gd name="connsiteY1077" fmla="*/ 96354 h 369828"/>
              <a:gd name="connsiteX1078" fmla="*/ 334791 w 2906005"/>
              <a:gd name="connsiteY1078" fmla="*/ 91523 h 369828"/>
              <a:gd name="connsiteX1079" fmla="*/ 318109 w 2906005"/>
              <a:gd name="connsiteY1079" fmla="*/ 86435 h 369828"/>
              <a:gd name="connsiteX1080" fmla="*/ 306902 w 2906005"/>
              <a:gd name="connsiteY1080" fmla="*/ 78384 h 369828"/>
              <a:gd name="connsiteX1081" fmla="*/ 302200 w 2906005"/>
              <a:gd name="connsiteY1081" fmla="*/ 63764 h 369828"/>
              <a:gd name="connsiteX1082" fmla="*/ 306579 w 2906005"/>
              <a:gd name="connsiteY1082" fmla="*/ 49916 h 369828"/>
              <a:gd name="connsiteX1083" fmla="*/ 319075 w 2906005"/>
              <a:gd name="connsiteY1083" fmla="*/ 40062 h 369828"/>
              <a:gd name="connsiteX1084" fmla="*/ 338269 w 2906005"/>
              <a:gd name="connsiteY1084" fmla="*/ 36455 h 369828"/>
              <a:gd name="connsiteX1085" fmla="*/ 120314 w 2906005"/>
              <a:gd name="connsiteY1085" fmla="*/ 36455 h 369828"/>
              <a:gd name="connsiteX1086" fmla="*/ 138155 w 2906005"/>
              <a:gd name="connsiteY1086" fmla="*/ 40577 h 369828"/>
              <a:gd name="connsiteX1087" fmla="*/ 150392 w 2906005"/>
              <a:gd name="connsiteY1087" fmla="*/ 50947 h 369828"/>
              <a:gd name="connsiteX1088" fmla="*/ 150392 w 2906005"/>
              <a:gd name="connsiteY1088" fmla="*/ 37936 h 369828"/>
              <a:gd name="connsiteX1089" fmla="*/ 173579 w 2906005"/>
              <a:gd name="connsiteY1089" fmla="*/ 37936 h 369828"/>
              <a:gd name="connsiteX1090" fmla="*/ 173579 w 2906005"/>
              <a:gd name="connsiteY1090" fmla="*/ 129138 h 369828"/>
              <a:gd name="connsiteX1091" fmla="*/ 150392 w 2906005"/>
              <a:gd name="connsiteY1091" fmla="*/ 129138 h 369828"/>
              <a:gd name="connsiteX1092" fmla="*/ 150392 w 2906005"/>
              <a:gd name="connsiteY1092" fmla="*/ 115805 h 369828"/>
              <a:gd name="connsiteX1093" fmla="*/ 138155 w 2906005"/>
              <a:gd name="connsiteY1093" fmla="*/ 126432 h 369828"/>
              <a:gd name="connsiteX1094" fmla="*/ 120121 w 2906005"/>
              <a:gd name="connsiteY1094" fmla="*/ 130619 h 369828"/>
              <a:gd name="connsiteX1095" fmla="*/ 99124 w 2906005"/>
              <a:gd name="connsiteY1095" fmla="*/ 124693 h 369828"/>
              <a:gd name="connsiteX1096" fmla="*/ 84117 w 2906005"/>
              <a:gd name="connsiteY1096" fmla="*/ 108012 h 369828"/>
              <a:gd name="connsiteX1097" fmla="*/ 78578 w 2906005"/>
              <a:gd name="connsiteY1097" fmla="*/ 83215 h 369828"/>
              <a:gd name="connsiteX1098" fmla="*/ 84117 w 2906005"/>
              <a:gd name="connsiteY1098" fmla="*/ 58676 h 369828"/>
              <a:gd name="connsiteX1099" fmla="*/ 84181 w 2906005"/>
              <a:gd name="connsiteY1099" fmla="*/ 58676 h 369828"/>
              <a:gd name="connsiteX1100" fmla="*/ 99188 w 2906005"/>
              <a:gd name="connsiteY1100" fmla="*/ 42187 h 369828"/>
              <a:gd name="connsiteX1101" fmla="*/ 120314 w 2906005"/>
              <a:gd name="connsiteY1101" fmla="*/ 36455 h 369828"/>
              <a:gd name="connsiteX1102" fmla="*/ 2449098 w 2906005"/>
              <a:gd name="connsiteY1102" fmla="*/ 15393 h 369828"/>
              <a:gd name="connsiteX1103" fmla="*/ 2472285 w 2906005"/>
              <a:gd name="connsiteY1103" fmla="*/ 15393 h 369828"/>
              <a:gd name="connsiteX1104" fmla="*/ 2472285 w 2906005"/>
              <a:gd name="connsiteY1104" fmla="*/ 37936 h 369828"/>
              <a:gd name="connsiteX1105" fmla="*/ 2492702 w 2906005"/>
              <a:gd name="connsiteY1105" fmla="*/ 37936 h 369828"/>
              <a:gd name="connsiteX1106" fmla="*/ 2492702 w 2906005"/>
              <a:gd name="connsiteY1106" fmla="*/ 56871 h 369828"/>
              <a:gd name="connsiteX1107" fmla="*/ 2472285 w 2906005"/>
              <a:gd name="connsiteY1107" fmla="*/ 56871 h 369828"/>
              <a:gd name="connsiteX1108" fmla="*/ 2472285 w 2906005"/>
              <a:gd name="connsiteY1108" fmla="*/ 100991 h 369828"/>
              <a:gd name="connsiteX1109" fmla="*/ 2474539 w 2906005"/>
              <a:gd name="connsiteY1109" fmla="*/ 107689 h 369828"/>
              <a:gd name="connsiteX1110" fmla="*/ 2482010 w 2906005"/>
              <a:gd name="connsiteY1110" fmla="*/ 109750 h 369828"/>
              <a:gd name="connsiteX1111" fmla="*/ 2492702 w 2906005"/>
              <a:gd name="connsiteY1111" fmla="*/ 109750 h 369828"/>
              <a:gd name="connsiteX1112" fmla="*/ 2492702 w 2906005"/>
              <a:gd name="connsiteY1112" fmla="*/ 129201 h 369828"/>
              <a:gd name="connsiteX1113" fmla="*/ 2478210 w 2906005"/>
              <a:gd name="connsiteY1113" fmla="*/ 129201 h 369828"/>
              <a:gd name="connsiteX1114" fmla="*/ 2449098 w 2906005"/>
              <a:gd name="connsiteY1114" fmla="*/ 100862 h 369828"/>
              <a:gd name="connsiteX1115" fmla="*/ 2449098 w 2906005"/>
              <a:gd name="connsiteY1115" fmla="*/ 56936 h 369828"/>
              <a:gd name="connsiteX1116" fmla="*/ 2438213 w 2906005"/>
              <a:gd name="connsiteY1116" fmla="*/ 56936 h 369828"/>
              <a:gd name="connsiteX1117" fmla="*/ 2438213 w 2906005"/>
              <a:gd name="connsiteY1117" fmla="*/ 38000 h 369828"/>
              <a:gd name="connsiteX1118" fmla="*/ 2449098 w 2906005"/>
              <a:gd name="connsiteY1118" fmla="*/ 38000 h 369828"/>
              <a:gd name="connsiteX1119" fmla="*/ 536128 w 2906005"/>
              <a:gd name="connsiteY1119" fmla="*/ 14234 h 369828"/>
              <a:gd name="connsiteX1120" fmla="*/ 559186 w 2906005"/>
              <a:gd name="connsiteY1120" fmla="*/ 14234 h 369828"/>
              <a:gd name="connsiteX1121" fmla="*/ 559186 w 2906005"/>
              <a:gd name="connsiteY1121" fmla="*/ 85340 h 369828"/>
              <a:gd name="connsiteX1122" fmla="*/ 565305 w 2906005"/>
              <a:gd name="connsiteY1122" fmla="*/ 103181 h 369828"/>
              <a:gd name="connsiteX1123" fmla="*/ 582437 w 2906005"/>
              <a:gd name="connsiteY1123" fmla="*/ 109364 h 369828"/>
              <a:gd name="connsiteX1124" fmla="*/ 599698 w 2906005"/>
              <a:gd name="connsiteY1124" fmla="*/ 103181 h 369828"/>
              <a:gd name="connsiteX1125" fmla="*/ 605817 w 2906005"/>
              <a:gd name="connsiteY1125" fmla="*/ 85340 h 369828"/>
              <a:gd name="connsiteX1126" fmla="*/ 605817 w 2906005"/>
              <a:gd name="connsiteY1126" fmla="*/ 14234 h 369828"/>
              <a:gd name="connsiteX1127" fmla="*/ 629004 w 2906005"/>
              <a:gd name="connsiteY1127" fmla="*/ 14234 h 369828"/>
              <a:gd name="connsiteX1128" fmla="*/ 629004 w 2906005"/>
              <a:gd name="connsiteY1128" fmla="*/ 85147 h 369828"/>
              <a:gd name="connsiteX1129" fmla="*/ 622692 w 2906005"/>
              <a:gd name="connsiteY1129" fmla="*/ 109944 h 369828"/>
              <a:gd name="connsiteX1130" fmla="*/ 605753 w 2906005"/>
              <a:gd name="connsiteY1130" fmla="*/ 125144 h 369828"/>
              <a:gd name="connsiteX1131" fmla="*/ 582115 w 2906005"/>
              <a:gd name="connsiteY1131" fmla="*/ 130232 h 369828"/>
              <a:gd name="connsiteX1132" fmla="*/ 558799 w 2906005"/>
              <a:gd name="connsiteY1132" fmla="*/ 125144 h 369828"/>
              <a:gd name="connsiteX1133" fmla="*/ 542247 w 2906005"/>
              <a:gd name="connsiteY1133" fmla="*/ 109944 h 369828"/>
              <a:gd name="connsiteX1134" fmla="*/ 536128 w 2906005"/>
              <a:gd name="connsiteY1134" fmla="*/ 85147 h 369828"/>
              <a:gd name="connsiteX1135" fmla="*/ 9082 w 2906005"/>
              <a:gd name="connsiteY1135" fmla="*/ 14234 h 369828"/>
              <a:gd name="connsiteX1136" fmla="*/ 32140 w 2906005"/>
              <a:gd name="connsiteY1136" fmla="*/ 14234 h 369828"/>
              <a:gd name="connsiteX1137" fmla="*/ 32140 w 2906005"/>
              <a:gd name="connsiteY1137" fmla="*/ 110845 h 369828"/>
              <a:gd name="connsiteX1138" fmla="*/ 69947 w 2906005"/>
              <a:gd name="connsiteY1138" fmla="*/ 110845 h 369828"/>
              <a:gd name="connsiteX1139" fmla="*/ 69947 w 2906005"/>
              <a:gd name="connsiteY1139" fmla="*/ 129137 h 369828"/>
              <a:gd name="connsiteX1140" fmla="*/ 9082 w 2906005"/>
              <a:gd name="connsiteY1140" fmla="*/ 129137 h 369828"/>
              <a:gd name="connsiteX1141" fmla="*/ 2666667 w 2906005"/>
              <a:gd name="connsiteY1141" fmla="*/ 7278 h 369828"/>
              <a:gd name="connsiteX1142" fmla="*/ 2689725 w 2906005"/>
              <a:gd name="connsiteY1142" fmla="*/ 7278 h 369828"/>
              <a:gd name="connsiteX1143" fmla="*/ 2689725 w 2906005"/>
              <a:gd name="connsiteY1143" fmla="*/ 129137 h 369828"/>
              <a:gd name="connsiteX1144" fmla="*/ 2666667 w 2906005"/>
              <a:gd name="connsiteY1144" fmla="*/ 129137 h 369828"/>
              <a:gd name="connsiteX1145" fmla="*/ 1625647 w 2906005"/>
              <a:gd name="connsiteY1145" fmla="*/ 7278 h 369828"/>
              <a:gd name="connsiteX1146" fmla="*/ 1648705 w 2906005"/>
              <a:gd name="connsiteY1146" fmla="*/ 7278 h 369828"/>
              <a:gd name="connsiteX1147" fmla="*/ 1648705 w 2906005"/>
              <a:gd name="connsiteY1147" fmla="*/ 49272 h 369828"/>
              <a:gd name="connsiteX1148" fmla="*/ 1660556 w 2906005"/>
              <a:gd name="connsiteY1148" fmla="*/ 39997 h 369828"/>
              <a:gd name="connsiteX1149" fmla="*/ 1677044 w 2906005"/>
              <a:gd name="connsiteY1149" fmla="*/ 36648 h 369828"/>
              <a:gd name="connsiteX1150" fmla="*/ 1695465 w 2906005"/>
              <a:gd name="connsiteY1150" fmla="*/ 41156 h 369828"/>
              <a:gd name="connsiteX1151" fmla="*/ 1708089 w 2906005"/>
              <a:gd name="connsiteY1151" fmla="*/ 54489 h 369828"/>
              <a:gd name="connsiteX1152" fmla="*/ 1712597 w 2906005"/>
              <a:gd name="connsiteY1152" fmla="*/ 75614 h 369828"/>
              <a:gd name="connsiteX1153" fmla="*/ 1712597 w 2906005"/>
              <a:gd name="connsiteY1153" fmla="*/ 129137 h 369828"/>
              <a:gd name="connsiteX1154" fmla="*/ 1689539 w 2906005"/>
              <a:gd name="connsiteY1154" fmla="*/ 129137 h 369828"/>
              <a:gd name="connsiteX1155" fmla="*/ 1689539 w 2906005"/>
              <a:gd name="connsiteY1155" fmla="*/ 78770 h 369828"/>
              <a:gd name="connsiteX1156" fmla="*/ 1684129 w 2906005"/>
              <a:gd name="connsiteY1156" fmla="*/ 62089 h 369828"/>
              <a:gd name="connsiteX1157" fmla="*/ 1669315 w 2906005"/>
              <a:gd name="connsiteY1157" fmla="*/ 56228 h 369828"/>
              <a:gd name="connsiteX1158" fmla="*/ 1654244 w 2906005"/>
              <a:gd name="connsiteY1158" fmla="*/ 62089 h 369828"/>
              <a:gd name="connsiteX1159" fmla="*/ 1648705 w 2906005"/>
              <a:gd name="connsiteY1159" fmla="*/ 78770 h 369828"/>
              <a:gd name="connsiteX1160" fmla="*/ 1648705 w 2906005"/>
              <a:gd name="connsiteY1160" fmla="*/ 129137 h 369828"/>
              <a:gd name="connsiteX1161" fmla="*/ 1625647 w 2906005"/>
              <a:gd name="connsiteY1161" fmla="*/ 129137 h 369828"/>
              <a:gd name="connsiteX1162" fmla="*/ 825705 w 2906005"/>
              <a:gd name="connsiteY1162" fmla="*/ 7278 h 369828"/>
              <a:gd name="connsiteX1163" fmla="*/ 849085 w 2906005"/>
              <a:gd name="connsiteY1163" fmla="*/ 7278 h 369828"/>
              <a:gd name="connsiteX1164" fmla="*/ 849085 w 2906005"/>
              <a:gd name="connsiteY1164" fmla="*/ 129137 h 369828"/>
              <a:gd name="connsiteX1165" fmla="*/ 825705 w 2906005"/>
              <a:gd name="connsiteY1165" fmla="*/ 129137 h 369828"/>
              <a:gd name="connsiteX1166" fmla="*/ 825705 w 2906005"/>
              <a:gd name="connsiteY1166" fmla="*/ 115611 h 369828"/>
              <a:gd name="connsiteX1167" fmla="*/ 813660 w 2906005"/>
              <a:gd name="connsiteY1167" fmla="*/ 126496 h 369828"/>
              <a:gd name="connsiteX1168" fmla="*/ 795691 w 2906005"/>
              <a:gd name="connsiteY1168" fmla="*/ 130618 h 369828"/>
              <a:gd name="connsiteX1169" fmla="*/ 774629 w 2906005"/>
              <a:gd name="connsiteY1169" fmla="*/ 124693 h 369828"/>
              <a:gd name="connsiteX1170" fmla="*/ 759558 w 2906005"/>
              <a:gd name="connsiteY1170" fmla="*/ 108011 h 369828"/>
              <a:gd name="connsiteX1171" fmla="*/ 754019 w 2906005"/>
              <a:gd name="connsiteY1171" fmla="*/ 83214 h 369828"/>
              <a:gd name="connsiteX1172" fmla="*/ 759558 w 2906005"/>
              <a:gd name="connsiteY1172" fmla="*/ 58675 h 369828"/>
              <a:gd name="connsiteX1173" fmla="*/ 759622 w 2906005"/>
              <a:gd name="connsiteY1173" fmla="*/ 58675 h 369828"/>
              <a:gd name="connsiteX1174" fmla="*/ 774694 w 2906005"/>
              <a:gd name="connsiteY1174" fmla="*/ 42187 h 369828"/>
              <a:gd name="connsiteX1175" fmla="*/ 795948 w 2906005"/>
              <a:gd name="connsiteY1175" fmla="*/ 36455 h 369828"/>
              <a:gd name="connsiteX1176" fmla="*/ 812888 w 2906005"/>
              <a:gd name="connsiteY1176" fmla="*/ 40319 h 369828"/>
              <a:gd name="connsiteX1177" fmla="*/ 825705 w 2906005"/>
              <a:gd name="connsiteY1177" fmla="*/ 50624 h 369828"/>
              <a:gd name="connsiteX1178" fmla="*/ 144531 w 2906005"/>
              <a:gd name="connsiteY1178" fmla="*/ 5153 h 369828"/>
              <a:gd name="connsiteX1179" fmla="*/ 152325 w 2906005"/>
              <a:gd name="connsiteY1179" fmla="*/ 8373 h 369828"/>
              <a:gd name="connsiteX1180" fmla="*/ 155545 w 2906005"/>
              <a:gd name="connsiteY1180" fmla="*/ 16167 h 369828"/>
              <a:gd name="connsiteX1181" fmla="*/ 152325 w 2906005"/>
              <a:gd name="connsiteY1181" fmla="*/ 23896 h 369828"/>
              <a:gd name="connsiteX1182" fmla="*/ 144531 w 2906005"/>
              <a:gd name="connsiteY1182" fmla="*/ 27052 h 369828"/>
              <a:gd name="connsiteX1183" fmla="*/ 136802 w 2906005"/>
              <a:gd name="connsiteY1183" fmla="*/ 23896 h 369828"/>
              <a:gd name="connsiteX1184" fmla="*/ 133646 w 2906005"/>
              <a:gd name="connsiteY1184" fmla="*/ 16167 h 369828"/>
              <a:gd name="connsiteX1185" fmla="*/ 136802 w 2906005"/>
              <a:gd name="connsiteY1185" fmla="*/ 8373 h 369828"/>
              <a:gd name="connsiteX1186" fmla="*/ 144531 w 2906005"/>
              <a:gd name="connsiteY1186" fmla="*/ 5153 h 369828"/>
              <a:gd name="connsiteX1187" fmla="*/ 114067 w 2906005"/>
              <a:gd name="connsiteY1187" fmla="*/ 5153 h 369828"/>
              <a:gd name="connsiteX1188" fmla="*/ 121860 w 2906005"/>
              <a:gd name="connsiteY1188" fmla="*/ 8373 h 369828"/>
              <a:gd name="connsiteX1189" fmla="*/ 125080 w 2906005"/>
              <a:gd name="connsiteY1189" fmla="*/ 16167 h 369828"/>
              <a:gd name="connsiteX1190" fmla="*/ 121860 w 2906005"/>
              <a:gd name="connsiteY1190" fmla="*/ 23896 h 369828"/>
              <a:gd name="connsiteX1191" fmla="*/ 114067 w 2906005"/>
              <a:gd name="connsiteY1191" fmla="*/ 27052 h 369828"/>
              <a:gd name="connsiteX1192" fmla="*/ 106338 w 2906005"/>
              <a:gd name="connsiteY1192" fmla="*/ 23896 h 369828"/>
              <a:gd name="connsiteX1193" fmla="*/ 103182 w 2906005"/>
              <a:gd name="connsiteY1193" fmla="*/ 16167 h 369828"/>
              <a:gd name="connsiteX1194" fmla="*/ 106338 w 2906005"/>
              <a:gd name="connsiteY1194" fmla="*/ 8373 h 369828"/>
              <a:gd name="connsiteX1195" fmla="*/ 114067 w 2906005"/>
              <a:gd name="connsiteY1195" fmla="*/ 5153 h 369828"/>
              <a:gd name="connsiteX1196" fmla="*/ 2520977 w 2906005"/>
              <a:gd name="connsiteY1196" fmla="*/ 0 h 369828"/>
              <a:gd name="connsiteX1197" fmla="*/ 2531089 w 2906005"/>
              <a:gd name="connsiteY1197" fmla="*/ 3864 h 369828"/>
              <a:gd name="connsiteX1198" fmla="*/ 2535146 w 2906005"/>
              <a:gd name="connsiteY1198" fmla="*/ 13526 h 369828"/>
              <a:gd name="connsiteX1199" fmla="*/ 2531089 w 2906005"/>
              <a:gd name="connsiteY1199" fmla="*/ 23187 h 369828"/>
              <a:gd name="connsiteX1200" fmla="*/ 2520977 w 2906005"/>
              <a:gd name="connsiteY1200" fmla="*/ 27051 h 369828"/>
              <a:gd name="connsiteX1201" fmla="*/ 2510865 w 2906005"/>
              <a:gd name="connsiteY1201" fmla="*/ 23187 h 369828"/>
              <a:gd name="connsiteX1202" fmla="*/ 2506807 w 2906005"/>
              <a:gd name="connsiteY1202" fmla="*/ 13526 h 369828"/>
              <a:gd name="connsiteX1203" fmla="*/ 2510865 w 2906005"/>
              <a:gd name="connsiteY1203" fmla="*/ 3864 h 369828"/>
              <a:gd name="connsiteX1204" fmla="*/ 2520977 w 2906005"/>
              <a:gd name="connsiteY1204" fmla="*/ 0 h 369828"/>
              <a:gd name="connsiteX1205" fmla="*/ 2302571 w 2906005"/>
              <a:gd name="connsiteY1205" fmla="*/ 0 h 369828"/>
              <a:gd name="connsiteX1206" fmla="*/ 2312683 w 2906005"/>
              <a:gd name="connsiteY1206" fmla="*/ 3864 h 369828"/>
              <a:gd name="connsiteX1207" fmla="*/ 2316740 w 2906005"/>
              <a:gd name="connsiteY1207" fmla="*/ 13526 h 369828"/>
              <a:gd name="connsiteX1208" fmla="*/ 2312683 w 2906005"/>
              <a:gd name="connsiteY1208" fmla="*/ 23187 h 369828"/>
              <a:gd name="connsiteX1209" fmla="*/ 2302571 w 2906005"/>
              <a:gd name="connsiteY1209" fmla="*/ 27051 h 369828"/>
              <a:gd name="connsiteX1210" fmla="*/ 2292459 w 2906005"/>
              <a:gd name="connsiteY1210" fmla="*/ 23187 h 369828"/>
              <a:gd name="connsiteX1211" fmla="*/ 2288401 w 2906005"/>
              <a:gd name="connsiteY1211" fmla="*/ 13526 h 369828"/>
              <a:gd name="connsiteX1212" fmla="*/ 2292459 w 2906005"/>
              <a:gd name="connsiteY1212" fmla="*/ 3864 h 369828"/>
              <a:gd name="connsiteX1213" fmla="*/ 2302571 w 2906005"/>
              <a:gd name="connsiteY1213" fmla="*/ 0 h 369828"/>
              <a:gd name="connsiteX1214" fmla="*/ 1944336 w 2906005"/>
              <a:gd name="connsiteY1214" fmla="*/ 0 h 369828"/>
              <a:gd name="connsiteX1215" fmla="*/ 1954448 w 2906005"/>
              <a:gd name="connsiteY1215" fmla="*/ 3864 h 369828"/>
              <a:gd name="connsiteX1216" fmla="*/ 1958505 w 2906005"/>
              <a:gd name="connsiteY1216" fmla="*/ 13526 h 369828"/>
              <a:gd name="connsiteX1217" fmla="*/ 1954448 w 2906005"/>
              <a:gd name="connsiteY1217" fmla="*/ 23187 h 369828"/>
              <a:gd name="connsiteX1218" fmla="*/ 1944336 w 2906005"/>
              <a:gd name="connsiteY1218" fmla="*/ 27051 h 369828"/>
              <a:gd name="connsiteX1219" fmla="*/ 1934224 w 2906005"/>
              <a:gd name="connsiteY1219" fmla="*/ 23187 h 369828"/>
              <a:gd name="connsiteX1220" fmla="*/ 1930166 w 2906005"/>
              <a:gd name="connsiteY1220" fmla="*/ 13526 h 369828"/>
              <a:gd name="connsiteX1221" fmla="*/ 1934224 w 2906005"/>
              <a:gd name="connsiteY1221" fmla="*/ 3864 h 369828"/>
              <a:gd name="connsiteX1222" fmla="*/ 1944336 w 2906005"/>
              <a:gd name="connsiteY1222" fmla="*/ 0 h 369828"/>
              <a:gd name="connsiteX1223" fmla="*/ 406413 w 2906005"/>
              <a:gd name="connsiteY1223" fmla="*/ 0 h 369828"/>
              <a:gd name="connsiteX1224" fmla="*/ 416525 w 2906005"/>
              <a:gd name="connsiteY1224" fmla="*/ 3864 h 369828"/>
              <a:gd name="connsiteX1225" fmla="*/ 420582 w 2906005"/>
              <a:gd name="connsiteY1225" fmla="*/ 13526 h 369828"/>
              <a:gd name="connsiteX1226" fmla="*/ 416525 w 2906005"/>
              <a:gd name="connsiteY1226" fmla="*/ 23187 h 369828"/>
              <a:gd name="connsiteX1227" fmla="*/ 406413 w 2906005"/>
              <a:gd name="connsiteY1227" fmla="*/ 27051 h 369828"/>
              <a:gd name="connsiteX1228" fmla="*/ 396301 w 2906005"/>
              <a:gd name="connsiteY1228" fmla="*/ 23187 h 369828"/>
              <a:gd name="connsiteX1229" fmla="*/ 392243 w 2906005"/>
              <a:gd name="connsiteY1229" fmla="*/ 13526 h 369828"/>
              <a:gd name="connsiteX1230" fmla="*/ 396301 w 2906005"/>
              <a:gd name="connsiteY1230" fmla="*/ 3864 h 369828"/>
              <a:gd name="connsiteX1231" fmla="*/ 406413 w 2906005"/>
              <a:gd name="connsiteY1231" fmla="*/ 0 h 36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Lst>
            <a:rect l="l" t="t" r="r" b="b"/>
            <a:pathLst>
              <a:path w="2906005" h="369828">
                <a:moveTo>
                  <a:pt x="1690184" y="254217"/>
                </a:moveTo>
                <a:cubicBezTo>
                  <a:pt x="1685868" y="254217"/>
                  <a:pt x="1681940" y="255248"/>
                  <a:pt x="1678333" y="257373"/>
                </a:cubicBezTo>
                <a:cubicBezTo>
                  <a:pt x="1674726" y="259434"/>
                  <a:pt x="1671763" y="262526"/>
                  <a:pt x="1669509" y="266519"/>
                </a:cubicBezTo>
                <a:cubicBezTo>
                  <a:pt x="1667254" y="270512"/>
                  <a:pt x="1666160" y="275278"/>
                  <a:pt x="1666160" y="280753"/>
                </a:cubicBezTo>
                <a:cubicBezTo>
                  <a:pt x="1666160" y="286228"/>
                  <a:pt x="1667254" y="291058"/>
                  <a:pt x="1669509" y="295180"/>
                </a:cubicBezTo>
                <a:cubicBezTo>
                  <a:pt x="1671763" y="299302"/>
                  <a:pt x="1674726" y="302458"/>
                  <a:pt x="1678397" y="304648"/>
                </a:cubicBezTo>
                <a:cubicBezTo>
                  <a:pt x="1682068" y="306838"/>
                  <a:pt x="1685997" y="307933"/>
                  <a:pt x="1690184" y="307933"/>
                </a:cubicBezTo>
                <a:cubicBezTo>
                  <a:pt x="1694370" y="307933"/>
                  <a:pt x="1698492" y="306838"/>
                  <a:pt x="1702228" y="304713"/>
                </a:cubicBezTo>
                <a:cubicBezTo>
                  <a:pt x="1705963" y="302587"/>
                  <a:pt x="1708926" y="299496"/>
                  <a:pt x="1711116" y="295502"/>
                </a:cubicBezTo>
                <a:cubicBezTo>
                  <a:pt x="1713306" y="291509"/>
                  <a:pt x="1714401" y="286678"/>
                  <a:pt x="1714401" y="281075"/>
                </a:cubicBezTo>
                <a:cubicBezTo>
                  <a:pt x="1714401" y="275472"/>
                  <a:pt x="1713306" y="270705"/>
                  <a:pt x="1711116" y="266648"/>
                </a:cubicBezTo>
                <a:cubicBezTo>
                  <a:pt x="1708926" y="262654"/>
                  <a:pt x="1705963" y="259563"/>
                  <a:pt x="1702228" y="257437"/>
                </a:cubicBezTo>
                <a:cubicBezTo>
                  <a:pt x="1698492" y="255312"/>
                  <a:pt x="1694499" y="254217"/>
                  <a:pt x="1690184" y="254217"/>
                </a:cubicBezTo>
                <a:close/>
                <a:moveTo>
                  <a:pt x="1476028" y="254217"/>
                </a:moveTo>
                <a:cubicBezTo>
                  <a:pt x="1471712" y="254217"/>
                  <a:pt x="1467783" y="255248"/>
                  <a:pt x="1464177" y="257373"/>
                </a:cubicBezTo>
                <a:cubicBezTo>
                  <a:pt x="1460570" y="259434"/>
                  <a:pt x="1457607" y="262526"/>
                  <a:pt x="1455353" y="266519"/>
                </a:cubicBezTo>
                <a:cubicBezTo>
                  <a:pt x="1453098" y="270512"/>
                  <a:pt x="1452004" y="275278"/>
                  <a:pt x="1452004" y="280753"/>
                </a:cubicBezTo>
                <a:cubicBezTo>
                  <a:pt x="1452004" y="286228"/>
                  <a:pt x="1453098" y="291058"/>
                  <a:pt x="1455353" y="295180"/>
                </a:cubicBezTo>
                <a:cubicBezTo>
                  <a:pt x="1457607" y="299302"/>
                  <a:pt x="1460570" y="302458"/>
                  <a:pt x="1464241" y="304648"/>
                </a:cubicBezTo>
                <a:cubicBezTo>
                  <a:pt x="1467912" y="306838"/>
                  <a:pt x="1471841" y="307933"/>
                  <a:pt x="1476028" y="307933"/>
                </a:cubicBezTo>
                <a:cubicBezTo>
                  <a:pt x="1480214" y="307933"/>
                  <a:pt x="1484336" y="306838"/>
                  <a:pt x="1488072" y="304713"/>
                </a:cubicBezTo>
                <a:cubicBezTo>
                  <a:pt x="1491807" y="302587"/>
                  <a:pt x="1494770" y="299496"/>
                  <a:pt x="1496960" y="295502"/>
                </a:cubicBezTo>
                <a:cubicBezTo>
                  <a:pt x="1499150" y="291509"/>
                  <a:pt x="1500245" y="286678"/>
                  <a:pt x="1500245" y="281075"/>
                </a:cubicBezTo>
                <a:cubicBezTo>
                  <a:pt x="1500245" y="275472"/>
                  <a:pt x="1499150" y="270705"/>
                  <a:pt x="1496960" y="266648"/>
                </a:cubicBezTo>
                <a:cubicBezTo>
                  <a:pt x="1494770" y="262654"/>
                  <a:pt x="1491807" y="259563"/>
                  <a:pt x="1488072" y="257437"/>
                </a:cubicBezTo>
                <a:cubicBezTo>
                  <a:pt x="1484336" y="255312"/>
                  <a:pt x="1480343" y="254217"/>
                  <a:pt x="1476028" y="254217"/>
                </a:cubicBezTo>
                <a:close/>
                <a:moveTo>
                  <a:pt x="916520" y="254217"/>
                </a:moveTo>
                <a:cubicBezTo>
                  <a:pt x="912204" y="254217"/>
                  <a:pt x="908276" y="255247"/>
                  <a:pt x="904669" y="257373"/>
                </a:cubicBezTo>
                <a:cubicBezTo>
                  <a:pt x="901062" y="259434"/>
                  <a:pt x="898099" y="262526"/>
                  <a:pt x="895845" y="266519"/>
                </a:cubicBezTo>
                <a:cubicBezTo>
                  <a:pt x="893591" y="270512"/>
                  <a:pt x="892496" y="275278"/>
                  <a:pt x="892496" y="280753"/>
                </a:cubicBezTo>
                <a:cubicBezTo>
                  <a:pt x="892496" y="286228"/>
                  <a:pt x="893591" y="291058"/>
                  <a:pt x="895845" y="295180"/>
                </a:cubicBezTo>
                <a:cubicBezTo>
                  <a:pt x="898099" y="299302"/>
                  <a:pt x="901062" y="302458"/>
                  <a:pt x="904733" y="304648"/>
                </a:cubicBezTo>
                <a:cubicBezTo>
                  <a:pt x="908404" y="306838"/>
                  <a:pt x="912333" y="307933"/>
                  <a:pt x="916520" y="307933"/>
                </a:cubicBezTo>
                <a:cubicBezTo>
                  <a:pt x="920706" y="307933"/>
                  <a:pt x="924828" y="306838"/>
                  <a:pt x="928564" y="304712"/>
                </a:cubicBezTo>
                <a:cubicBezTo>
                  <a:pt x="932300" y="302587"/>
                  <a:pt x="935262" y="299495"/>
                  <a:pt x="937452" y="295502"/>
                </a:cubicBezTo>
                <a:cubicBezTo>
                  <a:pt x="939642" y="291509"/>
                  <a:pt x="940737" y="286678"/>
                  <a:pt x="940737" y="281075"/>
                </a:cubicBezTo>
                <a:cubicBezTo>
                  <a:pt x="940737" y="275471"/>
                  <a:pt x="939642" y="270705"/>
                  <a:pt x="937452" y="266648"/>
                </a:cubicBezTo>
                <a:cubicBezTo>
                  <a:pt x="935262" y="262654"/>
                  <a:pt x="932300" y="259563"/>
                  <a:pt x="928564" y="257437"/>
                </a:cubicBezTo>
                <a:cubicBezTo>
                  <a:pt x="924828" y="255312"/>
                  <a:pt x="920835" y="254217"/>
                  <a:pt x="916520" y="254217"/>
                </a:cubicBezTo>
                <a:close/>
                <a:moveTo>
                  <a:pt x="499416" y="254217"/>
                </a:moveTo>
                <a:cubicBezTo>
                  <a:pt x="495100" y="254217"/>
                  <a:pt x="491171" y="255247"/>
                  <a:pt x="487565" y="257373"/>
                </a:cubicBezTo>
                <a:cubicBezTo>
                  <a:pt x="483958" y="259434"/>
                  <a:pt x="480995" y="262526"/>
                  <a:pt x="478741" y="266519"/>
                </a:cubicBezTo>
                <a:cubicBezTo>
                  <a:pt x="476487" y="270512"/>
                  <a:pt x="475392" y="275278"/>
                  <a:pt x="475392" y="280753"/>
                </a:cubicBezTo>
                <a:cubicBezTo>
                  <a:pt x="475392" y="286228"/>
                  <a:pt x="476487" y="291058"/>
                  <a:pt x="478741" y="295180"/>
                </a:cubicBezTo>
                <a:cubicBezTo>
                  <a:pt x="480995" y="299302"/>
                  <a:pt x="483958" y="302458"/>
                  <a:pt x="487629" y="304648"/>
                </a:cubicBezTo>
                <a:cubicBezTo>
                  <a:pt x="491300" y="306838"/>
                  <a:pt x="495229" y="307933"/>
                  <a:pt x="499416" y="307933"/>
                </a:cubicBezTo>
                <a:cubicBezTo>
                  <a:pt x="503602" y="307933"/>
                  <a:pt x="507724" y="306838"/>
                  <a:pt x="511460" y="304712"/>
                </a:cubicBezTo>
                <a:cubicBezTo>
                  <a:pt x="515195" y="302587"/>
                  <a:pt x="518158" y="299495"/>
                  <a:pt x="520348" y="295502"/>
                </a:cubicBezTo>
                <a:cubicBezTo>
                  <a:pt x="522538" y="291509"/>
                  <a:pt x="523633" y="286678"/>
                  <a:pt x="523633" y="281075"/>
                </a:cubicBezTo>
                <a:cubicBezTo>
                  <a:pt x="523633" y="275471"/>
                  <a:pt x="522538" y="270705"/>
                  <a:pt x="520348" y="266648"/>
                </a:cubicBezTo>
                <a:cubicBezTo>
                  <a:pt x="518158" y="262654"/>
                  <a:pt x="515195" y="259563"/>
                  <a:pt x="511460" y="257437"/>
                </a:cubicBezTo>
                <a:cubicBezTo>
                  <a:pt x="507724" y="255312"/>
                  <a:pt x="503731" y="254217"/>
                  <a:pt x="499416" y="254217"/>
                </a:cubicBezTo>
                <a:close/>
                <a:moveTo>
                  <a:pt x="167717" y="254217"/>
                </a:moveTo>
                <a:cubicBezTo>
                  <a:pt x="163401" y="254217"/>
                  <a:pt x="159472" y="255248"/>
                  <a:pt x="155866" y="257373"/>
                </a:cubicBezTo>
                <a:cubicBezTo>
                  <a:pt x="152259" y="259434"/>
                  <a:pt x="149296" y="262526"/>
                  <a:pt x="147042" y="266519"/>
                </a:cubicBezTo>
                <a:cubicBezTo>
                  <a:pt x="144788" y="270512"/>
                  <a:pt x="143693" y="275278"/>
                  <a:pt x="143693" y="280753"/>
                </a:cubicBezTo>
                <a:cubicBezTo>
                  <a:pt x="143693" y="286228"/>
                  <a:pt x="144788" y="291058"/>
                  <a:pt x="147042" y="295180"/>
                </a:cubicBezTo>
                <a:cubicBezTo>
                  <a:pt x="149296" y="299302"/>
                  <a:pt x="152259" y="302458"/>
                  <a:pt x="155930" y="304648"/>
                </a:cubicBezTo>
                <a:cubicBezTo>
                  <a:pt x="159601" y="306838"/>
                  <a:pt x="163530" y="307933"/>
                  <a:pt x="167717" y="307933"/>
                </a:cubicBezTo>
                <a:cubicBezTo>
                  <a:pt x="171903" y="307933"/>
                  <a:pt x="176025" y="306838"/>
                  <a:pt x="179761" y="304713"/>
                </a:cubicBezTo>
                <a:cubicBezTo>
                  <a:pt x="183496" y="302587"/>
                  <a:pt x="186459" y="299496"/>
                  <a:pt x="188649" y="295502"/>
                </a:cubicBezTo>
                <a:cubicBezTo>
                  <a:pt x="190839" y="291509"/>
                  <a:pt x="191934" y="286678"/>
                  <a:pt x="191934" y="281075"/>
                </a:cubicBezTo>
                <a:cubicBezTo>
                  <a:pt x="191934" y="275472"/>
                  <a:pt x="190839" y="270705"/>
                  <a:pt x="188649" y="266648"/>
                </a:cubicBezTo>
                <a:cubicBezTo>
                  <a:pt x="186459" y="262654"/>
                  <a:pt x="183496" y="259563"/>
                  <a:pt x="179761" y="257437"/>
                </a:cubicBezTo>
                <a:cubicBezTo>
                  <a:pt x="176025" y="255312"/>
                  <a:pt x="172032" y="254217"/>
                  <a:pt x="167717" y="254217"/>
                </a:cubicBezTo>
                <a:close/>
                <a:moveTo>
                  <a:pt x="2525292" y="254216"/>
                </a:moveTo>
                <a:cubicBezTo>
                  <a:pt x="2520976" y="254216"/>
                  <a:pt x="2517047" y="255247"/>
                  <a:pt x="2513441" y="257372"/>
                </a:cubicBezTo>
                <a:cubicBezTo>
                  <a:pt x="2509834" y="259433"/>
                  <a:pt x="2506871" y="262525"/>
                  <a:pt x="2504617" y="266518"/>
                </a:cubicBezTo>
                <a:cubicBezTo>
                  <a:pt x="2502362" y="270511"/>
                  <a:pt x="2501268" y="275277"/>
                  <a:pt x="2501268" y="280752"/>
                </a:cubicBezTo>
                <a:cubicBezTo>
                  <a:pt x="2501268" y="286227"/>
                  <a:pt x="2502362" y="291057"/>
                  <a:pt x="2504617" y="295179"/>
                </a:cubicBezTo>
                <a:cubicBezTo>
                  <a:pt x="2506871" y="299301"/>
                  <a:pt x="2509834" y="302457"/>
                  <a:pt x="2513505" y="304647"/>
                </a:cubicBezTo>
                <a:cubicBezTo>
                  <a:pt x="2517176" y="306837"/>
                  <a:pt x="2521105" y="307932"/>
                  <a:pt x="2525292" y="307932"/>
                </a:cubicBezTo>
                <a:cubicBezTo>
                  <a:pt x="2529478" y="307932"/>
                  <a:pt x="2533600" y="306837"/>
                  <a:pt x="2537336" y="304712"/>
                </a:cubicBezTo>
                <a:cubicBezTo>
                  <a:pt x="2541072" y="302586"/>
                  <a:pt x="2544034" y="299495"/>
                  <a:pt x="2546224" y="295501"/>
                </a:cubicBezTo>
                <a:cubicBezTo>
                  <a:pt x="2548414" y="291508"/>
                  <a:pt x="2549509" y="286678"/>
                  <a:pt x="2549509" y="281074"/>
                </a:cubicBezTo>
                <a:cubicBezTo>
                  <a:pt x="2549509" y="275471"/>
                  <a:pt x="2548414" y="270705"/>
                  <a:pt x="2546224" y="266647"/>
                </a:cubicBezTo>
                <a:cubicBezTo>
                  <a:pt x="2544034" y="262654"/>
                  <a:pt x="2541072" y="259562"/>
                  <a:pt x="2537336" y="257437"/>
                </a:cubicBezTo>
                <a:cubicBezTo>
                  <a:pt x="2533600" y="255311"/>
                  <a:pt x="2529607" y="254216"/>
                  <a:pt x="2525292" y="254216"/>
                </a:cubicBezTo>
                <a:close/>
                <a:moveTo>
                  <a:pt x="2413674" y="254216"/>
                </a:moveTo>
                <a:cubicBezTo>
                  <a:pt x="2409358" y="254216"/>
                  <a:pt x="2405429" y="255247"/>
                  <a:pt x="2401823" y="257372"/>
                </a:cubicBezTo>
                <a:cubicBezTo>
                  <a:pt x="2398216" y="259433"/>
                  <a:pt x="2395253" y="262525"/>
                  <a:pt x="2392999" y="266518"/>
                </a:cubicBezTo>
                <a:cubicBezTo>
                  <a:pt x="2390744" y="270511"/>
                  <a:pt x="2389649" y="275278"/>
                  <a:pt x="2389649" y="280752"/>
                </a:cubicBezTo>
                <a:cubicBezTo>
                  <a:pt x="2389649" y="286227"/>
                  <a:pt x="2390744" y="291057"/>
                  <a:pt x="2392999" y="295180"/>
                </a:cubicBezTo>
                <a:cubicBezTo>
                  <a:pt x="2395253" y="299302"/>
                  <a:pt x="2398216" y="302458"/>
                  <a:pt x="2401887" y="304647"/>
                </a:cubicBezTo>
                <a:cubicBezTo>
                  <a:pt x="2405558" y="306837"/>
                  <a:pt x="2409487" y="307932"/>
                  <a:pt x="2413674" y="307932"/>
                </a:cubicBezTo>
                <a:cubicBezTo>
                  <a:pt x="2417860" y="307932"/>
                  <a:pt x="2421982" y="306837"/>
                  <a:pt x="2425718" y="304712"/>
                </a:cubicBezTo>
                <a:cubicBezTo>
                  <a:pt x="2429454" y="302586"/>
                  <a:pt x="2432416" y="299495"/>
                  <a:pt x="2434606" y="295502"/>
                </a:cubicBezTo>
                <a:cubicBezTo>
                  <a:pt x="2436796" y="291508"/>
                  <a:pt x="2437891" y="286678"/>
                  <a:pt x="2437891" y="281074"/>
                </a:cubicBezTo>
                <a:cubicBezTo>
                  <a:pt x="2437891" y="275471"/>
                  <a:pt x="2436796" y="270705"/>
                  <a:pt x="2434606" y="266647"/>
                </a:cubicBezTo>
                <a:cubicBezTo>
                  <a:pt x="2432416" y="262654"/>
                  <a:pt x="2429454" y="259562"/>
                  <a:pt x="2425718" y="257437"/>
                </a:cubicBezTo>
                <a:cubicBezTo>
                  <a:pt x="2421982" y="255311"/>
                  <a:pt x="2417989" y="254216"/>
                  <a:pt x="2413674" y="254216"/>
                </a:cubicBezTo>
                <a:close/>
                <a:moveTo>
                  <a:pt x="1868335" y="254216"/>
                </a:moveTo>
                <a:cubicBezTo>
                  <a:pt x="1864019" y="254216"/>
                  <a:pt x="1860090" y="255247"/>
                  <a:pt x="1856484" y="257372"/>
                </a:cubicBezTo>
                <a:cubicBezTo>
                  <a:pt x="1852877" y="259433"/>
                  <a:pt x="1849914" y="262525"/>
                  <a:pt x="1847660" y="266518"/>
                </a:cubicBezTo>
                <a:cubicBezTo>
                  <a:pt x="1845405" y="270511"/>
                  <a:pt x="1844311" y="275277"/>
                  <a:pt x="1844311" y="280752"/>
                </a:cubicBezTo>
                <a:cubicBezTo>
                  <a:pt x="1844311" y="286227"/>
                  <a:pt x="1845405" y="291057"/>
                  <a:pt x="1847660" y="295179"/>
                </a:cubicBezTo>
                <a:cubicBezTo>
                  <a:pt x="1849914" y="299301"/>
                  <a:pt x="1852877" y="302457"/>
                  <a:pt x="1856548" y="304647"/>
                </a:cubicBezTo>
                <a:cubicBezTo>
                  <a:pt x="1860219" y="306837"/>
                  <a:pt x="1864148" y="307932"/>
                  <a:pt x="1868335" y="307932"/>
                </a:cubicBezTo>
                <a:cubicBezTo>
                  <a:pt x="1872521" y="307932"/>
                  <a:pt x="1876643" y="306837"/>
                  <a:pt x="1880379" y="304712"/>
                </a:cubicBezTo>
                <a:cubicBezTo>
                  <a:pt x="1884115" y="302586"/>
                  <a:pt x="1887077" y="299495"/>
                  <a:pt x="1889267" y="295501"/>
                </a:cubicBezTo>
                <a:cubicBezTo>
                  <a:pt x="1891457" y="291508"/>
                  <a:pt x="1892552" y="286678"/>
                  <a:pt x="1892552" y="281074"/>
                </a:cubicBezTo>
                <a:cubicBezTo>
                  <a:pt x="1892552" y="275471"/>
                  <a:pt x="1891457" y="270705"/>
                  <a:pt x="1889267" y="266647"/>
                </a:cubicBezTo>
                <a:cubicBezTo>
                  <a:pt x="1887077" y="262654"/>
                  <a:pt x="1884115" y="259562"/>
                  <a:pt x="1880379" y="257437"/>
                </a:cubicBezTo>
                <a:cubicBezTo>
                  <a:pt x="1876643" y="255311"/>
                  <a:pt x="1872650" y="254216"/>
                  <a:pt x="1868335" y="254216"/>
                </a:cubicBezTo>
                <a:close/>
                <a:moveTo>
                  <a:pt x="1136987" y="254216"/>
                </a:moveTo>
                <a:cubicBezTo>
                  <a:pt x="1132671" y="254216"/>
                  <a:pt x="1128742" y="255247"/>
                  <a:pt x="1125136" y="257372"/>
                </a:cubicBezTo>
                <a:cubicBezTo>
                  <a:pt x="1121529" y="259433"/>
                  <a:pt x="1118566" y="262525"/>
                  <a:pt x="1116312" y="266518"/>
                </a:cubicBezTo>
                <a:cubicBezTo>
                  <a:pt x="1114057" y="270511"/>
                  <a:pt x="1112963" y="275277"/>
                  <a:pt x="1112963" y="280752"/>
                </a:cubicBezTo>
                <a:cubicBezTo>
                  <a:pt x="1112963" y="286227"/>
                  <a:pt x="1114057" y="291057"/>
                  <a:pt x="1116312" y="295179"/>
                </a:cubicBezTo>
                <a:cubicBezTo>
                  <a:pt x="1118566" y="299301"/>
                  <a:pt x="1121529" y="302457"/>
                  <a:pt x="1125200" y="304647"/>
                </a:cubicBezTo>
                <a:cubicBezTo>
                  <a:pt x="1128871" y="306837"/>
                  <a:pt x="1132800" y="307932"/>
                  <a:pt x="1136987" y="307932"/>
                </a:cubicBezTo>
                <a:cubicBezTo>
                  <a:pt x="1141173" y="307932"/>
                  <a:pt x="1145295" y="306837"/>
                  <a:pt x="1149031" y="304712"/>
                </a:cubicBezTo>
                <a:cubicBezTo>
                  <a:pt x="1152766" y="302586"/>
                  <a:pt x="1155729" y="299495"/>
                  <a:pt x="1157919" y="295501"/>
                </a:cubicBezTo>
                <a:cubicBezTo>
                  <a:pt x="1160109" y="291508"/>
                  <a:pt x="1161204" y="286678"/>
                  <a:pt x="1161204" y="281074"/>
                </a:cubicBezTo>
                <a:cubicBezTo>
                  <a:pt x="1161204" y="275471"/>
                  <a:pt x="1160109" y="270705"/>
                  <a:pt x="1157919" y="266647"/>
                </a:cubicBezTo>
                <a:cubicBezTo>
                  <a:pt x="1155729" y="262654"/>
                  <a:pt x="1152766" y="259562"/>
                  <a:pt x="1149031" y="257437"/>
                </a:cubicBezTo>
                <a:cubicBezTo>
                  <a:pt x="1145295" y="255311"/>
                  <a:pt x="1141302" y="254216"/>
                  <a:pt x="1136987" y="254216"/>
                </a:cubicBezTo>
                <a:close/>
                <a:moveTo>
                  <a:pt x="2068835" y="254088"/>
                </a:moveTo>
                <a:cubicBezTo>
                  <a:pt x="2062266" y="254088"/>
                  <a:pt x="2056726" y="256407"/>
                  <a:pt x="2052282" y="261109"/>
                </a:cubicBezTo>
                <a:cubicBezTo>
                  <a:pt x="2047838" y="265810"/>
                  <a:pt x="2045584" y="272444"/>
                  <a:pt x="2045584" y="281075"/>
                </a:cubicBezTo>
                <a:cubicBezTo>
                  <a:pt x="2045584" y="289706"/>
                  <a:pt x="2047774" y="296404"/>
                  <a:pt x="2052089" y="301106"/>
                </a:cubicBezTo>
                <a:cubicBezTo>
                  <a:pt x="2056404" y="305743"/>
                  <a:pt x="2061879" y="308126"/>
                  <a:pt x="2068449" y="308126"/>
                </a:cubicBezTo>
                <a:cubicBezTo>
                  <a:pt x="2072635" y="308126"/>
                  <a:pt x="2076564" y="307096"/>
                  <a:pt x="2080235" y="305099"/>
                </a:cubicBezTo>
                <a:lnTo>
                  <a:pt x="2080235" y="305035"/>
                </a:lnTo>
                <a:cubicBezTo>
                  <a:pt x="2083906" y="303038"/>
                  <a:pt x="2086869" y="299946"/>
                  <a:pt x="2089059" y="295889"/>
                </a:cubicBezTo>
                <a:cubicBezTo>
                  <a:pt x="2091249" y="291831"/>
                  <a:pt x="2092344" y="286872"/>
                  <a:pt x="2092344" y="281075"/>
                </a:cubicBezTo>
                <a:cubicBezTo>
                  <a:pt x="2092344" y="272380"/>
                  <a:pt x="2090090" y="265746"/>
                  <a:pt x="2085517" y="261109"/>
                </a:cubicBezTo>
                <a:cubicBezTo>
                  <a:pt x="2080944" y="256471"/>
                  <a:pt x="2075405" y="254088"/>
                  <a:pt x="2068835" y="254088"/>
                </a:cubicBezTo>
                <a:close/>
                <a:moveTo>
                  <a:pt x="2634398" y="252929"/>
                </a:moveTo>
                <a:cubicBezTo>
                  <a:pt x="2628666" y="252929"/>
                  <a:pt x="2623900" y="254668"/>
                  <a:pt x="2619971" y="258146"/>
                </a:cubicBezTo>
                <a:cubicBezTo>
                  <a:pt x="2616107" y="261624"/>
                  <a:pt x="2613659" y="266390"/>
                  <a:pt x="2612822" y="272573"/>
                </a:cubicBezTo>
                <a:lnTo>
                  <a:pt x="2656104" y="272573"/>
                </a:lnTo>
                <a:lnTo>
                  <a:pt x="2656168" y="272509"/>
                </a:lnTo>
                <a:cubicBezTo>
                  <a:pt x="2656039" y="266583"/>
                  <a:pt x="2653914" y="261817"/>
                  <a:pt x="2649727" y="258275"/>
                </a:cubicBezTo>
                <a:cubicBezTo>
                  <a:pt x="2645541" y="254732"/>
                  <a:pt x="2640453" y="252929"/>
                  <a:pt x="2634398" y="252929"/>
                </a:cubicBezTo>
                <a:close/>
                <a:moveTo>
                  <a:pt x="719046" y="235538"/>
                </a:moveTo>
                <a:lnTo>
                  <a:pt x="744873" y="235538"/>
                </a:lnTo>
                <a:lnTo>
                  <a:pt x="768382" y="299237"/>
                </a:lnTo>
                <a:lnTo>
                  <a:pt x="792277" y="235538"/>
                </a:lnTo>
                <a:lnTo>
                  <a:pt x="816790" y="235538"/>
                </a:lnTo>
                <a:lnTo>
                  <a:pt x="760331" y="369828"/>
                </a:lnTo>
                <a:lnTo>
                  <a:pt x="735792" y="369828"/>
                </a:lnTo>
                <a:lnTo>
                  <a:pt x="755565" y="324421"/>
                </a:lnTo>
                <a:close/>
                <a:moveTo>
                  <a:pt x="1326152" y="235474"/>
                </a:moveTo>
                <a:lnTo>
                  <a:pt x="1350820" y="235474"/>
                </a:lnTo>
                <a:lnTo>
                  <a:pt x="1373846" y="305324"/>
                </a:lnTo>
                <a:lnTo>
                  <a:pt x="1373814" y="305421"/>
                </a:lnTo>
                <a:lnTo>
                  <a:pt x="1373878" y="305421"/>
                </a:lnTo>
                <a:lnTo>
                  <a:pt x="1373846" y="305324"/>
                </a:lnTo>
                <a:lnTo>
                  <a:pt x="1396872" y="235474"/>
                </a:lnTo>
                <a:lnTo>
                  <a:pt x="1421411" y="235474"/>
                </a:lnTo>
                <a:lnTo>
                  <a:pt x="1387661" y="326675"/>
                </a:lnTo>
                <a:lnTo>
                  <a:pt x="1359708" y="326675"/>
                </a:lnTo>
                <a:close/>
                <a:moveTo>
                  <a:pt x="816817" y="235474"/>
                </a:moveTo>
                <a:lnTo>
                  <a:pt x="816817" y="235538"/>
                </a:lnTo>
                <a:lnTo>
                  <a:pt x="816790" y="235538"/>
                </a:lnTo>
                <a:close/>
                <a:moveTo>
                  <a:pt x="1037026" y="234186"/>
                </a:moveTo>
                <a:cubicBezTo>
                  <a:pt x="1047911" y="234186"/>
                  <a:pt x="1056670" y="237600"/>
                  <a:pt x="1063369" y="244491"/>
                </a:cubicBezTo>
                <a:lnTo>
                  <a:pt x="1063369" y="244427"/>
                </a:lnTo>
                <a:cubicBezTo>
                  <a:pt x="1070067" y="251254"/>
                  <a:pt x="1073416" y="260851"/>
                  <a:pt x="1073416" y="273153"/>
                </a:cubicBezTo>
                <a:lnTo>
                  <a:pt x="1073416" y="326675"/>
                </a:lnTo>
                <a:lnTo>
                  <a:pt x="1050358" y="326675"/>
                </a:lnTo>
                <a:lnTo>
                  <a:pt x="1050358" y="276309"/>
                </a:lnTo>
                <a:cubicBezTo>
                  <a:pt x="1050358" y="269095"/>
                  <a:pt x="1048555" y="263491"/>
                  <a:pt x="1044948" y="259627"/>
                </a:cubicBezTo>
                <a:cubicBezTo>
                  <a:pt x="1041341" y="255763"/>
                  <a:pt x="1036382" y="253766"/>
                  <a:pt x="1030134" y="253766"/>
                </a:cubicBezTo>
                <a:cubicBezTo>
                  <a:pt x="1023887" y="253766"/>
                  <a:pt x="1018734" y="255698"/>
                  <a:pt x="1015063" y="259627"/>
                </a:cubicBezTo>
                <a:cubicBezTo>
                  <a:pt x="1011392" y="263491"/>
                  <a:pt x="1009524" y="269095"/>
                  <a:pt x="1009524" y="276309"/>
                </a:cubicBezTo>
                <a:lnTo>
                  <a:pt x="1009524" y="326675"/>
                </a:lnTo>
                <a:lnTo>
                  <a:pt x="986466" y="326675"/>
                </a:lnTo>
                <a:lnTo>
                  <a:pt x="986466" y="235474"/>
                </a:lnTo>
                <a:lnTo>
                  <a:pt x="1009524" y="235474"/>
                </a:lnTo>
                <a:lnTo>
                  <a:pt x="1009524" y="246810"/>
                </a:lnTo>
                <a:cubicBezTo>
                  <a:pt x="1012615" y="242881"/>
                  <a:pt x="1016544" y="239789"/>
                  <a:pt x="1021311" y="237535"/>
                </a:cubicBezTo>
                <a:cubicBezTo>
                  <a:pt x="1026077" y="235281"/>
                  <a:pt x="1031294" y="234186"/>
                  <a:pt x="1037026" y="234186"/>
                </a:cubicBezTo>
                <a:close/>
                <a:moveTo>
                  <a:pt x="2356544" y="234122"/>
                </a:moveTo>
                <a:lnTo>
                  <a:pt x="2356544" y="258339"/>
                </a:lnTo>
                <a:lnTo>
                  <a:pt x="2350425" y="258339"/>
                </a:lnTo>
                <a:cubicBezTo>
                  <a:pt x="2343212" y="258339"/>
                  <a:pt x="2337737" y="260014"/>
                  <a:pt x="2334066" y="263427"/>
                </a:cubicBezTo>
                <a:cubicBezTo>
                  <a:pt x="2330395" y="266841"/>
                  <a:pt x="2328527" y="272767"/>
                  <a:pt x="2328527" y="281204"/>
                </a:cubicBezTo>
                <a:lnTo>
                  <a:pt x="2328527" y="326611"/>
                </a:lnTo>
                <a:lnTo>
                  <a:pt x="2305469" y="326611"/>
                </a:lnTo>
                <a:lnTo>
                  <a:pt x="2305469" y="235410"/>
                </a:lnTo>
                <a:lnTo>
                  <a:pt x="2328527" y="235410"/>
                </a:lnTo>
                <a:lnTo>
                  <a:pt x="2328527" y="249580"/>
                </a:lnTo>
                <a:cubicBezTo>
                  <a:pt x="2331490" y="244749"/>
                  <a:pt x="2335354" y="240949"/>
                  <a:pt x="2340120" y="238244"/>
                </a:cubicBezTo>
                <a:lnTo>
                  <a:pt x="2340185" y="238244"/>
                </a:lnTo>
                <a:cubicBezTo>
                  <a:pt x="2344951" y="235475"/>
                  <a:pt x="2350425" y="234122"/>
                  <a:pt x="2356544" y="234122"/>
                </a:cubicBezTo>
                <a:close/>
                <a:moveTo>
                  <a:pt x="2182902" y="234122"/>
                </a:moveTo>
                <a:cubicBezTo>
                  <a:pt x="2190051" y="234122"/>
                  <a:pt x="2196427" y="235603"/>
                  <a:pt x="2201966" y="238631"/>
                </a:cubicBezTo>
                <a:cubicBezTo>
                  <a:pt x="2207570" y="241658"/>
                  <a:pt x="2211885" y="245973"/>
                  <a:pt x="2214977" y="251576"/>
                </a:cubicBezTo>
                <a:cubicBezTo>
                  <a:pt x="2217939" y="246295"/>
                  <a:pt x="2222255" y="242109"/>
                  <a:pt x="2227923" y="238888"/>
                </a:cubicBezTo>
                <a:cubicBezTo>
                  <a:pt x="2233591" y="235732"/>
                  <a:pt x="2239709" y="234122"/>
                  <a:pt x="2246279" y="234122"/>
                </a:cubicBezTo>
                <a:cubicBezTo>
                  <a:pt x="2257486" y="234122"/>
                  <a:pt x="2266503" y="237536"/>
                  <a:pt x="2273330" y="244427"/>
                </a:cubicBezTo>
                <a:cubicBezTo>
                  <a:pt x="2280157" y="251254"/>
                  <a:pt x="2283635" y="260851"/>
                  <a:pt x="2283635" y="273153"/>
                </a:cubicBezTo>
                <a:lnTo>
                  <a:pt x="2283635" y="326676"/>
                </a:lnTo>
                <a:lnTo>
                  <a:pt x="2260577" y="326676"/>
                </a:lnTo>
                <a:lnTo>
                  <a:pt x="2260577" y="276309"/>
                </a:lnTo>
                <a:cubicBezTo>
                  <a:pt x="2260577" y="269160"/>
                  <a:pt x="2258774" y="263685"/>
                  <a:pt x="2255167" y="259949"/>
                </a:cubicBezTo>
                <a:cubicBezTo>
                  <a:pt x="2251560" y="256149"/>
                  <a:pt x="2246601" y="254282"/>
                  <a:pt x="2240353" y="254282"/>
                </a:cubicBezTo>
                <a:cubicBezTo>
                  <a:pt x="2234106" y="254282"/>
                  <a:pt x="2229146" y="256149"/>
                  <a:pt x="2225475" y="259949"/>
                </a:cubicBezTo>
                <a:cubicBezTo>
                  <a:pt x="2221804" y="263749"/>
                  <a:pt x="2219936" y="269224"/>
                  <a:pt x="2219936" y="276309"/>
                </a:cubicBezTo>
                <a:lnTo>
                  <a:pt x="2219936" y="326676"/>
                </a:lnTo>
                <a:lnTo>
                  <a:pt x="2196878" y="326676"/>
                </a:lnTo>
                <a:lnTo>
                  <a:pt x="2196878" y="276309"/>
                </a:lnTo>
                <a:cubicBezTo>
                  <a:pt x="2196878" y="269160"/>
                  <a:pt x="2195075" y="263685"/>
                  <a:pt x="2191468" y="259949"/>
                </a:cubicBezTo>
                <a:cubicBezTo>
                  <a:pt x="2187861" y="256149"/>
                  <a:pt x="2182902" y="254282"/>
                  <a:pt x="2176654" y="254282"/>
                </a:cubicBezTo>
                <a:cubicBezTo>
                  <a:pt x="2170407" y="254282"/>
                  <a:pt x="2165254" y="256149"/>
                  <a:pt x="2161583" y="259949"/>
                </a:cubicBezTo>
                <a:cubicBezTo>
                  <a:pt x="2157912" y="263749"/>
                  <a:pt x="2156044" y="269224"/>
                  <a:pt x="2156044" y="276309"/>
                </a:cubicBezTo>
                <a:lnTo>
                  <a:pt x="2156044" y="326676"/>
                </a:lnTo>
                <a:lnTo>
                  <a:pt x="2132986" y="326676"/>
                </a:lnTo>
                <a:lnTo>
                  <a:pt x="2132986" y="235475"/>
                </a:lnTo>
                <a:lnTo>
                  <a:pt x="2156044" y="235475"/>
                </a:lnTo>
                <a:lnTo>
                  <a:pt x="2156044" y="246488"/>
                </a:lnTo>
                <a:cubicBezTo>
                  <a:pt x="2159007" y="242624"/>
                  <a:pt x="2162807" y="239661"/>
                  <a:pt x="2167508" y="237407"/>
                </a:cubicBezTo>
                <a:cubicBezTo>
                  <a:pt x="2172210" y="235153"/>
                  <a:pt x="2177298" y="234122"/>
                  <a:pt x="2182902" y="234122"/>
                </a:cubicBezTo>
                <a:close/>
                <a:moveTo>
                  <a:pt x="1811205" y="234122"/>
                </a:moveTo>
                <a:lnTo>
                  <a:pt x="1811205" y="258339"/>
                </a:lnTo>
                <a:lnTo>
                  <a:pt x="1805087" y="258339"/>
                </a:lnTo>
                <a:cubicBezTo>
                  <a:pt x="1797873" y="258339"/>
                  <a:pt x="1792398" y="260014"/>
                  <a:pt x="1788727" y="263427"/>
                </a:cubicBezTo>
                <a:cubicBezTo>
                  <a:pt x="1785056" y="266841"/>
                  <a:pt x="1783188" y="272767"/>
                  <a:pt x="1783188" y="281204"/>
                </a:cubicBezTo>
                <a:lnTo>
                  <a:pt x="1783188" y="326611"/>
                </a:lnTo>
                <a:lnTo>
                  <a:pt x="1760130" y="326611"/>
                </a:lnTo>
                <a:lnTo>
                  <a:pt x="1760130" y="235410"/>
                </a:lnTo>
                <a:lnTo>
                  <a:pt x="1783188" y="235410"/>
                </a:lnTo>
                <a:lnTo>
                  <a:pt x="1783188" y="249580"/>
                </a:lnTo>
                <a:cubicBezTo>
                  <a:pt x="1786151" y="244749"/>
                  <a:pt x="1790015" y="240949"/>
                  <a:pt x="1794781" y="238244"/>
                </a:cubicBezTo>
                <a:lnTo>
                  <a:pt x="1794846" y="238244"/>
                </a:lnTo>
                <a:cubicBezTo>
                  <a:pt x="1799612" y="235475"/>
                  <a:pt x="1805087" y="234122"/>
                  <a:pt x="1811205" y="234122"/>
                </a:cubicBezTo>
                <a:close/>
                <a:moveTo>
                  <a:pt x="442286" y="234122"/>
                </a:moveTo>
                <a:lnTo>
                  <a:pt x="442286" y="258339"/>
                </a:lnTo>
                <a:lnTo>
                  <a:pt x="436167" y="258339"/>
                </a:lnTo>
                <a:cubicBezTo>
                  <a:pt x="428954" y="258339"/>
                  <a:pt x="423479" y="260014"/>
                  <a:pt x="419808" y="263427"/>
                </a:cubicBezTo>
                <a:cubicBezTo>
                  <a:pt x="416137" y="266841"/>
                  <a:pt x="414269" y="272767"/>
                  <a:pt x="414269" y="281204"/>
                </a:cubicBezTo>
                <a:lnTo>
                  <a:pt x="414269" y="326611"/>
                </a:lnTo>
                <a:lnTo>
                  <a:pt x="391211" y="326611"/>
                </a:lnTo>
                <a:lnTo>
                  <a:pt x="391211" y="235410"/>
                </a:lnTo>
                <a:lnTo>
                  <a:pt x="414269" y="235410"/>
                </a:lnTo>
                <a:lnTo>
                  <a:pt x="414269" y="249580"/>
                </a:lnTo>
                <a:cubicBezTo>
                  <a:pt x="417232" y="244749"/>
                  <a:pt x="421096" y="240949"/>
                  <a:pt x="425862" y="238244"/>
                </a:cubicBezTo>
                <a:lnTo>
                  <a:pt x="425927" y="238244"/>
                </a:lnTo>
                <a:cubicBezTo>
                  <a:pt x="430693" y="235475"/>
                  <a:pt x="436167" y="234122"/>
                  <a:pt x="442286" y="234122"/>
                </a:cubicBezTo>
                <a:close/>
                <a:moveTo>
                  <a:pt x="2635042" y="233993"/>
                </a:moveTo>
                <a:cubicBezTo>
                  <a:pt x="2644059" y="233993"/>
                  <a:pt x="2651466" y="235861"/>
                  <a:pt x="2658358" y="239596"/>
                </a:cubicBezTo>
                <a:cubicBezTo>
                  <a:pt x="2665185" y="243332"/>
                  <a:pt x="2670531" y="248614"/>
                  <a:pt x="2674331" y="255505"/>
                </a:cubicBezTo>
                <a:cubicBezTo>
                  <a:pt x="2678131" y="262332"/>
                  <a:pt x="2679999" y="270254"/>
                  <a:pt x="2679999" y="279143"/>
                </a:cubicBezTo>
                <a:cubicBezTo>
                  <a:pt x="2679999" y="282427"/>
                  <a:pt x="2679806" y="285390"/>
                  <a:pt x="2679355" y="288031"/>
                </a:cubicBezTo>
                <a:lnTo>
                  <a:pt x="2679355" y="287967"/>
                </a:lnTo>
                <a:lnTo>
                  <a:pt x="2612693" y="287967"/>
                </a:lnTo>
                <a:cubicBezTo>
                  <a:pt x="2613208" y="294536"/>
                  <a:pt x="2615527" y="299689"/>
                  <a:pt x="2619585" y="303424"/>
                </a:cubicBezTo>
                <a:cubicBezTo>
                  <a:pt x="2623642" y="307160"/>
                  <a:pt x="2628666" y="309028"/>
                  <a:pt x="2634592" y="309028"/>
                </a:cubicBezTo>
                <a:cubicBezTo>
                  <a:pt x="2643158" y="309028"/>
                  <a:pt x="2649212" y="305357"/>
                  <a:pt x="2652883" y="298014"/>
                </a:cubicBezTo>
                <a:lnTo>
                  <a:pt x="2677745" y="298014"/>
                </a:lnTo>
                <a:cubicBezTo>
                  <a:pt x="2675104" y="306774"/>
                  <a:pt x="2670080" y="313987"/>
                  <a:pt x="2662609" y="319655"/>
                </a:cubicBezTo>
                <a:cubicBezTo>
                  <a:pt x="2655138" y="325323"/>
                  <a:pt x="2645992" y="328157"/>
                  <a:pt x="2635107" y="328157"/>
                </a:cubicBezTo>
                <a:cubicBezTo>
                  <a:pt x="2626347" y="328157"/>
                  <a:pt x="2618425" y="326225"/>
                  <a:pt x="2611469" y="322296"/>
                </a:cubicBezTo>
                <a:cubicBezTo>
                  <a:pt x="2604513" y="318431"/>
                  <a:pt x="2599039" y="312892"/>
                  <a:pt x="2595174" y="305743"/>
                </a:cubicBezTo>
                <a:cubicBezTo>
                  <a:pt x="2591310" y="298594"/>
                  <a:pt x="2589313" y="290350"/>
                  <a:pt x="2589313" y="281075"/>
                </a:cubicBezTo>
                <a:cubicBezTo>
                  <a:pt x="2589313" y="271800"/>
                  <a:pt x="2591245" y="263363"/>
                  <a:pt x="2595045" y="256214"/>
                </a:cubicBezTo>
                <a:cubicBezTo>
                  <a:pt x="2598910" y="249064"/>
                  <a:pt x="2604256" y="243590"/>
                  <a:pt x="2611147" y="239725"/>
                </a:cubicBezTo>
                <a:cubicBezTo>
                  <a:pt x="2618039" y="235861"/>
                  <a:pt x="2626025" y="233993"/>
                  <a:pt x="2635042" y="233993"/>
                </a:cubicBezTo>
                <a:close/>
                <a:moveTo>
                  <a:pt x="2069157" y="233993"/>
                </a:moveTo>
                <a:cubicBezTo>
                  <a:pt x="2077981" y="233993"/>
                  <a:pt x="2085903" y="235925"/>
                  <a:pt x="2093052" y="239854"/>
                </a:cubicBezTo>
                <a:cubicBezTo>
                  <a:pt x="2100201" y="243719"/>
                  <a:pt x="2105805" y="249258"/>
                  <a:pt x="2109927" y="256407"/>
                </a:cubicBezTo>
                <a:cubicBezTo>
                  <a:pt x="2114049" y="263556"/>
                  <a:pt x="2116110" y="271800"/>
                  <a:pt x="2116110" y="281075"/>
                </a:cubicBezTo>
                <a:cubicBezTo>
                  <a:pt x="2116110" y="290350"/>
                  <a:pt x="2113985" y="298658"/>
                  <a:pt x="2109798" y="305743"/>
                </a:cubicBezTo>
                <a:cubicBezTo>
                  <a:pt x="2105612" y="312828"/>
                  <a:pt x="2099880" y="318367"/>
                  <a:pt x="2092666" y="322296"/>
                </a:cubicBezTo>
                <a:cubicBezTo>
                  <a:pt x="2085452" y="326160"/>
                  <a:pt x="2077466" y="328157"/>
                  <a:pt x="2068578" y="328157"/>
                </a:cubicBezTo>
                <a:cubicBezTo>
                  <a:pt x="2059689" y="328157"/>
                  <a:pt x="2051896" y="326225"/>
                  <a:pt x="2044875" y="322296"/>
                </a:cubicBezTo>
                <a:lnTo>
                  <a:pt x="2044747" y="322296"/>
                </a:lnTo>
                <a:cubicBezTo>
                  <a:pt x="2037726" y="318431"/>
                  <a:pt x="2032187" y="312892"/>
                  <a:pt x="2028194" y="305743"/>
                </a:cubicBezTo>
                <a:cubicBezTo>
                  <a:pt x="2024201" y="298594"/>
                  <a:pt x="2022204" y="290350"/>
                  <a:pt x="2022204" y="281075"/>
                </a:cubicBezTo>
                <a:cubicBezTo>
                  <a:pt x="2022204" y="271800"/>
                  <a:pt x="2024265" y="263492"/>
                  <a:pt x="2028387" y="256407"/>
                </a:cubicBezTo>
                <a:cubicBezTo>
                  <a:pt x="2032509" y="249258"/>
                  <a:pt x="2038113" y="243783"/>
                  <a:pt x="2045262" y="239854"/>
                </a:cubicBezTo>
                <a:cubicBezTo>
                  <a:pt x="2052411" y="235990"/>
                  <a:pt x="2060333" y="233993"/>
                  <a:pt x="2069157" y="233993"/>
                </a:cubicBezTo>
                <a:close/>
                <a:moveTo>
                  <a:pt x="1971516" y="233993"/>
                </a:moveTo>
                <a:cubicBezTo>
                  <a:pt x="1982401" y="233993"/>
                  <a:pt x="1991031" y="236698"/>
                  <a:pt x="1997536" y="242173"/>
                </a:cubicBezTo>
                <a:cubicBezTo>
                  <a:pt x="2003977" y="247583"/>
                  <a:pt x="2007584" y="254925"/>
                  <a:pt x="2008228" y="264136"/>
                </a:cubicBezTo>
                <a:lnTo>
                  <a:pt x="1986201" y="264136"/>
                </a:lnTo>
                <a:cubicBezTo>
                  <a:pt x="1985878" y="260529"/>
                  <a:pt x="1984333" y="257631"/>
                  <a:pt x="1981692" y="255505"/>
                </a:cubicBezTo>
                <a:cubicBezTo>
                  <a:pt x="1978987" y="253380"/>
                  <a:pt x="1975380" y="252285"/>
                  <a:pt x="1970936" y="252285"/>
                </a:cubicBezTo>
                <a:cubicBezTo>
                  <a:pt x="1966749" y="252285"/>
                  <a:pt x="1963529" y="253058"/>
                  <a:pt x="1961275" y="254603"/>
                </a:cubicBezTo>
                <a:cubicBezTo>
                  <a:pt x="1959021" y="256149"/>
                  <a:pt x="1957926" y="258275"/>
                  <a:pt x="1957926" y="261044"/>
                </a:cubicBezTo>
                <a:cubicBezTo>
                  <a:pt x="1957926" y="264136"/>
                  <a:pt x="1959471" y="266454"/>
                  <a:pt x="1962563" y="268065"/>
                </a:cubicBezTo>
                <a:cubicBezTo>
                  <a:pt x="1965655" y="269675"/>
                  <a:pt x="1970421" y="271285"/>
                  <a:pt x="1976861" y="272895"/>
                </a:cubicBezTo>
                <a:cubicBezTo>
                  <a:pt x="1983431" y="274570"/>
                  <a:pt x="1988906" y="276244"/>
                  <a:pt x="1993157" y="277983"/>
                </a:cubicBezTo>
                <a:cubicBezTo>
                  <a:pt x="1997407" y="279722"/>
                  <a:pt x="2001143" y="282427"/>
                  <a:pt x="2004299" y="286163"/>
                </a:cubicBezTo>
                <a:cubicBezTo>
                  <a:pt x="2007455" y="289834"/>
                  <a:pt x="2009065" y="294665"/>
                  <a:pt x="2009130" y="300719"/>
                </a:cubicBezTo>
                <a:cubicBezTo>
                  <a:pt x="2009130" y="306001"/>
                  <a:pt x="2007648" y="310702"/>
                  <a:pt x="2004750" y="314889"/>
                </a:cubicBezTo>
                <a:cubicBezTo>
                  <a:pt x="2001852" y="319075"/>
                  <a:pt x="1997665" y="322296"/>
                  <a:pt x="1992255" y="324679"/>
                </a:cubicBezTo>
                <a:cubicBezTo>
                  <a:pt x="1986845" y="327062"/>
                  <a:pt x="1980468" y="328221"/>
                  <a:pt x="1973255" y="328221"/>
                </a:cubicBezTo>
                <a:cubicBezTo>
                  <a:pt x="1966041" y="328221"/>
                  <a:pt x="1959085" y="326869"/>
                  <a:pt x="1953159" y="324164"/>
                </a:cubicBezTo>
                <a:lnTo>
                  <a:pt x="1953095" y="324099"/>
                </a:lnTo>
                <a:cubicBezTo>
                  <a:pt x="1947170" y="321394"/>
                  <a:pt x="1942468" y="317787"/>
                  <a:pt x="1938990" y="313150"/>
                </a:cubicBezTo>
                <a:cubicBezTo>
                  <a:pt x="1935512" y="308513"/>
                  <a:pt x="1933644" y="303424"/>
                  <a:pt x="1933322" y="297821"/>
                </a:cubicBezTo>
                <a:lnTo>
                  <a:pt x="1956509" y="297821"/>
                </a:lnTo>
                <a:cubicBezTo>
                  <a:pt x="1956959" y="301363"/>
                  <a:pt x="1958698" y="304262"/>
                  <a:pt x="1961661" y="306516"/>
                </a:cubicBezTo>
                <a:cubicBezTo>
                  <a:pt x="1964624" y="308770"/>
                  <a:pt x="1968424" y="309994"/>
                  <a:pt x="1972933" y="309994"/>
                </a:cubicBezTo>
                <a:cubicBezTo>
                  <a:pt x="1977441" y="309994"/>
                  <a:pt x="1980726" y="309092"/>
                  <a:pt x="1983238" y="307353"/>
                </a:cubicBezTo>
                <a:cubicBezTo>
                  <a:pt x="1985685" y="305614"/>
                  <a:pt x="1986973" y="303360"/>
                  <a:pt x="1986973" y="300590"/>
                </a:cubicBezTo>
                <a:cubicBezTo>
                  <a:pt x="1986973" y="297628"/>
                  <a:pt x="1985492" y="295373"/>
                  <a:pt x="1982465" y="293892"/>
                </a:cubicBezTo>
                <a:cubicBezTo>
                  <a:pt x="1979438" y="292411"/>
                  <a:pt x="1974672" y="290800"/>
                  <a:pt x="1968038" y="289061"/>
                </a:cubicBezTo>
                <a:cubicBezTo>
                  <a:pt x="1961210" y="287387"/>
                  <a:pt x="1955671" y="285712"/>
                  <a:pt x="1951356" y="283973"/>
                </a:cubicBezTo>
                <a:cubicBezTo>
                  <a:pt x="1947041" y="282234"/>
                  <a:pt x="1943305" y="279529"/>
                  <a:pt x="1940149" y="275922"/>
                </a:cubicBezTo>
                <a:cubicBezTo>
                  <a:pt x="1936993" y="272315"/>
                  <a:pt x="1935447" y="267421"/>
                  <a:pt x="1935447" y="261302"/>
                </a:cubicBezTo>
                <a:cubicBezTo>
                  <a:pt x="1935447" y="256278"/>
                  <a:pt x="1936929" y="251641"/>
                  <a:pt x="1939827" y="247454"/>
                </a:cubicBezTo>
                <a:cubicBezTo>
                  <a:pt x="1942725" y="243268"/>
                  <a:pt x="1946912" y="239983"/>
                  <a:pt x="1952322" y="237600"/>
                </a:cubicBezTo>
                <a:cubicBezTo>
                  <a:pt x="1957732" y="235217"/>
                  <a:pt x="1964173" y="233993"/>
                  <a:pt x="1971516" y="233993"/>
                </a:cubicBezTo>
                <a:close/>
                <a:moveTo>
                  <a:pt x="1684258" y="233993"/>
                </a:moveTo>
                <a:cubicBezTo>
                  <a:pt x="1691085" y="233993"/>
                  <a:pt x="1697011" y="235346"/>
                  <a:pt x="1702099" y="238115"/>
                </a:cubicBezTo>
                <a:cubicBezTo>
                  <a:pt x="1707187" y="240885"/>
                  <a:pt x="1711309" y="244298"/>
                  <a:pt x="1714337" y="248485"/>
                </a:cubicBezTo>
                <a:lnTo>
                  <a:pt x="1714337" y="235474"/>
                </a:lnTo>
                <a:lnTo>
                  <a:pt x="1737523" y="235474"/>
                </a:lnTo>
                <a:lnTo>
                  <a:pt x="1737523" y="326676"/>
                </a:lnTo>
                <a:lnTo>
                  <a:pt x="1714337" y="326676"/>
                </a:lnTo>
                <a:lnTo>
                  <a:pt x="1714337" y="313343"/>
                </a:lnTo>
                <a:cubicBezTo>
                  <a:pt x="1711374" y="317594"/>
                  <a:pt x="1707316" y="321136"/>
                  <a:pt x="1702099" y="323970"/>
                </a:cubicBezTo>
                <a:cubicBezTo>
                  <a:pt x="1696882" y="326740"/>
                  <a:pt x="1690892" y="328157"/>
                  <a:pt x="1684065" y="328157"/>
                </a:cubicBezTo>
                <a:cubicBezTo>
                  <a:pt x="1676400" y="328157"/>
                  <a:pt x="1669380" y="326160"/>
                  <a:pt x="1663068" y="322231"/>
                </a:cubicBezTo>
                <a:cubicBezTo>
                  <a:pt x="1656756" y="318303"/>
                  <a:pt x="1651732" y="312699"/>
                  <a:pt x="1648061" y="305550"/>
                </a:cubicBezTo>
                <a:cubicBezTo>
                  <a:pt x="1644390" y="298336"/>
                  <a:pt x="1642522" y="290092"/>
                  <a:pt x="1642522" y="280753"/>
                </a:cubicBezTo>
                <a:cubicBezTo>
                  <a:pt x="1642522" y="271414"/>
                  <a:pt x="1644390" y="263363"/>
                  <a:pt x="1648061" y="256214"/>
                </a:cubicBezTo>
                <a:lnTo>
                  <a:pt x="1648125" y="256214"/>
                </a:lnTo>
                <a:cubicBezTo>
                  <a:pt x="1651797" y="249064"/>
                  <a:pt x="1656820" y="243590"/>
                  <a:pt x="1663132" y="239725"/>
                </a:cubicBezTo>
                <a:cubicBezTo>
                  <a:pt x="1669444" y="235861"/>
                  <a:pt x="1676465" y="233993"/>
                  <a:pt x="1684258" y="233993"/>
                </a:cubicBezTo>
                <a:close/>
                <a:moveTo>
                  <a:pt x="1470102" y="233993"/>
                </a:moveTo>
                <a:cubicBezTo>
                  <a:pt x="1476929" y="233993"/>
                  <a:pt x="1482855" y="235346"/>
                  <a:pt x="1487943" y="238115"/>
                </a:cubicBezTo>
                <a:cubicBezTo>
                  <a:pt x="1493031" y="240885"/>
                  <a:pt x="1497153" y="244298"/>
                  <a:pt x="1500180" y="248485"/>
                </a:cubicBezTo>
                <a:lnTo>
                  <a:pt x="1500180" y="235474"/>
                </a:lnTo>
                <a:lnTo>
                  <a:pt x="1523367" y="235474"/>
                </a:lnTo>
                <a:lnTo>
                  <a:pt x="1523367" y="326676"/>
                </a:lnTo>
                <a:lnTo>
                  <a:pt x="1500180" y="326676"/>
                </a:lnTo>
                <a:lnTo>
                  <a:pt x="1500180" y="313343"/>
                </a:lnTo>
                <a:cubicBezTo>
                  <a:pt x="1497218" y="317594"/>
                  <a:pt x="1493160" y="321136"/>
                  <a:pt x="1487943" y="323970"/>
                </a:cubicBezTo>
                <a:cubicBezTo>
                  <a:pt x="1482726" y="326740"/>
                  <a:pt x="1476736" y="328157"/>
                  <a:pt x="1469909" y="328157"/>
                </a:cubicBezTo>
                <a:cubicBezTo>
                  <a:pt x="1462244" y="328157"/>
                  <a:pt x="1455224" y="326160"/>
                  <a:pt x="1448912" y="322231"/>
                </a:cubicBezTo>
                <a:cubicBezTo>
                  <a:pt x="1442600" y="318303"/>
                  <a:pt x="1437576" y="312699"/>
                  <a:pt x="1433905" y="305550"/>
                </a:cubicBezTo>
                <a:cubicBezTo>
                  <a:pt x="1430234" y="298336"/>
                  <a:pt x="1428366" y="290092"/>
                  <a:pt x="1428366" y="280753"/>
                </a:cubicBezTo>
                <a:cubicBezTo>
                  <a:pt x="1428366" y="271414"/>
                  <a:pt x="1430234" y="263363"/>
                  <a:pt x="1433905" y="256214"/>
                </a:cubicBezTo>
                <a:lnTo>
                  <a:pt x="1433969" y="256214"/>
                </a:lnTo>
                <a:cubicBezTo>
                  <a:pt x="1437641" y="249064"/>
                  <a:pt x="1442664" y="243590"/>
                  <a:pt x="1448976" y="239725"/>
                </a:cubicBezTo>
                <a:cubicBezTo>
                  <a:pt x="1455288" y="235861"/>
                  <a:pt x="1462309" y="233993"/>
                  <a:pt x="1470102" y="233993"/>
                </a:cubicBezTo>
                <a:close/>
                <a:moveTo>
                  <a:pt x="1240168" y="233993"/>
                </a:moveTo>
                <a:cubicBezTo>
                  <a:pt x="1251053" y="233993"/>
                  <a:pt x="1259683" y="236698"/>
                  <a:pt x="1266188" y="242173"/>
                </a:cubicBezTo>
                <a:cubicBezTo>
                  <a:pt x="1272629" y="247583"/>
                  <a:pt x="1276236" y="254925"/>
                  <a:pt x="1276880" y="264136"/>
                </a:cubicBezTo>
                <a:lnTo>
                  <a:pt x="1254853" y="264136"/>
                </a:lnTo>
                <a:cubicBezTo>
                  <a:pt x="1254531" y="260529"/>
                  <a:pt x="1252985" y="257631"/>
                  <a:pt x="1250344" y="255505"/>
                </a:cubicBezTo>
                <a:cubicBezTo>
                  <a:pt x="1247639" y="253380"/>
                  <a:pt x="1244032" y="252285"/>
                  <a:pt x="1239588" y="252285"/>
                </a:cubicBezTo>
                <a:cubicBezTo>
                  <a:pt x="1235402" y="252285"/>
                  <a:pt x="1232181" y="253058"/>
                  <a:pt x="1229927" y="254603"/>
                </a:cubicBezTo>
                <a:cubicBezTo>
                  <a:pt x="1227673" y="256149"/>
                  <a:pt x="1226578" y="258275"/>
                  <a:pt x="1226578" y="261044"/>
                </a:cubicBezTo>
                <a:cubicBezTo>
                  <a:pt x="1226578" y="264136"/>
                  <a:pt x="1228123" y="266454"/>
                  <a:pt x="1231215" y="268065"/>
                </a:cubicBezTo>
                <a:cubicBezTo>
                  <a:pt x="1234307" y="269675"/>
                  <a:pt x="1239073" y="271285"/>
                  <a:pt x="1245514" y="272895"/>
                </a:cubicBezTo>
                <a:cubicBezTo>
                  <a:pt x="1252083" y="274570"/>
                  <a:pt x="1257558" y="276244"/>
                  <a:pt x="1261809" y="277983"/>
                </a:cubicBezTo>
                <a:cubicBezTo>
                  <a:pt x="1266060" y="279722"/>
                  <a:pt x="1269795" y="282427"/>
                  <a:pt x="1272951" y="286163"/>
                </a:cubicBezTo>
                <a:cubicBezTo>
                  <a:pt x="1276107" y="289834"/>
                  <a:pt x="1277717" y="294665"/>
                  <a:pt x="1277782" y="300719"/>
                </a:cubicBezTo>
                <a:cubicBezTo>
                  <a:pt x="1277782" y="306001"/>
                  <a:pt x="1276300" y="310702"/>
                  <a:pt x="1273402" y="314889"/>
                </a:cubicBezTo>
                <a:cubicBezTo>
                  <a:pt x="1270504" y="319075"/>
                  <a:pt x="1266317" y="322296"/>
                  <a:pt x="1260907" y="324679"/>
                </a:cubicBezTo>
                <a:cubicBezTo>
                  <a:pt x="1255497" y="327062"/>
                  <a:pt x="1249120" y="328221"/>
                  <a:pt x="1241907" y="328221"/>
                </a:cubicBezTo>
                <a:cubicBezTo>
                  <a:pt x="1234693" y="328221"/>
                  <a:pt x="1227737" y="326869"/>
                  <a:pt x="1221812" y="324164"/>
                </a:cubicBezTo>
                <a:lnTo>
                  <a:pt x="1221747" y="324099"/>
                </a:lnTo>
                <a:cubicBezTo>
                  <a:pt x="1215822" y="321394"/>
                  <a:pt x="1211120" y="317787"/>
                  <a:pt x="1207642" y="313150"/>
                </a:cubicBezTo>
                <a:cubicBezTo>
                  <a:pt x="1204164" y="308513"/>
                  <a:pt x="1202296" y="303424"/>
                  <a:pt x="1201974" y="297821"/>
                </a:cubicBezTo>
                <a:lnTo>
                  <a:pt x="1225161" y="297821"/>
                </a:lnTo>
                <a:cubicBezTo>
                  <a:pt x="1225612" y="301363"/>
                  <a:pt x="1227351" y="304262"/>
                  <a:pt x="1230313" y="306516"/>
                </a:cubicBezTo>
                <a:cubicBezTo>
                  <a:pt x="1233276" y="308770"/>
                  <a:pt x="1237076" y="309994"/>
                  <a:pt x="1241585" y="309994"/>
                </a:cubicBezTo>
                <a:cubicBezTo>
                  <a:pt x="1246093" y="309994"/>
                  <a:pt x="1249378" y="309092"/>
                  <a:pt x="1251890" y="307353"/>
                </a:cubicBezTo>
                <a:cubicBezTo>
                  <a:pt x="1254337" y="305614"/>
                  <a:pt x="1255626" y="303360"/>
                  <a:pt x="1255626" y="300590"/>
                </a:cubicBezTo>
                <a:cubicBezTo>
                  <a:pt x="1255626" y="297628"/>
                  <a:pt x="1254144" y="295373"/>
                  <a:pt x="1251117" y="293892"/>
                </a:cubicBezTo>
                <a:cubicBezTo>
                  <a:pt x="1248090" y="292411"/>
                  <a:pt x="1243324" y="290800"/>
                  <a:pt x="1236690" y="289061"/>
                </a:cubicBezTo>
                <a:cubicBezTo>
                  <a:pt x="1229862" y="287387"/>
                  <a:pt x="1224323" y="285712"/>
                  <a:pt x="1220008" y="283973"/>
                </a:cubicBezTo>
                <a:cubicBezTo>
                  <a:pt x="1215693" y="282234"/>
                  <a:pt x="1211957" y="279529"/>
                  <a:pt x="1208801" y="275922"/>
                </a:cubicBezTo>
                <a:cubicBezTo>
                  <a:pt x="1205645" y="272315"/>
                  <a:pt x="1204099" y="267421"/>
                  <a:pt x="1204099" y="261302"/>
                </a:cubicBezTo>
                <a:cubicBezTo>
                  <a:pt x="1204099" y="256278"/>
                  <a:pt x="1205581" y="251641"/>
                  <a:pt x="1208479" y="247454"/>
                </a:cubicBezTo>
                <a:cubicBezTo>
                  <a:pt x="1211378" y="243268"/>
                  <a:pt x="1215564" y="239983"/>
                  <a:pt x="1220974" y="237600"/>
                </a:cubicBezTo>
                <a:cubicBezTo>
                  <a:pt x="1226385" y="235217"/>
                  <a:pt x="1232825" y="233993"/>
                  <a:pt x="1240168" y="233993"/>
                </a:cubicBezTo>
                <a:close/>
                <a:moveTo>
                  <a:pt x="910594" y="233993"/>
                </a:moveTo>
                <a:cubicBezTo>
                  <a:pt x="917421" y="233993"/>
                  <a:pt x="923347" y="235346"/>
                  <a:pt x="928435" y="238115"/>
                </a:cubicBezTo>
                <a:cubicBezTo>
                  <a:pt x="933523" y="240885"/>
                  <a:pt x="937645" y="244298"/>
                  <a:pt x="940673" y="248485"/>
                </a:cubicBezTo>
                <a:lnTo>
                  <a:pt x="940673" y="235474"/>
                </a:lnTo>
                <a:lnTo>
                  <a:pt x="963859" y="235474"/>
                </a:lnTo>
                <a:lnTo>
                  <a:pt x="963859" y="326675"/>
                </a:lnTo>
                <a:lnTo>
                  <a:pt x="940673" y="326675"/>
                </a:lnTo>
                <a:lnTo>
                  <a:pt x="940673" y="313343"/>
                </a:lnTo>
                <a:cubicBezTo>
                  <a:pt x="937710" y="317594"/>
                  <a:pt x="933652" y="321136"/>
                  <a:pt x="928435" y="323970"/>
                </a:cubicBezTo>
                <a:cubicBezTo>
                  <a:pt x="923218" y="326740"/>
                  <a:pt x="917228" y="328157"/>
                  <a:pt x="910401" y="328157"/>
                </a:cubicBezTo>
                <a:cubicBezTo>
                  <a:pt x="902736" y="328157"/>
                  <a:pt x="895716" y="326160"/>
                  <a:pt x="889404" y="322231"/>
                </a:cubicBezTo>
                <a:cubicBezTo>
                  <a:pt x="883092" y="318302"/>
                  <a:pt x="878068" y="312699"/>
                  <a:pt x="874397" y="305550"/>
                </a:cubicBezTo>
                <a:cubicBezTo>
                  <a:pt x="870726" y="298336"/>
                  <a:pt x="868858" y="290092"/>
                  <a:pt x="868858" y="280753"/>
                </a:cubicBezTo>
                <a:cubicBezTo>
                  <a:pt x="868858" y="271414"/>
                  <a:pt x="870726" y="263363"/>
                  <a:pt x="874397" y="256214"/>
                </a:cubicBezTo>
                <a:lnTo>
                  <a:pt x="874462" y="256214"/>
                </a:lnTo>
                <a:cubicBezTo>
                  <a:pt x="878133" y="249064"/>
                  <a:pt x="883156" y="243590"/>
                  <a:pt x="889469" y="239725"/>
                </a:cubicBezTo>
                <a:cubicBezTo>
                  <a:pt x="895780" y="235861"/>
                  <a:pt x="902801" y="233993"/>
                  <a:pt x="910594" y="233993"/>
                </a:cubicBezTo>
                <a:close/>
                <a:moveTo>
                  <a:pt x="493490" y="233993"/>
                </a:moveTo>
                <a:cubicBezTo>
                  <a:pt x="500317" y="233993"/>
                  <a:pt x="506243" y="235346"/>
                  <a:pt x="511331" y="238115"/>
                </a:cubicBezTo>
                <a:cubicBezTo>
                  <a:pt x="516419" y="240885"/>
                  <a:pt x="520541" y="244298"/>
                  <a:pt x="523568" y="248485"/>
                </a:cubicBezTo>
                <a:lnTo>
                  <a:pt x="523568" y="235474"/>
                </a:lnTo>
                <a:lnTo>
                  <a:pt x="546755" y="235474"/>
                </a:lnTo>
                <a:lnTo>
                  <a:pt x="546755" y="326675"/>
                </a:lnTo>
                <a:lnTo>
                  <a:pt x="523568" y="326675"/>
                </a:lnTo>
                <a:lnTo>
                  <a:pt x="523568" y="313343"/>
                </a:lnTo>
                <a:cubicBezTo>
                  <a:pt x="520606" y="317594"/>
                  <a:pt x="516548" y="321136"/>
                  <a:pt x="511331" y="323970"/>
                </a:cubicBezTo>
                <a:cubicBezTo>
                  <a:pt x="506114" y="326740"/>
                  <a:pt x="500124" y="328157"/>
                  <a:pt x="493297" y="328157"/>
                </a:cubicBezTo>
                <a:cubicBezTo>
                  <a:pt x="485632" y="328157"/>
                  <a:pt x="478612" y="326160"/>
                  <a:pt x="472300" y="322231"/>
                </a:cubicBezTo>
                <a:cubicBezTo>
                  <a:pt x="465988" y="318302"/>
                  <a:pt x="460964" y="312699"/>
                  <a:pt x="457293" y="305550"/>
                </a:cubicBezTo>
                <a:cubicBezTo>
                  <a:pt x="453622" y="298336"/>
                  <a:pt x="451754" y="290092"/>
                  <a:pt x="451754" y="280753"/>
                </a:cubicBezTo>
                <a:cubicBezTo>
                  <a:pt x="451754" y="271414"/>
                  <a:pt x="453622" y="263363"/>
                  <a:pt x="457293" y="256214"/>
                </a:cubicBezTo>
                <a:lnTo>
                  <a:pt x="457357" y="256214"/>
                </a:lnTo>
                <a:cubicBezTo>
                  <a:pt x="461029" y="249064"/>
                  <a:pt x="466052" y="243590"/>
                  <a:pt x="472364" y="239725"/>
                </a:cubicBezTo>
                <a:cubicBezTo>
                  <a:pt x="478676" y="235861"/>
                  <a:pt x="485697" y="233993"/>
                  <a:pt x="493490" y="233993"/>
                </a:cubicBezTo>
                <a:close/>
                <a:moveTo>
                  <a:pt x="270963" y="233993"/>
                </a:moveTo>
                <a:cubicBezTo>
                  <a:pt x="281848" y="233993"/>
                  <a:pt x="290478" y="236698"/>
                  <a:pt x="296983" y="242173"/>
                </a:cubicBezTo>
                <a:cubicBezTo>
                  <a:pt x="303424" y="247583"/>
                  <a:pt x="307031" y="254925"/>
                  <a:pt x="307675" y="264136"/>
                </a:cubicBezTo>
                <a:lnTo>
                  <a:pt x="285648" y="264136"/>
                </a:lnTo>
                <a:cubicBezTo>
                  <a:pt x="285326" y="260529"/>
                  <a:pt x="283780" y="257631"/>
                  <a:pt x="281139" y="255505"/>
                </a:cubicBezTo>
                <a:cubicBezTo>
                  <a:pt x="278434" y="253380"/>
                  <a:pt x="274827" y="252285"/>
                  <a:pt x="270383" y="252285"/>
                </a:cubicBezTo>
                <a:cubicBezTo>
                  <a:pt x="266197" y="252285"/>
                  <a:pt x="262976" y="253058"/>
                  <a:pt x="260722" y="254603"/>
                </a:cubicBezTo>
                <a:cubicBezTo>
                  <a:pt x="258468" y="256149"/>
                  <a:pt x="257373" y="258275"/>
                  <a:pt x="257373" y="261044"/>
                </a:cubicBezTo>
                <a:cubicBezTo>
                  <a:pt x="257373" y="264136"/>
                  <a:pt x="258918" y="266454"/>
                  <a:pt x="262010" y="268065"/>
                </a:cubicBezTo>
                <a:cubicBezTo>
                  <a:pt x="265102" y="269675"/>
                  <a:pt x="269868" y="271285"/>
                  <a:pt x="276309" y="272895"/>
                </a:cubicBezTo>
                <a:cubicBezTo>
                  <a:pt x="282878" y="274570"/>
                  <a:pt x="288353" y="276244"/>
                  <a:pt x="292604" y="277983"/>
                </a:cubicBezTo>
                <a:cubicBezTo>
                  <a:pt x="296855" y="279722"/>
                  <a:pt x="300590" y="282427"/>
                  <a:pt x="303746" y="286163"/>
                </a:cubicBezTo>
                <a:cubicBezTo>
                  <a:pt x="306902" y="289834"/>
                  <a:pt x="308512" y="294665"/>
                  <a:pt x="308577" y="300719"/>
                </a:cubicBezTo>
                <a:cubicBezTo>
                  <a:pt x="308577" y="306001"/>
                  <a:pt x="307095" y="310702"/>
                  <a:pt x="304197" y="314889"/>
                </a:cubicBezTo>
                <a:cubicBezTo>
                  <a:pt x="301299" y="319075"/>
                  <a:pt x="297112" y="322296"/>
                  <a:pt x="291702" y="324679"/>
                </a:cubicBezTo>
                <a:cubicBezTo>
                  <a:pt x="286292" y="327062"/>
                  <a:pt x="279915" y="328221"/>
                  <a:pt x="272702" y="328221"/>
                </a:cubicBezTo>
                <a:cubicBezTo>
                  <a:pt x="265488" y="328221"/>
                  <a:pt x="258532" y="326869"/>
                  <a:pt x="252607" y="324164"/>
                </a:cubicBezTo>
                <a:lnTo>
                  <a:pt x="252542" y="324099"/>
                </a:lnTo>
                <a:cubicBezTo>
                  <a:pt x="246617" y="321394"/>
                  <a:pt x="241915" y="317787"/>
                  <a:pt x="238437" y="313150"/>
                </a:cubicBezTo>
                <a:cubicBezTo>
                  <a:pt x="234959" y="308513"/>
                  <a:pt x="233091" y="303424"/>
                  <a:pt x="232769" y="297821"/>
                </a:cubicBezTo>
                <a:lnTo>
                  <a:pt x="255956" y="297821"/>
                </a:lnTo>
                <a:cubicBezTo>
                  <a:pt x="256407" y="301363"/>
                  <a:pt x="258146" y="304262"/>
                  <a:pt x="261108" y="306516"/>
                </a:cubicBezTo>
                <a:cubicBezTo>
                  <a:pt x="264071" y="308770"/>
                  <a:pt x="267871" y="309994"/>
                  <a:pt x="272380" y="309994"/>
                </a:cubicBezTo>
                <a:cubicBezTo>
                  <a:pt x="276888" y="309994"/>
                  <a:pt x="280173" y="309092"/>
                  <a:pt x="282685" y="307353"/>
                </a:cubicBezTo>
                <a:cubicBezTo>
                  <a:pt x="285132" y="305614"/>
                  <a:pt x="286421" y="303360"/>
                  <a:pt x="286421" y="300590"/>
                </a:cubicBezTo>
                <a:cubicBezTo>
                  <a:pt x="286421" y="297628"/>
                  <a:pt x="284939" y="295373"/>
                  <a:pt x="281912" y="293892"/>
                </a:cubicBezTo>
                <a:cubicBezTo>
                  <a:pt x="278885" y="292411"/>
                  <a:pt x="274119" y="290800"/>
                  <a:pt x="267485" y="289061"/>
                </a:cubicBezTo>
                <a:cubicBezTo>
                  <a:pt x="260657" y="287387"/>
                  <a:pt x="255118" y="285712"/>
                  <a:pt x="250803" y="283973"/>
                </a:cubicBezTo>
                <a:cubicBezTo>
                  <a:pt x="246488" y="282234"/>
                  <a:pt x="242752" y="279529"/>
                  <a:pt x="239596" y="275922"/>
                </a:cubicBezTo>
                <a:cubicBezTo>
                  <a:pt x="236440" y="272315"/>
                  <a:pt x="234894" y="267421"/>
                  <a:pt x="234894" y="261302"/>
                </a:cubicBezTo>
                <a:cubicBezTo>
                  <a:pt x="234894" y="256278"/>
                  <a:pt x="236376" y="251641"/>
                  <a:pt x="239274" y="247454"/>
                </a:cubicBezTo>
                <a:cubicBezTo>
                  <a:pt x="242173" y="243268"/>
                  <a:pt x="246359" y="239983"/>
                  <a:pt x="251769" y="237600"/>
                </a:cubicBezTo>
                <a:cubicBezTo>
                  <a:pt x="257179" y="235217"/>
                  <a:pt x="263620" y="233993"/>
                  <a:pt x="270963" y="233993"/>
                </a:cubicBezTo>
                <a:close/>
                <a:moveTo>
                  <a:pt x="161791" y="233993"/>
                </a:moveTo>
                <a:cubicBezTo>
                  <a:pt x="168618" y="233993"/>
                  <a:pt x="174544" y="235346"/>
                  <a:pt x="179632" y="238115"/>
                </a:cubicBezTo>
                <a:cubicBezTo>
                  <a:pt x="184720" y="240885"/>
                  <a:pt x="188842" y="244298"/>
                  <a:pt x="191869" y="248485"/>
                </a:cubicBezTo>
                <a:lnTo>
                  <a:pt x="191869" y="235474"/>
                </a:lnTo>
                <a:lnTo>
                  <a:pt x="215056" y="235474"/>
                </a:lnTo>
                <a:lnTo>
                  <a:pt x="215056" y="326676"/>
                </a:lnTo>
                <a:lnTo>
                  <a:pt x="191869" y="326676"/>
                </a:lnTo>
                <a:lnTo>
                  <a:pt x="191869" y="313343"/>
                </a:lnTo>
                <a:cubicBezTo>
                  <a:pt x="188907" y="317594"/>
                  <a:pt x="184849" y="321136"/>
                  <a:pt x="179632" y="323970"/>
                </a:cubicBezTo>
                <a:cubicBezTo>
                  <a:pt x="174415" y="326740"/>
                  <a:pt x="168425" y="328157"/>
                  <a:pt x="161598" y="328157"/>
                </a:cubicBezTo>
                <a:cubicBezTo>
                  <a:pt x="153933" y="328157"/>
                  <a:pt x="146913" y="326160"/>
                  <a:pt x="140601" y="322231"/>
                </a:cubicBezTo>
                <a:cubicBezTo>
                  <a:pt x="134289" y="318303"/>
                  <a:pt x="129265" y="312699"/>
                  <a:pt x="125594" y="305550"/>
                </a:cubicBezTo>
                <a:cubicBezTo>
                  <a:pt x="121923" y="298336"/>
                  <a:pt x="120055" y="290092"/>
                  <a:pt x="120055" y="280753"/>
                </a:cubicBezTo>
                <a:cubicBezTo>
                  <a:pt x="120055" y="271414"/>
                  <a:pt x="121923" y="263363"/>
                  <a:pt x="125594" y="256214"/>
                </a:cubicBezTo>
                <a:lnTo>
                  <a:pt x="125658" y="256214"/>
                </a:lnTo>
                <a:cubicBezTo>
                  <a:pt x="129330" y="249064"/>
                  <a:pt x="134353" y="243590"/>
                  <a:pt x="140665" y="239725"/>
                </a:cubicBezTo>
                <a:cubicBezTo>
                  <a:pt x="146977" y="235861"/>
                  <a:pt x="153998" y="233993"/>
                  <a:pt x="161791" y="233993"/>
                </a:cubicBezTo>
                <a:close/>
                <a:moveTo>
                  <a:pt x="2407748" y="233992"/>
                </a:moveTo>
                <a:cubicBezTo>
                  <a:pt x="2414575" y="233992"/>
                  <a:pt x="2420501" y="235345"/>
                  <a:pt x="2425589" y="238114"/>
                </a:cubicBezTo>
                <a:cubicBezTo>
                  <a:pt x="2430677" y="240884"/>
                  <a:pt x="2434799" y="244298"/>
                  <a:pt x="2437826" y="248484"/>
                </a:cubicBezTo>
                <a:lnTo>
                  <a:pt x="2437826" y="235474"/>
                </a:lnTo>
                <a:lnTo>
                  <a:pt x="2461013" y="235474"/>
                </a:lnTo>
                <a:lnTo>
                  <a:pt x="2461013" y="326675"/>
                </a:lnTo>
                <a:lnTo>
                  <a:pt x="2437826" y="326675"/>
                </a:lnTo>
                <a:lnTo>
                  <a:pt x="2437826" y="313342"/>
                </a:lnTo>
                <a:cubicBezTo>
                  <a:pt x="2434864" y="317593"/>
                  <a:pt x="2430806" y="321136"/>
                  <a:pt x="2425589" y="323970"/>
                </a:cubicBezTo>
                <a:cubicBezTo>
                  <a:pt x="2420372" y="326739"/>
                  <a:pt x="2414382" y="328156"/>
                  <a:pt x="2407555" y="328156"/>
                </a:cubicBezTo>
                <a:cubicBezTo>
                  <a:pt x="2399890" y="328156"/>
                  <a:pt x="2392870" y="326160"/>
                  <a:pt x="2386558" y="322231"/>
                </a:cubicBezTo>
                <a:cubicBezTo>
                  <a:pt x="2380246" y="318302"/>
                  <a:pt x="2375222" y="312698"/>
                  <a:pt x="2371551" y="305549"/>
                </a:cubicBezTo>
                <a:cubicBezTo>
                  <a:pt x="2367880" y="298336"/>
                  <a:pt x="2366012" y="290091"/>
                  <a:pt x="2366012" y="280752"/>
                </a:cubicBezTo>
                <a:cubicBezTo>
                  <a:pt x="2366012" y="271413"/>
                  <a:pt x="2367880" y="263362"/>
                  <a:pt x="2371551" y="256213"/>
                </a:cubicBezTo>
                <a:lnTo>
                  <a:pt x="2371615" y="256213"/>
                </a:lnTo>
                <a:cubicBezTo>
                  <a:pt x="2375287" y="249064"/>
                  <a:pt x="2380310" y="243589"/>
                  <a:pt x="2386622" y="239725"/>
                </a:cubicBezTo>
                <a:cubicBezTo>
                  <a:pt x="2392934" y="235860"/>
                  <a:pt x="2399955" y="233992"/>
                  <a:pt x="2407748" y="233992"/>
                </a:cubicBezTo>
                <a:close/>
                <a:moveTo>
                  <a:pt x="331055" y="212996"/>
                </a:moveTo>
                <a:lnTo>
                  <a:pt x="354242" y="212996"/>
                </a:lnTo>
                <a:lnTo>
                  <a:pt x="354242" y="235539"/>
                </a:lnTo>
                <a:lnTo>
                  <a:pt x="374659" y="235539"/>
                </a:lnTo>
                <a:lnTo>
                  <a:pt x="374659" y="254474"/>
                </a:lnTo>
                <a:lnTo>
                  <a:pt x="354242" y="254474"/>
                </a:lnTo>
                <a:lnTo>
                  <a:pt x="354242" y="298529"/>
                </a:lnTo>
                <a:cubicBezTo>
                  <a:pt x="354242" y="301621"/>
                  <a:pt x="355015" y="303811"/>
                  <a:pt x="356496" y="305228"/>
                </a:cubicBezTo>
                <a:cubicBezTo>
                  <a:pt x="357977" y="306580"/>
                  <a:pt x="360489" y="307289"/>
                  <a:pt x="363967" y="307289"/>
                </a:cubicBezTo>
                <a:lnTo>
                  <a:pt x="374659" y="307289"/>
                </a:lnTo>
                <a:lnTo>
                  <a:pt x="374659" y="326740"/>
                </a:lnTo>
                <a:lnTo>
                  <a:pt x="360167" y="326740"/>
                </a:lnTo>
                <a:cubicBezTo>
                  <a:pt x="340716" y="326740"/>
                  <a:pt x="331055" y="317272"/>
                  <a:pt x="331055" y="298400"/>
                </a:cubicBezTo>
                <a:lnTo>
                  <a:pt x="331055" y="254474"/>
                </a:lnTo>
                <a:lnTo>
                  <a:pt x="320170" y="254474"/>
                </a:lnTo>
                <a:lnTo>
                  <a:pt x="320170" y="235539"/>
                </a:lnTo>
                <a:lnTo>
                  <a:pt x="331055" y="235539"/>
                </a:lnTo>
                <a:close/>
                <a:moveTo>
                  <a:pt x="0" y="211772"/>
                </a:moveTo>
                <a:lnTo>
                  <a:pt x="24668" y="211772"/>
                </a:lnTo>
                <a:lnTo>
                  <a:pt x="56292" y="303102"/>
                </a:lnTo>
                <a:lnTo>
                  <a:pt x="87723" y="211772"/>
                </a:lnTo>
                <a:lnTo>
                  <a:pt x="112262" y="211772"/>
                </a:lnTo>
                <a:lnTo>
                  <a:pt x="70140" y="326675"/>
                </a:lnTo>
                <a:lnTo>
                  <a:pt x="42123" y="326675"/>
                </a:lnTo>
                <a:close/>
                <a:moveTo>
                  <a:pt x="608522" y="211643"/>
                </a:moveTo>
                <a:lnTo>
                  <a:pt x="631580" y="211643"/>
                </a:lnTo>
                <a:lnTo>
                  <a:pt x="683750" y="290671"/>
                </a:lnTo>
                <a:lnTo>
                  <a:pt x="683750" y="211643"/>
                </a:lnTo>
                <a:lnTo>
                  <a:pt x="706808" y="211643"/>
                </a:lnTo>
                <a:lnTo>
                  <a:pt x="706808" y="326675"/>
                </a:lnTo>
                <a:lnTo>
                  <a:pt x="683750" y="326675"/>
                </a:lnTo>
                <a:lnTo>
                  <a:pt x="631580" y="247840"/>
                </a:lnTo>
                <a:lnTo>
                  <a:pt x="631580" y="326675"/>
                </a:lnTo>
                <a:lnTo>
                  <a:pt x="608522" y="326675"/>
                </a:lnTo>
                <a:close/>
                <a:moveTo>
                  <a:pt x="2549316" y="204880"/>
                </a:moveTo>
                <a:lnTo>
                  <a:pt x="2572696" y="204880"/>
                </a:lnTo>
                <a:lnTo>
                  <a:pt x="2572696" y="326675"/>
                </a:lnTo>
                <a:lnTo>
                  <a:pt x="2549316" y="326675"/>
                </a:lnTo>
                <a:lnTo>
                  <a:pt x="2549316" y="313149"/>
                </a:lnTo>
                <a:cubicBezTo>
                  <a:pt x="2546482" y="317658"/>
                  <a:pt x="2542488" y="321264"/>
                  <a:pt x="2537271" y="324034"/>
                </a:cubicBezTo>
                <a:cubicBezTo>
                  <a:pt x="2532119" y="326803"/>
                  <a:pt x="2526129" y="328156"/>
                  <a:pt x="2519302" y="328156"/>
                </a:cubicBezTo>
                <a:cubicBezTo>
                  <a:pt x="2511637" y="328156"/>
                  <a:pt x="2504617" y="326159"/>
                  <a:pt x="2498241" y="322231"/>
                </a:cubicBezTo>
                <a:cubicBezTo>
                  <a:pt x="2491864" y="318302"/>
                  <a:pt x="2486840" y="312698"/>
                  <a:pt x="2483169" y="305549"/>
                </a:cubicBezTo>
                <a:cubicBezTo>
                  <a:pt x="2479498" y="298335"/>
                  <a:pt x="2477630" y="290091"/>
                  <a:pt x="2477630" y="280752"/>
                </a:cubicBezTo>
                <a:cubicBezTo>
                  <a:pt x="2477630" y="271413"/>
                  <a:pt x="2479498" y="263362"/>
                  <a:pt x="2483169" y="256213"/>
                </a:cubicBezTo>
                <a:lnTo>
                  <a:pt x="2483233" y="256213"/>
                </a:lnTo>
                <a:cubicBezTo>
                  <a:pt x="2486905" y="249064"/>
                  <a:pt x="2491928" y="243589"/>
                  <a:pt x="2498305" y="239724"/>
                </a:cubicBezTo>
                <a:cubicBezTo>
                  <a:pt x="2504681" y="235860"/>
                  <a:pt x="2511766" y="233992"/>
                  <a:pt x="2519559" y="233992"/>
                </a:cubicBezTo>
                <a:cubicBezTo>
                  <a:pt x="2525485" y="233992"/>
                  <a:pt x="2531153" y="235280"/>
                  <a:pt x="2536499" y="237857"/>
                </a:cubicBezTo>
                <a:cubicBezTo>
                  <a:pt x="2541844" y="240433"/>
                  <a:pt x="2546160" y="243847"/>
                  <a:pt x="2549316" y="248162"/>
                </a:cubicBezTo>
                <a:close/>
                <a:moveTo>
                  <a:pt x="1892359" y="204880"/>
                </a:moveTo>
                <a:lnTo>
                  <a:pt x="1915739" y="204880"/>
                </a:lnTo>
                <a:lnTo>
                  <a:pt x="1915739" y="326675"/>
                </a:lnTo>
                <a:lnTo>
                  <a:pt x="1892359" y="326675"/>
                </a:lnTo>
                <a:lnTo>
                  <a:pt x="1892359" y="313149"/>
                </a:lnTo>
                <a:cubicBezTo>
                  <a:pt x="1889525" y="317658"/>
                  <a:pt x="1885531" y="321264"/>
                  <a:pt x="1880314" y="324034"/>
                </a:cubicBezTo>
                <a:cubicBezTo>
                  <a:pt x="1875162" y="326803"/>
                  <a:pt x="1869172" y="328156"/>
                  <a:pt x="1862345" y="328156"/>
                </a:cubicBezTo>
                <a:cubicBezTo>
                  <a:pt x="1854680" y="328156"/>
                  <a:pt x="1847660" y="326159"/>
                  <a:pt x="1841284" y="322231"/>
                </a:cubicBezTo>
                <a:cubicBezTo>
                  <a:pt x="1834907" y="318302"/>
                  <a:pt x="1829883" y="312698"/>
                  <a:pt x="1826212" y="305549"/>
                </a:cubicBezTo>
                <a:cubicBezTo>
                  <a:pt x="1822541" y="298335"/>
                  <a:pt x="1820673" y="290091"/>
                  <a:pt x="1820673" y="280752"/>
                </a:cubicBezTo>
                <a:cubicBezTo>
                  <a:pt x="1820673" y="271413"/>
                  <a:pt x="1822541" y="263362"/>
                  <a:pt x="1826212" y="256213"/>
                </a:cubicBezTo>
                <a:lnTo>
                  <a:pt x="1826276" y="256213"/>
                </a:lnTo>
                <a:cubicBezTo>
                  <a:pt x="1829948" y="249064"/>
                  <a:pt x="1834971" y="243589"/>
                  <a:pt x="1841348" y="239724"/>
                </a:cubicBezTo>
                <a:cubicBezTo>
                  <a:pt x="1847724" y="235860"/>
                  <a:pt x="1854809" y="233992"/>
                  <a:pt x="1862602" y="233992"/>
                </a:cubicBezTo>
                <a:cubicBezTo>
                  <a:pt x="1868528" y="233992"/>
                  <a:pt x="1874196" y="235280"/>
                  <a:pt x="1879542" y="237857"/>
                </a:cubicBezTo>
                <a:cubicBezTo>
                  <a:pt x="1884887" y="240433"/>
                  <a:pt x="1889203" y="243847"/>
                  <a:pt x="1892359" y="248162"/>
                </a:cubicBezTo>
                <a:close/>
                <a:moveTo>
                  <a:pt x="1161011" y="204880"/>
                </a:moveTo>
                <a:lnTo>
                  <a:pt x="1184391" y="204880"/>
                </a:lnTo>
                <a:lnTo>
                  <a:pt x="1184391" y="326675"/>
                </a:lnTo>
                <a:lnTo>
                  <a:pt x="1161011" y="326675"/>
                </a:lnTo>
                <a:lnTo>
                  <a:pt x="1161011" y="313149"/>
                </a:lnTo>
                <a:cubicBezTo>
                  <a:pt x="1158177" y="317658"/>
                  <a:pt x="1154183" y="321264"/>
                  <a:pt x="1148966" y="324034"/>
                </a:cubicBezTo>
                <a:cubicBezTo>
                  <a:pt x="1143814" y="326803"/>
                  <a:pt x="1137824" y="328156"/>
                  <a:pt x="1130997" y="328156"/>
                </a:cubicBezTo>
                <a:cubicBezTo>
                  <a:pt x="1123332" y="328156"/>
                  <a:pt x="1116312" y="326159"/>
                  <a:pt x="1109935" y="322231"/>
                </a:cubicBezTo>
                <a:cubicBezTo>
                  <a:pt x="1103559" y="318302"/>
                  <a:pt x="1098535" y="312698"/>
                  <a:pt x="1094864" y="305549"/>
                </a:cubicBezTo>
                <a:cubicBezTo>
                  <a:pt x="1091193" y="298335"/>
                  <a:pt x="1089325" y="290091"/>
                  <a:pt x="1089325" y="280752"/>
                </a:cubicBezTo>
                <a:cubicBezTo>
                  <a:pt x="1089325" y="271413"/>
                  <a:pt x="1091193" y="263362"/>
                  <a:pt x="1094864" y="256213"/>
                </a:cubicBezTo>
                <a:lnTo>
                  <a:pt x="1094928" y="256213"/>
                </a:lnTo>
                <a:cubicBezTo>
                  <a:pt x="1098600" y="249064"/>
                  <a:pt x="1103623" y="243589"/>
                  <a:pt x="1110000" y="239724"/>
                </a:cubicBezTo>
                <a:cubicBezTo>
                  <a:pt x="1116376" y="235860"/>
                  <a:pt x="1123461" y="233992"/>
                  <a:pt x="1131254" y="233992"/>
                </a:cubicBezTo>
                <a:cubicBezTo>
                  <a:pt x="1137180" y="233992"/>
                  <a:pt x="1142848" y="235280"/>
                  <a:pt x="1148194" y="237857"/>
                </a:cubicBezTo>
                <a:cubicBezTo>
                  <a:pt x="1153539" y="240433"/>
                  <a:pt x="1157855" y="243847"/>
                  <a:pt x="1161011" y="248162"/>
                </a:cubicBezTo>
                <a:close/>
                <a:moveTo>
                  <a:pt x="1545975" y="204816"/>
                </a:moveTo>
                <a:lnTo>
                  <a:pt x="1569033" y="204816"/>
                </a:lnTo>
                <a:lnTo>
                  <a:pt x="1569033" y="326611"/>
                </a:lnTo>
                <a:lnTo>
                  <a:pt x="1545975" y="326611"/>
                </a:lnTo>
                <a:close/>
                <a:moveTo>
                  <a:pt x="829118" y="204816"/>
                </a:moveTo>
                <a:lnTo>
                  <a:pt x="852176" y="204816"/>
                </a:lnTo>
                <a:lnTo>
                  <a:pt x="852176" y="326611"/>
                </a:lnTo>
                <a:lnTo>
                  <a:pt x="829118" y="326611"/>
                </a:lnTo>
                <a:close/>
                <a:moveTo>
                  <a:pt x="1708475" y="202691"/>
                </a:moveTo>
                <a:cubicBezTo>
                  <a:pt x="1711567" y="202691"/>
                  <a:pt x="1714143" y="203786"/>
                  <a:pt x="1716269" y="205911"/>
                </a:cubicBezTo>
                <a:cubicBezTo>
                  <a:pt x="1718394" y="208037"/>
                  <a:pt x="1719489" y="210678"/>
                  <a:pt x="1719489" y="213705"/>
                </a:cubicBezTo>
                <a:cubicBezTo>
                  <a:pt x="1719489" y="216732"/>
                  <a:pt x="1718394" y="219373"/>
                  <a:pt x="1716269" y="221434"/>
                </a:cubicBezTo>
                <a:cubicBezTo>
                  <a:pt x="1714143" y="223495"/>
                  <a:pt x="1711503" y="224590"/>
                  <a:pt x="1708475" y="224590"/>
                </a:cubicBezTo>
                <a:cubicBezTo>
                  <a:pt x="1705448" y="224590"/>
                  <a:pt x="1702808" y="223559"/>
                  <a:pt x="1700746" y="221434"/>
                </a:cubicBezTo>
                <a:cubicBezTo>
                  <a:pt x="1698685" y="219373"/>
                  <a:pt x="1697591" y="216796"/>
                  <a:pt x="1697591" y="213705"/>
                </a:cubicBezTo>
                <a:cubicBezTo>
                  <a:pt x="1697591" y="210613"/>
                  <a:pt x="1698621" y="208037"/>
                  <a:pt x="1700746" y="205911"/>
                </a:cubicBezTo>
                <a:cubicBezTo>
                  <a:pt x="1702872" y="203786"/>
                  <a:pt x="1705384" y="202691"/>
                  <a:pt x="1708475" y="202691"/>
                </a:cubicBezTo>
                <a:close/>
                <a:moveTo>
                  <a:pt x="1678011" y="202691"/>
                </a:moveTo>
                <a:cubicBezTo>
                  <a:pt x="1681102" y="202691"/>
                  <a:pt x="1683678" y="203786"/>
                  <a:pt x="1685804" y="205911"/>
                </a:cubicBezTo>
                <a:cubicBezTo>
                  <a:pt x="1687929" y="208037"/>
                  <a:pt x="1689024" y="210678"/>
                  <a:pt x="1689024" y="213705"/>
                </a:cubicBezTo>
                <a:cubicBezTo>
                  <a:pt x="1689024" y="216732"/>
                  <a:pt x="1687929" y="219373"/>
                  <a:pt x="1685804" y="221434"/>
                </a:cubicBezTo>
                <a:cubicBezTo>
                  <a:pt x="1683678" y="223495"/>
                  <a:pt x="1681038" y="224590"/>
                  <a:pt x="1678011" y="224590"/>
                </a:cubicBezTo>
                <a:cubicBezTo>
                  <a:pt x="1674983" y="224590"/>
                  <a:pt x="1672343" y="223559"/>
                  <a:pt x="1670282" y="221434"/>
                </a:cubicBezTo>
                <a:cubicBezTo>
                  <a:pt x="1668221" y="219373"/>
                  <a:pt x="1667126" y="216796"/>
                  <a:pt x="1667126" y="213705"/>
                </a:cubicBezTo>
                <a:cubicBezTo>
                  <a:pt x="1667126" y="210613"/>
                  <a:pt x="1668156" y="208037"/>
                  <a:pt x="1670282" y="205911"/>
                </a:cubicBezTo>
                <a:cubicBezTo>
                  <a:pt x="1672343" y="203786"/>
                  <a:pt x="1674919" y="202691"/>
                  <a:pt x="1678011" y="202691"/>
                </a:cubicBezTo>
                <a:close/>
                <a:moveTo>
                  <a:pt x="1494319" y="202691"/>
                </a:moveTo>
                <a:cubicBezTo>
                  <a:pt x="1497411" y="202691"/>
                  <a:pt x="1499987" y="203786"/>
                  <a:pt x="1502113" y="205911"/>
                </a:cubicBezTo>
                <a:cubicBezTo>
                  <a:pt x="1504238" y="208037"/>
                  <a:pt x="1505333" y="210678"/>
                  <a:pt x="1505333" y="213705"/>
                </a:cubicBezTo>
                <a:cubicBezTo>
                  <a:pt x="1505333" y="216732"/>
                  <a:pt x="1504238" y="219373"/>
                  <a:pt x="1502113" y="221434"/>
                </a:cubicBezTo>
                <a:cubicBezTo>
                  <a:pt x="1499987" y="223495"/>
                  <a:pt x="1497346" y="224590"/>
                  <a:pt x="1494319" y="224590"/>
                </a:cubicBezTo>
                <a:cubicBezTo>
                  <a:pt x="1491292" y="224590"/>
                  <a:pt x="1488652" y="223559"/>
                  <a:pt x="1486590" y="221434"/>
                </a:cubicBezTo>
                <a:cubicBezTo>
                  <a:pt x="1484529" y="219373"/>
                  <a:pt x="1483435" y="216796"/>
                  <a:pt x="1483435" y="213705"/>
                </a:cubicBezTo>
                <a:cubicBezTo>
                  <a:pt x="1483435" y="210613"/>
                  <a:pt x="1484465" y="208037"/>
                  <a:pt x="1486590" y="205911"/>
                </a:cubicBezTo>
                <a:cubicBezTo>
                  <a:pt x="1488716" y="203786"/>
                  <a:pt x="1491228" y="202691"/>
                  <a:pt x="1494319" y="202691"/>
                </a:cubicBezTo>
                <a:close/>
                <a:moveTo>
                  <a:pt x="1463855" y="202691"/>
                </a:moveTo>
                <a:cubicBezTo>
                  <a:pt x="1466946" y="202691"/>
                  <a:pt x="1469522" y="203786"/>
                  <a:pt x="1471648" y="205911"/>
                </a:cubicBezTo>
                <a:cubicBezTo>
                  <a:pt x="1473773" y="208037"/>
                  <a:pt x="1474868" y="210678"/>
                  <a:pt x="1474868" y="213705"/>
                </a:cubicBezTo>
                <a:cubicBezTo>
                  <a:pt x="1474868" y="216732"/>
                  <a:pt x="1473773" y="219373"/>
                  <a:pt x="1471648" y="221434"/>
                </a:cubicBezTo>
                <a:cubicBezTo>
                  <a:pt x="1469522" y="223495"/>
                  <a:pt x="1466882" y="224590"/>
                  <a:pt x="1463855" y="224590"/>
                </a:cubicBezTo>
                <a:cubicBezTo>
                  <a:pt x="1460827" y="224590"/>
                  <a:pt x="1458187" y="223559"/>
                  <a:pt x="1456126" y="221434"/>
                </a:cubicBezTo>
                <a:cubicBezTo>
                  <a:pt x="1454065" y="219373"/>
                  <a:pt x="1452970" y="216796"/>
                  <a:pt x="1452970" y="213705"/>
                </a:cubicBezTo>
                <a:cubicBezTo>
                  <a:pt x="1452970" y="210613"/>
                  <a:pt x="1454000" y="208037"/>
                  <a:pt x="1456126" y="205911"/>
                </a:cubicBezTo>
                <a:cubicBezTo>
                  <a:pt x="1458187" y="203786"/>
                  <a:pt x="1460763" y="202691"/>
                  <a:pt x="1463855" y="202691"/>
                </a:cubicBezTo>
                <a:close/>
                <a:moveTo>
                  <a:pt x="186008" y="202691"/>
                </a:moveTo>
                <a:cubicBezTo>
                  <a:pt x="189100" y="202691"/>
                  <a:pt x="191676" y="203786"/>
                  <a:pt x="193802" y="205911"/>
                </a:cubicBezTo>
                <a:cubicBezTo>
                  <a:pt x="195927" y="208037"/>
                  <a:pt x="197022" y="210678"/>
                  <a:pt x="197022" y="213705"/>
                </a:cubicBezTo>
                <a:cubicBezTo>
                  <a:pt x="197022" y="216732"/>
                  <a:pt x="195927" y="219373"/>
                  <a:pt x="193802" y="221434"/>
                </a:cubicBezTo>
                <a:cubicBezTo>
                  <a:pt x="191676" y="223495"/>
                  <a:pt x="189036" y="224590"/>
                  <a:pt x="186008" y="224590"/>
                </a:cubicBezTo>
                <a:cubicBezTo>
                  <a:pt x="182981" y="224590"/>
                  <a:pt x="180341" y="223559"/>
                  <a:pt x="178279" y="221434"/>
                </a:cubicBezTo>
                <a:cubicBezTo>
                  <a:pt x="176218" y="219373"/>
                  <a:pt x="175123" y="216796"/>
                  <a:pt x="175123" y="213705"/>
                </a:cubicBezTo>
                <a:cubicBezTo>
                  <a:pt x="175123" y="210613"/>
                  <a:pt x="176154" y="208037"/>
                  <a:pt x="178279" y="205911"/>
                </a:cubicBezTo>
                <a:cubicBezTo>
                  <a:pt x="180405" y="203786"/>
                  <a:pt x="182917" y="202691"/>
                  <a:pt x="186008" y="202691"/>
                </a:cubicBezTo>
                <a:close/>
                <a:moveTo>
                  <a:pt x="155544" y="202691"/>
                </a:moveTo>
                <a:cubicBezTo>
                  <a:pt x="158635" y="202691"/>
                  <a:pt x="161211" y="203786"/>
                  <a:pt x="163337" y="205911"/>
                </a:cubicBezTo>
                <a:cubicBezTo>
                  <a:pt x="165462" y="208037"/>
                  <a:pt x="166557" y="210678"/>
                  <a:pt x="166557" y="213705"/>
                </a:cubicBezTo>
                <a:cubicBezTo>
                  <a:pt x="166557" y="216732"/>
                  <a:pt x="165462" y="219373"/>
                  <a:pt x="163337" y="221434"/>
                </a:cubicBezTo>
                <a:cubicBezTo>
                  <a:pt x="161211" y="223495"/>
                  <a:pt x="158571" y="224590"/>
                  <a:pt x="155544" y="224590"/>
                </a:cubicBezTo>
                <a:cubicBezTo>
                  <a:pt x="152516" y="224590"/>
                  <a:pt x="149876" y="223559"/>
                  <a:pt x="147815" y="221434"/>
                </a:cubicBezTo>
                <a:cubicBezTo>
                  <a:pt x="145754" y="219373"/>
                  <a:pt x="144659" y="216796"/>
                  <a:pt x="144659" y="213705"/>
                </a:cubicBezTo>
                <a:cubicBezTo>
                  <a:pt x="144659" y="210613"/>
                  <a:pt x="145689" y="208037"/>
                  <a:pt x="147815" y="205911"/>
                </a:cubicBezTo>
                <a:cubicBezTo>
                  <a:pt x="149876" y="203786"/>
                  <a:pt x="152452" y="202691"/>
                  <a:pt x="155544" y="202691"/>
                </a:cubicBezTo>
                <a:close/>
                <a:moveTo>
                  <a:pt x="2416765" y="200372"/>
                </a:moveTo>
                <a:cubicBezTo>
                  <a:pt x="2414575" y="200372"/>
                  <a:pt x="2412707" y="201080"/>
                  <a:pt x="2411162" y="202562"/>
                </a:cubicBezTo>
                <a:cubicBezTo>
                  <a:pt x="2409616" y="204043"/>
                  <a:pt x="2408843" y="206040"/>
                  <a:pt x="2408843" y="208551"/>
                </a:cubicBezTo>
                <a:cubicBezTo>
                  <a:pt x="2408843" y="210870"/>
                  <a:pt x="2409616" y="212802"/>
                  <a:pt x="2411162" y="214412"/>
                </a:cubicBezTo>
                <a:cubicBezTo>
                  <a:pt x="2412707" y="216023"/>
                  <a:pt x="2414575" y="216796"/>
                  <a:pt x="2416765" y="216796"/>
                </a:cubicBezTo>
                <a:cubicBezTo>
                  <a:pt x="2418955" y="216796"/>
                  <a:pt x="2420823" y="216023"/>
                  <a:pt x="2422369" y="214412"/>
                </a:cubicBezTo>
                <a:cubicBezTo>
                  <a:pt x="2423914" y="212802"/>
                  <a:pt x="2424687" y="210870"/>
                  <a:pt x="2424687" y="208551"/>
                </a:cubicBezTo>
                <a:cubicBezTo>
                  <a:pt x="2424687" y="206040"/>
                  <a:pt x="2423914" y="204043"/>
                  <a:pt x="2422369" y="202562"/>
                </a:cubicBezTo>
                <a:cubicBezTo>
                  <a:pt x="2420823" y="201080"/>
                  <a:pt x="2418955" y="200372"/>
                  <a:pt x="2416765" y="200372"/>
                </a:cubicBezTo>
                <a:close/>
                <a:moveTo>
                  <a:pt x="1632538" y="198762"/>
                </a:moveTo>
                <a:lnTo>
                  <a:pt x="1632538" y="218213"/>
                </a:lnTo>
                <a:cubicBezTo>
                  <a:pt x="1626935" y="218084"/>
                  <a:pt x="1623070" y="219050"/>
                  <a:pt x="1620880" y="220983"/>
                </a:cubicBezTo>
                <a:cubicBezTo>
                  <a:pt x="1618691" y="222915"/>
                  <a:pt x="1617596" y="226522"/>
                  <a:pt x="1617596" y="231674"/>
                </a:cubicBezTo>
                <a:lnTo>
                  <a:pt x="1617596" y="235474"/>
                </a:lnTo>
                <a:lnTo>
                  <a:pt x="1633569" y="235474"/>
                </a:lnTo>
                <a:lnTo>
                  <a:pt x="1633569" y="254410"/>
                </a:lnTo>
                <a:lnTo>
                  <a:pt x="1617596" y="254410"/>
                </a:lnTo>
                <a:lnTo>
                  <a:pt x="1617596" y="326675"/>
                </a:lnTo>
                <a:lnTo>
                  <a:pt x="1594216" y="326675"/>
                </a:lnTo>
                <a:lnTo>
                  <a:pt x="1594216" y="254410"/>
                </a:lnTo>
                <a:lnTo>
                  <a:pt x="1583846" y="254410"/>
                </a:lnTo>
                <a:lnTo>
                  <a:pt x="1583846" y="235474"/>
                </a:lnTo>
                <a:lnTo>
                  <a:pt x="1594216" y="235474"/>
                </a:lnTo>
                <a:lnTo>
                  <a:pt x="1594216" y="230837"/>
                </a:lnTo>
                <a:cubicBezTo>
                  <a:pt x="1594216" y="219630"/>
                  <a:pt x="1597372" y="211386"/>
                  <a:pt x="1603748" y="206169"/>
                </a:cubicBezTo>
                <a:cubicBezTo>
                  <a:pt x="1610124" y="200888"/>
                  <a:pt x="1619721" y="198440"/>
                  <a:pt x="1632538" y="198762"/>
                </a:cubicBezTo>
                <a:close/>
                <a:moveTo>
                  <a:pt x="2416829" y="189680"/>
                </a:moveTo>
                <a:cubicBezTo>
                  <a:pt x="2422175" y="189680"/>
                  <a:pt x="2426877" y="191419"/>
                  <a:pt x="2430548" y="194897"/>
                </a:cubicBezTo>
                <a:cubicBezTo>
                  <a:pt x="2434220" y="198375"/>
                  <a:pt x="2436087" y="202948"/>
                  <a:pt x="2436087" y="208616"/>
                </a:cubicBezTo>
                <a:cubicBezTo>
                  <a:pt x="2436087" y="214284"/>
                  <a:pt x="2434220" y="218921"/>
                  <a:pt x="2430548" y="222335"/>
                </a:cubicBezTo>
                <a:cubicBezTo>
                  <a:pt x="2426877" y="225813"/>
                  <a:pt x="2422304" y="227552"/>
                  <a:pt x="2416829" y="227552"/>
                </a:cubicBezTo>
                <a:cubicBezTo>
                  <a:pt x="2411355" y="227552"/>
                  <a:pt x="2406911" y="225813"/>
                  <a:pt x="2403175" y="222335"/>
                </a:cubicBezTo>
                <a:cubicBezTo>
                  <a:pt x="2399440" y="218857"/>
                  <a:pt x="2397572" y="214284"/>
                  <a:pt x="2397572" y="208616"/>
                </a:cubicBezTo>
                <a:cubicBezTo>
                  <a:pt x="2397572" y="202948"/>
                  <a:pt x="2399440" y="198311"/>
                  <a:pt x="2403175" y="194897"/>
                </a:cubicBezTo>
                <a:cubicBezTo>
                  <a:pt x="2406911" y="191483"/>
                  <a:pt x="2411484" y="189680"/>
                  <a:pt x="2416829" y="189680"/>
                </a:cubicBezTo>
                <a:close/>
                <a:moveTo>
                  <a:pt x="440806" y="60672"/>
                </a:moveTo>
                <a:lnTo>
                  <a:pt x="510623" y="60672"/>
                </a:lnTo>
                <a:lnTo>
                  <a:pt x="510623" y="80123"/>
                </a:lnTo>
                <a:lnTo>
                  <a:pt x="440806" y="80123"/>
                </a:lnTo>
                <a:close/>
                <a:moveTo>
                  <a:pt x="2596720" y="56679"/>
                </a:moveTo>
                <a:cubicBezTo>
                  <a:pt x="2592404" y="56679"/>
                  <a:pt x="2588476" y="57709"/>
                  <a:pt x="2584869" y="59835"/>
                </a:cubicBezTo>
                <a:cubicBezTo>
                  <a:pt x="2581262" y="61896"/>
                  <a:pt x="2578299" y="64988"/>
                  <a:pt x="2576045" y="68981"/>
                </a:cubicBezTo>
                <a:cubicBezTo>
                  <a:pt x="2573790" y="72974"/>
                  <a:pt x="2572696" y="77740"/>
                  <a:pt x="2572696" y="83215"/>
                </a:cubicBezTo>
                <a:cubicBezTo>
                  <a:pt x="2572696" y="88690"/>
                  <a:pt x="2573790" y="93520"/>
                  <a:pt x="2576045" y="97642"/>
                </a:cubicBezTo>
                <a:cubicBezTo>
                  <a:pt x="2578299" y="101764"/>
                  <a:pt x="2581262" y="104920"/>
                  <a:pt x="2584933" y="107110"/>
                </a:cubicBezTo>
                <a:cubicBezTo>
                  <a:pt x="2588604" y="109300"/>
                  <a:pt x="2592533" y="110395"/>
                  <a:pt x="2596720" y="110395"/>
                </a:cubicBezTo>
                <a:cubicBezTo>
                  <a:pt x="2600906" y="110395"/>
                  <a:pt x="2605028" y="109300"/>
                  <a:pt x="2608764" y="107174"/>
                </a:cubicBezTo>
                <a:cubicBezTo>
                  <a:pt x="2612500" y="105049"/>
                  <a:pt x="2615462" y="101957"/>
                  <a:pt x="2617652" y="97964"/>
                </a:cubicBezTo>
                <a:cubicBezTo>
                  <a:pt x="2619842" y="93971"/>
                  <a:pt x="2620937" y="89140"/>
                  <a:pt x="2620937" y="83537"/>
                </a:cubicBezTo>
                <a:cubicBezTo>
                  <a:pt x="2620937" y="77933"/>
                  <a:pt x="2619842" y="73167"/>
                  <a:pt x="2617652" y="69110"/>
                </a:cubicBezTo>
                <a:cubicBezTo>
                  <a:pt x="2615462" y="65116"/>
                  <a:pt x="2612500" y="62025"/>
                  <a:pt x="2608764" y="59899"/>
                </a:cubicBezTo>
                <a:cubicBezTo>
                  <a:pt x="2605028" y="57774"/>
                  <a:pt x="2601035" y="56679"/>
                  <a:pt x="2596720" y="56679"/>
                </a:cubicBezTo>
                <a:close/>
                <a:moveTo>
                  <a:pt x="1407756" y="56679"/>
                </a:moveTo>
                <a:cubicBezTo>
                  <a:pt x="1403440" y="56679"/>
                  <a:pt x="1399511" y="57709"/>
                  <a:pt x="1395905" y="59835"/>
                </a:cubicBezTo>
                <a:cubicBezTo>
                  <a:pt x="1392298" y="61896"/>
                  <a:pt x="1389335" y="64988"/>
                  <a:pt x="1387081" y="68981"/>
                </a:cubicBezTo>
                <a:cubicBezTo>
                  <a:pt x="1384826" y="72974"/>
                  <a:pt x="1383732" y="77740"/>
                  <a:pt x="1383732" y="83215"/>
                </a:cubicBezTo>
                <a:cubicBezTo>
                  <a:pt x="1383732" y="88690"/>
                  <a:pt x="1384826" y="93520"/>
                  <a:pt x="1387081" y="97642"/>
                </a:cubicBezTo>
                <a:cubicBezTo>
                  <a:pt x="1389335" y="101764"/>
                  <a:pt x="1392298" y="104920"/>
                  <a:pt x="1395969" y="107110"/>
                </a:cubicBezTo>
                <a:cubicBezTo>
                  <a:pt x="1399640" y="109300"/>
                  <a:pt x="1403569" y="110395"/>
                  <a:pt x="1407756" y="110395"/>
                </a:cubicBezTo>
                <a:cubicBezTo>
                  <a:pt x="1411942" y="110395"/>
                  <a:pt x="1416064" y="109300"/>
                  <a:pt x="1419800" y="107174"/>
                </a:cubicBezTo>
                <a:cubicBezTo>
                  <a:pt x="1423536" y="105049"/>
                  <a:pt x="1426498" y="101957"/>
                  <a:pt x="1428688" y="97964"/>
                </a:cubicBezTo>
                <a:cubicBezTo>
                  <a:pt x="1430878" y="93971"/>
                  <a:pt x="1431973" y="89140"/>
                  <a:pt x="1431973" y="83537"/>
                </a:cubicBezTo>
                <a:cubicBezTo>
                  <a:pt x="1431973" y="77933"/>
                  <a:pt x="1430878" y="73167"/>
                  <a:pt x="1428688" y="69110"/>
                </a:cubicBezTo>
                <a:cubicBezTo>
                  <a:pt x="1426498" y="65116"/>
                  <a:pt x="1423536" y="62025"/>
                  <a:pt x="1419800" y="59899"/>
                </a:cubicBezTo>
                <a:cubicBezTo>
                  <a:pt x="1416064" y="57774"/>
                  <a:pt x="1412071" y="56679"/>
                  <a:pt x="1407756" y="56679"/>
                </a:cubicBezTo>
                <a:close/>
                <a:moveTo>
                  <a:pt x="1296138" y="56679"/>
                </a:moveTo>
                <a:cubicBezTo>
                  <a:pt x="1291822" y="56679"/>
                  <a:pt x="1287894" y="57709"/>
                  <a:pt x="1284287" y="59835"/>
                </a:cubicBezTo>
                <a:cubicBezTo>
                  <a:pt x="1280680" y="61896"/>
                  <a:pt x="1277717" y="64988"/>
                  <a:pt x="1275463" y="68981"/>
                </a:cubicBezTo>
                <a:cubicBezTo>
                  <a:pt x="1273208" y="72974"/>
                  <a:pt x="1272114" y="77740"/>
                  <a:pt x="1272114" y="83215"/>
                </a:cubicBezTo>
                <a:cubicBezTo>
                  <a:pt x="1272114" y="88690"/>
                  <a:pt x="1273208" y="93520"/>
                  <a:pt x="1275463" y="97642"/>
                </a:cubicBezTo>
                <a:cubicBezTo>
                  <a:pt x="1277717" y="101764"/>
                  <a:pt x="1280680" y="104920"/>
                  <a:pt x="1284351" y="107110"/>
                </a:cubicBezTo>
                <a:cubicBezTo>
                  <a:pt x="1288022" y="109300"/>
                  <a:pt x="1291951" y="110395"/>
                  <a:pt x="1296138" y="110395"/>
                </a:cubicBezTo>
                <a:cubicBezTo>
                  <a:pt x="1300324" y="110395"/>
                  <a:pt x="1304446" y="109300"/>
                  <a:pt x="1308182" y="107174"/>
                </a:cubicBezTo>
                <a:cubicBezTo>
                  <a:pt x="1311918" y="105049"/>
                  <a:pt x="1314880" y="101957"/>
                  <a:pt x="1317070" y="97964"/>
                </a:cubicBezTo>
                <a:cubicBezTo>
                  <a:pt x="1319260" y="93971"/>
                  <a:pt x="1320355" y="89140"/>
                  <a:pt x="1320355" y="83537"/>
                </a:cubicBezTo>
                <a:cubicBezTo>
                  <a:pt x="1320355" y="77933"/>
                  <a:pt x="1319260" y="73167"/>
                  <a:pt x="1317070" y="69110"/>
                </a:cubicBezTo>
                <a:cubicBezTo>
                  <a:pt x="1314880" y="65116"/>
                  <a:pt x="1311918" y="62025"/>
                  <a:pt x="1308182" y="59899"/>
                </a:cubicBezTo>
                <a:cubicBezTo>
                  <a:pt x="1304446" y="57774"/>
                  <a:pt x="1300453" y="56679"/>
                  <a:pt x="1296138" y="56679"/>
                </a:cubicBezTo>
                <a:close/>
                <a:moveTo>
                  <a:pt x="801681" y="56679"/>
                </a:moveTo>
                <a:cubicBezTo>
                  <a:pt x="797365" y="56679"/>
                  <a:pt x="793436" y="57709"/>
                  <a:pt x="789830" y="59835"/>
                </a:cubicBezTo>
                <a:cubicBezTo>
                  <a:pt x="786223" y="61896"/>
                  <a:pt x="783260" y="64987"/>
                  <a:pt x="781006" y="68980"/>
                </a:cubicBezTo>
                <a:cubicBezTo>
                  <a:pt x="778752" y="72974"/>
                  <a:pt x="777657" y="77740"/>
                  <a:pt x="777657" y="83214"/>
                </a:cubicBezTo>
                <a:cubicBezTo>
                  <a:pt x="777657" y="88689"/>
                  <a:pt x="778752" y="93520"/>
                  <a:pt x="781006" y="97642"/>
                </a:cubicBezTo>
                <a:cubicBezTo>
                  <a:pt x="783260" y="101764"/>
                  <a:pt x="786223" y="104920"/>
                  <a:pt x="789894" y="107110"/>
                </a:cubicBezTo>
                <a:cubicBezTo>
                  <a:pt x="793565" y="109300"/>
                  <a:pt x="797494" y="110394"/>
                  <a:pt x="801681" y="110394"/>
                </a:cubicBezTo>
                <a:cubicBezTo>
                  <a:pt x="805867" y="110394"/>
                  <a:pt x="809989" y="109300"/>
                  <a:pt x="813725" y="107174"/>
                </a:cubicBezTo>
                <a:cubicBezTo>
                  <a:pt x="817460" y="105049"/>
                  <a:pt x="820423" y="101957"/>
                  <a:pt x="822613" y="97964"/>
                </a:cubicBezTo>
                <a:cubicBezTo>
                  <a:pt x="824803" y="93971"/>
                  <a:pt x="825898" y="89140"/>
                  <a:pt x="825898" y="83537"/>
                </a:cubicBezTo>
                <a:cubicBezTo>
                  <a:pt x="825898" y="77933"/>
                  <a:pt x="824803" y="73167"/>
                  <a:pt x="822613" y="69109"/>
                </a:cubicBezTo>
                <a:cubicBezTo>
                  <a:pt x="820423" y="65116"/>
                  <a:pt x="817460" y="62024"/>
                  <a:pt x="813725" y="59899"/>
                </a:cubicBezTo>
                <a:cubicBezTo>
                  <a:pt x="809989" y="57774"/>
                  <a:pt x="805996" y="56679"/>
                  <a:pt x="801681" y="56679"/>
                </a:cubicBezTo>
                <a:close/>
                <a:moveTo>
                  <a:pt x="126240" y="56679"/>
                </a:moveTo>
                <a:cubicBezTo>
                  <a:pt x="121924" y="56679"/>
                  <a:pt x="117995" y="57710"/>
                  <a:pt x="114389" y="59835"/>
                </a:cubicBezTo>
                <a:cubicBezTo>
                  <a:pt x="110782" y="61896"/>
                  <a:pt x="107819" y="64988"/>
                  <a:pt x="105565" y="68981"/>
                </a:cubicBezTo>
                <a:cubicBezTo>
                  <a:pt x="103311" y="72974"/>
                  <a:pt x="102216" y="77740"/>
                  <a:pt x="102216" y="83215"/>
                </a:cubicBezTo>
                <a:cubicBezTo>
                  <a:pt x="102216" y="88690"/>
                  <a:pt x="103311" y="93520"/>
                  <a:pt x="105565" y="97642"/>
                </a:cubicBezTo>
                <a:cubicBezTo>
                  <a:pt x="107819" y="101764"/>
                  <a:pt x="110782" y="104920"/>
                  <a:pt x="114453" y="107110"/>
                </a:cubicBezTo>
                <a:cubicBezTo>
                  <a:pt x="118124" y="109300"/>
                  <a:pt x="122053" y="110395"/>
                  <a:pt x="126240" y="110395"/>
                </a:cubicBezTo>
                <a:cubicBezTo>
                  <a:pt x="130426" y="110395"/>
                  <a:pt x="134548" y="109300"/>
                  <a:pt x="138284" y="107175"/>
                </a:cubicBezTo>
                <a:cubicBezTo>
                  <a:pt x="142019" y="105049"/>
                  <a:pt x="144982" y="101958"/>
                  <a:pt x="147172" y="97964"/>
                </a:cubicBezTo>
                <a:cubicBezTo>
                  <a:pt x="149361" y="93971"/>
                  <a:pt x="150457" y="89140"/>
                  <a:pt x="150457" y="83537"/>
                </a:cubicBezTo>
                <a:cubicBezTo>
                  <a:pt x="150457" y="77934"/>
                  <a:pt x="149361" y="73167"/>
                  <a:pt x="147172" y="69110"/>
                </a:cubicBezTo>
                <a:cubicBezTo>
                  <a:pt x="144982" y="65116"/>
                  <a:pt x="142019" y="62025"/>
                  <a:pt x="138284" y="59899"/>
                </a:cubicBezTo>
                <a:cubicBezTo>
                  <a:pt x="134548" y="57774"/>
                  <a:pt x="130555" y="56679"/>
                  <a:pt x="126240" y="56679"/>
                </a:cubicBezTo>
                <a:close/>
                <a:moveTo>
                  <a:pt x="2226698" y="56550"/>
                </a:moveTo>
                <a:cubicBezTo>
                  <a:pt x="2220129" y="56550"/>
                  <a:pt x="2214589" y="58869"/>
                  <a:pt x="2210145" y="63571"/>
                </a:cubicBezTo>
                <a:cubicBezTo>
                  <a:pt x="2205701" y="68272"/>
                  <a:pt x="2203447" y="74906"/>
                  <a:pt x="2203447" y="83537"/>
                </a:cubicBezTo>
                <a:cubicBezTo>
                  <a:pt x="2203447" y="92168"/>
                  <a:pt x="2205637" y="98866"/>
                  <a:pt x="2209952" y="103568"/>
                </a:cubicBezTo>
                <a:cubicBezTo>
                  <a:pt x="2214267" y="108205"/>
                  <a:pt x="2219742" y="110588"/>
                  <a:pt x="2226312" y="110588"/>
                </a:cubicBezTo>
                <a:cubicBezTo>
                  <a:pt x="2230498" y="110588"/>
                  <a:pt x="2234427" y="109558"/>
                  <a:pt x="2238098" y="107561"/>
                </a:cubicBezTo>
                <a:lnTo>
                  <a:pt x="2238098" y="107497"/>
                </a:lnTo>
                <a:cubicBezTo>
                  <a:pt x="2241769" y="105500"/>
                  <a:pt x="2244732" y="102408"/>
                  <a:pt x="2246922" y="98351"/>
                </a:cubicBezTo>
                <a:cubicBezTo>
                  <a:pt x="2249112" y="94293"/>
                  <a:pt x="2250207" y="89334"/>
                  <a:pt x="2250207" y="83537"/>
                </a:cubicBezTo>
                <a:cubicBezTo>
                  <a:pt x="2250207" y="74842"/>
                  <a:pt x="2247952" y="68208"/>
                  <a:pt x="2243380" y="63571"/>
                </a:cubicBezTo>
                <a:cubicBezTo>
                  <a:pt x="2238807" y="58933"/>
                  <a:pt x="2233268" y="56550"/>
                  <a:pt x="2226698" y="56550"/>
                </a:cubicBezTo>
                <a:close/>
                <a:moveTo>
                  <a:pt x="2860404" y="55391"/>
                </a:moveTo>
                <a:cubicBezTo>
                  <a:pt x="2854672" y="55391"/>
                  <a:pt x="2849906" y="57130"/>
                  <a:pt x="2845977" y="60608"/>
                </a:cubicBezTo>
                <a:cubicBezTo>
                  <a:pt x="2842113" y="64086"/>
                  <a:pt x="2839665" y="68852"/>
                  <a:pt x="2838828" y="75035"/>
                </a:cubicBezTo>
                <a:lnTo>
                  <a:pt x="2882110" y="75035"/>
                </a:lnTo>
                <a:lnTo>
                  <a:pt x="2882174" y="74971"/>
                </a:lnTo>
                <a:cubicBezTo>
                  <a:pt x="2882045" y="69045"/>
                  <a:pt x="2879920" y="64279"/>
                  <a:pt x="2875733" y="60737"/>
                </a:cubicBezTo>
                <a:cubicBezTo>
                  <a:pt x="2871547" y="57194"/>
                  <a:pt x="2866459" y="55391"/>
                  <a:pt x="2860404" y="55391"/>
                </a:cubicBezTo>
                <a:close/>
                <a:moveTo>
                  <a:pt x="910787" y="55391"/>
                </a:moveTo>
                <a:cubicBezTo>
                  <a:pt x="905055" y="55391"/>
                  <a:pt x="900289" y="57130"/>
                  <a:pt x="896360" y="60608"/>
                </a:cubicBezTo>
                <a:cubicBezTo>
                  <a:pt x="892496" y="64086"/>
                  <a:pt x="890048" y="68852"/>
                  <a:pt x="889211" y="75035"/>
                </a:cubicBezTo>
                <a:lnTo>
                  <a:pt x="932493" y="75035"/>
                </a:lnTo>
                <a:lnTo>
                  <a:pt x="932557" y="74971"/>
                </a:lnTo>
                <a:cubicBezTo>
                  <a:pt x="932428" y="69045"/>
                  <a:pt x="930303" y="64279"/>
                  <a:pt x="926116" y="60737"/>
                </a:cubicBezTo>
                <a:cubicBezTo>
                  <a:pt x="921930" y="57194"/>
                  <a:pt x="916842" y="55391"/>
                  <a:pt x="910787" y="55391"/>
                </a:cubicBezTo>
                <a:close/>
                <a:moveTo>
                  <a:pt x="1723933" y="38000"/>
                </a:moveTo>
                <a:lnTo>
                  <a:pt x="1749761" y="38000"/>
                </a:lnTo>
                <a:lnTo>
                  <a:pt x="1773269" y="101699"/>
                </a:lnTo>
                <a:lnTo>
                  <a:pt x="1797164" y="38000"/>
                </a:lnTo>
                <a:lnTo>
                  <a:pt x="1821677" y="38000"/>
                </a:lnTo>
                <a:lnTo>
                  <a:pt x="1765218" y="172290"/>
                </a:lnTo>
                <a:lnTo>
                  <a:pt x="1740679" y="172290"/>
                </a:lnTo>
                <a:lnTo>
                  <a:pt x="1760452" y="126883"/>
                </a:lnTo>
                <a:close/>
                <a:moveTo>
                  <a:pt x="2711559" y="37936"/>
                </a:moveTo>
                <a:lnTo>
                  <a:pt x="2734617" y="37936"/>
                </a:lnTo>
                <a:lnTo>
                  <a:pt x="2734617" y="88174"/>
                </a:lnTo>
                <a:cubicBezTo>
                  <a:pt x="2734617" y="95388"/>
                  <a:pt x="2736420" y="100991"/>
                  <a:pt x="2740027" y="104855"/>
                </a:cubicBezTo>
                <a:cubicBezTo>
                  <a:pt x="2743634" y="108720"/>
                  <a:pt x="2748593" y="110717"/>
                  <a:pt x="2754841" y="110717"/>
                </a:cubicBezTo>
                <a:cubicBezTo>
                  <a:pt x="2761088" y="110717"/>
                  <a:pt x="2766177" y="108784"/>
                  <a:pt x="2769848" y="104855"/>
                </a:cubicBezTo>
                <a:cubicBezTo>
                  <a:pt x="2773519" y="100927"/>
                  <a:pt x="2775258" y="95388"/>
                  <a:pt x="2775258" y="88174"/>
                </a:cubicBezTo>
                <a:lnTo>
                  <a:pt x="2775258" y="37936"/>
                </a:lnTo>
                <a:lnTo>
                  <a:pt x="2798445" y="37936"/>
                </a:lnTo>
                <a:lnTo>
                  <a:pt x="2798509" y="37936"/>
                </a:lnTo>
                <a:lnTo>
                  <a:pt x="2798509" y="129137"/>
                </a:lnTo>
                <a:lnTo>
                  <a:pt x="2775322" y="129137"/>
                </a:lnTo>
                <a:lnTo>
                  <a:pt x="2775322" y="117608"/>
                </a:lnTo>
                <a:cubicBezTo>
                  <a:pt x="2772360" y="121537"/>
                  <a:pt x="2768495" y="124693"/>
                  <a:pt x="2763729" y="126883"/>
                </a:cubicBezTo>
                <a:cubicBezTo>
                  <a:pt x="2758963" y="129137"/>
                  <a:pt x="2753746" y="130232"/>
                  <a:pt x="2748142" y="130232"/>
                </a:cubicBezTo>
                <a:cubicBezTo>
                  <a:pt x="2740993" y="130232"/>
                  <a:pt x="2734681" y="128751"/>
                  <a:pt x="2729207" y="125723"/>
                </a:cubicBezTo>
                <a:cubicBezTo>
                  <a:pt x="2723732" y="122696"/>
                  <a:pt x="2719417" y="118252"/>
                  <a:pt x="2716261" y="112391"/>
                </a:cubicBezTo>
                <a:cubicBezTo>
                  <a:pt x="2713105" y="106530"/>
                  <a:pt x="2711559" y="99510"/>
                  <a:pt x="2711559" y="91394"/>
                </a:cubicBezTo>
                <a:close/>
                <a:moveTo>
                  <a:pt x="2509319" y="37936"/>
                </a:moveTo>
                <a:lnTo>
                  <a:pt x="2532377" y="37936"/>
                </a:lnTo>
                <a:lnTo>
                  <a:pt x="2532377" y="129137"/>
                </a:lnTo>
                <a:lnTo>
                  <a:pt x="2509319" y="129137"/>
                </a:lnTo>
                <a:close/>
                <a:moveTo>
                  <a:pt x="2290913" y="37936"/>
                </a:moveTo>
                <a:lnTo>
                  <a:pt x="2313971" y="37936"/>
                </a:lnTo>
                <a:lnTo>
                  <a:pt x="2313971" y="129137"/>
                </a:lnTo>
                <a:lnTo>
                  <a:pt x="2290913" y="129137"/>
                </a:lnTo>
                <a:close/>
                <a:moveTo>
                  <a:pt x="2077595" y="37936"/>
                </a:moveTo>
                <a:lnTo>
                  <a:pt x="2102263" y="37936"/>
                </a:lnTo>
                <a:lnTo>
                  <a:pt x="2125289" y="107786"/>
                </a:lnTo>
                <a:lnTo>
                  <a:pt x="2125257" y="107883"/>
                </a:lnTo>
                <a:lnTo>
                  <a:pt x="2125321" y="107883"/>
                </a:lnTo>
                <a:lnTo>
                  <a:pt x="2125289" y="107786"/>
                </a:lnTo>
                <a:lnTo>
                  <a:pt x="2148314" y="37936"/>
                </a:lnTo>
                <a:lnTo>
                  <a:pt x="2172854" y="37936"/>
                </a:lnTo>
                <a:lnTo>
                  <a:pt x="2139104" y="129137"/>
                </a:lnTo>
                <a:lnTo>
                  <a:pt x="2111151" y="129137"/>
                </a:lnTo>
                <a:close/>
                <a:moveTo>
                  <a:pt x="1932678" y="37936"/>
                </a:moveTo>
                <a:lnTo>
                  <a:pt x="1955736" y="37936"/>
                </a:lnTo>
                <a:lnTo>
                  <a:pt x="1955736" y="129137"/>
                </a:lnTo>
                <a:lnTo>
                  <a:pt x="1932678" y="129137"/>
                </a:lnTo>
                <a:close/>
                <a:moveTo>
                  <a:pt x="1824473" y="37936"/>
                </a:moveTo>
                <a:lnTo>
                  <a:pt x="1849141" y="37936"/>
                </a:lnTo>
                <a:lnTo>
                  <a:pt x="1872167" y="107786"/>
                </a:lnTo>
                <a:lnTo>
                  <a:pt x="1872135" y="107883"/>
                </a:lnTo>
                <a:lnTo>
                  <a:pt x="1872199" y="107883"/>
                </a:lnTo>
                <a:lnTo>
                  <a:pt x="1872167" y="107786"/>
                </a:lnTo>
                <a:lnTo>
                  <a:pt x="1895193" y="37936"/>
                </a:lnTo>
                <a:lnTo>
                  <a:pt x="1919732" y="37936"/>
                </a:lnTo>
                <a:lnTo>
                  <a:pt x="1885982" y="129137"/>
                </a:lnTo>
                <a:lnTo>
                  <a:pt x="1858029" y="129137"/>
                </a:lnTo>
                <a:close/>
                <a:moveTo>
                  <a:pt x="1821704" y="37936"/>
                </a:moveTo>
                <a:lnTo>
                  <a:pt x="1821704" y="38000"/>
                </a:lnTo>
                <a:lnTo>
                  <a:pt x="1821677" y="38000"/>
                </a:lnTo>
                <a:close/>
                <a:moveTo>
                  <a:pt x="650323" y="37936"/>
                </a:moveTo>
                <a:lnTo>
                  <a:pt x="673381" y="37936"/>
                </a:lnTo>
                <a:lnTo>
                  <a:pt x="673381" y="88174"/>
                </a:lnTo>
                <a:cubicBezTo>
                  <a:pt x="673381" y="95388"/>
                  <a:pt x="675184" y="100991"/>
                  <a:pt x="678791" y="104855"/>
                </a:cubicBezTo>
                <a:cubicBezTo>
                  <a:pt x="682398" y="108720"/>
                  <a:pt x="687357" y="110717"/>
                  <a:pt x="693605" y="110717"/>
                </a:cubicBezTo>
                <a:cubicBezTo>
                  <a:pt x="699852" y="110717"/>
                  <a:pt x="704941" y="108784"/>
                  <a:pt x="708612" y="104855"/>
                </a:cubicBezTo>
                <a:cubicBezTo>
                  <a:pt x="712283" y="100927"/>
                  <a:pt x="714022" y="95388"/>
                  <a:pt x="714022" y="88174"/>
                </a:cubicBezTo>
                <a:lnTo>
                  <a:pt x="714022" y="37936"/>
                </a:lnTo>
                <a:lnTo>
                  <a:pt x="737209" y="37936"/>
                </a:lnTo>
                <a:lnTo>
                  <a:pt x="737273" y="37936"/>
                </a:lnTo>
                <a:lnTo>
                  <a:pt x="737273" y="129137"/>
                </a:lnTo>
                <a:lnTo>
                  <a:pt x="714087" y="129137"/>
                </a:lnTo>
                <a:lnTo>
                  <a:pt x="714087" y="117608"/>
                </a:lnTo>
                <a:cubicBezTo>
                  <a:pt x="711124" y="121537"/>
                  <a:pt x="707259" y="124693"/>
                  <a:pt x="702493" y="126883"/>
                </a:cubicBezTo>
                <a:cubicBezTo>
                  <a:pt x="697727" y="129137"/>
                  <a:pt x="692510" y="130232"/>
                  <a:pt x="686907" y="130232"/>
                </a:cubicBezTo>
                <a:cubicBezTo>
                  <a:pt x="679757" y="130232"/>
                  <a:pt x="673445" y="128751"/>
                  <a:pt x="667971" y="125723"/>
                </a:cubicBezTo>
                <a:cubicBezTo>
                  <a:pt x="662496" y="122696"/>
                  <a:pt x="658181" y="118252"/>
                  <a:pt x="655025" y="112391"/>
                </a:cubicBezTo>
                <a:cubicBezTo>
                  <a:pt x="651869" y="106530"/>
                  <a:pt x="650323" y="99510"/>
                  <a:pt x="650323" y="91394"/>
                </a:cubicBezTo>
                <a:close/>
                <a:moveTo>
                  <a:pt x="394755" y="37936"/>
                </a:moveTo>
                <a:lnTo>
                  <a:pt x="417813" y="37936"/>
                </a:lnTo>
                <a:lnTo>
                  <a:pt x="417813" y="129137"/>
                </a:lnTo>
                <a:lnTo>
                  <a:pt x="394755" y="129137"/>
                </a:lnTo>
                <a:close/>
                <a:moveTo>
                  <a:pt x="2387138" y="36648"/>
                </a:moveTo>
                <a:cubicBezTo>
                  <a:pt x="2398023" y="36648"/>
                  <a:pt x="2406782" y="40062"/>
                  <a:pt x="2413481" y="46953"/>
                </a:cubicBezTo>
                <a:lnTo>
                  <a:pt x="2413481" y="46889"/>
                </a:lnTo>
                <a:cubicBezTo>
                  <a:pt x="2420179" y="53716"/>
                  <a:pt x="2423528" y="63313"/>
                  <a:pt x="2423528" y="75615"/>
                </a:cubicBezTo>
                <a:lnTo>
                  <a:pt x="2423528" y="129137"/>
                </a:lnTo>
                <a:lnTo>
                  <a:pt x="2400470" y="129137"/>
                </a:lnTo>
                <a:lnTo>
                  <a:pt x="2400470" y="78771"/>
                </a:lnTo>
                <a:cubicBezTo>
                  <a:pt x="2400470" y="71557"/>
                  <a:pt x="2398667" y="65953"/>
                  <a:pt x="2395060" y="62089"/>
                </a:cubicBezTo>
                <a:cubicBezTo>
                  <a:pt x="2391453" y="58225"/>
                  <a:pt x="2386494" y="56228"/>
                  <a:pt x="2380246" y="56228"/>
                </a:cubicBezTo>
                <a:cubicBezTo>
                  <a:pt x="2373999" y="56228"/>
                  <a:pt x="2368846" y="58160"/>
                  <a:pt x="2365175" y="62089"/>
                </a:cubicBezTo>
                <a:cubicBezTo>
                  <a:pt x="2361504" y="65953"/>
                  <a:pt x="2359636" y="71557"/>
                  <a:pt x="2359636" y="78771"/>
                </a:cubicBezTo>
                <a:lnTo>
                  <a:pt x="2359636" y="129137"/>
                </a:lnTo>
                <a:lnTo>
                  <a:pt x="2336578" y="129137"/>
                </a:lnTo>
                <a:lnTo>
                  <a:pt x="2336578" y="37936"/>
                </a:lnTo>
                <a:lnTo>
                  <a:pt x="2359636" y="37936"/>
                </a:lnTo>
                <a:lnTo>
                  <a:pt x="2359636" y="49272"/>
                </a:lnTo>
                <a:cubicBezTo>
                  <a:pt x="2362727" y="45343"/>
                  <a:pt x="2366656" y="42251"/>
                  <a:pt x="2371423" y="39997"/>
                </a:cubicBezTo>
                <a:cubicBezTo>
                  <a:pt x="2376189" y="37743"/>
                  <a:pt x="2381406" y="36648"/>
                  <a:pt x="2387138" y="36648"/>
                </a:cubicBezTo>
                <a:close/>
                <a:moveTo>
                  <a:pt x="2028967" y="36648"/>
                </a:moveTo>
                <a:cubicBezTo>
                  <a:pt x="2039852" y="36648"/>
                  <a:pt x="2048611" y="40062"/>
                  <a:pt x="2055309" y="46953"/>
                </a:cubicBezTo>
                <a:lnTo>
                  <a:pt x="2055309" y="46889"/>
                </a:lnTo>
                <a:cubicBezTo>
                  <a:pt x="2062008" y="53716"/>
                  <a:pt x="2065357" y="63313"/>
                  <a:pt x="2065357" y="75615"/>
                </a:cubicBezTo>
                <a:lnTo>
                  <a:pt x="2065357" y="129137"/>
                </a:lnTo>
                <a:lnTo>
                  <a:pt x="2042299" y="129137"/>
                </a:lnTo>
                <a:lnTo>
                  <a:pt x="2042299" y="78771"/>
                </a:lnTo>
                <a:cubicBezTo>
                  <a:pt x="2042299" y="71557"/>
                  <a:pt x="2040496" y="65953"/>
                  <a:pt x="2036889" y="62089"/>
                </a:cubicBezTo>
                <a:cubicBezTo>
                  <a:pt x="2033282" y="58225"/>
                  <a:pt x="2028323" y="56228"/>
                  <a:pt x="2022075" y="56228"/>
                </a:cubicBezTo>
                <a:cubicBezTo>
                  <a:pt x="2015828" y="56228"/>
                  <a:pt x="2010675" y="58160"/>
                  <a:pt x="2007004" y="62089"/>
                </a:cubicBezTo>
                <a:cubicBezTo>
                  <a:pt x="2003333" y="65953"/>
                  <a:pt x="2001465" y="71557"/>
                  <a:pt x="2001465" y="78771"/>
                </a:cubicBezTo>
                <a:lnTo>
                  <a:pt x="2001465" y="129137"/>
                </a:lnTo>
                <a:lnTo>
                  <a:pt x="1978407" y="129137"/>
                </a:lnTo>
                <a:lnTo>
                  <a:pt x="1978407" y="37936"/>
                </a:lnTo>
                <a:lnTo>
                  <a:pt x="2001465" y="37936"/>
                </a:lnTo>
                <a:lnTo>
                  <a:pt x="2001465" y="49272"/>
                </a:lnTo>
                <a:cubicBezTo>
                  <a:pt x="2004556" y="45343"/>
                  <a:pt x="2008485" y="42251"/>
                  <a:pt x="2013251" y="39997"/>
                </a:cubicBezTo>
                <a:cubicBezTo>
                  <a:pt x="2018018" y="37743"/>
                  <a:pt x="2023235" y="36648"/>
                  <a:pt x="2028967" y="36648"/>
                </a:cubicBezTo>
                <a:close/>
                <a:moveTo>
                  <a:pt x="1528198" y="36648"/>
                </a:moveTo>
                <a:cubicBezTo>
                  <a:pt x="1539083" y="36648"/>
                  <a:pt x="1547842" y="40062"/>
                  <a:pt x="1554541" y="46953"/>
                </a:cubicBezTo>
                <a:lnTo>
                  <a:pt x="1554541" y="46889"/>
                </a:lnTo>
                <a:cubicBezTo>
                  <a:pt x="1561239" y="53716"/>
                  <a:pt x="1564588" y="63313"/>
                  <a:pt x="1564588" y="75615"/>
                </a:cubicBezTo>
                <a:lnTo>
                  <a:pt x="1564588" y="129137"/>
                </a:lnTo>
                <a:lnTo>
                  <a:pt x="1541530" y="129137"/>
                </a:lnTo>
                <a:lnTo>
                  <a:pt x="1541530" y="78771"/>
                </a:lnTo>
                <a:cubicBezTo>
                  <a:pt x="1541530" y="71557"/>
                  <a:pt x="1539727" y="65953"/>
                  <a:pt x="1536120" y="62089"/>
                </a:cubicBezTo>
                <a:cubicBezTo>
                  <a:pt x="1532513" y="58225"/>
                  <a:pt x="1527554" y="56228"/>
                  <a:pt x="1521306" y="56228"/>
                </a:cubicBezTo>
                <a:cubicBezTo>
                  <a:pt x="1515059" y="56228"/>
                  <a:pt x="1509906" y="58160"/>
                  <a:pt x="1506235" y="62089"/>
                </a:cubicBezTo>
                <a:cubicBezTo>
                  <a:pt x="1502564" y="65953"/>
                  <a:pt x="1500696" y="71557"/>
                  <a:pt x="1500696" y="78771"/>
                </a:cubicBezTo>
                <a:lnTo>
                  <a:pt x="1500696" y="129137"/>
                </a:lnTo>
                <a:lnTo>
                  <a:pt x="1477638" y="129137"/>
                </a:lnTo>
                <a:lnTo>
                  <a:pt x="1477638" y="37936"/>
                </a:lnTo>
                <a:lnTo>
                  <a:pt x="1500696" y="37936"/>
                </a:lnTo>
                <a:lnTo>
                  <a:pt x="1500696" y="49272"/>
                </a:lnTo>
                <a:cubicBezTo>
                  <a:pt x="1503787" y="45343"/>
                  <a:pt x="1507716" y="42251"/>
                  <a:pt x="1512483" y="39997"/>
                </a:cubicBezTo>
                <a:cubicBezTo>
                  <a:pt x="1517249" y="37743"/>
                  <a:pt x="1522466" y="36648"/>
                  <a:pt x="1528198" y="36648"/>
                </a:cubicBezTo>
                <a:close/>
                <a:moveTo>
                  <a:pt x="1023694" y="36648"/>
                </a:moveTo>
                <a:cubicBezTo>
                  <a:pt x="1034579" y="36648"/>
                  <a:pt x="1043338" y="40062"/>
                  <a:pt x="1050037" y="46953"/>
                </a:cubicBezTo>
                <a:lnTo>
                  <a:pt x="1050037" y="46889"/>
                </a:lnTo>
                <a:cubicBezTo>
                  <a:pt x="1056735" y="53716"/>
                  <a:pt x="1060084" y="63313"/>
                  <a:pt x="1060084" y="75615"/>
                </a:cubicBezTo>
                <a:lnTo>
                  <a:pt x="1060084" y="129137"/>
                </a:lnTo>
                <a:lnTo>
                  <a:pt x="1037026" y="129137"/>
                </a:lnTo>
                <a:lnTo>
                  <a:pt x="1037026" y="78771"/>
                </a:lnTo>
                <a:cubicBezTo>
                  <a:pt x="1037026" y="71557"/>
                  <a:pt x="1035223" y="65953"/>
                  <a:pt x="1031616" y="62089"/>
                </a:cubicBezTo>
                <a:cubicBezTo>
                  <a:pt x="1028009" y="58225"/>
                  <a:pt x="1023050" y="56228"/>
                  <a:pt x="1016802" y="56228"/>
                </a:cubicBezTo>
                <a:cubicBezTo>
                  <a:pt x="1010555" y="56228"/>
                  <a:pt x="1005402" y="58160"/>
                  <a:pt x="1001731" y="62089"/>
                </a:cubicBezTo>
                <a:cubicBezTo>
                  <a:pt x="998060" y="65953"/>
                  <a:pt x="996192" y="71557"/>
                  <a:pt x="996192" y="78771"/>
                </a:cubicBezTo>
                <a:lnTo>
                  <a:pt x="996192" y="129137"/>
                </a:lnTo>
                <a:lnTo>
                  <a:pt x="973134" y="129137"/>
                </a:lnTo>
                <a:lnTo>
                  <a:pt x="973134" y="37936"/>
                </a:lnTo>
                <a:lnTo>
                  <a:pt x="996192" y="37936"/>
                </a:lnTo>
                <a:lnTo>
                  <a:pt x="996192" y="49272"/>
                </a:lnTo>
                <a:cubicBezTo>
                  <a:pt x="999283" y="45343"/>
                  <a:pt x="1003212" y="42251"/>
                  <a:pt x="1007979" y="39997"/>
                </a:cubicBezTo>
                <a:cubicBezTo>
                  <a:pt x="1012745" y="37743"/>
                  <a:pt x="1017962" y="36648"/>
                  <a:pt x="1023694" y="36648"/>
                </a:cubicBezTo>
                <a:close/>
                <a:moveTo>
                  <a:pt x="246746" y="36648"/>
                </a:moveTo>
                <a:cubicBezTo>
                  <a:pt x="257631" y="36648"/>
                  <a:pt x="266390" y="40062"/>
                  <a:pt x="273089" y="46953"/>
                </a:cubicBezTo>
                <a:lnTo>
                  <a:pt x="273089" y="46889"/>
                </a:lnTo>
                <a:cubicBezTo>
                  <a:pt x="279787" y="53716"/>
                  <a:pt x="283136" y="63313"/>
                  <a:pt x="283136" y="75615"/>
                </a:cubicBezTo>
                <a:lnTo>
                  <a:pt x="283136" y="129137"/>
                </a:lnTo>
                <a:lnTo>
                  <a:pt x="260078" y="129137"/>
                </a:lnTo>
                <a:lnTo>
                  <a:pt x="260078" y="78771"/>
                </a:lnTo>
                <a:cubicBezTo>
                  <a:pt x="260078" y="71557"/>
                  <a:pt x="258275" y="65953"/>
                  <a:pt x="254668" y="62089"/>
                </a:cubicBezTo>
                <a:cubicBezTo>
                  <a:pt x="251061" y="58225"/>
                  <a:pt x="246102" y="56228"/>
                  <a:pt x="239854" y="56228"/>
                </a:cubicBezTo>
                <a:cubicBezTo>
                  <a:pt x="233607" y="56228"/>
                  <a:pt x="228454" y="58160"/>
                  <a:pt x="224783" y="62089"/>
                </a:cubicBezTo>
                <a:cubicBezTo>
                  <a:pt x="221112" y="65953"/>
                  <a:pt x="219244" y="71557"/>
                  <a:pt x="219244" y="78771"/>
                </a:cubicBezTo>
                <a:lnTo>
                  <a:pt x="219244" y="129137"/>
                </a:lnTo>
                <a:lnTo>
                  <a:pt x="196186" y="129137"/>
                </a:lnTo>
                <a:lnTo>
                  <a:pt x="196186" y="37936"/>
                </a:lnTo>
                <a:lnTo>
                  <a:pt x="219244" y="37936"/>
                </a:lnTo>
                <a:lnTo>
                  <a:pt x="219244" y="49272"/>
                </a:lnTo>
                <a:cubicBezTo>
                  <a:pt x="222335" y="45343"/>
                  <a:pt x="226264" y="42251"/>
                  <a:pt x="231031" y="39997"/>
                </a:cubicBezTo>
                <a:cubicBezTo>
                  <a:pt x="235797" y="37743"/>
                  <a:pt x="241014" y="36648"/>
                  <a:pt x="246746" y="36648"/>
                </a:cubicBezTo>
                <a:close/>
                <a:moveTo>
                  <a:pt x="1131899" y="36584"/>
                </a:moveTo>
                <a:cubicBezTo>
                  <a:pt x="1139048" y="36584"/>
                  <a:pt x="1145424" y="38065"/>
                  <a:pt x="1150963" y="41093"/>
                </a:cubicBezTo>
                <a:cubicBezTo>
                  <a:pt x="1156567" y="44120"/>
                  <a:pt x="1160882" y="48435"/>
                  <a:pt x="1163974" y="54038"/>
                </a:cubicBezTo>
                <a:cubicBezTo>
                  <a:pt x="1166937" y="48757"/>
                  <a:pt x="1171252" y="44571"/>
                  <a:pt x="1176920" y="41350"/>
                </a:cubicBezTo>
                <a:cubicBezTo>
                  <a:pt x="1182588" y="38194"/>
                  <a:pt x="1188706" y="36584"/>
                  <a:pt x="1195276" y="36584"/>
                </a:cubicBezTo>
                <a:cubicBezTo>
                  <a:pt x="1206483" y="36584"/>
                  <a:pt x="1215500" y="39998"/>
                  <a:pt x="1222327" y="46889"/>
                </a:cubicBezTo>
                <a:cubicBezTo>
                  <a:pt x="1229154" y="53716"/>
                  <a:pt x="1232632" y="63313"/>
                  <a:pt x="1232632" y="75615"/>
                </a:cubicBezTo>
                <a:lnTo>
                  <a:pt x="1232632" y="129138"/>
                </a:lnTo>
                <a:lnTo>
                  <a:pt x="1209574" y="129138"/>
                </a:lnTo>
                <a:lnTo>
                  <a:pt x="1209574" y="78771"/>
                </a:lnTo>
                <a:cubicBezTo>
                  <a:pt x="1209574" y="71622"/>
                  <a:pt x="1207771" y="66147"/>
                  <a:pt x="1204164" y="62411"/>
                </a:cubicBezTo>
                <a:cubicBezTo>
                  <a:pt x="1200557" y="58611"/>
                  <a:pt x="1195598" y="56744"/>
                  <a:pt x="1189350" y="56744"/>
                </a:cubicBezTo>
                <a:cubicBezTo>
                  <a:pt x="1183103" y="56744"/>
                  <a:pt x="1178143" y="58611"/>
                  <a:pt x="1174472" y="62411"/>
                </a:cubicBezTo>
                <a:cubicBezTo>
                  <a:pt x="1170801" y="66211"/>
                  <a:pt x="1168933" y="71686"/>
                  <a:pt x="1168933" y="78771"/>
                </a:cubicBezTo>
                <a:lnTo>
                  <a:pt x="1168933" y="129138"/>
                </a:lnTo>
                <a:lnTo>
                  <a:pt x="1145875" y="129138"/>
                </a:lnTo>
                <a:lnTo>
                  <a:pt x="1145875" y="78771"/>
                </a:lnTo>
                <a:cubicBezTo>
                  <a:pt x="1145875" y="71622"/>
                  <a:pt x="1144072" y="66147"/>
                  <a:pt x="1140465" y="62411"/>
                </a:cubicBezTo>
                <a:cubicBezTo>
                  <a:pt x="1136858" y="58611"/>
                  <a:pt x="1131899" y="56744"/>
                  <a:pt x="1125651" y="56744"/>
                </a:cubicBezTo>
                <a:cubicBezTo>
                  <a:pt x="1119404" y="56744"/>
                  <a:pt x="1114251" y="58611"/>
                  <a:pt x="1110580" y="62411"/>
                </a:cubicBezTo>
                <a:cubicBezTo>
                  <a:pt x="1106909" y="66211"/>
                  <a:pt x="1105041" y="71686"/>
                  <a:pt x="1105041" y="78771"/>
                </a:cubicBezTo>
                <a:lnTo>
                  <a:pt x="1105041" y="129138"/>
                </a:lnTo>
                <a:lnTo>
                  <a:pt x="1081983" y="129138"/>
                </a:lnTo>
                <a:lnTo>
                  <a:pt x="1081983" y="37937"/>
                </a:lnTo>
                <a:lnTo>
                  <a:pt x="1105041" y="37937"/>
                </a:lnTo>
                <a:lnTo>
                  <a:pt x="1105041" y="48950"/>
                </a:lnTo>
                <a:cubicBezTo>
                  <a:pt x="1108004" y="45086"/>
                  <a:pt x="1111804" y="42123"/>
                  <a:pt x="1116505" y="39869"/>
                </a:cubicBezTo>
                <a:cubicBezTo>
                  <a:pt x="1121207" y="37615"/>
                  <a:pt x="1126295" y="36584"/>
                  <a:pt x="1131899" y="36584"/>
                </a:cubicBezTo>
                <a:close/>
                <a:moveTo>
                  <a:pt x="2861048" y="36455"/>
                </a:moveTo>
                <a:cubicBezTo>
                  <a:pt x="2870065" y="36455"/>
                  <a:pt x="2877472" y="38323"/>
                  <a:pt x="2884364" y="42058"/>
                </a:cubicBezTo>
                <a:cubicBezTo>
                  <a:pt x="2891191" y="45794"/>
                  <a:pt x="2896537" y="51076"/>
                  <a:pt x="2900337" y="57967"/>
                </a:cubicBezTo>
                <a:cubicBezTo>
                  <a:pt x="2904137" y="64794"/>
                  <a:pt x="2906005" y="72716"/>
                  <a:pt x="2906005" y="81605"/>
                </a:cubicBezTo>
                <a:cubicBezTo>
                  <a:pt x="2906005" y="84889"/>
                  <a:pt x="2905812" y="87852"/>
                  <a:pt x="2905361" y="90493"/>
                </a:cubicBezTo>
                <a:lnTo>
                  <a:pt x="2905361" y="90429"/>
                </a:lnTo>
                <a:lnTo>
                  <a:pt x="2838699" y="90429"/>
                </a:lnTo>
                <a:cubicBezTo>
                  <a:pt x="2839214" y="96998"/>
                  <a:pt x="2841533" y="102151"/>
                  <a:pt x="2845591" y="105886"/>
                </a:cubicBezTo>
                <a:cubicBezTo>
                  <a:pt x="2849648" y="109622"/>
                  <a:pt x="2854672" y="111490"/>
                  <a:pt x="2860598" y="111490"/>
                </a:cubicBezTo>
                <a:cubicBezTo>
                  <a:pt x="2869164" y="111490"/>
                  <a:pt x="2875218" y="107819"/>
                  <a:pt x="2878889" y="100476"/>
                </a:cubicBezTo>
                <a:lnTo>
                  <a:pt x="2903751" y="100476"/>
                </a:lnTo>
                <a:cubicBezTo>
                  <a:pt x="2901110" y="109236"/>
                  <a:pt x="2896086" y="116449"/>
                  <a:pt x="2888615" y="122117"/>
                </a:cubicBezTo>
                <a:cubicBezTo>
                  <a:pt x="2881144" y="127785"/>
                  <a:pt x="2871998" y="130619"/>
                  <a:pt x="2861113" y="130619"/>
                </a:cubicBezTo>
                <a:cubicBezTo>
                  <a:pt x="2852353" y="130619"/>
                  <a:pt x="2844431" y="128687"/>
                  <a:pt x="2837475" y="124758"/>
                </a:cubicBezTo>
                <a:cubicBezTo>
                  <a:pt x="2830519" y="120893"/>
                  <a:pt x="2825045" y="115354"/>
                  <a:pt x="2821180" y="108205"/>
                </a:cubicBezTo>
                <a:cubicBezTo>
                  <a:pt x="2817316" y="101056"/>
                  <a:pt x="2815319" y="92812"/>
                  <a:pt x="2815319" y="83537"/>
                </a:cubicBezTo>
                <a:cubicBezTo>
                  <a:pt x="2815319" y="74262"/>
                  <a:pt x="2817251" y="65825"/>
                  <a:pt x="2821051" y="58676"/>
                </a:cubicBezTo>
                <a:cubicBezTo>
                  <a:pt x="2824916" y="51526"/>
                  <a:pt x="2830262" y="46052"/>
                  <a:pt x="2837153" y="42187"/>
                </a:cubicBezTo>
                <a:cubicBezTo>
                  <a:pt x="2844045" y="38323"/>
                  <a:pt x="2852031" y="36455"/>
                  <a:pt x="2861048" y="36455"/>
                </a:cubicBezTo>
                <a:close/>
                <a:moveTo>
                  <a:pt x="2590794" y="36455"/>
                </a:moveTo>
                <a:cubicBezTo>
                  <a:pt x="2597621" y="36455"/>
                  <a:pt x="2603547" y="37808"/>
                  <a:pt x="2608635" y="40577"/>
                </a:cubicBezTo>
                <a:cubicBezTo>
                  <a:pt x="2613723" y="43347"/>
                  <a:pt x="2617845" y="46760"/>
                  <a:pt x="2620873" y="50947"/>
                </a:cubicBezTo>
                <a:lnTo>
                  <a:pt x="2620873" y="37936"/>
                </a:lnTo>
                <a:lnTo>
                  <a:pt x="2644059" y="37936"/>
                </a:lnTo>
                <a:lnTo>
                  <a:pt x="2644059" y="129137"/>
                </a:lnTo>
                <a:lnTo>
                  <a:pt x="2620873" y="129137"/>
                </a:lnTo>
                <a:lnTo>
                  <a:pt x="2620873" y="115805"/>
                </a:lnTo>
                <a:cubicBezTo>
                  <a:pt x="2617910" y="120056"/>
                  <a:pt x="2613852" y="123598"/>
                  <a:pt x="2608635" y="126432"/>
                </a:cubicBezTo>
                <a:cubicBezTo>
                  <a:pt x="2603418" y="129202"/>
                  <a:pt x="2597428" y="130619"/>
                  <a:pt x="2590601" y="130619"/>
                </a:cubicBezTo>
                <a:cubicBezTo>
                  <a:pt x="2582936" y="130619"/>
                  <a:pt x="2575916" y="128622"/>
                  <a:pt x="2569604" y="124693"/>
                </a:cubicBezTo>
                <a:cubicBezTo>
                  <a:pt x="2563292" y="120764"/>
                  <a:pt x="2558268" y="115161"/>
                  <a:pt x="2554597" y="108012"/>
                </a:cubicBezTo>
                <a:cubicBezTo>
                  <a:pt x="2550926" y="100798"/>
                  <a:pt x="2549058" y="92554"/>
                  <a:pt x="2549058" y="83215"/>
                </a:cubicBezTo>
                <a:cubicBezTo>
                  <a:pt x="2549058" y="73876"/>
                  <a:pt x="2550926" y="65825"/>
                  <a:pt x="2554597" y="58676"/>
                </a:cubicBezTo>
                <a:lnTo>
                  <a:pt x="2554662" y="58676"/>
                </a:lnTo>
                <a:cubicBezTo>
                  <a:pt x="2558333" y="51526"/>
                  <a:pt x="2563356" y="46052"/>
                  <a:pt x="2569669" y="42187"/>
                </a:cubicBezTo>
                <a:cubicBezTo>
                  <a:pt x="2575981" y="38323"/>
                  <a:pt x="2583001" y="36455"/>
                  <a:pt x="2590794" y="36455"/>
                </a:cubicBezTo>
                <a:close/>
                <a:moveTo>
                  <a:pt x="2227020" y="36455"/>
                </a:moveTo>
                <a:cubicBezTo>
                  <a:pt x="2235844" y="36455"/>
                  <a:pt x="2243766" y="38387"/>
                  <a:pt x="2250915" y="42316"/>
                </a:cubicBezTo>
                <a:cubicBezTo>
                  <a:pt x="2258064" y="46181"/>
                  <a:pt x="2263668" y="51720"/>
                  <a:pt x="2267790" y="58869"/>
                </a:cubicBezTo>
                <a:cubicBezTo>
                  <a:pt x="2271912" y="66018"/>
                  <a:pt x="2273973" y="74262"/>
                  <a:pt x="2273973" y="83537"/>
                </a:cubicBezTo>
                <a:cubicBezTo>
                  <a:pt x="2273973" y="92812"/>
                  <a:pt x="2271848" y="101120"/>
                  <a:pt x="2267661" y="108205"/>
                </a:cubicBezTo>
                <a:cubicBezTo>
                  <a:pt x="2263475" y="115290"/>
                  <a:pt x="2257743" y="120829"/>
                  <a:pt x="2250529" y="124758"/>
                </a:cubicBezTo>
                <a:cubicBezTo>
                  <a:pt x="2243315" y="128622"/>
                  <a:pt x="2235329" y="130619"/>
                  <a:pt x="2226440" y="130619"/>
                </a:cubicBezTo>
                <a:cubicBezTo>
                  <a:pt x="2217552" y="130619"/>
                  <a:pt x="2209759" y="128687"/>
                  <a:pt x="2202738" y="124758"/>
                </a:cubicBezTo>
                <a:lnTo>
                  <a:pt x="2202610" y="124758"/>
                </a:lnTo>
                <a:cubicBezTo>
                  <a:pt x="2195589" y="120893"/>
                  <a:pt x="2190050" y="115354"/>
                  <a:pt x="2186057" y="108205"/>
                </a:cubicBezTo>
                <a:cubicBezTo>
                  <a:pt x="2182064" y="101056"/>
                  <a:pt x="2180067" y="92812"/>
                  <a:pt x="2180067" y="83537"/>
                </a:cubicBezTo>
                <a:cubicBezTo>
                  <a:pt x="2180067" y="74262"/>
                  <a:pt x="2182128" y="65954"/>
                  <a:pt x="2186250" y="58869"/>
                </a:cubicBezTo>
                <a:cubicBezTo>
                  <a:pt x="2190372" y="51720"/>
                  <a:pt x="2195976" y="46245"/>
                  <a:pt x="2203125" y="42316"/>
                </a:cubicBezTo>
                <a:cubicBezTo>
                  <a:pt x="2210274" y="38452"/>
                  <a:pt x="2218196" y="36455"/>
                  <a:pt x="2227020" y="36455"/>
                </a:cubicBezTo>
                <a:close/>
                <a:moveTo>
                  <a:pt x="1401830" y="36455"/>
                </a:moveTo>
                <a:cubicBezTo>
                  <a:pt x="1408657" y="36455"/>
                  <a:pt x="1414583" y="37808"/>
                  <a:pt x="1419671" y="40577"/>
                </a:cubicBezTo>
                <a:cubicBezTo>
                  <a:pt x="1424759" y="43347"/>
                  <a:pt x="1428881" y="46760"/>
                  <a:pt x="1431909" y="50947"/>
                </a:cubicBezTo>
                <a:lnTo>
                  <a:pt x="1431909" y="37936"/>
                </a:lnTo>
                <a:lnTo>
                  <a:pt x="1455095" y="37936"/>
                </a:lnTo>
                <a:lnTo>
                  <a:pt x="1455095" y="129137"/>
                </a:lnTo>
                <a:lnTo>
                  <a:pt x="1431909" y="129137"/>
                </a:lnTo>
                <a:lnTo>
                  <a:pt x="1431909" y="115805"/>
                </a:lnTo>
                <a:cubicBezTo>
                  <a:pt x="1428946" y="120056"/>
                  <a:pt x="1424888" y="123598"/>
                  <a:pt x="1419671" y="126432"/>
                </a:cubicBezTo>
                <a:cubicBezTo>
                  <a:pt x="1414454" y="129202"/>
                  <a:pt x="1408464" y="130619"/>
                  <a:pt x="1401637" y="130619"/>
                </a:cubicBezTo>
                <a:cubicBezTo>
                  <a:pt x="1393972" y="130619"/>
                  <a:pt x="1386952" y="128622"/>
                  <a:pt x="1380640" y="124693"/>
                </a:cubicBezTo>
                <a:cubicBezTo>
                  <a:pt x="1374328" y="120764"/>
                  <a:pt x="1369304" y="115161"/>
                  <a:pt x="1365633" y="108012"/>
                </a:cubicBezTo>
                <a:cubicBezTo>
                  <a:pt x="1361962" y="100798"/>
                  <a:pt x="1360094" y="92554"/>
                  <a:pt x="1360094" y="83215"/>
                </a:cubicBezTo>
                <a:cubicBezTo>
                  <a:pt x="1360094" y="73876"/>
                  <a:pt x="1361962" y="65825"/>
                  <a:pt x="1365633" y="58676"/>
                </a:cubicBezTo>
                <a:lnTo>
                  <a:pt x="1365697" y="58676"/>
                </a:lnTo>
                <a:cubicBezTo>
                  <a:pt x="1369369" y="51526"/>
                  <a:pt x="1374392" y="46052"/>
                  <a:pt x="1380704" y="42187"/>
                </a:cubicBezTo>
                <a:cubicBezTo>
                  <a:pt x="1387016" y="38323"/>
                  <a:pt x="1394037" y="36455"/>
                  <a:pt x="1401830" y="36455"/>
                </a:cubicBezTo>
                <a:close/>
                <a:moveTo>
                  <a:pt x="1290212" y="36455"/>
                </a:moveTo>
                <a:cubicBezTo>
                  <a:pt x="1297039" y="36455"/>
                  <a:pt x="1302965" y="37808"/>
                  <a:pt x="1308053" y="40577"/>
                </a:cubicBezTo>
                <a:cubicBezTo>
                  <a:pt x="1313141" y="43347"/>
                  <a:pt x="1317263" y="46760"/>
                  <a:pt x="1320291" y="50947"/>
                </a:cubicBezTo>
                <a:lnTo>
                  <a:pt x="1320291" y="37936"/>
                </a:lnTo>
                <a:lnTo>
                  <a:pt x="1343477" y="37936"/>
                </a:lnTo>
                <a:lnTo>
                  <a:pt x="1343477" y="129137"/>
                </a:lnTo>
                <a:lnTo>
                  <a:pt x="1320291" y="129137"/>
                </a:lnTo>
                <a:lnTo>
                  <a:pt x="1320291" y="115805"/>
                </a:lnTo>
                <a:cubicBezTo>
                  <a:pt x="1317328" y="120056"/>
                  <a:pt x="1313270" y="123598"/>
                  <a:pt x="1308053" y="126432"/>
                </a:cubicBezTo>
                <a:cubicBezTo>
                  <a:pt x="1302836" y="129202"/>
                  <a:pt x="1296846" y="130619"/>
                  <a:pt x="1290019" y="130619"/>
                </a:cubicBezTo>
                <a:cubicBezTo>
                  <a:pt x="1282354" y="130619"/>
                  <a:pt x="1275334" y="128622"/>
                  <a:pt x="1269022" y="124693"/>
                </a:cubicBezTo>
                <a:cubicBezTo>
                  <a:pt x="1262710" y="120764"/>
                  <a:pt x="1257686" y="115161"/>
                  <a:pt x="1254015" y="108012"/>
                </a:cubicBezTo>
                <a:cubicBezTo>
                  <a:pt x="1250344" y="100798"/>
                  <a:pt x="1248476" y="92554"/>
                  <a:pt x="1248476" y="83215"/>
                </a:cubicBezTo>
                <a:cubicBezTo>
                  <a:pt x="1248476" y="73876"/>
                  <a:pt x="1250344" y="65825"/>
                  <a:pt x="1254015" y="58676"/>
                </a:cubicBezTo>
                <a:lnTo>
                  <a:pt x="1254080" y="58676"/>
                </a:lnTo>
                <a:cubicBezTo>
                  <a:pt x="1257751" y="51526"/>
                  <a:pt x="1262774" y="46052"/>
                  <a:pt x="1269086" y="42187"/>
                </a:cubicBezTo>
                <a:cubicBezTo>
                  <a:pt x="1275398" y="38323"/>
                  <a:pt x="1282419" y="36455"/>
                  <a:pt x="1290212" y="36455"/>
                </a:cubicBezTo>
                <a:close/>
                <a:moveTo>
                  <a:pt x="911431" y="36455"/>
                </a:moveTo>
                <a:cubicBezTo>
                  <a:pt x="920448" y="36455"/>
                  <a:pt x="927855" y="38323"/>
                  <a:pt x="934747" y="42058"/>
                </a:cubicBezTo>
                <a:cubicBezTo>
                  <a:pt x="941574" y="45794"/>
                  <a:pt x="946920" y="51076"/>
                  <a:pt x="950720" y="57967"/>
                </a:cubicBezTo>
                <a:cubicBezTo>
                  <a:pt x="954520" y="64794"/>
                  <a:pt x="956388" y="72716"/>
                  <a:pt x="956388" y="81605"/>
                </a:cubicBezTo>
                <a:cubicBezTo>
                  <a:pt x="956388" y="84889"/>
                  <a:pt x="956195" y="87852"/>
                  <a:pt x="955744" y="90493"/>
                </a:cubicBezTo>
                <a:lnTo>
                  <a:pt x="955744" y="90429"/>
                </a:lnTo>
                <a:lnTo>
                  <a:pt x="889082" y="90429"/>
                </a:lnTo>
                <a:cubicBezTo>
                  <a:pt x="889597" y="96998"/>
                  <a:pt x="891916" y="102151"/>
                  <a:pt x="895974" y="105886"/>
                </a:cubicBezTo>
                <a:cubicBezTo>
                  <a:pt x="900031" y="109622"/>
                  <a:pt x="905055" y="111490"/>
                  <a:pt x="910981" y="111490"/>
                </a:cubicBezTo>
                <a:cubicBezTo>
                  <a:pt x="919547" y="111490"/>
                  <a:pt x="925601" y="107819"/>
                  <a:pt x="929272" y="100476"/>
                </a:cubicBezTo>
                <a:lnTo>
                  <a:pt x="954134" y="100476"/>
                </a:lnTo>
                <a:cubicBezTo>
                  <a:pt x="951493" y="109236"/>
                  <a:pt x="946469" y="116449"/>
                  <a:pt x="938998" y="122117"/>
                </a:cubicBezTo>
                <a:cubicBezTo>
                  <a:pt x="931527" y="127785"/>
                  <a:pt x="922381" y="130619"/>
                  <a:pt x="911496" y="130619"/>
                </a:cubicBezTo>
                <a:cubicBezTo>
                  <a:pt x="902736" y="130619"/>
                  <a:pt x="894814" y="128687"/>
                  <a:pt x="887858" y="124758"/>
                </a:cubicBezTo>
                <a:cubicBezTo>
                  <a:pt x="880902" y="120893"/>
                  <a:pt x="875428" y="115354"/>
                  <a:pt x="871563" y="108205"/>
                </a:cubicBezTo>
                <a:cubicBezTo>
                  <a:pt x="867699" y="101056"/>
                  <a:pt x="865702" y="92812"/>
                  <a:pt x="865702" y="83537"/>
                </a:cubicBezTo>
                <a:cubicBezTo>
                  <a:pt x="865702" y="74262"/>
                  <a:pt x="867634" y="65825"/>
                  <a:pt x="871434" y="58676"/>
                </a:cubicBezTo>
                <a:cubicBezTo>
                  <a:pt x="875299" y="51526"/>
                  <a:pt x="880645" y="46052"/>
                  <a:pt x="887536" y="42187"/>
                </a:cubicBezTo>
                <a:cubicBezTo>
                  <a:pt x="894428" y="38323"/>
                  <a:pt x="902414" y="36455"/>
                  <a:pt x="911431" y="36455"/>
                </a:cubicBezTo>
                <a:close/>
                <a:moveTo>
                  <a:pt x="338269" y="36455"/>
                </a:moveTo>
                <a:cubicBezTo>
                  <a:pt x="349154" y="36455"/>
                  <a:pt x="357784" y="39160"/>
                  <a:pt x="364289" y="44635"/>
                </a:cubicBezTo>
                <a:cubicBezTo>
                  <a:pt x="370730" y="50045"/>
                  <a:pt x="374337" y="57387"/>
                  <a:pt x="374981" y="66598"/>
                </a:cubicBezTo>
                <a:lnTo>
                  <a:pt x="352954" y="66598"/>
                </a:lnTo>
                <a:cubicBezTo>
                  <a:pt x="352632" y="62991"/>
                  <a:pt x="351086" y="60093"/>
                  <a:pt x="348445" y="57967"/>
                </a:cubicBezTo>
                <a:cubicBezTo>
                  <a:pt x="345740" y="55842"/>
                  <a:pt x="342133" y="54747"/>
                  <a:pt x="337689" y="54747"/>
                </a:cubicBezTo>
                <a:cubicBezTo>
                  <a:pt x="333503" y="54747"/>
                  <a:pt x="330282" y="55520"/>
                  <a:pt x="328028" y="57065"/>
                </a:cubicBezTo>
                <a:cubicBezTo>
                  <a:pt x="325774" y="58611"/>
                  <a:pt x="324679" y="60737"/>
                  <a:pt x="324679" y="63506"/>
                </a:cubicBezTo>
                <a:cubicBezTo>
                  <a:pt x="324679" y="66598"/>
                  <a:pt x="326224" y="68916"/>
                  <a:pt x="329316" y="70527"/>
                </a:cubicBezTo>
                <a:cubicBezTo>
                  <a:pt x="332408" y="72137"/>
                  <a:pt x="337174" y="73747"/>
                  <a:pt x="343615" y="75357"/>
                </a:cubicBezTo>
                <a:cubicBezTo>
                  <a:pt x="350184" y="77032"/>
                  <a:pt x="355659" y="78706"/>
                  <a:pt x="359910" y="80445"/>
                </a:cubicBezTo>
                <a:cubicBezTo>
                  <a:pt x="364161" y="82184"/>
                  <a:pt x="367896" y="84889"/>
                  <a:pt x="371052" y="88625"/>
                </a:cubicBezTo>
                <a:cubicBezTo>
                  <a:pt x="374208" y="92296"/>
                  <a:pt x="375818" y="97127"/>
                  <a:pt x="375883" y="103181"/>
                </a:cubicBezTo>
                <a:cubicBezTo>
                  <a:pt x="375883" y="108463"/>
                  <a:pt x="374401" y="113164"/>
                  <a:pt x="371503" y="117351"/>
                </a:cubicBezTo>
                <a:cubicBezTo>
                  <a:pt x="368605" y="121537"/>
                  <a:pt x="364418" y="124758"/>
                  <a:pt x="359008" y="127141"/>
                </a:cubicBezTo>
                <a:cubicBezTo>
                  <a:pt x="353598" y="129524"/>
                  <a:pt x="347221" y="130683"/>
                  <a:pt x="340008" y="130683"/>
                </a:cubicBezTo>
                <a:cubicBezTo>
                  <a:pt x="332794" y="130683"/>
                  <a:pt x="325838" y="129331"/>
                  <a:pt x="319913" y="126626"/>
                </a:cubicBezTo>
                <a:lnTo>
                  <a:pt x="319848" y="126561"/>
                </a:lnTo>
                <a:cubicBezTo>
                  <a:pt x="313923" y="123856"/>
                  <a:pt x="309221" y="120249"/>
                  <a:pt x="305743" y="115612"/>
                </a:cubicBezTo>
                <a:cubicBezTo>
                  <a:pt x="302265" y="110975"/>
                  <a:pt x="300397" y="105886"/>
                  <a:pt x="300075" y="100283"/>
                </a:cubicBezTo>
                <a:lnTo>
                  <a:pt x="323262" y="100283"/>
                </a:lnTo>
                <a:cubicBezTo>
                  <a:pt x="323713" y="103825"/>
                  <a:pt x="325452" y="106724"/>
                  <a:pt x="328414" y="108978"/>
                </a:cubicBezTo>
                <a:cubicBezTo>
                  <a:pt x="331377" y="111232"/>
                  <a:pt x="335177" y="112456"/>
                  <a:pt x="339686" y="112456"/>
                </a:cubicBezTo>
                <a:cubicBezTo>
                  <a:pt x="344194" y="112456"/>
                  <a:pt x="347479" y="111554"/>
                  <a:pt x="349991" y="109815"/>
                </a:cubicBezTo>
                <a:cubicBezTo>
                  <a:pt x="352438" y="108076"/>
                  <a:pt x="353727" y="105822"/>
                  <a:pt x="353727" y="103052"/>
                </a:cubicBezTo>
                <a:cubicBezTo>
                  <a:pt x="353727" y="100090"/>
                  <a:pt x="352245" y="97835"/>
                  <a:pt x="349218" y="96354"/>
                </a:cubicBezTo>
                <a:cubicBezTo>
                  <a:pt x="346191" y="94873"/>
                  <a:pt x="341425" y="93262"/>
                  <a:pt x="334791" y="91523"/>
                </a:cubicBezTo>
                <a:cubicBezTo>
                  <a:pt x="327963" y="89849"/>
                  <a:pt x="322424" y="88174"/>
                  <a:pt x="318109" y="86435"/>
                </a:cubicBezTo>
                <a:cubicBezTo>
                  <a:pt x="313794" y="84696"/>
                  <a:pt x="310058" y="81991"/>
                  <a:pt x="306902" y="78384"/>
                </a:cubicBezTo>
                <a:cubicBezTo>
                  <a:pt x="303746" y="74777"/>
                  <a:pt x="302200" y="69883"/>
                  <a:pt x="302200" y="63764"/>
                </a:cubicBezTo>
                <a:cubicBezTo>
                  <a:pt x="302200" y="58740"/>
                  <a:pt x="303682" y="54103"/>
                  <a:pt x="306579" y="49916"/>
                </a:cubicBezTo>
                <a:cubicBezTo>
                  <a:pt x="309479" y="45730"/>
                  <a:pt x="313665" y="42445"/>
                  <a:pt x="319075" y="40062"/>
                </a:cubicBezTo>
                <a:cubicBezTo>
                  <a:pt x="324485" y="37679"/>
                  <a:pt x="330926" y="36455"/>
                  <a:pt x="338269" y="36455"/>
                </a:cubicBezTo>
                <a:close/>
                <a:moveTo>
                  <a:pt x="120314" y="36455"/>
                </a:moveTo>
                <a:cubicBezTo>
                  <a:pt x="127141" y="36455"/>
                  <a:pt x="133067" y="37808"/>
                  <a:pt x="138155" y="40577"/>
                </a:cubicBezTo>
                <a:cubicBezTo>
                  <a:pt x="143243" y="43347"/>
                  <a:pt x="147365" y="46760"/>
                  <a:pt x="150392" y="50947"/>
                </a:cubicBezTo>
                <a:lnTo>
                  <a:pt x="150392" y="37936"/>
                </a:lnTo>
                <a:lnTo>
                  <a:pt x="173579" y="37936"/>
                </a:lnTo>
                <a:lnTo>
                  <a:pt x="173579" y="129138"/>
                </a:lnTo>
                <a:lnTo>
                  <a:pt x="150392" y="129138"/>
                </a:lnTo>
                <a:lnTo>
                  <a:pt x="150392" y="115805"/>
                </a:lnTo>
                <a:cubicBezTo>
                  <a:pt x="147430" y="120056"/>
                  <a:pt x="143372" y="123598"/>
                  <a:pt x="138155" y="126432"/>
                </a:cubicBezTo>
                <a:cubicBezTo>
                  <a:pt x="132938" y="129202"/>
                  <a:pt x="126948" y="130619"/>
                  <a:pt x="120121" y="130619"/>
                </a:cubicBezTo>
                <a:cubicBezTo>
                  <a:pt x="112455" y="130619"/>
                  <a:pt x="105436" y="128622"/>
                  <a:pt x="99124" y="124693"/>
                </a:cubicBezTo>
                <a:cubicBezTo>
                  <a:pt x="92812" y="120765"/>
                  <a:pt x="87788" y="115161"/>
                  <a:pt x="84117" y="108012"/>
                </a:cubicBezTo>
                <a:cubicBezTo>
                  <a:pt x="80446" y="100798"/>
                  <a:pt x="78578" y="92554"/>
                  <a:pt x="78578" y="83215"/>
                </a:cubicBezTo>
                <a:cubicBezTo>
                  <a:pt x="78578" y="73876"/>
                  <a:pt x="80446" y="65825"/>
                  <a:pt x="84117" y="58676"/>
                </a:cubicBezTo>
                <a:lnTo>
                  <a:pt x="84181" y="58676"/>
                </a:lnTo>
                <a:cubicBezTo>
                  <a:pt x="87853" y="51526"/>
                  <a:pt x="92876" y="46052"/>
                  <a:pt x="99188" y="42187"/>
                </a:cubicBezTo>
                <a:cubicBezTo>
                  <a:pt x="105500" y="38323"/>
                  <a:pt x="112521" y="36455"/>
                  <a:pt x="120314" y="36455"/>
                </a:cubicBezTo>
                <a:close/>
                <a:moveTo>
                  <a:pt x="2449098" y="15393"/>
                </a:moveTo>
                <a:lnTo>
                  <a:pt x="2472285" y="15393"/>
                </a:lnTo>
                <a:lnTo>
                  <a:pt x="2472285" y="37936"/>
                </a:lnTo>
                <a:lnTo>
                  <a:pt x="2492702" y="37936"/>
                </a:lnTo>
                <a:lnTo>
                  <a:pt x="2492702" y="56871"/>
                </a:lnTo>
                <a:lnTo>
                  <a:pt x="2472285" y="56871"/>
                </a:lnTo>
                <a:lnTo>
                  <a:pt x="2472285" y="100991"/>
                </a:lnTo>
                <a:cubicBezTo>
                  <a:pt x="2472285" y="104082"/>
                  <a:pt x="2473058" y="106272"/>
                  <a:pt x="2474539" y="107689"/>
                </a:cubicBezTo>
                <a:cubicBezTo>
                  <a:pt x="2476020" y="109042"/>
                  <a:pt x="2478532" y="109750"/>
                  <a:pt x="2482010" y="109750"/>
                </a:cubicBezTo>
                <a:lnTo>
                  <a:pt x="2492702" y="109750"/>
                </a:lnTo>
                <a:lnTo>
                  <a:pt x="2492702" y="129201"/>
                </a:lnTo>
                <a:lnTo>
                  <a:pt x="2478210" y="129201"/>
                </a:lnTo>
                <a:cubicBezTo>
                  <a:pt x="2458759" y="129201"/>
                  <a:pt x="2449098" y="119733"/>
                  <a:pt x="2449098" y="100862"/>
                </a:cubicBezTo>
                <a:lnTo>
                  <a:pt x="2449098" y="56936"/>
                </a:lnTo>
                <a:lnTo>
                  <a:pt x="2438213" y="56936"/>
                </a:lnTo>
                <a:lnTo>
                  <a:pt x="2438213" y="38000"/>
                </a:lnTo>
                <a:lnTo>
                  <a:pt x="2449098" y="38000"/>
                </a:lnTo>
                <a:close/>
                <a:moveTo>
                  <a:pt x="536128" y="14234"/>
                </a:moveTo>
                <a:lnTo>
                  <a:pt x="559186" y="14234"/>
                </a:lnTo>
                <a:lnTo>
                  <a:pt x="559186" y="85340"/>
                </a:lnTo>
                <a:cubicBezTo>
                  <a:pt x="559186" y="93133"/>
                  <a:pt x="561183" y="99059"/>
                  <a:pt x="565305" y="103181"/>
                </a:cubicBezTo>
                <a:cubicBezTo>
                  <a:pt x="569362" y="107303"/>
                  <a:pt x="575095" y="109364"/>
                  <a:pt x="582437" y="109364"/>
                </a:cubicBezTo>
                <a:cubicBezTo>
                  <a:pt x="589780" y="109364"/>
                  <a:pt x="595641" y="107303"/>
                  <a:pt x="599698" y="103181"/>
                </a:cubicBezTo>
                <a:cubicBezTo>
                  <a:pt x="603756" y="99059"/>
                  <a:pt x="605817" y="93133"/>
                  <a:pt x="605817" y="85340"/>
                </a:cubicBezTo>
                <a:lnTo>
                  <a:pt x="605817" y="14234"/>
                </a:lnTo>
                <a:lnTo>
                  <a:pt x="629004" y="14234"/>
                </a:lnTo>
                <a:lnTo>
                  <a:pt x="629004" y="85147"/>
                </a:lnTo>
                <a:cubicBezTo>
                  <a:pt x="629004" y="94937"/>
                  <a:pt x="626878" y="103181"/>
                  <a:pt x="622692" y="109944"/>
                </a:cubicBezTo>
                <a:cubicBezTo>
                  <a:pt x="618441" y="116706"/>
                  <a:pt x="612837" y="121795"/>
                  <a:pt x="605753" y="125144"/>
                </a:cubicBezTo>
                <a:cubicBezTo>
                  <a:pt x="598668" y="128557"/>
                  <a:pt x="590810" y="130232"/>
                  <a:pt x="582115" y="130232"/>
                </a:cubicBezTo>
                <a:cubicBezTo>
                  <a:pt x="573420" y="130232"/>
                  <a:pt x="565820" y="128557"/>
                  <a:pt x="558799" y="125144"/>
                </a:cubicBezTo>
                <a:cubicBezTo>
                  <a:pt x="551843" y="121730"/>
                  <a:pt x="546304" y="116642"/>
                  <a:pt x="542247" y="109944"/>
                </a:cubicBezTo>
                <a:cubicBezTo>
                  <a:pt x="538189" y="103181"/>
                  <a:pt x="536128" y="94937"/>
                  <a:pt x="536128" y="85147"/>
                </a:cubicBezTo>
                <a:close/>
                <a:moveTo>
                  <a:pt x="9082" y="14234"/>
                </a:moveTo>
                <a:lnTo>
                  <a:pt x="32140" y="14234"/>
                </a:lnTo>
                <a:lnTo>
                  <a:pt x="32140" y="110845"/>
                </a:lnTo>
                <a:lnTo>
                  <a:pt x="69947" y="110845"/>
                </a:lnTo>
                <a:lnTo>
                  <a:pt x="69947" y="129137"/>
                </a:lnTo>
                <a:lnTo>
                  <a:pt x="9082" y="129137"/>
                </a:lnTo>
                <a:close/>
                <a:moveTo>
                  <a:pt x="2666667" y="7278"/>
                </a:moveTo>
                <a:lnTo>
                  <a:pt x="2689725" y="7278"/>
                </a:lnTo>
                <a:lnTo>
                  <a:pt x="2689725" y="129137"/>
                </a:lnTo>
                <a:lnTo>
                  <a:pt x="2666667" y="129137"/>
                </a:lnTo>
                <a:close/>
                <a:moveTo>
                  <a:pt x="1625647" y="7278"/>
                </a:moveTo>
                <a:lnTo>
                  <a:pt x="1648705" y="7278"/>
                </a:lnTo>
                <a:lnTo>
                  <a:pt x="1648705" y="49272"/>
                </a:lnTo>
                <a:cubicBezTo>
                  <a:pt x="1651668" y="45343"/>
                  <a:pt x="1655596" y="42251"/>
                  <a:pt x="1660556" y="39997"/>
                </a:cubicBezTo>
                <a:cubicBezTo>
                  <a:pt x="1665515" y="37743"/>
                  <a:pt x="1670990" y="36648"/>
                  <a:pt x="1677044" y="36648"/>
                </a:cubicBezTo>
                <a:cubicBezTo>
                  <a:pt x="1683936" y="36648"/>
                  <a:pt x="1690119" y="38129"/>
                  <a:pt x="1695465" y="41156"/>
                </a:cubicBezTo>
                <a:cubicBezTo>
                  <a:pt x="1700811" y="44184"/>
                  <a:pt x="1705062" y="48628"/>
                  <a:pt x="1708089" y="54489"/>
                </a:cubicBezTo>
                <a:cubicBezTo>
                  <a:pt x="1711116" y="60350"/>
                  <a:pt x="1712597" y="67435"/>
                  <a:pt x="1712597" y="75614"/>
                </a:cubicBezTo>
                <a:lnTo>
                  <a:pt x="1712597" y="129137"/>
                </a:lnTo>
                <a:lnTo>
                  <a:pt x="1689539" y="129137"/>
                </a:lnTo>
                <a:lnTo>
                  <a:pt x="1689539" y="78770"/>
                </a:lnTo>
                <a:cubicBezTo>
                  <a:pt x="1689539" y="71557"/>
                  <a:pt x="1687736" y="65953"/>
                  <a:pt x="1684129" y="62089"/>
                </a:cubicBezTo>
                <a:cubicBezTo>
                  <a:pt x="1680522" y="58224"/>
                  <a:pt x="1675563" y="56228"/>
                  <a:pt x="1669315" y="56228"/>
                </a:cubicBezTo>
                <a:cubicBezTo>
                  <a:pt x="1663068" y="56228"/>
                  <a:pt x="1657915" y="58160"/>
                  <a:pt x="1654244" y="62089"/>
                </a:cubicBezTo>
                <a:cubicBezTo>
                  <a:pt x="1650573" y="65953"/>
                  <a:pt x="1648705" y="71557"/>
                  <a:pt x="1648705" y="78770"/>
                </a:cubicBezTo>
                <a:lnTo>
                  <a:pt x="1648705" y="129137"/>
                </a:lnTo>
                <a:lnTo>
                  <a:pt x="1625647" y="129137"/>
                </a:lnTo>
                <a:close/>
                <a:moveTo>
                  <a:pt x="825705" y="7278"/>
                </a:moveTo>
                <a:lnTo>
                  <a:pt x="849085" y="7278"/>
                </a:lnTo>
                <a:lnTo>
                  <a:pt x="849085" y="129137"/>
                </a:lnTo>
                <a:lnTo>
                  <a:pt x="825705" y="129137"/>
                </a:lnTo>
                <a:lnTo>
                  <a:pt x="825705" y="115611"/>
                </a:lnTo>
                <a:cubicBezTo>
                  <a:pt x="822871" y="120120"/>
                  <a:pt x="818877" y="123727"/>
                  <a:pt x="813660" y="126496"/>
                </a:cubicBezTo>
                <a:cubicBezTo>
                  <a:pt x="808508" y="129266"/>
                  <a:pt x="802518" y="130618"/>
                  <a:pt x="795691" y="130618"/>
                </a:cubicBezTo>
                <a:cubicBezTo>
                  <a:pt x="788026" y="130618"/>
                  <a:pt x="781006" y="128622"/>
                  <a:pt x="774629" y="124693"/>
                </a:cubicBezTo>
                <a:cubicBezTo>
                  <a:pt x="768253" y="120764"/>
                  <a:pt x="763229" y="115161"/>
                  <a:pt x="759558" y="108011"/>
                </a:cubicBezTo>
                <a:cubicBezTo>
                  <a:pt x="755887" y="100798"/>
                  <a:pt x="754019" y="92554"/>
                  <a:pt x="754019" y="83214"/>
                </a:cubicBezTo>
                <a:cubicBezTo>
                  <a:pt x="754019" y="73875"/>
                  <a:pt x="755887" y="65824"/>
                  <a:pt x="759558" y="58675"/>
                </a:cubicBezTo>
                <a:lnTo>
                  <a:pt x="759622" y="58675"/>
                </a:lnTo>
                <a:cubicBezTo>
                  <a:pt x="763294" y="51526"/>
                  <a:pt x="768317" y="46051"/>
                  <a:pt x="774694" y="42187"/>
                </a:cubicBezTo>
                <a:cubicBezTo>
                  <a:pt x="781070" y="38322"/>
                  <a:pt x="788155" y="36455"/>
                  <a:pt x="795948" y="36455"/>
                </a:cubicBezTo>
                <a:cubicBezTo>
                  <a:pt x="801874" y="36455"/>
                  <a:pt x="807542" y="37743"/>
                  <a:pt x="812888" y="40319"/>
                </a:cubicBezTo>
                <a:cubicBezTo>
                  <a:pt x="818233" y="42895"/>
                  <a:pt x="822549" y="46309"/>
                  <a:pt x="825705" y="50624"/>
                </a:cubicBezTo>
                <a:close/>
                <a:moveTo>
                  <a:pt x="144531" y="5153"/>
                </a:moveTo>
                <a:cubicBezTo>
                  <a:pt x="147623" y="5153"/>
                  <a:pt x="150199" y="6248"/>
                  <a:pt x="152325" y="8373"/>
                </a:cubicBezTo>
                <a:cubicBezTo>
                  <a:pt x="154450" y="10499"/>
                  <a:pt x="155545" y="13140"/>
                  <a:pt x="155545" y="16167"/>
                </a:cubicBezTo>
                <a:cubicBezTo>
                  <a:pt x="155545" y="19194"/>
                  <a:pt x="154450" y="21835"/>
                  <a:pt x="152325" y="23896"/>
                </a:cubicBezTo>
                <a:cubicBezTo>
                  <a:pt x="150199" y="25957"/>
                  <a:pt x="147559" y="27052"/>
                  <a:pt x="144531" y="27052"/>
                </a:cubicBezTo>
                <a:cubicBezTo>
                  <a:pt x="141504" y="27052"/>
                  <a:pt x="138863" y="26021"/>
                  <a:pt x="136802" y="23896"/>
                </a:cubicBezTo>
                <a:cubicBezTo>
                  <a:pt x="134741" y="21835"/>
                  <a:pt x="133646" y="19258"/>
                  <a:pt x="133646" y="16167"/>
                </a:cubicBezTo>
                <a:cubicBezTo>
                  <a:pt x="133646" y="13075"/>
                  <a:pt x="134677" y="10499"/>
                  <a:pt x="136802" y="8373"/>
                </a:cubicBezTo>
                <a:cubicBezTo>
                  <a:pt x="138928" y="6248"/>
                  <a:pt x="141440" y="5153"/>
                  <a:pt x="144531" y="5153"/>
                </a:cubicBezTo>
                <a:close/>
                <a:moveTo>
                  <a:pt x="114067" y="5153"/>
                </a:moveTo>
                <a:cubicBezTo>
                  <a:pt x="117158" y="5153"/>
                  <a:pt x="119734" y="6248"/>
                  <a:pt x="121860" y="8373"/>
                </a:cubicBezTo>
                <a:cubicBezTo>
                  <a:pt x="123985" y="10499"/>
                  <a:pt x="125080" y="13140"/>
                  <a:pt x="125080" y="16167"/>
                </a:cubicBezTo>
                <a:cubicBezTo>
                  <a:pt x="125080" y="19194"/>
                  <a:pt x="123985" y="21835"/>
                  <a:pt x="121860" y="23896"/>
                </a:cubicBezTo>
                <a:cubicBezTo>
                  <a:pt x="119734" y="25957"/>
                  <a:pt x="117094" y="27052"/>
                  <a:pt x="114067" y="27052"/>
                </a:cubicBezTo>
                <a:cubicBezTo>
                  <a:pt x="111039" y="27052"/>
                  <a:pt x="108399" y="26021"/>
                  <a:pt x="106338" y="23896"/>
                </a:cubicBezTo>
                <a:cubicBezTo>
                  <a:pt x="104277" y="21835"/>
                  <a:pt x="103182" y="19258"/>
                  <a:pt x="103182" y="16167"/>
                </a:cubicBezTo>
                <a:cubicBezTo>
                  <a:pt x="103182" y="13075"/>
                  <a:pt x="104212" y="10499"/>
                  <a:pt x="106338" y="8373"/>
                </a:cubicBezTo>
                <a:cubicBezTo>
                  <a:pt x="108399" y="6248"/>
                  <a:pt x="110975" y="5153"/>
                  <a:pt x="114067" y="5153"/>
                </a:cubicBezTo>
                <a:close/>
                <a:moveTo>
                  <a:pt x="2520977" y="0"/>
                </a:moveTo>
                <a:cubicBezTo>
                  <a:pt x="2525034" y="0"/>
                  <a:pt x="2528384" y="1288"/>
                  <a:pt x="2531089" y="3864"/>
                </a:cubicBezTo>
                <a:cubicBezTo>
                  <a:pt x="2533794" y="6441"/>
                  <a:pt x="2535146" y="9661"/>
                  <a:pt x="2535146" y="13526"/>
                </a:cubicBezTo>
                <a:cubicBezTo>
                  <a:pt x="2535146" y="17390"/>
                  <a:pt x="2533794" y="20546"/>
                  <a:pt x="2531089" y="23187"/>
                </a:cubicBezTo>
                <a:cubicBezTo>
                  <a:pt x="2528384" y="25763"/>
                  <a:pt x="2525034" y="27051"/>
                  <a:pt x="2520977" y="27051"/>
                </a:cubicBezTo>
                <a:cubicBezTo>
                  <a:pt x="2516919" y="27051"/>
                  <a:pt x="2513570" y="25763"/>
                  <a:pt x="2510865" y="23187"/>
                </a:cubicBezTo>
                <a:cubicBezTo>
                  <a:pt x="2508160" y="20610"/>
                  <a:pt x="2506807" y="17390"/>
                  <a:pt x="2506807" y="13526"/>
                </a:cubicBezTo>
                <a:cubicBezTo>
                  <a:pt x="2506807" y="9661"/>
                  <a:pt x="2508160" y="6505"/>
                  <a:pt x="2510865" y="3864"/>
                </a:cubicBezTo>
                <a:cubicBezTo>
                  <a:pt x="2513570" y="1288"/>
                  <a:pt x="2516919" y="0"/>
                  <a:pt x="2520977" y="0"/>
                </a:cubicBezTo>
                <a:close/>
                <a:moveTo>
                  <a:pt x="2302571" y="0"/>
                </a:moveTo>
                <a:cubicBezTo>
                  <a:pt x="2306628" y="0"/>
                  <a:pt x="2309978" y="1288"/>
                  <a:pt x="2312683" y="3864"/>
                </a:cubicBezTo>
                <a:cubicBezTo>
                  <a:pt x="2315388" y="6441"/>
                  <a:pt x="2316740" y="9661"/>
                  <a:pt x="2316740" y="13526"/>
                </a:cubicBezTo>
                <a:cubicBezTo>
                  <a:pt x="2316740" y="17390"/>
                  <a:pt x="2315388" y="20546"/>
                  <a:pt x="2312683" y="23187"/>
                </a:cubicBezTo>
                <a:cubicBezTo>
                  <a:pt x="2309978" y="25763"/>
                  <a:pt x="2306628" y="27051"/>
                  <a:pt x="2302571" y="27051"/>
                </a:cubicBezTo>
                <a:cubicBezTo>
                  <a:pt x="2298513" y="27051"/>
                  <a:pt x="2295164" y="25763"/>
                  <a:pt x="2292459" y="23187"/>
                </a:cubicBezTo>
                <a:cubicBezTo>
                  <a:pt x="2289754" y="20610"/>
                  <a:pt x="2288401" y="17390"/>
                  <a:pt x="2288401" y="13526"/>
                </a:cubicBezTo>
                <a:cubicBezTo>
                  <a:pt x="2288401" y="9661"/>
                  <a:pt x="2289754" y="6505"/>
                  <a:pt x="2292459" y="3864"/>
                </a:cubicBezTo>
                <a:cubicBezTo>
                  <a:pt x="2295164" y="1288"/>
                  <a:pt x="2298513" y="0"/>
                  <a:pt x="2302571" y="0"/>
                </a:cubicBezTo>
                <a:close/>
                <a:moveTo>
                  <a:pt x="1944336" y="0"/>
                </a:moveTo>
                <a:cubicBezTo>
                  <a:pt x="1948393" y="0"/>
                  <a:pt x="1951743" y="1288"/>
                  <a:pt x="1954448" y="3864"/>
                </a:cubicBezTo>
                <a:cubicBezTo>
                  <a:pt x="1957153" y="6441"/>
                  <a:pt x="1958505" y="9661"/>
                  <a:pt x="1958505" y="13526"/>
                </a:cubicBezTo>
                <a:cubicBezTo>
                  <a:pt x="1958505" y="17390"/>
                  <a:pt x="1957153" y="20546"/>
                  <a:pt x="1954448" y="23187"/>
                </a:cubicBezTo>
                <a:cubicBezTo>
                  <a:pt x="1951743" y="25763"/>
                  <a:pt x="1948393" y="27051"/>
                  <a:pt x="1944336" y="27051"/>
                </a:cubicBezTo>
                <a:cubicBezTo>
                  <a:pt x="1940278" y="27051"/>
                  <a:pt x="1936929" y="25763"/>
                  <a:pt x="1934224" y="23187"/>
                </a:cubicBezTo>
                <a:cubicBezTo>
                  <a:pt x="1931519" y="20610"/>
                  <a:pt x="1930166" y="17390"/>
                  <a:pt x="1930166" y="13526"/>
                </a:cubicBezTo>
                <a:cubicBezTo>
                  <a:pt x="1930166" y="9661"/>
                  <a:pt x="1931519" y="6505"/>
                  <a:pt x="1934224" y="3864"/>
                </a:cubicBezTo>
                <a:cubicBezTo>
                  <a:pt x="1936929" y="1288"/>
                  <a:pt x="1940278" y="0"/>
                  <a:pt x="1944336" y="0"/>
                </a:cubicBezTo>
                <a:close/>
                <a:moveTo>
                  <a:pt x="406413" y="0"/>
                </a:moveTo>
                <a:cubicBezTo>
                  <a:pt x="410470" y="0"/>
                  <a:pt x="413820" y="1288"/>
                  <a:pt x="416525" y="3864"/>
                </a:cubicBezTo>
                <a:cubicBezTo>
                  <a:pt x="419230" y="6441"/>
                  <a:pt x="420582" y="9661"/>
                  <a:pt x="420582" y="13526"/>
                </a:cubicBezTo>
                <a:cubicBezTo>
                  <a:pt x="420582" y="17390"/>
                  <a:pt x="419230" y="20546"/>
                  <a:pt x="416525" y="23187"/>
                </a:cubicBezTo>
                <a:cubicBezTo>
                  <a:pt x="413820" y="25763"/>
                  <a:pt x="410470" y="27051"/>
                  <a:pt x="406413" y="27051"/>
                </a:cubicBezTo>
                <a:cubicBezTo>
                  <a:pt x="402355" y="27051"/>
                  <a:pt x="399006" y="25763"/>
                  <a:pt x="396301" y="23187"/>
                </a:cubicBezTo>
                <a:cubicBezTo>
                  <a:pt x="393596" y="20610"/>
                  <a:pt x="392243" y="17390"/>
                  <a:pt x="392243" y="13526"/>
                </a:cubicBezTo>
                <a:cubicBezTo>
                  <a:pt x="392243" y="9661"/>
                  <a:pt x="393596" y="6505"/>
                  <a:pt x="396301" y="3864"/>
                </a:cubicBezTo>
                <a:cubicBezTo>
                  <a:pt x="399006" y="1288"/>
                  <a:pt x="402355" y="0"/>
                  <a:pt x="406413" y="0"/>
                </a:cubicBezTo>
                <a:close/>
              </a:path>
            </a:pathLst>
          </a:custGeom>
          <a:solidFill>
            <a:schemeClr val="bg1"/>
          </a:solidFill>
          <a:ln w="6420" cap="flat">
            <a:noFill/>
            <a:prstDash val="solid"/>
            <a:miter/>
          </a:ln>
        </p:spPr>
        <p:txBody>
          <a:bodyPr rtlCol="0" anchor="ctr"/>
          <a:lstStyle/>
          <a:p>
            <a:endParaRPr lang="fi-FI"/>
          </a:p>
        </p:txBody>
      </p:sp>
      <p:sp>
        <p:nvSpPr>
          <p:cNvPr id="6" name="Päivämäärän paikkamerkki 5">
            <a:extLst>
              <a:ext uri="{FF2B5EF4-FFF2-40B4-BE49-F238E27FC236}">
                <a16:creationId xmlns:a16="http://schemas.microsoft.com/office/drawing/2014/main" id="{0DECE744-8150-999C-EFCC-D1209CB06255}"/>
              </a:ext>
            </a:extLst>
          </p:cNvPr>
          <p:cNvSpPr>
            <a:spLocks noGrp="1"/>
          </p:cNvSpPr>
          <p:nvPr>
            <p:ph type="dt" sz="half" idx="12"/>
          </p:nvPr>
        </p:nvSpPr>
        <p:spPr/>
        <p:txBody>
          <a:bodyPr/>
          <a:lstStyle>
            <a:lvl1pPr>
              <a:defRPr>
                <a:solidFill>
                  <a:schemeClr val="bg1"/>
                </a:solidFill>
              </a:defRPr>
            </a:lvl1pPr>
          </a:lstStyle>
          <a:p>
            <a:fld id="{4B30990E-42A7-4B35-82B2-2144061338E9}" type="datetime1">
              <a:rPr lang="fi-FI" smtClean="0"/>
              <a:t>14.10.2026</a:t>
            </a:fld>
            <a:endParaRPr lang="fi-FI"/>
          </a:p>
        </p:txBody>
      </p:sp>
      <p:sp>
        <p:nvSpPr>
          <p:cNvPr id="9" name="Alatunnisteen paikkamerkki 8">
            <a:extLst>
              <a:ext uri="{FF2B5EF4-FFF2-40B4-BE49-F238E27FC236}">
                <a16:creationId xmlns:a16="http://schemas.microsoft.com/office/drawing/2014/main" id="{4FC8244C-96A2-DAC7-D852-D1535621328C}"/>
              </a:ext>
            </a:extLst>
          </p:cNvPr>
          <p:cNvSpPr>
            <a:spLocks noGrp="1"/>
          </p:cNvSpPr>
          <p:nvPr>
            <p:ph type="ftr" sz="quarter" idx="13"/>
          </p:nvPr>
        </p:nvSpPr>
        <p:spPr/>
        <p:txBody>
          <a:bodyPr/>
          <a:lstStyle>
            <a:lvl1pPr>
              <a:defRPr>
                <a:solidFill>
                  <a:srgbClr val="FAE7EA"/>
                </a:solidFill>
              </a:defRPr>
            </a:lvl1pPr>
          </a:lstStyle>
          <a:p>
            <a:endParaRPr lang="fi-FI"/>
          </a:p>
        </p:txBody>
      </p:sp>
      <p:sp>
        <p:nvSpPr>
          <p:cNvPr id="10" name="Dian numeron paikkamerkki 9">
            <a:extLst>
              <a:ext uri="{FF2B5EF4-FFF2-40B4-BE49-F238E27FC236}">
                <a16:creationId xmlns:a16="http://schemas.microsoft.com/office/drawing/2014/main" id="{E6085B97-5B9A-9587-8110-05FF123FF020}"/>
              </a:ext>
            </a:extLst>
          </p:cNvPr>
          <p:cNvSpPr>
            <a:spLocks noGrp="1"/>
          </p:cNvSpPr>
          <p:nvPr>
            <p:ph type="sldNum" sz="quarter" idx="14"/>
          </p:nvPr>
        </p:nvSpPr>
        <p:spPr/>
        <p:txBody>
          <a:bodyPr/>
          <a:lstStyle>
            <a:lvl1pPr>
              <a:defRPr>
                <a:solidFill>
                  <a:schemeClr val="bg1"/>
                </a:solidFill>
              </a:defRPr>
            </a:lvl1pPr>
          </a:lstStyle>
          <a:p>
            <a:fld id="{07F0CC26-4241-4995-BDB3-9E0D3B0C702B}" type="slidenum">
              <a:rPr lang="fi-FI" smtClean="0"/>
              <a:pPr/>
              <a:t>‹#›</a:t>
            </a:fld>
            <a:endParaRPr lang="fi-FI"/>
          </a:p>
        </p:txBody>
      </p:sp>
    </p:spTree>
    <p:extLst>
      <p:ext uri="{BB962C8B-B14F-4D97-AF65-F5344CB8AC3E}">
        <p14:creationId xmlns:p14="http://schemas.microsoft.com/office/powerpoint/2010/main" val="31911847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Kaksikielinen Otsikkodia Tumma">
    <p:bg>
      <p:bgPr>
        <a:solidFill>
          <a:schemeClr val="accent1"/>
        </a:solidFill>
        <a:effectLst/>
      </p:bgPr>
    </p:bg>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C9DEC58A-A02E-4C8D-BE9D-FB143A61B227}"/>
              </a:ext>
            </a:extLst>
          </p:cNvPr>
          <p:cNvSpPr>
            <a:spLocks noGrp="1"/>
          </p:cNvSpPr>
          <p:nvPr>
            <p:ph type="ctrTitle"/>
          </p:nvPr>
        </p:nvSpPr>
        <p:spPr>
          <a:xfrm>
            <a:off x="547369" y="1700213"/>
            <a:ext cx="5367656" cy="2593975"/>
          </a:xfrm>
        </p:spPr>
        <p:txBody>
          <a:bodyPr wrap="square" anchor="b">
            <a:noAutofit/>
          </a:bodyPr>
          <a:lstStyle>
            <a:lvl1pPr algn="l">
              <a:defRPr sz="4000">
                <a:solidFill>
                  <a:schemeClr val="bg1"/>
                </a:solidFill>
              </a:defRPr>
            </a:lvl1pPr>
          </a:lstStyle>
          <a:p>
            <a:r>
              <a:rPr lang="fi-FI"/>
              <a:t>Muokkaa ots. perustyyl. napsautt.</a:t>
            </a:r>
          </a:p>
        </p:txBody>
      </p:sp>
      <p:sp>
        <p:nvSpPr>
          <p:cNvPr id="3" name="Alaotsikko 2">
            <a:extLst>
              <a:ext uri="{FF2B5EF4-FFF2-40B4-BE49-F238E27FC236}">
                <a16:creationId xmlns:a16="http://schemas.microsoft.com/office/drawing/2014/main" id="{845507CB-1BF9-456E-B76D-A7E62643274D}"/>
              </a:ext>
            </a:extLst>
          </p:cNvPr>
          <p:cNvSpPr>
            <a:spLocks noGrp="1"/>
          </p:cNvSpPr>
          <p:nvPr>
            <p:ph type="subTitle" idx="1"/>
          </p:nvPr>
        </p:nvSpPr>
        <p:spPr>
          <a:xfrm>
            <a:off x="547369" y="4583112"/>
            <a:ext cx="5367656" cy="577851"/>
          </a:xfrm>
        </p:spPr>
        <p:txBody>
          <a:bodyPr wrap="square">
            <a:noAutofit/>
          </a:bodyPr>
          <a:lstStyle>
            <a:lvl1pPr marL="0" indent="0" algn="l">
              <a:buNone/>
              <a:defRPr sz="2200">
                <a:solidFill>
                  <a:schemeClr val="bg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fi-FI"/>
              <a:t>Muokkaa alaotsikon perustyyliä napsautt.</a:t>
            </a:r>
          </a:p>
        </p:txBody>
      </p:sp>
      <p:sp>
        <p:nvSpPr>
          <p:cNvPr id="8" name="Tekstin paikkamerkki 8">
            <a:extLst>
              <a:ext uri="{FF2B5EF4-FFF2-40B4-BE49-F238E27FC236}">
                <a16:creationId xmlns:a16="http://schemas.microsoft.com/office/drawing/2014/main" id="{2D5E4056-1BD2-ED7D-B437-33C5D524DE79}"/>
              </a:ext>
            </a:extLst>
          </p:cNvPr>
          <p:cNvSpPr>
            <a:spLocks noGrp="1"/>
          </p:cNvSpPr>
          <p:nvPr>
            <p:ph type="body" sz="quarter" idx="11"/>
          </p:nvPr>
        </p:nvSpPr>
        <p:spPr>
          <a:xfrm>
            <a:off x="547369" y="5449887"/>
            <a:ext cx="5367656" cy="577851"/>
          </a:xfrm>
        </p:spPr>
        <p:txBody>
          <a:bodyPr anchor="b"/>
          <a:lstStyle>
            <a:lvl1pPr marL="0" indent="0">
              <a:buNone/>
              <a:defRPr sz="1800" b="1">
                <a:solidFill>
                  <a:schemeClr val="bg1"/>
                </a:solidFill>
              </a:defRPr>
            </a:lvl1pPr>
            <a:lvl2pPr marL="457189" indent="0">
              <a:buNone/>
              <a:defRPr/>
            </a:lvl2pPr>
            <a:lvl3pPr marL="914377" indent="0">
              <a:buNone/>
              <a:defRPr/>
            </a:lvl3pPr>
            <a:lvl4pPr marL="1371566" indent="0">
              <a:buNone/>
              <a:defRPr/>
            </a:lvl4pPr>
            <a:lvl5pPr marL="1828754" indent="0">
              <a:buNone/>
              <a:defRPr/>
            </a:lvl5pPr>
          </a:lstStyle>
          <a:p>
            <a:pPr lvl="0"/>
            <a:r>
              <a:rPr lang="fi-FI"/>
              <a:t>Muokkaa tekstin perustyylejä napsauttamalla</a:t>
            </a:r>
          </a:p>
        </p:txBody>
      </p:sp>
      <p:sp>
        <p:nvSpPr>
          <p:cNvPr id="4" name="Vapaamuotoinen: Muoto 3" descr="Länsi-Uudenmaan hyvinvointialueen tunnus.">
            <a:extLst>
              <a:ext uri="{FF2B5EF4-FFF2-40B4-BE49-F238E27FC236}">
                <a16:creationId xmlns:a16="http://schemas.microsoft.com/office/drawing/2014/main" id="{C1B546C7-E988-7E8C-52A4-6A98EF8EA11D}"/>
              </a:ext>
            </a:extLst>
          </p:cNvPr>
          <p:cNvSpPr>
            <a:spLocks noChangeAspect="1"/>
          </p:cNvSpPr>
          <p:nvPr userDrawn="1"/>
        </p:nvSpPr>
        <p:spPr>
          <a:xfrm>
            <a:off x="547369" y="546240"/>
            <a:ext cx="4243160" cy="540000"/>
          </a:xfrm>
          <a:custGeom>
            <a:avLst/>
            <a:gdLst>
              <a:gd name="connsiteX0" fmla="*/ 1690184 w 2906005"/>
              <a:gd name="connsiteY0" fmla="*/ 254217 h 369828"/>
              <a:gd name="connsiteX1" fmla="*/ 1678333 w 2906005"/>
              <a:gd name="connsiteY1" fmla="*/ 257373 h 369828"/>
              <a:gd name="connsiteX2" fmla="*/ 1669509 w 2906005"/>
              <a:gd name="connsiteY2" fmla="*/ 266519 h 369828"/>
              <a:gd name="connsiteX3" fmla="*/ 1666160 w 2906005"/>
              <a:gd name="connsiteY3" fmla="*/ 280753 h 369828"/>
              <a:gd name="connsiteX4" fmla="*/ 1669509 w 2906005"/>
              <a:gd name="connsiteY4" fmla="*/ 295180 h 369828"/>
              <a:gd name="connsiteX5" fmla="*/ 1678397 w 2906005"/>
              <a:gd name="connsiteY5" fmla="*/ 304648 h 369828"/>
              <a:gd name="connsiteX6" fmla="*/ 1690184 w 2906005"/>
              <a:gd name="connsiteY6" fmla="*/ 307933 h 369828"/>
              <a:gd name="connsiteX7" fmla="*/ 1702228 w 2906005"/>
              <a:gd name="connsiteY7" fmla="*/ 304713 h 369828"/>
              <a:gd name="connsiteX8" fmla="*/ 1711116 w 2906005"/>
              <a:gd name="connsiteY8" fmla="*/ 295502 h 369828"/>
              <a:gd name="connsiteX9" fmla="*/ 1714401 w 2906005"/>
              <a:gd name="connsiteY9" fmla="*/ 281075 h 369828"/>
              <a:gd name="connsiteX10" fmla="*/ 1711116 w 2906005"/>
              <a:gd name="connsiteY10" fmla="*/ 266648 h 369828"/>
              <a:gd name="connsiteX11" fmla="*/ 1702228 w 2906005"/>
              <a:gd name="connsiteY11" fmla="*/ 257437 h 369828"/>
              <a:gd name="connsiteX12" fmla="*/ 1690184 w 2906005"/>
              <a:gd name="connsiteY12" fmla="*/ 254217 h 369828"/>
              <a:gd name="connsiteX13" fmla="*/ 1476028 w 2906005"/>
              <a:gd name="connsiteY13" fmla="*/ 254217 h 369828"/>
              <a:gd name="connsiteX14" fmla="*/ 1464177 w 2906005"/>
              <a:gd name="connsiteY14" fmla="*/ 257373 h 369828"/>
              <a:gd name="connsiteX15" fmla="*/ 1455353 w 2906005"/>
              <a:gd name="connsiteY15" fmla="*/ 266519 h 369828"/>
              <a:gd name="connsiteX16" fmla="*/ 1452004 w 2906005"/>
              <a:gd name="connsiteY16" fmla="*/ 280753 h 369828"/>
              <a:gd name="connsiteX17" fmla="*/ 1455353 w 2906005"/>
              <a:gd name="connsiteY17" fmla="*/ 295180 h 369828"/>
              <a:gd name="connsiteX18" fmla="*/ 1464241 w 2906005"/>
              <a:gd name="connsiteY18" fmla="*/ 304648 h 369828"/>
              <a:gd name="connsiteX19" fmla="*/ 1476028 w 2906005"/>
              <a:gd name="connsiteY19" fmla="*/ 307933 h 369828"/>
              <a:gd name="connsiteX20" fmla="*/ 1488072 w 2906005"/>
              <a:gd name="connsiteY20" fmla="*/ 304713 h 369828"/>
              <a:gd name="connsiteX21" fmla="*/ 1496960 w 2906005"/>
              <a:gd name="connsiteY21" fmla="*/ 295502 h 369828"/>
              <a:gd name="connsiteX22" fmla="*/ 1500245 w 2906005"/>
              <a:gd name="connsiteY22" fmla="*/ 281075 h 369828"/>
              <a:gd name="connsiteX23" fmla="*/ 1496960 w 2906005"/>
              <a:gd name="connsiteY23" fmla="*/ 266648 h 369828"/>
              <a:gd name="connsiteX24" fmla="*/ 1488072 w 2906005"/>
              <a:gd name="connsiteY24" fmla="*/ 257437 h 369828"/>
              <a:gd name="connsiteX25" fmla="*/ 1476028 w 2906005"/>
              <a:gd name="connsiteY25" fmla="*/ 254217 h 369828"/>
              <a:gd name="connsiteX26" fmla="*/ 916520 w 2906005"/>
              <a:gd name="connsiteY26" fmla="*/ 254217 h 369828"/>
              <a:gd name="connsiteX27" fmla="*/ 904669 w 2906005"/>
              <a:gd name="connsiteY27" fmla="*/ 257373 h 369828"/>
              <a:gd name="connsiteX28" fmla="*/ 895845 w 2906005"/>
              <a:gd name="connsiteY28" fmla="*/ 266519 h 369828"/>
              <a:gd name="connsiteX29" fmla="*/ 892496 w 2906005"/>
              <a:gd name="connsiteY29" fmla="*/ 280753 h 369828"/>
              <a:gd name="connsiteX30" fmla="*/ 895845 w 2906005"/>
              <a:gd name="connsiteY30" fmla="*/ 295180 h 369828"/>
              <a:gd name="connsiteX31" fmla="*/ 904733 w 2906005"/>
              <a:gd name="connsiteY31" fmla="*/ 304648 h 369828"/>
              <a:gd name="connsiteX32" fmla="*/ 916520 w 2906005"/>
              <a:gd name="connsiteY32" fmla="*/ 307933 h 369828"/>
              <a:gd name="connsiteX33" fmla="*/ 928564 w 2906005"/>
              <a:gd name="connsiteY33" fmla="*/ 304712 h 369828"/>
              <a:gd name="connsiteX34" fmla="*/ 937452 w 2906005"/>
              <a:gd name="connsiteY34" fmla="*/ 295502 h 369828"/>
              <a:gd name="connsiteX35" fmla="*/ 940737 w 2906005"/>
              <a:gd name="connsiteY35" fmla="*/ 281075 h 369828"/>
              <a:gd name="connsiteX36" fmla="*/ 937452 w 2906005"/>
              <a:gd name="connsiteY36" fmla="*/ 266648 h 369828"/>
              <a:gd name="connsiteX37" fmla="*/ 928564 w 2906005"/>
              <a:gd name="connsiteY37" fmla="*/ 257437 h 369828"/>
              <a:gd name="connsiteX38" fmla="*/ 916520 w 2906005"/>
              <a:gd name="connsiteY38" fmla="*/ 254217 h 369828"/>
              <a:gd name="connsiteX39" fmla="*/ 499416 w 2906005"/>
              <a:gd name="connsiteY39" fmla="*/ 254217 h 369828"/>
              <a:gd name="connsiteX40" fmla="*/ 487565 w 2906005"/>
              <a:gd name="connsiteY40" fmla="*/ 257373 h 369828"/>
              <a:gd name="connsiteX41" fmla="*/ 478741 w 2906005"/>
              <a:gd name="connsiteY41" fmla="*/ 266519 h 369828"/>
              <a:gd name="connsiteX42" fmla="*/ 475392 w 2906005"/>
              <a:gd name="connsiteY42" fmla="*/ 280753 h 369828"/>
              <a:gd name="connsiteX43" fmla="*/ 478741 w 2906005"/>
              <a:gd name="connsiteY43" fmla="*/ 295180 h 369828"/>
              <a:gd name="connsiteX44" fmla="*/ 487629 w 2906005"/>
              <a:gd name="connsiteY44" fmla="*/ 304648 h 369828"/>
              <a:gd name="connsiteX45" fmla="*/ 499416 w 2906005"/>
              <a:gd name="connsiteY45" fmla="*/ 307933 h 369828"/>
              <a:gd name="connsiteX46" fmla="*/ 511460 w 2906005"/>
              <a:gd name="connsiteY46" fmla="*/ 304712 h 369828"/>
              <a:gd name="connsiteX47" fmla="*/ 520348 w 2906005"/>
              <a:gd name="connsiteY47" fmla="*/ 295502 h 369828"/>
              <a:gd name="connsiteX48" fmla="*/ 523633 w 2906005"/>
              <a:gd name="connsiteY48" fmla="*/ 281075 h 369828"/>
              <a:gd name="connsiteX49" fmla="*/ 520348 w 2906005"/>
              <a:gd name="connsiteY49" fmla="*/ 266648 h 369828"/>
              <a:gd name="connsiteX50" fmla="*/ 511460 w 2906005"/>
              <a:gd name="connsiteY50" fmla="*/ 257437 h 369828"/>
              <a:gd name="connsiteX51" fmla="*/ 499416 w 2906005"/>
              <a:gd name="connsiteY51" fmla="*/ 254217 h 369828"/>
              <a:gd name="connsiteX52" fmla="*/ 167717 w 2906005"/>
              <a:gd name="connsiteY52" fmla="*/ 254217 h 369828"/>
              <a:gd name="connsiteX53" fmla="*/ 155866 w 2906005"/>
              <a:gd name="connsiteY53" fmla="*/ 257373 h 369828"/>
              <a:gd name="connsiteX54" fmla="*/ 147042 w 2906005"/>
              <a:gd name="connsiteY54" fmla="*/ 266519 h 369828"/>
              <a:gd name="connsiteX55" fmla="*/ 143693 w 2906005"/>
              <a:gd name="connsiteY55" fmla="*/ 280753 h 369828"/>
              <a:gd name="connsiteX56" fmla="*/ 147042 w 2906005"/>
              <a:gd name="connsiteY56" fmla="*/ 295180 h 369828"/>
              <a:gd name="connsiteX57" fmla="*/ 155930 w 2906005"/>
              <a:gd name="connsiteY57" fmla="*/ 304648 h 369828"/>
              <a:gd name="connsiteX58" fmla="*/ 167717 w 2906005"/>
              <a:gd name="connsiteY58" fmla="*/ 307933 h 369828"/>
              <a:gd name="connsiteX59" fmla="*/ 179761 w 2906005"/>
              <a:gd name="connsiteY59" fmla="*/ 304713 h 369828"/>
              <a:gd name="connsiteX60" fmla="*/ 188649 w 2906005"/>
              <a:gd name="connsiteY60" fmla="*/ 295502 h 369828"/>
              <a:gd name="connsiteX61" fmla="*/ 191934 w 2906005"/>
              <a:gd name="connsiteY61" fmla="*/ 281075 h 369828"/>
              <a:gd name="connsiteX62" fmla="*/ 188649 w 2906005"/>
              <a:gd name="connsiteY62" fmla="*/ 266648 h 369828"/>
              <a:gd name="connsiteX63" fmla="*/ 179761 w 2906005"/>
              <a:gd name="connsiteY63" fmla="*/ 257437 h 369828"/>
              <a:gd name="connsiteX64" fmla="*/ 167717 w 2906005"/>
              <a:gd name="connsiteY64" fmla="*/ 254217 h 369828"/>
              <a:gd name="connsiteX65" fmla="*/ 2525292 w 2906005"/>
              <a:gd name="connsiteY65" fmla="*/ 254216 h 369828"/>
              <a:gd name="connsiteX66" fmla="*/ 2513441 w 2906005"/>
              <a:gd name="connsiteY66" fmla="*/ 257372 h 369828"/>
              <a:gd name="connsiteX67" fmla="*/ 2504617 w 2906005"/>
              <a:gd name="connsiteY67" fmla="*/ 266518 h 369828"/>
              <a:gd name="connsiteX68" fmla="*/ 2501268 w 2906005"/>
              <a:gd name="connsiteY68" fmla="*/ 280752 h 369828"/>
              <a:gd name="connsiteX69" fmla="*/ 2504617 w 2906005"/>
              <a:gd name="connsiteY69" fmla="*/ 295179 h 369828"/>
              <a:gd name="connsiteX70" fmla="*/ 2513505 w 2906005"/>
              <a:gd name="connsiteY70" fmla="*/ 304647 h 369828"/>
              <a:gd name="connsiteX71" fmla="*/ 2525292 w 2906005"/>
              <a:gd name="connsiteY71" fmla="*/ 307932 h 369828"/>
              <a:gd name="connsiteX72" fmla="*/ 2537336 w 2906005"/>
              <a:gd name="connsiteY72" fmla="*/ 304712 h 369828"/>
              <a:gd name="connsiteX73" fmla="*/ 2546224 w 2906005"/>
              <a:gd name="connsiteY73" fmla="*/ 295501 h 369828"/>
              <a:gd name="connsiteX74" fmla="*/ 2549509 w 2906005"/>
              <a:gd name="connsiteY74" fmla="*/ 281074 h 369828"/>
              <a:gd name="connsiteX75" fmla="*/ 2546224 w 2906005"/>
              <a:gd name="connsiteY75" fmla="*/ 266647 h 369828"/>
              <a:gd name="connsiteX76" fmla="*/ 2537336 w 2906005"/>
              <a:gd name="connsiteY76" fmla="*/ 257437 h 369828"/>
              <a:gd name="connsiteX77" fmla="*/ 2525292 w 2906005"/>
              <a:gd name="connsiteY77" fmla="*/ 254216 h 369828"/>
              <a:gd name="connsiteX78" fmla="*/ 2413674 w 2906005"/>
              <a:gd name="connsiteY78" fmla="*/ 254216 h 369828"/>
              <a:gd name="connsiteX79" fmla="*/ 2401823 w 2906005"/>
              <a:gd name="connsiteY79" fmla="*/ 257372 h 369828"/>
              <a:gd name="connsiteX80" fmla="*/ 2392999 w 2906005"/>
              <a:gd name="connsiteY80" fmla="*/ 266518 h 369828"/>
              <a:gd name="connsiteX81" fmla="*/ 2389649 w 2906005"/>
              <a:gd name="connsiteY81" fmla="*/ 280752 h 369828"/>
              <a:gd name="connsiteX82" fmla="*/ 2392999 w 2906005"/>
              <a:gd name="connsiteY82" fmla="*/ 295180 h 369828"/>
              <a:gd name="connsiteX83" fmla="*/ 2401887 w 2906005"/>
              <a:gd name="connsiteY83" fmla="*/ 304647 h 369828"/>
              <a:gd name="connsiteX84" fmla="*/ 2413674 w 2906005"/>
              <a:gd name="connsiteY84" fmla="*/ 307932 h 369828"/>
              <a:gd name="connsiteX85" fmla="*/ 2425718 w 2906005"/>
              <a:gd name="connsiteY85" fmla="*/ 304712 h 369828"/>
              <a:gd name="connsiteX86" fmla="*/ 2434606 w 2906005"/>
              <a:gd name="connsiteY86" fmla="*/ 295502 h 369828"/>
              <a:gd name="connsiteX87" fmla="*/ 2437891 w 2906005"/>
              <a:gd name="connsiteY87" fmla="*/ 281074 h 369828"/>
              <a:gd name="connsiteX88" fmla="*/ 2434606 w 2906005"/>
              <a:gd name="connsiteY88" fmla="*/ 266647 h 369828"/>
              <a:gd name="connsiteX89" fmla="*/ 2425718 w 2906005"/>
              <a:gd name="connsiteY89" fmla="*/ 257437 h 369828"/>
              <a:gd name="connsiteX90" fmla="*/ 2413674 w 2906005"/>
              <a:gd name="connsiteY90" fmla="*/ 254216 h 369828"/>
              <a:gd name="connsiteX91" fmla="*/ 1868335 w 2906005"/>
              <a:gd name="connsiteY91" fmla="*/ 254216 h 369828"/>
              <a:gd name="connsiteX92" fmla="*/ 1856484 w 2906005"/>
              <a:gd name="connsiteY92" fmla="*/ 257372 h 369828"/>
              <a:gd name="connsiteX93" fmla="*/ 1847660 w 2906005"/>
              <a:gd name="connsiteY93" fmla="*/ 266518 h 369828"/>
              <a:gd name="connsiteX94" fmla="*/ 1844311 w 2906005"/>
              <a:gd name="connsiteY94" fmla="*/ 280752 h 369828"/>
              <a:gd name="connsiteX95" fmla="*/ 1847660 w 2906005"/>
              <a:gd name="connsiteY95" fmla="*/ 295179 h 369828"/>
              <a:gd name="connsiteX96" fmla="*/ 1856548 w 2906005"/>
              <a:gd name="connsiteY96" fmla="*/ 304647 h 369828"/>
              <a:gd name="connsiteX97" fmla="*/ 1868335 w 2906005"/>
              <a:gd name="connsiteY97" fmla="*/ 307932 h 369828"/>
              <a:gd name="connsiteX98" fmla="*/ 1880379 w 2906005"/>
              <a:gd name="connsiteY98" fmla="*/ 304712 h 369828"/>
              <a:gd name="connsiteX99" fmla="*/ 1889267 w 2906005"/>
              <a:gd name="connsiteY99" fmla="*/ 295501 h 369828"/>
              <a:gd name="connsiteX100" fmla="*/ 1892552 w 2906005"/>
              <a:gd name="connsiteY100" fmla="*/ 281074 h 369828"/>
              <a:gd name="connsiteX101" fmla="*/ 1889267 w 2906005"/>
              <a:gd name="connsiteY101" fmla="*/ 266647 h 369828"/>
              <a:gd name="connsiteX102" fmla="*/ 1880379 w 2906005"/>
              <a:gd name="connsiteY102" fmla="*/ 257437 h 369828"/>
              <a:gd name="connsiteX103" fmla="*/ 1868335 w 2906005"/>
              <a:gd name="connsiteY103" fmla="*/ 254216 h 369828"/>
              <a:gd name="connsiteX104" fmla="*/ 1136987 w 2906005"/>
              <a:gd name="connsiteY104" fmla="*/ 254216 h 369828"/>
              <a:gd name="connsiteX105" fmla="*/ 1125136 w 2906005"/>
              <a:gd name="connsiteY105" fmla="*/ 257372 h 369828"/>
              <a:gd name="connsiteX106" fmla="*/ 1116312 w 2906005"/>
              <a:gd name="connsiteY106" fmla="*/ 266518 h 369828"/>
              <a:gd name="connsiteX107" fmla="*/ 1112963 w 2906005"/>
              <a:gd name="connsiteY107" fmla="*/ 280752 h 369828"/>
              <a:gd name="connsiteX108" fmla="*/ 1116312 w 2906005"/>
              <a:gd name="connsiteY108" fmla="*/ 295179 h 369828"/>
              <a:gd name="connsiteX109" fmla="*/ 1125200 w 2906005"/>
              <a:gd name="connsiteY109" fmla="*/ 304647 h 369828"/>
              <a:gd name="connsiteX110" fmla="*/ 1136987 w 2906005"/>
              <a:gd name="connsiteY110" fmla="*/ 307932 h 369828"/>
              <a:gd name="connsiteX111" fmla="*/ 1149031 w 2906005"/>
              <a:gd name="connsiteY111" fmla="*/ 304712 h 369828"/>
              <a:gd name="connsiteX112" fmla="*/ 1157919 w 2906005"/>
              <a:gd name="connsiteY112" fmla="*/ 295501 h 369828"/>
              <a:gd name="connsiteX113" fmla="*/ 1161204 w 2906005"/>
              <a:gd name="connsiteY113" fmla="*/ 281074 h 369828"/>
              <a:gd name="connsiteX114" fmla="*/ 1157919 w 2906005"/>
              <a:gd name="connsiteY114" fmla="*/ 266647 h 369828"/>
              <a:gd name="connsiteX115" fmla="*/ 1149031 w 2906005"/>
              <a:gd name="connsiteY115" fmla="*/ 257437 h 369828"/>
              <a:gd name="connsiteX116" fmla="*/ 1136987 w 2906005"/>
              <a:gd name="connsiteY116" fmla="*/ 254216 h 369828"/>
              <a:gd name="connsiteX117" fmla="*/ 2068835 w 2906005"/>
              <a:gd name="connsiteY117" fmla="*/ 254088 h 369828"/>
              <a:gd name="connsiteX118" fmla="*/ 2052282 w 2906005"/>
              <a:gd name="connsiteY118" fmla="*/ 261109 h 369828"/>
              <a:gd name="connsiteX119" fmla="*/ 2045584 w 2906005"/>
              <a:gd name="connsiteY119" fmla="*/ 281075 h 369828"/>
              <a:gd name="connsiteX120" fmla="*/ 2052089 w 2906005"/>
              <a:gd name="connsiteY120" fmla="*/ 301106 h 369828"/>
              <a:gd name="connsiteX121" fmla="*/ 2068449 w 2906005"/>
              <a:gd name="connsiteY121" fmla="*/ 308126 h 369828"/>
              <a:gd name="connsiteX122" fmla="*/ 2080235 w 2906005"/>
              <a:gd name="connsiteY122" fmla="*/ 305099 h 369828"/>
              <a:gd name="connsiteX123" fmla="*/ 2080235 w 2906005"/>
              <a:gd name="connsiteY123" fmla="*/ 305035 h 369828"/>
              <a:gd name="connsiteX124" fmla="*/ 2089059 w 2906005"/>
              <a:gd name="connsiteY124" fmla="*/ 295889 h 369828"/>
              <a:gd name="connsiteX125" fmla="*/ 2092344 w 2906005"/>
              <a:gd name="connsiteY125" fmla="*/ 281075 h 369828"/>
              <a:gd name="connsiteX126" fmla="*/ 2085517 w 2906005"/>
              <a:gd name="connsiteY126" fmla="*/ 261109 h 369828"/>
              <a:gd name="connsiteX127" fmla="*/ 2068835 w 2906005"/>
              <a:gd name="connsiteY127" fmla="*/ 254088 h 369828"/>
              <a:gd name="connsiteX128" fmla="*/ 2634398 w 2906005"/>
              <a:gd name="connsiteY128" fmla="*/ 252929 h 369828"/>
              <a:gd name="connsiteX129" fmla="*/ 2619971 w 2906005"/>
              <a:gd name="connsiteY129" fmla="*/ 258146 h 369828"/>
              <a:gd name="connsiteX130" fmla="*/ 2612822 w 2906005"/>
              <a:gd name="connsiteY130" fmla="*/ 272573 h 369828"/>
              <a:gd name="connsiteX131" fmla="*/ 2656104 w 2906005"/>
              <a:gd name="connsiteY131" fmla="*/ 272573 h 369828"/>
              <a:gd name="connsiteX132" fmla="*/ 2656168 w 2906005"/>
              <a:gd name="connsiteY132" fmla="*/ 272509 h 369828"/>
              <a:gd name="connsiteX133" fmla="*/ 2649727 w 2906005"/>
              <a:gd name="connsiteY133" fmla="*/ 258275 h 369828"/>
              <a:gd name="connsiteX134" fmla="*/ 2634398 w 2906005"/>
              <a:gd name="connsiteY134" fmla="*/ 252929 h 369828"/>
              <a:gd name="connsiteX135" fmla="*/ 719046 w 2906005"/>
              <a:gd name="connsiteY135" fmla="*/ 235538 h 369828"/>
              <a:gd name="connsiteX136" fmla="*/ 744873 w 2906005"/>
              <a:gd name="connsiteY136" fmla="*/ 235538 h 369828"/>
              <a:gd name="connsiteX137" fmla="*/ 768382 w 2906005"/>
              <a:gd name="connsiteY137" fmla="*/ 299237 h 369828"/>
              <a:gd name="connsiteX138" fmla="*/ 792277 w 2906005"/>
              <a:gd name="connsiteY138" fmla="*/ 235538 h 369828"/>
              <a:gd name="connsiteX139" fmla="*/ 816790 w 2906005"/>
              <a:gd name="connsiteY139" fmla="*/ 235538 h 369828"/>
              <a:gd name="connsiteX140" fmla="*/ 760331 w 2906005"/>
              <a:gd name="connsiteY140" fmla="*/ 369828 h 369828"/>
              <a:gd name="connsiteX141" fmla="*/ 735792 w 2906005"/>
              <a:gd name="connsiteY141" fmla="*/ 369828 h 369828"/>
              <a:gd name="connsiteX142" fmla="*/ 755565 w 2906005"/>
              <a:gd name="connsiteY142" fmla="*/ 324421 h 369828"/>
              <a:gd name="connsiteX143" fmla="*/ 1326152 w 2906005"/>
              <a:gd name="connsiteY143" fmla="*/ 235474 h 369828"/>
              <a:gd name="connsiteX144" fmla="*/ 1350820 w 2906005"/>
              <a:gd name="connsiteY144" fmla="*/ 235474 h 369828"/>
              <a:gd name="connsiteX145" fmla="*/ 1373846 w 2906005"/>
              <a:gd name="connsiteY145" fmla="*/ 305324 h 369828"/>
              <a:gd name="connsiteX146" fmla="*/ 1373814 w 2906005"/>
              <a:gd name="connsiteY146" fmla="*/ 305421 h 369828"/>
              <a:gd name="connsiteX147" fmla="*/ 1373878 w 2906005"/>
              <a:gd name="connsiteY147" fmla="*/ 305421 h 369828"/>
              <a:gd name="connsiteX148" fmla="*/ 1373846 w 2906005"/>
              <a:gd name="connsiteY148" fmla="*/ 305324 h 369828"/>
              <a:gd name="connsiteX149" fmla="*/ 1396872 w 2906005"/>
              <a:gd name="connsiteY149" fmla="*/ 235474 h 369828"/>
              <a:gd name="connsiteX150" fmla="*/ 1421411 w 2906005"/>
              <a:gd name="connsiteY150" fmla="*/ 235474 h 369828"/>
              <a:gd name="connsiteX151" fmla="*/ 1387661 w 2906005"/>
              <a:gd name="connsiteY151" fmla="*/ 326675 h 369828"/>
              <a:gd name="connsiteX152" fmla="*/ 1359708 w 2906005"/>
              <a:gd name="connsiteY152" fmla="*/ 326675 h 369828"/>
              <a:gd name="connsiteX153" fmla="*/ 816817 w 2906005"/>
              <a:gd name="connsiteY153" fmla="*/ 235474 h 369828"/>
              <a:gd name="connsiteX154" fmla="*/ 816817 w 2906005"/>
              <a:gd name="connsiteY154" fmla="*/ 235538 h 369828"/>
              <a:gd name="connsiteX155" fmla="*/ 816790 w 2906005"/>
              <a:gd name="connsiteY155" fmla="*/ 235538 h 369828"/>
              <a:gd name="connsiteX156" fmla="*/ 1037026 w 2906005"/>
              <a:gd name="connsiteY156" fmla="*/ 234186 h 369828"/>
              <a:gd name="connsiteX157" fmla="*/ 1063369 w 2906005"/>
              <a:gd name="connsiteY157" fmla="*/ 244491 h 369828"/>
              <a:gd name="connsiteX158" fmla="*/ 1063369 w 2906005"/>
              <a:gd name="connsiteY158" fmla="*/ 244427 h 369828"/>
              <a:gd name="connsiteX159" fmla="*/ 1073416 w 2906005"/>
              <a:gd name="connsiteY159" fmla="*/ 273153 h 369828"/>
              <a:gd name="connsiteX160" fmla="*/ 1073416 w 2906005"/>
              <a:gd name="connsiteY160" fmla="*/ 326675 h 369828"/>
              <a:gd name="connsiteX161" fmla="*/ 1050358 w 2906005"/>
              <a:gd name="connsiteY161" fmla="*/ 326675 h 369828"/>
              <a:gd name="connsiteX162" fmla="*/ 1050358 w 2906005"/>
              <a:gd name="connsiteY162" fmla="*/ 276309 h 369828"/>
              <a:gd name="connsiteX163" fmla="*/ 1044948 w 2906005"/>
              <a:gd name="connsiteY163" fmla="*/ 259627 h 369828"/>
              <a:gd name="connsiteX164" fmla="*/ 1030134 w 2906005"/>
              <a:gd name="connsiteY164" fmla="*/ 253766 h 369828"/>
              <a:gd name="connsiteX165" fmla="*/ 1015063 w 2906005"/>
              <a:gd name="connsiteY165" fmla="*/ 259627 h 369828"/>
              <a:gd name="connsiteX166" fmla="*/ 1009524 w 2906005"/>
              <a:gd name="connsiteY166" fmla="*/ 276309 h 369828"/>
              <a:gd name="connsiteX167" fmla="*/ 1009524 w 2906005"/>
              <a:gd name="connsiteY167" fmla="*/ 326675 h 369828"/>
              <a:gd name="connsiteX168" fmla="*/ 986466 w 2906005"/>
              <a:gd name="connsiteY168" fmla="*/ 326675 h 369828"/>
              <a:gd name="connsiteX169" fmla="*/ 986466 w 2906005"/>
              <a:gd name="connsiteY169" fmla="*/ 235474 h 369828"/>
              <a:gd name="connsiteX170" fmla="*/ 1009524 w 2906005"/>
              <a:gd name="connsiteY170" fmla="*/ 235474 h 369828"/>
              <a:gd name="connsiteX171" fmla="*/ 1009524 w 2906005"/>
              <a:gd name="connsiteY171" fmla="*/ 246810 h 369828"/>
              <a:gd name="connsiteX172" fmla="*/ 1021311 w 2906005"/>
              <a:gd name="connsiteY172" fmla="*/ 237535 h 369828"/>
              <a:gd name="connsiteX173" fmla="*/ 1037026 w 2906005"/>
              <a:gd name="connsiteY173" fmla="*/ 234186 h 369828"/>
              <a:gd name="connsiteX174" fmla="*/ 2356544 w 2906005"/>
              <a:gd name="connsiteY174" fmla="*/ 234122 h 369828"/>
              <a:gd name="connsiteX175" fmla="*/ 2356544 w 2906005"/>
              <a:gd name="connsiteY175" fmla="*/ 258339 h 369828"/>
              <a:gd name="connsiteX176" fmla="*/ 2350425 w 2906005"/>
              <a:gd name="connsiteY176" fmla="*/ 258339 h 369828"/>
              <a:gd name="connsiteX177" fmla="*/ 2334066 w 2906005"/>
              <a:gd name="connsiteY177" fmla="*/ 263427 h 369828"/>
              <a:gd name="connsiteX178" fmla="*/ 2328527 w 2906005"/>
              <a:gd name="connsiteY178" fmla="*/ 281204 h 369828"/>
              <a:gd name="connsiteX179" fmla="*/ 2328527 w 2906005"/>
              <a:gd name="connsiteY179" fmla="*/ 326611 h 369828"/>
              <a:gd name="connsiteX180" fmla="*/ 2305469 w 2906005"/>
              <a:gd name="connsiteY180" fmla="*/ 326611 h 369828"/>
              <a:gd name="connsiteX181" fmla="*/ 2305469 w 2906005"/>
              <a:gd name="connsiteY181" fmla="*/ 235410 h 369828"/>
              <a:gd name="connsiteX182" fmla="*/ 2328527 w 2906005"/>
              <a:gd name="connsiteY182" fmla="*/ 235410 h 369828"/>
              <a:gd name="connsiteX183" fmla="*/ 2328527 w 2906005"/>
              <a:gd name="connsiteY183" fmla="*/ 249580 h 369828"/>
              <a:gd name="connsiteX184" fmla="*/ 2340120 w 2906005"/>
              <a:gd name="connsiteY184" fmla="*/ 238244 h 369828"/>
              <a:gd name="connsiteX185" fmla="*/ 2340185 w 2906005"/>
              <a:gd name="connsiteY185" fmla="*/ 238244 h 369828"/>
              <a:gd name="connsiteX186" fmla="*/ 2356544 w 2906005"/>
              <a:gd name="connsiteY186" fmla="*/ 234122 h 369828"/>
              <a:gd name="connsiteX187" fmla="*/ 2182902 w 2906005"/>
              <a:gd name="connsiteY187" fmla="*/ 234122 h 369828"/>
              <a:gd name="connsiteX188" fmla="*/ 2201966 w 2906005"/>
              <a:gd name="connsiteY188" fmla="*/ 238631 h 369828"/>
              <a:gd name="connsiteX189" fmla="*/ 2214977 w 2906005"/>
              <a:gd name="connsiteY189" fmla="*/ 251576 h 369828"/>
              <a:gd name="connsiteX190" fmla="*/ 2227923 w 2906005"/>
              <a:gd name="connsiteY190" fmla="*/ 238888 h 369828"/>
              <a:gd name="connsiteX191" fmla="*/ 2246279 w 2906005"/>
              <a:gd name="connsiteY191" fmla="*/ 234122 h 369828"/>
              <a:gd name="connsiteX192" fmla="*/ 2273330 w 2906005"/>
              <a:gd name="connsiteY192" fmla="*/ 244427 h 369828"/>
              <a:gd name="connsiteX193" fmla="*/ 2283635 w 2906005"/>
              <a:gd name="connsiteY193" fmla="*/ 273153 h 369828"/>
              <a:gd name="connsiteX194" fmla="*/ 2283635 w 2906005"/>
              <a:gd name="connsiteY194" fmla="*/ 326676 h 369828"/>
              <a:gd name="connsiteX195" fmla="*/ 2260577 w 2906005"/>
              <a:gd name="connsiteY195" fmla="*/ 326676 h 369828"/>
              <a:gd name="connsiteX196" fmla="*/ 2260577 w 2906005"/>
              <a:gd name="connsiteY196" fmla="*/ 276309 h 369828"/>
              <a:gd name="connsiteX197" fmla="*/ 2255167 w 2906005"/>
              <a:gd name="connsiteY197" fmla="*/ 259949 h 369828"/>
              <a:gd name="connsiteX198" fmla="*/ 2240353 w 2906005"/>
              <a:gd name="connsiteY198" fmla="*/ 254282 h 369828"/>
              <a:gd name="connsiteX199" fmla="*/ 2225475 w 2906005"/>
              <a:gd name="connsiteY199" fmla="*/ 259949 h 369828"/>
              <a:gd name="connsiteX200" fmla="*/ 2219936 w 2906005"/>
              <a:gd name="connsiteY200" fmla="*/ 276309 h 369828"/>
              <a:gd name="connsiteX201" fmla="*/ 2219936 w 2906005"/>
              <a:gd name="connsiteY201" fmla="*/ 326676 h 369828"/>
              <a:gd name="connsiteX202" fmla="*/ 2196878 w 2906005"/>
              <a:gd name="connsiteY202" fmla="*/ 326676 h 369828"/>
              <a:gd name="connsiteX203" fmla="*/ 2196878 w 2906005"/>
              <a:gd name="connsiteY203" fmla="*/ 276309 h 369828"/>
              <a:gd name="connsiteX204" fmla="*/ 2191468 w 2906005"/>
              <a:gd name="connsiteY204" fmla="*/ 259949 h 369828"/>
              <a:gd name="connsiteX205" fmla="*/ 2176654 w 2906005"/>
              <a:gd name="connsiteY205" fmla="*/ 254282 h 369828"/>
              <a:gd name="connsiteX206" fmla="*/ 2161583 w 2906005"/>
              <a:gd name="connsiteY206" fmla="*/ 259949 h 369828"/>
              <a:gd name="connsiteX207" fmla="*/ 2156044 w 2906005"/>
              <a:gd name="connsiteY207" fmla="*/ 276309 h 369828"/>
              <a:gd name="connsiteX208" fmla="*/ 2156044 w 2906005"/>
              <a:gd name="connsiteY208" fmla="*/ 326676 h 369828"/>
              <a:gd name="connsiteX209" fmla="*/ 2132986 w 2906005"/>
              <a:gd name="connsiteY209" fmla="*/ 326676 h 369828"/>
              <a:gd name="connsiteX210" fmla="*/ 2132986 w 2906005"/>
              <a:gd name="connsiteY210" fmla="*/ 235475 h 369828"/>
              <a:gd name="connsiteX211" fmla="*/ 2156044 w 2906005"/>
              <a:gd name="connsiteY211" fmla="*/ 235475 h 369828"/>
              <a:gd name="connsiteX212" fmla="*/ 2156044 w 2906005"/>
              <a:gd name="connsiteY212" fmla="*/ 246488 h 369828"/>
              <a:gd name="connsiteX213" fmla="*/ 2167508 w 2906005"/>
              <a:gd name="connsiteY213" fmla="*/ 237407 h 369828"/>
              <a:gd name="connsiteX214" fmla="*/ 2182902 w 2906005"/>
              <a:gd name="connsiteY214" fmla="*/ 234122 h 369828"/>
              <a:gd name="connsiteX215" fmla="*/ 1811205 w 2906005"/>
              <a:gd name="connsiteY215" fmla="*/ 234122 h 369828"/>
              <a:gd name="connsiteX216" fmla="*/ 1811205 w 2906005"/>
              <a:gd name="connsiteY216" fmla="*/ 258339 h 369828"/>
              <a:gd name="connsiteX217" fmla="*/ 1805087 w 2906005"/>
              <a:gd name="connsiteY217" fmla="*/ 258339 h 369828"/>
              <a:gd name="connsiteX218" fmla="*/ 1788727 w 2906005"/>
              <a:gd name="connsiteY218" fmla="*/ 263427 h 369828"/>
              <a:gd name="connsiteX219" fmla="*/ 1783188 w 2906005"/>
              <a:gd name="connsiteY219" fmla="*/ 281204 h 369828"/>
              <a:gd name="connsiteX220" fmla="*/ 1783188 w 2906005"/>
              <a:gd name="connsiteY220" fmla="*/ 326611 h 369828"/>
              <a:gd name="connsiteX221" fmla="*/ 1760130 w 2906005"/>
              <a:gd name="connsiteY221" fmla="*/ 326611 h 369828"/>
              <a:gd name="connsiteX222" fmla="*/ 1760130 w 2906005"/>
              <a:gd name="connsiteY222" fmla="*/ 235410 h 369828"/>
              <a:gd name="connsiteX223" fmla="*/ 1783188 w 2906005"/>
              <a:gd name="connsiteY223" fmla="*/ 235410 h 369828"/>
              <a:gd name="connsiteX224" fmla="*/ 1783188 w 2906005"/>
              <a:gd name="connsiteY224" fmla="*/ 249580 h 369828"/>
              <a:gd name="connsiteX225" fmla="*/ 1794781 w 2906005"/>
              <a:gd name="connsiteY225" fmla="*/ 238244 h 369828"/>
              <a:gd name="connsiteX226" fmla="*/ 1794846 w 2906005"/>
              <a:gd name="connsiteY226" fmla="*/ 238244 h 369828"/>
              <a:gd name="connsiteX227" fmla="*/ 1811205 w 2906005"/>
              <a:gd name="connsiteY227" fmla="*/ 234122 h 369828"/>
              <a:gd name="connsiteX228" fmla="*/ 442286 w 2906005"/>
              <a:gd name="connsiteY228" fmla="*/ 234122 h 369828"/>
              <a:gd name="connsiteX229" fmla="*/ 442286 w 2906005"/>
              <a:gd name="connsiteY229" fmla="*/ 258339 h 369828"/>
              <a:gd name="connsiteX230" fmla="*/ 436167 w 2906005"/>
              <a:gd name="connsiteY230" fmla="*/ 258339 h 369828"/>
              <a:gd name="connsiteX231" fmla="*/ 419808 w 2906005"/>
              <a:gd name="connsiteY231" fmla="*/ 263427 h 369828"/>
              <a:gd name="connsiteX232" fmla="*/ 414269 w 2906005"/>
              <a:gd name="connsiteY232" fmla="*/ 281204 h 369828"/>
              <a:gd name="connsiteX233" fmla="*/ 414269 w 2906005"/>
              <a:gd name="connsiteY233" fmla="*/ 326611 h 369828"/>
              <a:gd name="connsiteX234" fmla="*/ 391211 w 2906005"/>
              <a:gd name="connsiteY234" fmla="*/ 326611 h 369828"/>
              <a:gd name="connsiteX235" fmla="*/ 391211 w 2906005"/>
              <a:gd name="connsiteY235" fmla="*/ 235410 h 369828"/>
              <a:gd name="connsiteX236" fmla="*/ 414269 w 2906005"/>
              <a:gd name="connsiteY236" fmla="*/ 235410 h 369828"/>
              <a:gd name="connsiteX237" fmla="*/ 414269 w 2906005"/>
              <a:gd name="connsiteY237" fmla="*/ 249580 h 369828"/>
              <a:gd name="connsiteX238" fmla="*/ 425862 w 2906005"/>
              <a:gd name="connsiteY238" fmla="*/ 238244 h 369828"/>
              <a:gd name="connsiteX239" fmla="*/ 425927 w 2906005"/>
              <a:gd name="connsiteY239" fmla="*/ 238244 h 369828"/>
              <a:gd name="connsiteX240" fmla="*/ 442286 w 2906005"/>
              <a:gd name="connsiteY240" fmla="*/ 234122 h 369828"/>
              <a:gd name="connsiteX241" fmla="*/ 2635042 w 2906005"/>
              <a:gd name="connsiteY241" fmla="*/ 233993 h 369828"/>
              <a:gd name="connsiteX242" fmla="*/ 2658358 w 2906005"/>
              <a:gd name="connsiteY242" fmla="*/ 239596 h 369828"/>
              <a:gd name="connsiteX243" fmla="*/ 2674331 w 2906005"/>
              <a:gd name="connsiteY243" fmla="*/ 255505 h 369828"/>
              <a:gd name="connsiteX244" fmla="*/ 2679999 w 2906005"/>
              <a:gd name="connsiteY244" fmla="*/ 279143 h 369828"/>
              <a:gd name="connsiteX245" fmla="*/ 2679355 w 2906005"/>
              <a:gd name="connsiteY245" fmla="*/ 288031 h 369828"/>
              <a:gd name="connsiteX246" fmla="*/ 2679355 w 2906005"/>
              <a:gd name="connsiteY246" fmla="*/ 287967 h 369828"/>
              <a:gd name="connsiteX247" fmla="*/ 2612693 w 2906005"/>
              <a:gd name="connsiteY247" fmla="*/ 287967 h 369828"/>
              <a:gd name="connsiteX248" fmla="*/ 2619585 w 2906005"/>
              <a:gd name="connsiteY248" fmla="*/ 303424 h 369828"/>
              <a:gd name="connsiteX249" fmla="*/ 2634592 w 2906005"/>
              <a:gd name="connsiteY249" fmla="*/ 309028 h 369828"/>
              <a:gd name="connsiteX250" fmla="*/ 2652883 w 2906005"/>
              <a:gd name="connsiteY250" fmla="*/ 298014 h 369828"/>
              <a:gd name="connsiteX251" fmla="*/ 2677745 w 2906005"/>
              <a:gd name="connsiteY251" fmla="*/ 298014 h 369828"/>
              <a:gd name="connsiteX252" fmla="*/ 2662609 w 2906005"/>
              <a:gd name="connsiteY252" fmla="*/ 319655 h 369828"/>
              <a:gd name="connsiteX253" fmla="*/ 2635107 w 2906005"/>
              <a:gd name="connsiteY253" fmla="*/ 328157 h 369828"/>
              <a:gd name="connsiteX254" fmla="*/ 2611469 w 2906005"/>
              <a:gd name="connsiteY254" fmla="*/ 322296 h 369828"/>
              <a:gd name="connsiteX255" fmla="*/ 2595174 w 2906005"/>
              <a:gd name="connsiteY255" fmla="*/ 305743 h 369828"/>
              <a:gd name="connsiteX256" fmla="*/ 2589313 w 2906005"/>
              <a:gd name="connsiteY256" fmla="*/ 281075 h 369828"/>
              <a:gd name="connsiteX257" fmla="*/ 2595045 w 2906005"/>
              <a:gd name="connsiteY257" fmla="*/ 256214 h 369828"/>
              <a:gd name="connsiteX258" fmla="*/ 2611147 w 2906005"/>
              <a:gd name="connsiteY258" fmla="*/ 239725 h 369828"/>
              <a:gd name="connsiteX259" fmla="*/ 2635042 w 2906005"/>
              <a:gd name="connsiteY259" fmla="*/ 233993 h 369828"/>
              <a:gd name="connsiteX260" fmla="*/ 2069157 w 2906005"/>
              <a:gd name="connsiteY260" fmla="*/ 233993 h 369828"/>
              <a:gd name="connsiteX261" fmla="*/ 2093052 w 2906005"/>
              <a:gd name="connsiteY261" fmla="*/ 239854 h 369828"/>
              <a:gd name="connsiteX262" fmla="*/ 2109927 w 2906005"/>
              <a:gd name="connsiteY262" fmla="*/ 256407 h 369828"/>
              <a:gd name="connsiteX263" fmla="*/ 2116110 w 2906005"/>
              <a:gd name="connsiteY263" fmla="*/ 281075 h 369828"/>
              <a:gd name="connsiteX264" fmla="*/ 2109798 w 2906005"/>
              <a:gd name="connsiteY264" fmla="*/ 305743 h 369828"/>
              <a:gd name="connsiteX265" fmla="*/ 2092666 w 2906005"/>
              <a:gd name="connsiteY265" fmla="*/ 322296 h 369828"/>
              <a:gd name="connsiteX266" fmla="*/ 2068578 w 2906005"/>
              <a:gd name="connsiteY266" fmla="*/ 328157 h 369828"/>
              <a:gd name="connsiteX267" fmla="*/ 2044875 w 2906005"/>
              <a:gd name="connsiteY267" fmla="*/ 322296 h 369828"/>
              <a:gd name="connsiteX268" fmla="*/ 2044747 w 2906005"/>
              <a:gd name="connsiteY268" fmla="*/ 322296 h 369828"/>
              <a:gd name="connsiteX269" fmla="*/ 2028194 w 2906005"/>
              <a:gd name="connsiteY269" fmla="*/ 305743 h 369828"/>
              <a:gd name="connsiteX270" fmla="*/ 2022204 w 2906005"/>
              <a:gd name="connsiteY270" fmla="*/ 281075 h 369828"/>
              <a:gd name="connsiteX271" fmla="*/ 2028387 w 2906005"/>
              <a:gd name="connsiteY271" fmla="*/ 256407 h 369828"/>
              <a:gd name="connsiteX272" fmla="*/ 2045262 w 2906005"/>
              <a:gd name="connsiteY272" fmla="*/ 239854 h 369828"/>
              <a:gd name="connsiteX273" fmla="*/ 2069157 w 2906005"/>
              <a:gd name="connsiteY273" fmla="*/ 233993 h 369828"/>
              <a:gd name="connsiteX274" fmla="*/ 1971516 w 2906005"/>
              <a:gd name="connsiteY274" fmla="*/ 233993 h 369828"/>
              <a:gd name="connsiteX275" fmla="*/ 1997536 w 2906005"/>
              <a:gd name="connsiteY275" fmla="*/ 242173 h 369828"/>
              <a:gd name="connsiteX276" fmla="*/ 2008228 w 2906005"/>
              <a:gd name="connsiteY276" fmla="*/ 264136 h 369828"/>
              <a:gd name="connsiteX277" fmla="*/ 1986201 w 2906005"/>
              <a:gd name="connsiteY277" fmla="*/ 264136 h 369828"/>
              <a:gd name="connsiteX278" fmla="*/ 1981692 w 2906005"/>
              <a:gd name="connsiteY278" fmla="*/ 255505 h 369828"/>
              <a:gd name="connsiteX279" fmla="*/ 1970936 w 2906005"/>
              <a:gd name="connsiteY279" fmla="*/ 252285 h 369828"/>
              <a:gd name="connsiteX280" fmla="*/ 1961275 w 2906005"/>
              <a:gd name="connsiteY280" fmla="*/ 254603 h 369828"/>
              <a:gd name="connsiteX281" fmla="*/ 1957926 w 2906005"/>
              <a:gd name="connsiteY281" fmla="*/ 261044 h 369828"/>
              <a:gd name="connsiteX282" fmla="*/ 1962563 w 2906005"/>
              <a:gd name="connsiteY282" fmla="*/ 268065 h 369828"/>
              <a:gd name="connsiteX283" fmla="*/ 1976861 w 2906005"/>
              <a:gd name="connsiteY283" fmla="*/ 272895 h 369828"/>
              <a:gd name="connsiteX284" fmla="*/ 1993157 w 2906005"/>
              <a:gd name="connsiteY284" fmla="*/ 277983 h 369828"/>
              <a:gd name="connsiteX285" fmla="*/ 2004299 w 2906005"/>
              <a:gd name="connsiteY285" fmla="*/ 286163 h 369828"/>
              <a:gd name="connsiteX286" fmla="*/ 2009130 w 2906005"/>
              <a:gd name="connsiteY286" fmla="*/ 300719 h 369828"/>
              <a:gd name="connsiteX287" fmla="*/ 2004750 w 2906005"/>
              <a:gd name="connsiteY287" fmla="*/ 314889 h 369828"/>
              <a:gd name="connsiteX288" fmla="*/ 1992255 w 2906005"/>
              <a:gd name="connsiteY288" fmla="*/ 324679 h 369828"/>
              <a:gd name="connsiteX289" fmla="*/ 1973255 w 2906005"/>
              <a:gd name="connsiteY289" fmla="*/ 328221 h 369828"/>
              <a:gd name="connsiteX290" fmla="*/ 1953159 w 2906005"/>
              <a:gd name="connsiteY290" fmla="*/ 324164 h 369828"/>
              <a:gd name="connsiteX291" fmla="*/ 1953095 w 2906005"/>
              <a:gd name="connsiteY291" fmla="*/ 324099 h 369828"/>
              <a:gd name="connsiteX292" fmla="*/ 1938990 w 2906005"/>
              <a:gd name="connsiteY292" fmla="*/ 313150 h 369828"/>
              <a:gd name="connsiteX293" fmla="*/ 1933322 w 2906005"/>
              <a:gd name="connsiteY293" fmla="*/ 297821 h 369828"/>
              <a:gd name="connsiteX294" fmla="*/ 1956509 w 2906005"/>
              <a:gd name="connsiteY294" fmla="*/ 297821 h 369828"/>
              <a:gd name="connsiteX295" fmla="*/ 1961661 w 2906005"/>
              <a:gd name="connsiteY295" fmla="*/ 306516 h 369828"/>
              <a:gd name="connsiteX296" fmla="*/ 1972933 w 2906005"/>
              <a:gd name="connsiteY296" fmla="*/ 309994 h 369828"/>
              <a:gd name="connsiteX297" fmla="*/ 1983238 w 2906005"/>
              <a:gd name="connsiteY297" fmla="*/ 307353 h 369828"/>
              <a:gd name="connsiteX298" fmla="*/ 1986973 w 2906005"/>
              <a:gd name="connsiteY298" fmla="*/ 300590 h 369828"/>
              <a:gd name="connsiteX299" fmla="*/ 1982465 w 2906005"/>
              <a:gd name="connsiteY299" fmla="*/ 293892 h 369828"/>
              <a:gd name="connsiteX300" fmla="*/ 1968038 w 2906005"/>
              <a:gd name="connsiteY300" fmla="*/ 289061 h 369828"/>
              <a:gd name="connsiteX301" fmla="*/ 1951356 w 2906005"/>
              <a:gd name="connsiteY301" fmla="*/ 283973 h 369828"/>
              <a:gd name="connsiteX302" fmla="*/ 1940149 w 2906005"/>
              <a:gd name="connsiteY302" fmla="*/ 275922 h 369828"/>
              <a:gd name="connsiteX303" fmla="*/ 1935447 w 2906005"/>
              <a:gd name="connsiteY303" fmla="*/ 261302 h 369828"/>
              <a:gd name="connsiteX304" fmla="*/ 1939827 w 2906005"/>
              <a:gd name="connsiteY304" fmla="*/ 247454 h 369828"/>
              <a:gd name="connsiteX305" fmla="*/ 1952322 w 2906005"/>
              <a:gd name="connsiteY305" fmla="*/ 237600 h 369828"/>
              <a:gd name="connsiteX306" fmla="*/ 1971516 w 2906005"/>
              <a:gd name="connsiteY306" fmla="*/ 233993 h 369828"/>
              <a:gd name="connsiteX307" fmla="*/ 1684258 w 2906005"/>
              <a:gd name="connsiteY307" fmla="*/ 233993 h 369828"/>
              <a:gd name="connsiteX308" fmla="*/ 1702099 w 2906005"/>
              <a:gd name="connsiteY308" fmla="*/ 238115 h 369828"/>
              <a:gd name="connsiteX309" fmla="*/ 1714337 w 2906005"/>
              <a:gd name="connsiteY309" fmla="*/ 248485 h 369828"/>
              <a:gd name="connsiteX310" fmla="*/ 1714337 w 2906005"/>
              <a:gd name="connsiteY310" fmla="*/ 235474 h 369828"/>
              <a:gd name="connsiteX311" fmla="*/ 1737523 w 2906005"/>
              <a:gd name="connsiteY311" fmla="*/ 235474 h 369828"/>
              <a:gd name="connsiteX312" fmla="*/ 1737523 w 2906005"/>
              <a:gd name="connsiteY312" fmla="*/ 326676 h 369828"/>
              <a:gd name="connsiteX313" fmla="*/ 1714337 w 2906005"/>
              <a:gd name="connsiteY313" fmla="*/ 326676 h 369828"/>
              <a:gd name="connsiteX314" fmla="*/ 1714337 w 2906005"/>
              <a:gd name="connsiteY314" fmla="*/ 313343 h 369828"/>
              <a:gd name="connsiteX315" fmla="*/ 1702099 w 2906005"/>
              <a:gd name="connsiteY315" fmla="*/ 323970 h 369828"/>
              <a:gd name="connsiteX316" fmla="*/ 1684065 w 2906005"/>
              <a:gd name="connsiteY316" fmla="*/ 328157 h 369828"/>
              <a:gd name="connsiteX317" fmla="*/ 1663068 w 2906005"/>
              <a:gd name="connsiteY317" fmla="*/ 322231 h 369828"/>
              <a:gd name="connsiteX318" fmla="*/ 1648061 w 2906005"/>
              <a:gd name="connsiteY318" fmla="*/ 305550 h 369828"/>
              <a:gd name="connsiteX319" fmla="*/ 1642522 w 2906005"/>
              <a:gd name="connsiteY319" fmla="*/ 280753 h 369828"/>
              <a:gd name="connsiteX320" fmla="*/ 1648061 w 2906005"/>
              <a:gd name="connsiteY320" fmla="*/ 256214 h 369828"/>
              <a:gd name="connsiteX321" fmla="*/ 1648125 w 2906005"/>
              <a:gd name="connsiteY321" fmla="*/ 256214 h 369828"/>
              <a:gd name="connsiteX322" fmla="*/ 1663132 w 2906005"/>
              <a:gd name="connsiteY322" fmla="*/ 239725 h 369828"/>
              <a:gd name="connsiteX323" fmla="*/ 1684258 w 2906005"/>
              <a:gd name="connsiteY323" fmla="*/ 233993 h 369828"/>
              <a:gd name="connsiteX324" fmla="*/ 1470102 w 2906005"/>
              <a:gd name="connsiteY324" fmla="*/ 233993 h 369828"/>
              <a:gd name="connsiteX325" fmla="*/ 1487943 w 2906005"/>
              <a:gd name="connsiteY325" fmla="*/ 238115 h 369828"/>
              <a:gd name="connsiteX326" fmla="*/ 1500180 w 2906005"/>
              <a:gd name="connsiteY326" fmla="*/ 248485 h 369828"/>
              <a:gd name="connsiteX327" fmla="*/ 1500180 w 2906005"/>
              <a:gd name="connsiteY327" fmla="*/ 235474 h 369828"/>
              <a:gd name="connsiteX328" fmla="*/ 1523367 w 2906005"/>
              <a:gd name="connsiteY328" fmla="*/ 235474 h 369828"/>
              <a:gd name="connsiteX329" fmla="*/ 1523367 w 2906005"/>
              <a:gd name="connsiteY329" fmla="*/ 326676 h 369828"/>
              <a:gd name="connsiteX330" fmla="*/ 1500180 w 2906005"/>
              <a:gd name="connsiteY330" fmla="*/ 326676 h 369828"/>
              <a:gd name="connsiteX331" fmla="*/ 1500180 w 2906005"/>
              <a:gd name="connsiteY331" fmla="*/ 313343 h 369828"/>
              <a:gd name="connsiteX332" fmla="*/ 1487943 w 2906005"/>
              <a:gd name="connsiteY332" fmla="*/ 323970 h 369828"/>
              <a:gd name="connsiteX333" fmla="*/ 1469909 w 2906005"/>
              <a:gd name="connsiteY333" fmla="*/ 328157 h 369828"/>
              <a:gd name="connsiteX334" fmla="*/ 1448912 w 2906005"/>
              <a:gd name="connsiteY334" fmla="*/ 322231 h 369828"/>
              <a:gd name="connsiteX335" fmla="*/ 1433905 w 2906005"/>
              <a:gd name="connsiteY335" fmla="*/ 305550 h 369828"/>
              <a:gd name="connsiteX336" fmla="*/ 1428366 w 2906005"/>
              <a:gd name="connsiteY336" fmla="*/ 280753 h 369828"/>
              <a:gd name="connsiteX337" fmla="*/ 1433905 w 2906005"/>
              <a:gd name="connsiteY337" fmla="*/ 256214 h 369828"/>
              <a:gd name="connsiteX338" fmla="*/ 1433969 w 2906005"/>
              <a:gd name="connsiteY338" fmla="*/ 256214 h 369828"/>
              <a:gd name="connsiteX339" fmla="*/ 1448976 w 2906005"/>
              <a:gd name="connsiteY339" fmla="*/ 239725 h 369828"/>
              <a:gd name="connsiteX340" fmla="*/ 1470102 w 2906005"/>
              <a:gd name="connsiteY340" fmla="*/ 233993 h 369828"/>
              <a:gd name="connsiteX341" fmla="*/ 1240168 w 2906005"/>
              <a:gd name="connsiteY341" fmla="*/ 233993 h 369828"/>
              <a:gd name="connsiteX342" fmla="*/ 1266188 w 2906005"/>
              <a:gd name="connsiteY342" fmla="*/ 242173 h 369828"/>
              <a:gd name="connsiteX343" fmla="*/ 1276880 w 2906005"/>
              <a:gd name="connsiteY343" fmla="*/ 264136 h 369828"/>
              <a:gd name="connsiteX344" fmla="*/ 1254853 w 2906005"/>
              <a:gd name="connsiteY344" fmla="*/ 264136 h 369828"/>
              <a:gd name="connsiteX345" fmla="*/ 1250344 w 2906005"/>
              <a:gd name="connsiteY345" fmla="*/ 255505 h 369828"/>
              <a:gd name="connsiteX346" fmla="*/ 1239588 w 2906005"/>
              <a:gd name="connsiteY346" fmla="*/ 252285 h 369828"/>
              <a:gd name="connsiteX347" fmla="*/ 1229927 w 2906005"/>
              <a:gd name="connsiteY347" fmla="*/ 254603 h 369828"/>
              <a:gd name="connsiteX348" fmla="*/ 1226578 w 2906005"/>
              <a:gd name="connsiteY348" fmla="*/ 261044 h 369828"/>
              <a:gd name="connsiteX349" fmla="*/ 1231215 w 2906005"/>
              <a:gd name="connsiteY349" fmla="*/ 268065 h 369828"/>
              <a:gd name="connsiteX350" fmla="*/ 1245514 w 2906005"/>
              <a:gd name="connsiteY350" fmla="*/ 272895 h 369828"/>
              <a:gd name="connsiteX351" fmla="*/ 1261809 w 2906005"/>
              <a:gd name="connsiteY351" fmla="*/ 277983 h 369828"/>
              <a:gd name="connsiteX352" fmla="*/ 1272951 w 2906005"/>
              <a:gd name="connsiteY352" fmla="*/ 286163 h 369828"/>
              <a:gd name="connsiteX353" fmla="*/ 1277782 w 2906005"/>
              <a:gd name="connsiteY353" fmla="*/ 300719 h 369828"/>
              <a:gd name="connsiteX354" fmla="*/ 1273402 w 2906005"/>
              <a:gd name="connsiteY354" fmla="*/ 314889 h 369828"/>
              <a:gd name="connsiteX355" fmla="*/ 1260907 w 2906005"/>
              <a:gd name="connsiteY355" fmla="*/ 324679 h 369828"/>
              <a:gd name="connsiteX356" fmla="*/ 1241907 w 2906005"/>
              <a:gd name="connsiteY356" fmla="*/ 328221 h 369828"/>
              <a:gd name="connsiteX357" fmla="*/ 1221812 w 2906005"/>
              <a:gd name="connsiteY357" fmla="*/ 324164 h 369828"/>
              <a:gd name="connsiteX358" fmla="*/ 1221747 w 2906005"/>
              <a:gd name="connsiteY358" fmla="*/ 324099 h 369828"/>
              <a:gd name="connsiteX359" fmla="*/ 1207642 w 2906005"/>
              <a:gd name="connsiteY359" fmla="*/ 313150 h 369828"/>
              <a:gd name="connsiteX360" fmla="*/ 1201974 w 2906005"/>
              <a:gd name="connsiteY360" fmla="*/ 297821 h 369828"/>
              <a:gd name="connsiteX361" fmla="*/ 1225161 w 2906005"/>
              <a:gd name="connsiteY361" fmla="*/ 297821 h 369828"/>
              <a:gd name="connsiteX362" fmla="*/ 1230313 w 2906005"/>
              <a:gd name="connsiteY362" fmla="*/ 306516 h 369828"/>
              <a:gd name="connsiteX363" fmla="*/ 1241585 w 2906005"/>
              <a:gd name="connsiteY363" fmla="*/ 309994 h 369828"/>
              <a:gd name="connsiteX364" fmla="*/ 1251890 w 2906005"/>
              <a:gd name="connsiteY364" fmla="*/ 307353 h 369828"/>
              <a:gd name="connsiteX365" fmla="*/ 1255626 w 2906005"/>
              <a:gd name="connsiteY365" fmla="*/ 300590 h 369828"/>
              <a:gd name="connsiteX366" fmla="*/ 1251117 w 2906005"/>
              <a:gd name="connsiteY366" fmla="*/ 293892 h 369828"/>
              <a:gd name="connsiteX367" fmla="*/ 1236690 w 2906005"/>
              <a:gd name="connsiteY367" fmla="*/ 289061 h 369828"/>
              <a:gd name="connsiteX368" fmla="*/ 1220008 w 2906005"/>
              <a:gd name="connsiteY368" fmla="*/ 283973 h 369828"/>
              <a:gd name="connsiteX369" fmla="*/ 1208801 w 2906005"/>
              <a:gd name="connsiteY369" fmla="*/ 275922 h 369828"/>
              <a:gd name="connsiteX370" fmla="*/ 1204099 w 2906005"/>
              <a:gd name="connsiteY370" fmla="*/ 261302 h 369828"/>
              <a:gd name="connsiteX371" fmla="*/ 1208479 w 2906005"/>
              <a:gd name="connsiteY371" fmla="*/ 247454 h 369828"/>
              <a:gd name="connsiteX372" fmla="*/ 1220974 w 2906005"/>
              <a:gd name="connsiteY372" fmla="*/ 237600 h 369828"/>
              <a:gd name="connsiteX373" fmla="*/ 1240168 w 2906005"/>
              <a:gd name="connsiteY373" fmla="*/ 233993 h 369828"/>
              <a:gd name="connsiteX374" fmla="*/ 910594 w 2906005"/>
              <a:gd name="connsiteY374" fmla="*/ 233993 h 369828"/>
              <a:gd name="connsiteX375" fmla="*/ 928435 w 2906005"/>
              <a:gd name="connsiteY375" fmla="*/ 238115 h 369828"/>
              <a:gd name="connsiteX376" fmla="*/ 940673 w 2906005"/>
              <a:gd name="connsiteY376" fmla="*/ 248485 h 369828"/>
              <a:gd name="connsiteX377" fmla="*/ 940673 w 2906005"/>
              <a:gd name="connsiteY377" fmla="*/ 235474 h 369828"/>
              <a:gd name="connsiteX378" fmla="*/ 963859 w 2906005"/>
              <a:gd name="connsiteY378" fmla="*/ 235474 h 369828"/>
              <a:gd name="connsiteX379" fmla="*/ 963859 w 2906005"/>
              <a:gd name="connsiteY379" fmla="*/ 326675 h 369828"/>
              <a:gd name="connsiteX380" fmla="*/ 940673 w 2906005"/>
              <a:gd name="connsiteY380" fmla="*/ 326675 h 369828"/>
              <a:gd name="connsiteX381" fmla="*/ 940673 w 2906005"/>
              <a:gd name="connsiteY381" fmla="*/ 313343 h 369828"/>
              <a:gd name="connsiteX382" fmla="*/ 928435 w 2906005"/>
              <a:gd name="connsiteY382" fmla="*/ 323970 h 369828"/>
              <a:gd name="connsiteX383" fmla="*/ 910401 w 2906005"/>
              <a:gd name="connsiteY383" fmla="*/ 328157 h 369828"/>
              <a:gd name="connsiteX384" fmla="*/ 889404 w 2906005"/>
              <a:gd name="connsiteY384" fmla="*/ 322231 h 369828"/>
              <a:gd name="connsiteX385" fmla="*/ 874397 w 2906005"/>
              <a:gd name="connsiteY385" fmla="*/ 305550 h 369828"/>
              <a:gd name="connsiteX386" fmla="*/ 868858 w 2906005"/>
              <a:gd name="connsiteY386" fmla="*/ 280753 h 369828"/>
              <a:gd name="connsiteX387" fmla="*/ 874397 w 2906005"/>
              <a:gd name="connsiteY387" fmla="*/ 256214 h 369828"/>
              <a:gd name="connsiteX388" fmla="*/ 874462 w 2906005"/>
              <a:gd name="connsiteY388" fmla="*/ 256214 h 369828"/>
              <a:gd name="connsiteX389" fmla="*/ 889469 w 2906005"/>
              <a:gd name="connsiteY389" fmla="*/ 239725 h 369828"/>
              <a:gd name="connsiteX390" fmla="*/ 910594 w 2906005"/>
              <a:gd name="connsiteY390" fmla="*/ 233993 h 369828"/>
              <a:gd name="connsiteX391" fmla="*/ 493490 w 2906005"/>
              <a:gd name="connsiteY391" fmla="*/ 233993 h 369828"/>
              <a:gd name="connsiteX392" fmla="*/ 511331 w 2906005"/>
              <a:gd name="connsiteY392" fmla="*/ 238115 h 369828"/>
              <a:gd name="connsiteX393" fmla="*/ 523568 w 2906005"/>
              <a:gd name="connsiteY393" fmla="*/ 248485 h 369828"/>
              <a:gd name="connsiteX394" fmla="*/ 523568 w 2906005"/>
              <a:gd name="connsiteY394" fmla="*/ 235474 h 369828"/>
              <a:gd name="connsiteX395" fmla="*/ 546755 w 2906005"/>
              <a:gd name="connsiteY395" fmla="*/ 235474 h 369828"/>
              <a:gd name="connsiteX396" fmla="*/ 546755 w 2906005"/>
              <a:gd name="connsiteY396" fmla="*/ 326675 h 369828"/>
              <a:gd name="connsiteX397" fmla="*/ 523568 w 2906005"/>
              <a:gd name="connsiteY397" fmla="*/ 326675 h 369828"/>
              <a:gd name="connsiteX398" fmla="*/ 523568 w 2906005"/>
              <a:gd name="connsiteY398" fmla="*/ 313343 h 369828"/>
              <a:gd name="connsiteX399" fmla="*/ 511331 w 2906005"/>
              <a:gd name="connsiteY399" fmla="*/ 323970 h 369828"/>
              <a:gd name="connsiteX400" fmla="*/ 493297 w 2906005"/>
              <a:gd name="connsiteY400" fmla="*/ 328157 h 369828"/>
              <a:gd name="connsiteX401" fmla="*/ 472300 w 2906005"/>
              <a:gd name="connsiteY401" fmla="*/ 322231 h 369828"/>
              <a:gd name="connsiteX402" fmla="*/ 457293 w 2906005"/>
              <a:gd name="connsiteY402" fmla="*/ 305550 h 369828"/>
              <a:gd name="connsiteX403" fmla="*/ 451754 w 2906005"/>
              <a:gd name="connsiteY403" fmla="*/ 280753 h 369828"/>
              <a:gd name="connsiteX404" fmla="*/ 457293 w 2906005"/>
              <a:gd name="connsiteY404" fmla="*/ 256214 h 369828"/>
              <a:gd name="connsiteX405" fmla="*/ 457357 w 2906005"/>
              <a:gd name="connsiteY405" fmla="*/ 256214 h 369828"/>
              <a:gd name="connsiteX406" fmla="*/ 472364 w 2906005"/>
              <a:gd name="connsiteY406" fmla="*/ 239725 h 369828"/>
              <a:gd name="connsiteX407" fmla="*/ 493490 w 2906005"/>
              <a:gd name="connsiteY407" fmla="*/ 233993 h 369828"/>
              <a:gd name="connsiteX408" fmla="*/ 270963 w 2906005"/>
              <a:gd name="connsiteY408" fmla="*/ 233993 h 369828"/>
              <a:gd name="connsiteX409" fmla="*/ 296983 w 2906005"/>
              <a:gd name="connsiteY409" fmla="*/ 242173 h 369828"/>
              <a:gd name="connsiteX410" fmla="*/ 307675 w 2906005"/>
              <a:gd name="connsiteY410" fmla="*/ 264136 h 369828"/>
              <a:gd name="connsiteX411" fmla="*/ 285648 w 2906005"/>
              <a:gd name="connsiteY411" fmla="*/ 264136 h 369828"/>
              <a:gd name="connsiteX412" fmla="*/ 281139 w 2906005"/>
              <a:gd name="connsiteY412" fmla="*/ 255505 h 369828"/>
              <a:gd name="connsiteX413" fmla="*/ 270383 w 2906005"/>
              <a:gd name="connsiteY413" fmla="*/ 252285 h 369828"/>
              <a:gd name="connsiteX414" fmla="*/ 260722 w 2906005"/>
              <a:gd name="connsiteY414" fmla="*/ 254603 h 369828"/>
              <a:gd name="connsiteX415" fmla="*/ 257373 w 2906005"/>
              <a:gd name="connsiteY415" fmla="*/ 261044 h 369828"/>
              <a:gd name="connsiteX416" fmla="*/ 262010 w 2906005"/>
              <a:gd name="connsiteY416" fmla="*/ 268065 h 369828"/>
              <a:gd name="connsiteX417" fmla="*/ 276309 w 2906005"/>
              <a:gd name="connsiteY417" fmla="*/ 272895 h 369828"/>
              <a:gd name="connsiteX418" fmla="*/ 292604 w 2906005"/>
              <a:gd name="connsiteY418" fmla="*/ 277983 h 369828"/>
              <a:gd name="connsiteX419" fmla="*/ 303746 w 2906005"/>
              <a:gd name="connsiteY419" fmla="*/ 286163 h 369828"/>
              <a:gd name="connsiteX420" fmla="*/ 308577 w 2906005"/>
              <a:gd name="connsiteY420" fmla="*/ 300719 h 369828"/>
              <a:gd name="connsiteX421" fmla="*/ 304197 w 2906005"/>
              <a:gd name="connsiteY421" fmla="*/ 314889 h 369828"/>
              <a:gd name="connsiteX422" fmla="*/ 291702 w 2906005"/>
              <a:gd name="connsiteY422" fmla="*/ 324679 h 369828"/>
              <a:gd name="connsiteX423" fmla="*/ 272702 w 2906005"/>
              <a:gd name="connsiteY423" fmla="*/ 328221 h 369828"/>
              <a:gd name="connsiteX424" fmla="*/ 252607 w 2906005"/>
              <a:gd name="connsiteY424" fmla="*/ 324164 h 369828"/>
              <a:gd name="connsiteX425" fmla="*/ 252542 w 2906005"/>
              <a:gd name="connsiteY425" fmla="*/ 324099 h 369828"/>
              <a:gd name="connsiteX426" fmla="*/ 238437 w 2906005"/>
              <a:gd name="connsiteY426" fmla="*/ 313150 h 369828"/>
              <a:gd name="connsiteX427" fmla="*/ 232769 w 2906005"/>
              <a:gd name="connsiteY427" fmla="*/ 297821 h 369828"/>
              <a:gd name="connsiteX428" fmla="*/ 255956 w 2906005"/>
              <a:gd name="connsiteY428" fmla="*/ 297821 h 369828"/>
              <a:gd name="connsiteX429" fmla="*/ 261108 w 2906005"/>
              <a:gd name="connsiteY429" fmla="*/ 306516 h 369828"/>
              <a:gd name="connsiteX430" fmla="*/ 272380 w 2906005"/>
              <a:gd name="connsiteY430" fmla="*/ 309994 h 369828"/>
              <a:gd name="connsiteX431" fmla="*/ 282685 w 2906005"/>
              <a:gd name="connsiteY431" fmla="*/ 307353 h 369828"/>
              <a:gd name="connsiteX432" fmla="*/ 286421 w 2906005"/>
              <a:gd name="connsiteY432" fmla="*/ 300590 h 369828"/>
              <a:gd name="connsiteX433" fmla="*/ 281912 w 2906005"/>
              <a:gd name="connsiteY433" fmla="*/ 293892 h 369828"/>
              <a:gd name="connsiteX434" fmla="*/ 267485 w 2906005"/>
              <a:gd name="connsiteY434" fmla="*/ 289061 h 369828"/>
              <a:gd name="connsiteX435" fmla="*/ 250803 w 2906005"/>
              <a:gd name="connsiteY435" fmla="*/ 283973 h 369828"/>
              <a:gd name="connsiteX436" fmla="*/ 239596 w 2906005"/>
              <a:gd name="connsiteY436" fmla="*/ 275922 h 369828"/>
              <a:gd name="connsiteX437" fmla="*/ 234894 w 2906005"/>
              <a:gd name="connsiteY437" fmla="*/ 261302 h 369828"/>
              <a:gd name="connsiteX438" fmla="*/ 239274 w 2906005"/>
              <a:gd name="connsiteY438" fmla="*/ 247454 h 369828"/>
              <a:gd name="connsiteX439" fmla="*/ 251769 w 2906005"/>
              <a:gd name="connsiteY439" fmla="*/ 237600 h 369828"/>
              <a:gd name="connsiteX440" fmla="*/ 270963 w 2906005"/>
              <a:gd name="connsiteY440" fmla="*/ 233993 h 369828"/>
              <a:gd name="connsiteX441" fmla="*/ 161791 w 2906005"/>
              <a:gd name="connsiteY441" fmla="*/ 233993 h 369828"/>
              <a:gd name="connsiteX442" fmla="*/ 179632 w 2906005"/>
              <a:gd name="connsiteY442" fmla="*/ 238115 h 369828"/>
              <a:gd name="connsiteX443" fmla="*/ 191869 w 2906005"/>
              <a:gd name="connsiteY443" fmla="*/ 248485 h 369828"/>
              <a:gd name="connsiteX444" fmla="*/ 191869 w 2906005"/>
              <a:gd name="connsiteY444" fmla="*/ 235474 h 369828"/>
              <a:gd name="connsiteX445" fmla="*/ 215056 w 2906005"/>
              <a:gd name="connsiteY445" fmla="*/ 235474 h 369828"/>
              <a:gd name="connsiteX446" fmla="*/ 215056 w 2906005"/>
              <a:gd name="connsiteY446" fmla="*/ 326676 h 369828"/>
              <a:gd name="connsiteX447" fmla="*/ 191869 w 2906005"/>
              <a:gd name="connsiteY447" fmla="*/ 326676 h 369828"/>
              <a:gd name="connsiteX448" fmla="*/ 191869 w 2906005"/>
              <a:gd name="connsiteY448" fmla="*/ 313343 h 369828"/>
              <a:gd name="connsiteX449" fmla="*/ 179632 w 2906005"/>
              <a:gd name="connsiteY449" fmla="*/ 323970 h 369828"/>
              <a:gd name="connsiteX450" fmla="*/ 161598 w 2906005"/>
              <a:gd name="connsiteY450" fmla="*/ 328157 h 369828"/>
              <a:gd name="connsiteX451" fmla="*/ 140601 w 2906005"/>
              <a:gd name="connsiteY451" fmla="*/ 322231 h 369828"/>
              <a:gd name="connsiteX452" fmla="*/ 125594 w 2906005"/>
              <a:gd name="connsiteY452" fmla="*/ 305550 h 369828"/>
              <a:gd name="connsiteX453" fmla="*/ 120055 w 2906005"/>
              <a:gd name="connsiteY453" fmla="*/ 280753 h 369828"/>
              <a:gd name="connsiteX454" fmla="*/ 125594 w 2906005"/>
              <a:gd name="connsiteY454" fmla="*/ 256214 h 369828"/>
              <a:gd name="connsiteX455" fmla="*/ 125658 w 2906005"/>
              <a:gd name="connsiteY455" fmla="*/ 256214 h 369828"/>
              <a:gd name="connsiteX456" fmla="*/ 140665 w 2906005"/>
              <a:gd name="connsiteY456" fmla="*/ 239725 h 369828"/>
              <a:gd name="connsiteX457" fmla="*/ 161791 w 2906005"/>
              <a:gd name="connsiteY457" fmla="*/ 233993 h 369828"/>
              <a:gd name="connsiteX458" fmla="*/ 2407748 w 2906005"/>
              <a:gd name="connsiteY458" fmla="*/ 233992 h 369828"/>
              <a:gd name="connsiteX459" fmla="*/ 2425589 w 2906005"/>
              <a:gd name="connsiteY459" fmla="*/ 238114 h 369828"/>
              <a:gd name="connsiteX460" fmla="*/ 2437826 w 2906005"/>
              <a:gd name="connsiteY460" fmla="*/ 248484 h 369828"/>
              <a:gd name="connsiteX461" fmla="*/ 2437826 w 2906005"/>
              <a:gd name="connsiteY461" fmla="*/ 235474 h 369828"/>
              <a:gd name="connsiteX462" fmla="*/ 2461013 w 2906005"/>
              <a:gd name="connsiteY462" fmla="*/ 235474 h 369828"/>
              <a:gd name="connsiteX463" fmla="*/ 2461013 w 2906005"/>
              <a:gd name="connsiteY463" fmla="*/ 326675 h 369828"/>
              <a:gd name="connsiteX464" fmla="*/ 2437826 w 2906005"/>
              <a:gd name="connsiteY464" fmla="*/ 326675 h 369828"/>
              <a:gd name="connsiteX465" fmla="*/ 2437826 w 2906005"/>
              <a:gd name="connsiteY465" fmla="*/ 313342 h 369828"/>
              <a:gd name="connsiteX466" fmla="*/ 2425589 w 2906005"/>
              <a:gd name="connsiteY466" fmla="*/ 323970 h 369828"/>
              <a:gd name="connsiteX467" fmla="*/ 2407555 w 2906005"/>
              <a:gd name="connsiteY467" fmla="*/ 328156 h 369828"/>
              <a:gd name="connsiteX468" fmla="*/ 2386558 w 2906005"/>
              <a:gd name="connsiteY468" fmla="*/ 322231 h 369828"/>
              <a:gd name="connsiteX469" fmla="*/ 2371551 w 2906005"/>
              <a:gd name="connsiteY469" fmla="*/ 305549 h 369828"/>
              <a:gd name="connsiteX470" fmla="*/ 2366012 w 2906005"/>
              <a:gd name="connsiteY470" fmla="*/ 280752 h 369828"/>
              <a:gd name="connsiteX471" fmla="*/ 2371551 w 2906005"/>
              <a:gd name="connsiteY471" fmla="*/ 256213 h 369828"/>
              <a:gd name="connsiteX472" fmla="*/ 2371615 w 2906005"/>
              <a:gd name="connsiteY472" fmla="*/ 256213 h 369828"/>
              <a:gd name="connsiteX473" fmla="*/ 2386622 w 2906005"/>
              <a:gd name="connsiteY473" fmla="*/ 239725 h 369828"/>
              <a:gd name="connsiteX474" fmla="*/ 2407748 w 2906005"/>
              <a:gd name="connsiteY474" fmla="*/ 233992 h 369828"/>
              <a:gd name="connsiteX475" fmla="*/ 331055 w 2906005"/>
              <a:gd name="connsiteY475" fmla="*/ 212996 h 369828"/>
              <a:gd name="connsiteX476" fmla="*/ 354242 w 2906005"/>
              <a:gd name="connsiteY476" fmla="*/ 212996 h 369828"/>
              <a:gd name="connsiteX477" fmla="*/ 354242 w 2906005"/>
              <a:gd name="connsiteY477" fmla="*/ 235539 h 369828"/>
              <a:gd name="connsiteX478" fmla="*/ 374659 w 2906005"/>
              <a:gd name="connsiteY478" fmla="*/ 235539 h 369828"/>
              <a:gd name="connsiteX479" fmla="*/ 374659 w 2906005"/>
              <a:gd name="connsiteY479" fmla="*/ 254474 h 369828"/>
              <a:gd name="connsiteX480" fmla="*/ 354242 w 2906005"/>
              <a:gd name="connsiteY480" fmla="*/ 254474 h 369828"/>
              <a:gd name="connsiteX481" fmla="*/ 354242 w 2906005"/>
              <a:gd name="connsiteY481" fmla="*/ 298529 h 369828"/>
              <a:gd name="connsiteX482" fmla="*/ 356496 w 2906005"/>
              <a:gd name="connsiteY482" fmla="*/ 305228 h 369828"/>
              <a:gd name="connsiteX483" fmla="*/ 363967 w 2906005"/>
              <a:gd name="connsiteY483" fmla="*/ 307289 h 369828"/>
              <a:gd name="connsiteX484" fmla="*/ 374659 w 2906005"/>
              <a:gd name="connsiteY484" fmla="*/ 307289 h 369828"/>
              <a:gd name="connsiteX485" fmla="*/ 374659 w 2906005"/>
              <a:gd name="connsiteY485" fmla="*/ 326740 h 369828"/>
              <a:gd name="connsiteX486" fmla="*/ 360167 w 2906005"/>
              <a:gd name="connsiteY486" fmla="*/ 326740 h 369828"/>
              <a:gd name="connsiteX487" fmla="*/ 331055 w 2906005"/>
              <a:gd name="connsiteY487" fmla="*/ 298400 h 369828"/>
              <a:gd name="connsiteX488" fmla="*/ 331055 w 2906005"/>
              <a:gd name="connsiteY488" fmla="*/ 254474 h 369828"/>
              <a:gd name="connsiteX489" fmla="*/ 320170 w 2906005"/>
              <a:gd name="connsiteY489" fmla="*/ 254474 h 369828"/>
              <a:gd name="connsiteX490" fmla="*/ 320170 w 2906005"/>
              <a:gd name="connsiteY490" fmla="*/ 235539 h 369828"/>
              <a:gd name="connsiteX491" fmla="*/ 331055 w 2906005"/>
              <a:gd name="connsiteY491" fmla="*/ 235539 h 369828"/>
              <a:gd name="connsiteX492" fmla="*/ 0 w 2906005"/>
              <a:gd name="connsiteY492" fmla="*/ 211772 h 369828"/>
              <a:gd name="connsiteX493" fmla="*/ 24668 w 2906005"/>
              <a:gd name="connsiteY493" fmla="*/ 211772 h 369828"/>
              <a:gd name="connsiteX494" fmla="*/ 56292 w 2906005"/>
              <a:gd name="connsiteY494" fmla="*/ 303102 h 369828"/>
              <a:gd name="connsiteX495" fmla="*/ 87723 w 2906005"/>
              <a:gd name="connsiteY495" fmla="*/ 211772 h 369828"/>
              <a:gd name="connsiteX496" fmla="*/ 112262 w 2906005"/>
              <a:gd name="connsiteY496" fmla="*/ 211772 h 369828"/>
              <a:gd name="connsiteX497" fmla="*/ 70140 w 2906005"/>
              <a:gd name="connsiteY497" fmla="*/ 326675 h 369828"/>
              <a:gd name="connsiteX498" fmla="*/ 42123 w 2906005"/>
              <a:gd name="connsiteY498" fmla="*/ 326675 h 369828"/>
              <a:gd name="connsiteX499" fmla="*/ 608522 w 2906005"/>
              <a:gd name="connsiteY499" fmla="*/ 211643 h 369828"/>
              <a:gd name="connsiteX500" fmla="*/ 631580 w 2906005"/>
              <a:gd name="connsiteY500" fmla="*/ 211643 h 369828"/>
              <a:gd name="connsiteX501" fmla="*/ 683750 w 2906005"/>
              <a:gd name="connsiteY501" fmla="*/ 290671 h 369828"/>
              <a:gd name="connsiteX502" fmla="*/ 683750 w 2906005"/>
              <a:gd name="connsiteY502" fmla="*/ 211643 h 369828"/>
              <a:gd name="connsiteX503" fmla="*/ 706808 w 2906005"/>
              <a:gd name="connsiteY503" fmla="*/ 211643 h 369828"/>
              <a:gd name="connsiteX504" fmla="*/ 706808 w 2906005"/>
              <a:gd name="connsiteY504" fmla="*/ 326675 h 369828"/>
              <a:gd name="connsiteX505" fmla="*/ 683750 w 2906005"/>
              <a:gd name="connsiteY505" fmla="*/ 326675 h 369828"/>
              <a:gd name="connsiteX506" fmla="*/ 631580 w 2906005"/>
              <a:gd name="connsiteY506" fmla="*/ 247840 h 369828"/>
              <a:gd name="connsiteX507" fmla="*/ 631580 w 2906005"/>
              <a:gd name="connsiteY507" fmla="*/ 326675 h 369828"/>
              <a:gd name="connsiteX508" fmla="*/ 608522 w 2906005"/>
              <a:gd name="connsiteY508" fmla="*/ 326675 h 369828"/>
              <a:gd name="connsiteX509" fmla="*/ 2549316 w 2906005"/>
              <a:gd name="connsiteY509" fmla="*/ 204880 h 369828"/>
              <a:gd name="connsiteX510" fmla="*/ 2572696 w 2906005"/>
              <a:gd name="connsiteY510" fmla="*/ 204880 h 369828"/>
              <a:gd name="connsiteX511" fmla="*/ 2572696 w 2906005"/>
              <a:gd name="connsiteY511" fmla="*/ 326675 h 369828"/>
              <a:gd name="connsiteX512" fmla="*/ 2549316 w 2906005"/>
              <a:gd name="connsiteY512" fmla="*/ 326675 h 369828"/>
              <a:gd name="connsiteX513" fmla="*/ 2549316 w 2906005"/>
              <a:gd name="connsiteY513" fmla="*/ 313149 h 369828"/>
              <a:gd name="connsiteX514" fmla="*/ 2537271 w 2906005"/>
              <a:gd name="connsiteY514" fmla="*/ 324034 h 369828"/>
              <a:gd name="connsiteX515" fmla="*/ 2519302 w 2906005"/>
              <a:gd name="connsiteY515" fmla="*/ 328156 h 369828"/>
              <a:gd name="connsiteX516" fmla="*/ 2498241 w 2906005"/>
              <a:gd name="connsiteY516" fmla="*/ 322231 h 369828"/>
              <a:gd name="connsiteX517" fmla="*/ 2483169 w 2906005"/>
              <a:gd name="connsiteY517" fmla="*/ 305549 h 369828"/>
              <a:gd name="connsiteX518" fmla="*/ 2477630 w 2906005"/>
              <a:gd name="connsiteY518" fmla="*/ 280752 h 369828"/>
              <a:gd name="connsiteX519" fmla="*/ 2483169 w 2906005"/>
              <a:gd name="connsiteY519" fmla="*/ 256213 h 369828"/>
              <a:gd name="connsiteX520" fmla="*/ 2483233 w 2906005"/>
              <a:gd name="connsiteY520" fmla="*/ 256213 h 369828"/>
              <a:gd name="connsiteX521" fmla="*/ 2498305 w 2906005"/>
              <a:gd name="connsiteY521" fmla="*/ 239724 h 369828"/>
              <a:gd name="connsiteX522" fmla="*/ 2519559 w 2906005"/>
              <a:gd name="connsiteY522" fmla="*/ 233992 h 369828"/>
              <a:gd name="connsiteX523" fmla="*/ 2536499 w 2906005"/>
              <a:gd name="connsiteY523" fmla="*/ 237857 h 369828"/>
              <a:gd name="connsiteX524" fmla="*/ 2549316 w 2906005"/>
              <a:gd name="connsiteY524" fmla="*/ 248162 h 369828"/>
              <a:gd name="connsiteX525" fmla="*/ 1892359 w 2906005"/>
              <a:gd name="connsiteY525" fmla="*/ 204880 h 369828"/>
              <a:gd name="connsiteX526" fmla="*/ 1915739 w 2906005"/>
              <a:gd name="connsiteY526" fmla="*/ 204880 h 369828"/>
              <a:gd name="connsiteX527" fmla="*/ 1915739 w 2906005"/>
              <a:gd name="connsiteY527" fmla="*/ 326675 h 369828"/>
              <a:gd name="connsiteX528" fmla="*/ 1892359 w 2906005"/>
              <a:gd name="connsiteY528" fmla="*/ 326675 h 369828"/>
              <a:gd name="connsiteX529" fmla="*/ 1892359 w 2906005"/>
              <a:gd name="connsiteY529" fmla="*/ 313149 h 369828"/>
              <a:gd name="connsiteX530" fmla="*/ 1880314 w 2906005"/>
              <a:gd name="connsiteY530" fmla="*/ 324034 h 369828"/>
              <a:gd name="connsiteX531" fmla="*/ 1862345 w 2906005"/>
              <a:gd name="connsiteY531" fmla="*/ 328156 h 369828"/>
              <a:gd name="connsiteX532" fmla="*/ 1841284 w 2906005"/>
              <a:gd name="connsiteY532" fmla="*/ 322231 h 369828"/>
              <a:gd name="connsiteX533" fmla="*/ 1826212 w 2906005"/>
              <a:gd name="connsiteY533" fmla="*/ 305549 h 369828"/>
              <a:gd name="connsiteX534" fmla="*/ 1820673 w 2906005"/>
              <a:gd name="connsiteY534" fmla="*/ 280752 h 369828"/>
              <a:gd name="connsiteX535" fmla="*/ 1826212 w 2906005"/>
              <a:gd name="connsiteY535" fmla="*/ 256213 h 369828"/>
              <a:gd name="connsiteX536" fmla="*/ 1826276 w 2906005"/>
              <a:gd name="connsiteY536" fmla="*/ 256213 h 369828"/>
              <a:gd name="connsiteX537" fmla="*/ 1841348 w 2906005"/>
              <a:gd name="connsiteY537" fmla="*/ 239724 h 369828"/>
              <a:gd name="connsiteX538" fmla="*/ 1862602 w 2906005"/>
              <a:gd name="connsiteY538" fmla="*/ 233992 h 369828"/>
              <a:gd name="connsiteX539" fmla="*/ 1879542 w 2906005"/>
              <a:gd name="connsiteY539" fmla="*/ 237857 h 369828"/>
              <a:gd name="connsiteX540" fmla="*/ 1892359 w 2906005"/>
              <a:gd name="connsiteY540" fmla="*/ 248162 h 369828"/>
              <a:gd name="connsiteX541" fmla="*/ 1161011 w 2906005"/>
              <a:gd name="connsiteY541" fmla="*/ 204880 h 369828"/>
              <a:gd name="connsiteX542" fmla="*/ 1184391 w 2906005"/>
              <a:gd name="connsiteY542" fmla="*/ 204880 h 369828"/>
              <a:gd name="connsiteX543" fmla="*/ 1184391 w 2906005"/>
              <a:gd name="connsiteY543" fmla="*/ 326675 h 369828"/>
              <a:gd name="connsiteX544" fmla="*/ 1161011 w 2906005"/>
              <a:gd name="connsiteY544" fmla="*/ 326675 h 369828"/>
              <a:gd name="connsiteX545" fmla="*/ 1161011 w 2906005"/>
              <a:gd name="connsiteY545" fmla="*/ 313149 h 369828"/>
              <a:gd name="connsiteX546" fmla="*/ 1148966 w 2906005"/>
              <a:gd name="connsiteY546" fmla="*/ 324034 h 369828"/>
              <a:gd name="connsiteX547" fmla="*/ 1130997 w 2906005"/>
              <a:gd name="connsiteY547" fmla="*/ 328156 h 369828"/>
              <a:gd name="connsiteX548" fmla="*/ 1109935 w 2906005"/>
              <a:gd name="connsiteY548" fmla="*/ 322231 h 369828"/>
              <a:gd name="connsiteX549" fmla="*/ 1094864 w 2906005"/>
              <a:gd name="connsiteY549" fmla="*/ 305549 h 369828"/>
              <a:gd name="connsiteX550" fmla="*/ 1089325 w 2906005"/>
              <a:gd name="connsiteY550" fmla="*/ 280752 h 369828"/>
              <a:gd name="connsiteX551" fmla="*/ 1094864 w 2906005"/>
              <a:gd name="connsiteY551" fmla="*/ 256213 h 369828"/>
              <a:gd name="connsiteX552" fmla="*/ 1094928 w 2906005"/>
              <a:gd name="connsiteY552" fmla="*/ 256213 h 369828"/>
              <a:gd name="connsiteX553" fmla="*/ 1110000 w 2906005"/>
              <a:gd name="connsiteY553" fmla="*/ 239724 h 369828"/>
              <a:gd name="connsiteX554" fmla="*/ 1131254 w 2906005"/>
              <a:gd name="connsiteY554" fmla="*/ 233992 h 369828"/>
              <a:gd name="connsiteX555" fmla="*/ 1148194 w 2906005"/>
              <a:gd name="connsiteY555" fmla="*/ 237857 h 369828"/>
              <a:gd name="connsiteX556" fmla="*/ 1161011 w 2906005"/>
              <a:gd name="connsiteY556" fmla="*/ 248162 h 369828"/>
              <a:gd name="connsiteX557" fmla="*/ 1545975 w 2906005"/>
              <a:gd name="connsiteY557" fmla="*/ 204816 h 369828"/>
              <a:gd name="connsiteX558" fmla="*/ 1569033 w 2906005"/>
              <a:gd name="connsiteY558" fmla="*/ 204816 h 369828"/>
              <a:gd name="connsiteX559" fmla="*/ 1569033 w 2906005"/>
              <a:gd name="connsiteY559" fmla="*/ 326611 h 369828"/>
              <a:gd name="connsiteX560" fmla="*/ 1545975 w 2906005"/>
              <a:gd name="connsiteY560" fmla="*/ 326611 h 369828"/>
              <a:gd name="connsiteX561" fmla="*/ 829118 w 2906005"/>
              <a:gd name="connsiteY561" fmla="*/ 204816 h 369828"/>
              <a:gd name="connsiteX562" fmla="*/ 852176 w 2906005"/>
              <a:gd name="connsiteY562" fmla="*/ 204816 h 369828"/>
              <a:gd name="connsiteX563" fmla="*/ 852176 w 2906005"/>
              <a:gd name="connsiteY563" fmla="*/ 326611 h 369828"/>
              <a:gd name="connsiteX564" fmla="*/ 829118 w 2906005"/>
              <a:gd name="connsiteY564" fmla="*/ 326611 h 369828"/>
              <a:gd name="connsiteX565" fmla="*/ 1708475 w 2906005"/>
              <a:gd name="connsiteY565" fmla="*/ 202691 h 369828"/>
              <a:gd name="connsiteX566" fmla="*/ 1716269 w 2906005"/>
              <a:gd name="connsiteY566" fmla="*/ 205911 h 369828"/>
              <a:gd name="connsiteX567" fmla="*/ 1719489 w 2906005"/>
              <a:gd name="connsiteY567" fmla="*/ 213705 h 369828"/>
              <a:gd name="connsiteX568" fmla="*/ 1716269 w 2906005"/>
              <a:gd name="connsiteY568" fmla="*/ 221434 h 369828"/>
              <a:gd name="connsiteX569" fmla="*/ 1708475 w 2906005"/>
              <a:gd name="connsiteY569" fmla="*/ 224590 h 369828"/>
              <a:gd name="connsiteX570" fmla="*/ 1700746 w 2906005"/>
              <a:gd name="connsiteY570" fmla="*/ 221434 h 369828"/>
              <a:gd name="connsiteX571" fmla="*/ 1697591 w 2906005"/>
              <a:gd name="connsiteY571" fmla="*/ 213705 h 369828"/>
              <a:gd name="connsiteX572" fmla="*/ 1700746 w 2906005"/>
              <a:gd name="connsiteY572" fmla="*/ 205911 h 369828"/>
              <a:gd name="connsiteX573" fmla="*/ 1708475 w 2906005"/>
              <a:gd name="connsiteY573" fmla="*/ 202691 h 369828"/>
              <a:gd name="connsiteX574" fmla="*/ 1678011 w 2906005"/>
              <a:gd name="connsiteY574" fmla="*/ 202691 h 369828"/>
              <a:gd name="connsiteX575" fmla="*/ 1685804 w 2906005"/>
              <a:gd name="connsiteY575" fmla="*/ 205911 h 369828"/>
              <a:gd name="connsiteX576" fmla="*/ 1689024 w 2906005"/>
              <a:gd name="connsiteY576" fmla="*/ 213705 h 369828"/>
              <a:gd name="connsiteX577" fmla="*/ 1685804 w 2906005"/>
              <a:gd name="connsiteY577" fmla="*/ 221434 h 369828"/>
              <a:gd name="connsiteX578" fmla="*/ 1678011 w 2906005"/>
              <a:gd name="connsiteY578" fmla="*/ 224590 h 369828"/>
              <a:gd name="connsiteX579" fmla="*/ 1670282 w 2906005"/>
              <a:gd name="connsiteY579" fmla="*/ 221434 h 369828"/>
              <a:gd name="connsiteX580" fmla="*/ 1667126 w 2906005"/>
              <a:gd name="connsiteY580" fmla="*/ 213705 h 369828"/>
              <a:gd name="connsiteX581" fmla="*/ 1670282 w 2906005"/>
              <a:gd name="connsiteY581" fmla="*/ 205911 h 369828"/>
              <a:gd name="connsiteX582" fmla="*/ 1678011 w 2906005"/>
              <a:gd name="connsiteY582" fmla="*/ 202691 h 369828"/>
              <a:gd name="connsiteX583" fmla="*/ 1494319 w 2906005"/>
              <a:gd name="connsiteY583" fmla="*/ 202691 h 369828"/>
              <a:gd name="connsiteX584" fmla="*/ 1502113 w 2906005"/>
              <a:gd name="connsiteY584" fmla="*/ 205911 h 369828"/>
              <a:gd name="connsiteX585" fmla="*/ 1505333 w 2906005"/>
              <a:gd name="connsiteY585" fmla="*/ 213705 h 369828"/>
              <a:gd name="connsiteX586" fmla="*/ 1502113 w 2906005"/>
              <a:gd name="connsiteY586" fmla="*/ 221434 h 369828"/>
              <a:gd name="connsiteX587" fmla="*/ 1494319 w 2906005"/>
              <a:gd name="connsiteY587" fmla="*/ 224590 h 369828"/>
              <a:gd name="connsiteX588" fmla="*/ 1486590 w 2906005"/>
              <a:gd name="connsiteY588" fmla="*/ 221434 h 369828"/>
              <a:gd name="connsiteX589" fmla="*/ 1483435 w 2906005"/>
              <a:gd name="connsiteY589" fmla="*/ 213705 h 369828"/>
              <a:gd name="connsiteX590" fmla="*/ 1486590 w 2906005"/>
              <a:gd name="connsiteY590" fmla="*/ 205911 h 369828"/>
              <a:gd name="connsiteX591" fmla="*/ 1494319 w 2906005"/>
              <a:gd name="connsiteY591" fmla="*/ 202691 h 369828"/>
              <a:gd name="connsiteX592" fmla="*/ 1463855 w 2906005"/>
              <a:gd name="connsiteY592" fmla="*/ 202691 h 369828"/>
              <a:gd name="connsiteX593" fmla="*/ 1471648 w 2906005"/>
              <a:gd name="connsiteY593" fmla="*/ 205911 h 369828"/>
              <a:gd name="connsiteX594" fmla="*/ 1474868 w 2906005"/>
              <a:gd name="connsiteY594" fmla="*/ 213705 h 369828"/>
              <a:gd name="connsiteX595" fmla="*/ 1471648 w 2906005"/>
              <a:gd name="connsiteY595" fmla="*/ 221434 h 369828"/>
              <a:gd name="connsiteX596" fmla="*/ 1463855 w 2906005"/>
              <a:gd name="connsiteY596" fmla="*/ 224590 h 369828"/>
              <a:gd name="connsiteX597" fmla="*/ 1456126 w 2906005"/>
              <a:gd name="connsiteY597" fmla="*/ 221434 h 369828"/>
              <a:gd name="connsiteX598" fmla="*/ 1452970 w 2906005"/>
              <a:gd name="connsiteY598" fmla="*/ 213705 h 369828"/>
              <a:gd name="connsiteX599" fmla="*/ 1456126 w 2906005"/>
              <a:gd name="connsiteY599" fmla="*/ 205911 h 369828"/>
              <a:gd name="connsiteX600" fmla="*/ 1463855 w 2906005"/>
              <a:gd name="connsiteY600" fmla="*/ 202691 h 369828"/>
              <a:gd name="connsiteX601" fmla="*/ 186008 w 2906005"/>
              <a:gd name="connsiteY601" fmla="*/ 202691 h 369828"/>
              <a:gd name="connsiteX602" fmla="*/ 193802 w 2906005"/>
              <a:gd name="connsiteY602" fmla="*/ 205911 h 369828"/>
              <a:gd name="connsiteX603" fmla="*/ 197022 w 2906005"/>
              <a:gd name="connsiteY603" fmla="*/ 213705 h 369828"/>
              <a:gd name="connsiteX604" fmla="*/ 193802 w 2906005"/>
              <a:gd name="connsiteY604" fmla="*/ 221434 h 369828"/>
              <a:gd name="connsiteX605" fmla="*/ 186008 w 2906005"/>
              <a:gd name="connsiteY605" fmla="*/ 224590 h 369828"/>
              <a:gd name="connsiteX606" fmla="*/ 178279 w 2906005"/>
              <a:gd name="connsiteY606" fmla="*/ 221434 h 369828"/>
              <a:gd name="connsiteX607" fmla="*/ 175123 w 2906005"/>
              <a:gd name="connsiteY607" fmla="*/ 213705 h 369828"/>
              <a:gd name="connsiteX608" fmla="*/ 178279 w 2906005"/>
              <a:gd name="connsiteY608" fmla="*/ 205911 h 369828"/>
              <a:gd name="connsiteX609" fmla="*/ 186008 w 2906005"/>
              <a:gd name="connsiteY609" fmla="*/ 202691 h 369828"/>
              <a:gd name="connsiteX610" fmla="*/ 155544 w 2906005"/>
              <a:gd name="connsiteY610" fmla="*/ 202691 h 369828"/>
              <a:gd name="connsiteX611" fmla="*/ 163337 w 2906005"/>
              <a:gd name="connsiteY611" fmla="*/ 205911 h 369828"/>
              <a:gd name="connsiteX612" fmla="*/ 166557 w 2906005"/>
              <a:gd name="connsiteY612" fmla="*/ 213705 h 369828"/>
              <a:gd name="connsiteX613" fmla="*/ 163337 w 2906005"/>
              <a:gd name="connsiteY613" fmla="*/ 221434 h 369828"/>
              <a:gd name="connsiteX614" fmla="*/ 155544 w 2906005"/>
              <a:gd name="connsiteY614" fmla="*/ 224590 h 369828"/>
              <a:gd name="connsiteX615" fmla="*/ 147815 w 2906005"/>
              <a:gd name="connsiteY615" fmla="*/ 221434 h 369828"/>
              <a:gd name="connsiteX616" fmla="*/ 144659 w 2906005"/>
              <a:gd name="connsiteY616" fmla="*/ 213705 h 369828"/>
              <a:gd name="connsiteX617" fmla="*/ 147815 w 2906005"/>
              <a:gd name="connsiteY617" fmla="*/ 205911 h 369828"/>
              <a:gd name="connsiteX618" fmla="*/ 155544 w 2906005"/>
              <a:gd name="connsiteY618" fmla="*/ 202691 h 369828"/>
              <a:gd name="connsiteX619" fmla="*/ 2416765 w 2906005"/>
              <a:gd name="connsiteY619" fmla="*/ 200372 h 369828"/>
              <a:gd name="connsiteX620" fmla="*/ 2411162 w 2906005"/>
              <a:gd name="connsiteY620" fmla="*/ 202562 h 369828"/>
              <a:gd name="connsiteX621" fmla="*/ 2408843 w 2906005"/>
              <a:gd name="connsiteY621" fmla="*/ 208551 h 369828"/>
              <a:gd name="connsiteX622" fmla="*/ 2411162 w 2906005"/>
              <a:gd name="connsiteY622" fmla="*/ 214412 h 369828"/>
              <a:gd name="connsiteX623" fmla="*/ 2416765 w 2906005"/>
              <a:gd name="connsiteY623" fmla="*/ 216796 h 369828"/>
              <a:gd name="connsiteX624" fmla="*/ 2422369 w 2906005"/>
              <a:gd name="connsiteY624" fmla="*/ 214412 h 369828"/>
              <a:gd name="connsiteX625" fmla="*/ 2424687 w 2906005"/>
              <a:gd name="connsiteY625" fmla="*/ 208551 h 369828"/>
              <a:gd name="connsiteX626" fmla="*/ 2422369 w 2906005"/>
              <a:gd name="connsiteY626" fmla="*/ 202562 h 369828"/>
              <a:gd name="connsiteX627" fmla="*/ 2416765 w 2906005"/>
              <a:gd name="connsiteY627" fmla="*/ 200372 h 369828"/>
              <a:gd name="connsiteX628" fmla="*/ 1632538 w 2906005"/>
              <a:gd name="connsiteY628" fmla="*/ 198762 h 369828"/>
              <a:gd name="connsiteX629" fmla="*/ 1632538 w 2906005"/>
              <a:gd name="connsiteY629" fmla="*/ 218213 h 369828"/>
              <a:gd name="connsiteX630" fmla="*/ 1620880 w 2906005"/>
              <a:gd name="connsiteY630" fmla="*/ 220983 h 369828"/>
              <a:gd name="connsiteX631" fmla="*/ 1617596 w 2906005"/>
              <a:gd name="connsiteY631" fmla="*/ 231674 h 369828"/>
              <a:gd name="connsiteX632" fmla="*/ 1617596 w 2906005"/>
              <a:gd name="connsiteY632" fmla="*/ 235474 h 369828"/>
              <a:gd name="connsiteX633" fmla="*/ 1633569 w 2906005"/>
              <a:gd name="connsiteY633" fmla="*/ 235474 h 369828"/>
              <a:gd name="connsiteX634" fmla="*/ 1633569 w 2906005"/>
              <a:gd name="connsiteY634" fmla="*/ 254410 h 369828"/>
              <a:gd name="connsiteX635" fmla="*/ 1617596 w 2906005"/>
              <a:gd name="connsiteY635" fmla="*/ 254410 h 369828"/>
              <a:gd name="connsiteX636" fmla="*/ 1617596 w 2906005"/>
              <a:gd name="connsiteY636" fmla="*/ 326675 h 369828"/>
              <a:gd name="connsiteX637" fmla="*/ 1594216 w 2906005"/>
              <a:gd name="connsiteY637" fmla="*/ 326675 h 369828"/>
              <a:gd name="connsiteX638" fmla="*/ 1594216 w 2906005"/>
              <a:gd name="connsiteY638" fmla="*/ 254410 h 369828"/>
              <a:gd name="connsiteX639" fmla="*/ 1583846 w 2906005"/>
              <a:gd name="connsiteY639" fmla="*/ 254410 h 369828"/>
              <a:gd name="connsiteX640" fmla="*/ 1583846 w 2906005"/>
              <a:gd name="connsiteY640" fmla="*/ 235474 h 369828"/>
              <a:gd name="connsiteX641" fmla="*/ 1594216 w 2906005"/>
              <a:gd name="connsiteY641" fmla="*/ 235474 h 369828"/>
              <a:gd name="connsiteX642" fmla="*/ 1594216 w 2906005"/>
              <a:gd name="connsiteY642" fmla="*/ 230837 h 369828"/>
              <a:gd name="connsiteX643" fmla="*/ 1603748 w 2906005"/>
              <a:gd name="connsiteY643" fmla="*/ 206169 h 369828"/>
              <a:gd name="connsiteX644" fmla="*/ 1632538 w 2906005"/>
              <a:gd name="connsiteY644" fmla="*/ 198762 h 369828"/>
              <a:gd name="connsiteX645" fmla="*/ 2416829 w 2906005"/>
              <a:gd name="connsiteY645" fmla="*/ 189680 h 369828"/>
              <a:gd name="connsiteX646" fmla="*/ 2430548 w 2906005"/>
              <a:gd name="connsiteY646" fmla="*/ 194897 h 369828"/>
              <a:gd name="connsiteX647" fmla="*/ 2436087 w 2906005"/>
              <a:gd name="connsiteY647" fmla="*/ 208616 h 369828"/>
              <a:gd name="connsiteX648" fmla="*/ 2430548 w 2906005"/>
              <a:gd name="connsiteY648" fmla="*/ 222335 h 369828"/>
              <a:gd name="connsiteX649" fmla="*/ 2416829 w 2906005"/>
              <a:gd name="connsiteY649" fmla="*/ 227552 h 369828"/>
              <a:gd name="connsiteX650" fmla="*/ 2403175 w 2906005"/>
              <a:gd name="connsiteY650" fmla="*/ 222335 h 369828"/>
              <a:gd name="connsiteX651" fmla="*/ 2397572 w 2906005"/>
              <a:gd name="connsiteY651" fmla="*/ 208616 h 369828"/>
              <a:gd name="connsiteX652" fmla="*/ 2403175 w 2906005"/>
              <a:gd name="connsiteY652" fmla="*/ 194897 h 369828"/>
              <a:gd name="connsiteX653" fmla="*/ 2416829 w 2906005"/>
              <a:gd name="connsiteY653" fmla="*/ 189680 h 369828"/>
              <a:gd name="connsiteX654" fmla="*/ 440806 w 2906005"/>
              <a:gd name="connsiteY654" fmla="*/ 60672 h 369828"/>
              <a:gd name="connsiteX655" fmla="*/ 510623 w 2906005"/>
              <a:gd name="connsiteY655" fmla="*/ 60672 h 369828"/>
              <a:gd name="connsiteX656" fmla="*/ 510623 w 2906005"/>
              <a:gd name="connsiteY656" fmla="*/ 80123 h 369828"/>
              <a:gd name="connsiteX657" fmla="*/ 440806 w 2906005"/>
              <a:gd name="connsiteY657" fmla="*/ 80123 h 369828"/>
              <a:gd name="connsiteX658" fmla="*/ 2596720 w 2906005"/>
              <a:gd name="connsiteY658" fmla="*/ 56679 h 369828"/>
              <a:gd name="connsiteX659" fmla="*/ 2584869 w 2906005"/>
              <a:gd name="connsiteY659" fmla="*/ 59835 h 369828"/>
              <a:gd name="connsiteX660" fmla="*/ 2576045 w 2906005"/>
              <a:gd name="connsiteY660" fmla="*/ 68981 h 369828"/>
              <a:gd name="connsiteX661" fmla="*/ 2572696 w 2906005"/>
              <a:gd name="connsiteY661" fmla="*/ 83215 h 369828"/>
              <a:gd name="connsiteX662" fmla="*/ 2576045 w 2906005"/>
              <a:gd name="connsiteY662" fmla="*/ 97642 h 369828"/>
              <a:gd name="connsiteX663" fmla="*/ 2584933 w 2906005"/>
              <a:gd name="connsiteY663" fmla="*/ 107110 h 369828"/>
              <a:gd name="connsiteX664" fmla="*/ 2596720 w 2906005"/>
              <a:gd name="connsiteY664" fmla="*/ 110395 h 369828"/>
              <a:gd name="connsiteX665" fmla="*/ 2608764 w 2906005"/>
              <a:gd name="connsiteY665" fmla="*/ 107174 h 369828"/>
              <a:gd name="connsiteX666" fmla="*/ 2617652 w 2906005"/>
              <a:gd name="connsiteY666" fmla="*/ 97964 h 369828"/>
              <a:gd name="connsiteX667" fmla="*/ 2620937 w 2906005"/>
              <a:gd name="connsiteY667" fmla="*/ 83537 h 369828"/>
              <a:gd name="connsiteX668" fmla="*/ 2617652 w 2906005"/>
              <a:gd name="connsiteY668" fmla="*/ 69110 h 369828"/>
              <a:gd name="connsiteX669" fmla="*/ 2608764 w 2906005"/>
              <a:gd name="connsiteY669" fmla="*/ 59899 h 369828"/>
              <a:gd name="connsiteX670" fmla="*/ 2596720 w 2906005"/>
              <a:gd name="connsiteY670" fmla="*/ 56679 h 369828"/>
              <a:gd name="connsiteX671" fmla="*/ 1407756 w 2906005"/>
              <a:gd name="connsiteY671" fmla="*/ 56679 h 369828"/>
              <a:gd name="connsiteX672" fmla="*/ 1395905 w 2906005"/>
              <a:gd name="connsiteY672" fmla="*/ 59835 h 369828"/>
              <a:gd name="connsiteX673" fmla="*/ 1387081 w 2906005"/>
              <a:gd name="connsiteY673" fmla="*/ 68981 h 369828"/>
              <a:gd name="connsiteX674" fmla="*/ 1383732 w 2906005"/>
              <a:gd name="connsiteY674" fmla="*/ 83215 h 369828"/>
              <a:gd name="connsiteX675" fmla="*/ 1387081 w 2906005"/>
              <a:gd name="connsiteY675" fmla="*/ 97642 h 369828"/>
              <a:gd name="connsiteX676" fmla="*/ 1395969 w 2906005"/>
              <a:gd name="connsiteY676" fmla="*/ 107110 h 369828"/>
              <a:gd name="connsiteX677" fmla="*/ 1407756 w 2906005"/>
              <a:gd name="connsiteY677" fmla="*/ 110395 h 369828"/>
              <a:gd name="connsiteX678" fmla="*/ 1419800 w 2906005"/>
              <a:gd name="connsiteY678" fmla="*/ 107174 h 369828"/>
              <a:gd name="connsiteX679" fmla="*/ 1428688 w 2906005"/>
              <a:gd name="connsiteY679" fmla="*/ 97964 h 369828"/>
              <a:gd name="connsiteX680" fmla="*/ 1431973 w 2906005"/>
              <a:gd name="connsiteY680" fmla="*/ 83537 h 369828"/>
              <a:gd name="connsiteX681" fmla="*/ 1428688 w 2906005"/>
              <a:gd name="connsiteY681" fmla="*/ 69110 h 369828"/>
              <a:gd name="connsiteX682" fmla="*/ 1419800 w 2906005"/>
              <a:gd name="connsiteY682" fmla="*/ 59899 h 369828"/>
              <a:gd name="connsiteX683" fmla="*/ 1407756 w 2906005"/>
              <a:gd name="connsiteY683" fmla="*/ 56679 h 369828"/>
              <a:gd name="connsiteX684" fmla="*/ 1296138 w 2906005"/>
              <a:gd name="connsiteY684" fmla="*/ 56679 h 369828"/>
              <a:gd name="connsiteX685" fmla="*/ 1284287 w 2906005"/>
              <a:gd name="connsiteY685" fmla="*/ 59835 h 369828"/>
              <a:gd name="connsiteX686" fmla="*/ 1275463 w 2906005"/>
              <a:gd name="connsiteY686" fmla="*/ 68981 h 369828"/>
              <a:gd name="connsiteX687" fmla="*/ 1272114 w 2906005"/>
              <a:gd name="connsiteY687" fmla="*/ 83215 h 369828"/>
              <a:gd name="connsiteX688" fmla="*/ 1275463 w 2906005"/>
              <a:gd name="connsiteY688" fmla="*/ 97642 h 369828"/>
              <a:gd name="connsiteX689" fmla="*/ 1284351 w 2906005"/>
              <a:gd name="connsiteY689" fmla="*/ 107110 h 369828"/>
              <a:gd name="connsiteX690" fmla="*/ 1296138 w 2906005"/>
              <a:gd name="connsiteY690" fmla="*/ 110395 h 369828"/>
              <a:gd name="connsiteX691" fmla="*/ 1308182 w 2906005"/>
              <a:gd name="connsiteY691" fmla="*/ 107174 h 369828"/>
              <a:gd name="connsiteX692" fmla="*/ 1317070 w 2906005"/>
              <a:gd name="connsiteY692" fmla="*/ 97964 h 369828"/>
              <a:gd name="connsiteX693" fmla="*/ 1320355 w 2906005"/>
              <a:gd name="connsiteY693" fmla="*/ 83537 h 369828"/>
              <a:gd name="connsiteX694" fmla="*/ 1317070 w 2906005"/>
              <a:gd name="connsiteY694" fmla="*/ 69110 h 369828"/>
              <a:gd name="connsiteX695" fmla="*/ 1308182 w 2906005"/>
              <a:gd name="connsiteY695" fmla="*/ 59899 h 369828"/>
              <a:gd name="connsiteX696" fmla="*/ 1296138 w 2906005"/>
              <a:gd name="connsiteY696" fmla="*/ 56679 h 369828"/>
              <a:gd name="connsiteX697" fmla="*/ 801681 w 2906005"/>
              <a:gd name="connsiteY697" fmla="*/ 56679 h 369828"/>
              <a:gd name="connsiteX698" fmla="*/ 789830 w 2906005"/>
              <a:gd name="connsiteY698" fmla="*/ 59835 h 369828"/>
              <a:gd name="connsiteX699" fmla="*/ 781006 w 2906005"/>
              <a:gd name="connsiteY699" fmla="*/ 68980 h 369828"/>
              <a:gd name="connsiteX700" fmla="*/ 777657 w 2906005"/>
              <a:gd name="connsiteY700" fmla="*/ 83214 h 369828"/>
              <a:gd name="connsiteX701" fmla="*/ 781006 w 2906005"/>
              <a:gd name="connsiteY701" fmla="*/ 97642 h 369828"/>
              <a:gd name="connsiteX702" fmla="*/ 789894 w 2906005"/>
              <a:gd name="connsiteY702" fmla="*/ 107110 h 369828"/>
              <a:gd name="connsiteX703" fmla="*/ 801681 w 2906005"/>
              <a:gd name="connsiteY703" fmla="*/ 110394 h 369828"/>
              <a:gd name="connsiteX704" fmla="*/ 813725 w 2906005"/>
              <a:gd name="connsiteY704" fmla="*/ 107174 h 369828"/>
              <a:gd name="connsiteX705" fmla="*/ 822613 w 2906005"/>
              <a:gd name="connsiteY705" fmla="*/ 97964 h 369828"/>
              <a:gd name="connsiteX706" fmla="*/ 825898 w 2906005"/>
              <a:gd name="connsiteY706" fmla="*/ 83537 h 369828"/>
              <a:gd name="connsiteX707" fmla="*/ 822613 w 2906005"/>
              <a:gd name="connsiteY707" fmla="*/ 69109 h 369828"/>
              <a:gd name="connsiteX708" fmla="*/ 813725 w 2906005"/>
              <a:gd name="connsiteY708" fmla="*/ 59899 h 369828"/>
              <a:gd name="connsiteX709" fmla="*/ 801681 w 2906005"/>
              <a:gd name="connsiteY709" fmla="*/ 56679 h 369828"/>
              <a:gd name="connsiteX710" fmla="*/ 126240 w 2906005"/>
              <a:gd name="connsiteY710" fmla="*/ 56679 h 369828"/>
              <a:gd name="connsiteX711" fmla="*/ 114389 w 2906005"/>
              <a:gd name="connsiteY711" fmla="*/ 59835 h 369828"/>
              <a:gd name="connsiteX712" fmla="*/ 105565 w 2906005"/>
              <a:gd name="connsiteY712" fmla="*/ 68981 h 369828"/>
              <a:gd name="connsiteX713" fmla="*/ 102216 w 2906005"/>
              <a:gd name="connsiteY713" fmla="*/ 83215 h 369828"/>
              <a:gd name="connsiteX714" fmla="*/ 105565 w 2906005"/>
              <a:gd name="connsiteY714" fmla="*/ 97642 h 369828"/>
              <a:gd name="connsiteX715" fmla="*/ 114453 w 2906005"/>
              <a:gd name="connsiteY715" fmla="*/ 107110 h 369828"/>
              <a:gd name="connsiteX716" fmla="*/ 126240 w 2906005"/>
              <a:gd name="connsiteY716" fmla="*/ 110395 h 369828"/>
              <a:gd name="connsiteX717" fmla="*/ 138284 w 2906005"/>
              <a:gd name="connsiteY717" fmla="*/ 107175 h 369828"/>
              <a:gd name="connsiteX718" fmla="*/ 147172 w 2906005"/>
              <a:gd name="connsiteY718" fmla="*/ 97964 h 369828"/>
              <a:gd name="connsiteX719" fmla="*/ 150457 w 2906005"/>
              <a:gd name="connsiteY719" fmla="*/ 83537 h 369828"/>
              <a:gd name="connsiteX720" fmla="*/ 147172 w 2906005"/>
              <a:gd name="connsiteY720" fmla="*/ 69110 h 369828"/>
              <a:gd name="connsiteX721" fmla="*/ 138284 w 2906005"/>
              <a:gd name="connsiteY721" fmla="*/ 59899 h 369828"/>
              <a:gd name="connsiteX722" fmla="*/ 126240 w 2906005"/>
              <a:gd name="connsiteY722" fmla="*/ 56679 h 369828"/>
              <a:gd name="connsiteX723" fmla="*/ 2226698 w 2906005"/>
              <a:gd name="connsiteY723" fmla="*/ 56550 h 369828"/>
              <a:gd name="connsiteX724" fmla="*/ 2210145 w 2906005"/>
              <a:gd name="connsiteY724" fmla="*/ 63571 h 369828"/>
              <a:gd name="connsiteX725" fmla="*/ 2203447 w 2906005"/>
              <a:gd name="connsiteY725" fmla="*/ 83537 h 369828"/>
              <a:gd name="connsiteX726" fmla="*/ 2209952 w 2906005"/>
              <a:gd name="connsiteY726" fmla="*/ 103568 h 369828"/>
              <a:gd name="connsiteX727" fmla="*/ 2226312 w 2906005"/>
              <a:gd name="connsiteY727" fmla="*/ 110588 h 369828"/>
              <a:gd name="connsiteX728" fmla="*/ 2238098 w 2906005"/>
              <a:gd name="connsiteY728" fmla="*/ 107561 h 369828"/>
              <a:gd name="connsiteX729" fmla="*/ 2238098 w 2906005"/>
              <a:gd name="connsiteY729" fmla="*/ 107497 h 369828"/>
              <a:gd name="connsiteX730" fmla="*/ 2246922 w 2906005"/>
              <a:gd name="connsiteY730" fmla="*/ 98351 h 369828"/>
              <a:gd name="connsiteX731" fmla="*/ 2250207 w 2906005"/>
              <a:gd name="connsiteY731" fmla="*/ 83537 h 369828"/>
              <a:gd name="connsiteX732" fmla="*/ 2243380 w 2906005"/>
              <a:gd name="connsiteY732" fmla="*/ 63571 h 369828"/>
              <a:gd name="connsiteX733" fmla="*/ 2226698 w 2906005"/>
              <a:gd name="connsiteY733" fmla="*/ 56550 h 369828"/>
              <a:gd name="connsiteX734" fmla="*/ 2860404 w 2906005"/>
              <a:gd name="connsiteY734" fmla="*/ 55391 h 369828"/>
              <a:gd name="connsiteX735" fmla="*/ 2845977 w 2906005"/>
              <a:gd name="connsiteY735" fmla="*/ 60608 h 369828"/>
              <a:gd name="connsiteX736" fmla="*/ 2838828 w 2906005"/>
              <a:gd name="connsiteY736" fmla="*/ 75035 h 369828"/>
              <a:gd name="connsiteX737" fmla="*/ 2882110 w 2906005"/>
              <a:gd name="connsiteY737" fmla="*/ 75035 h 369828"/>
              <a:gd name="connsiteX738" fmla="*/ 2882174 w 2906005"/>
              <a:gd name="connsiteY738" fmla="*/ 74971 h 369828"/>
              <a:gd name="connsiteX739" fmla="*/ 2875733 w 2906005"/>
              <a:gd name="connsiteY739" fmla="*/ 60737 h 369828"/>
              <a:gd name="connsiteX740" fmla="*/ 2860404 w 2906005"/>
              <a:gd name="connsiteY740" fmla="*/ 55391 h 369828"/>
              <a:gd name="connsiteX741" fmla="*/ 910787 w 2906005"/>
              <a:gd name="connsiteY741" fmla="*/ 55391 h 369828"/>
              <a:gd name="connsiteX742" fmla="*/ 896360 w 2906005"/>
              <a:gd name="connsiteY742" fmla="*/ 60608 h 369828"/>
              <a:gd name="connsiteX743" fmla="*/ 889211 w 2906005"/>
              <a:gd name="connsiteY743" fmla="*/ 75035 h 369828"/>
              <a:gd name="connsiteX744" fmla="*/ 932493 w 2906005"/>
              <a:gd name="connsiteY744" fmla="*/ 75035 h 369828"/>
              <a:gd name="connsiteX745" fmla="*/ 932557 w 2906005"/>
              <a:gd name="connsiteY745" fmla="*/ 74971 h 369828"/>
              <a:gd name="connsiteX746" fmla="*/ 926116 w 2906005"/>
              <a:gd name="connsiteY746" fmla="*/ 60737 h 369828"/>
              <a:gd name="connsiteX747" fmla="*/ 910787 w 2906005"/>
              <a:gd name="connsiteY747" fmla="*/ 55391 h 369828"/>
              <a:gd name="connsiteX748" fmla="*/ 1723933 w 2906005"/>
              <a:gd name="connsiteY748" fmla="*/ 38000 h 369828"/>
              <a:gd name="connsiteX749" fmla="*/ 1749761 w 2906005"/>
              <a:gd name="connsiteY749" fmla="*/ 38000 h 369828"/>
              <a:gd name="connsiteX750" fmla="*/ 1773269 w 2906005"/>
              <a:gd name="connsiteY750" fmla="*/ 101699 h 369828"/>
              <a:gd name="connsiteX751" fmla="*/ 1797164 w 2906005"/>
              <a:gd name="connsiteY751" fmla="*/ 38000 h 369828"/>
              <a:gd name="connsiteX752" fmla="*/ 1821677 w 2906005"/>
              <a:gd name="connsiteY752" fmla="*/ 38000 h 369828"/>
              <a:gd name="connsiteX753" fmla="*/ 1765218 w 2906005"/>
              <a:gd name="connsiteY753" fmla="*/ 172290 h 369828"/>
              <a:gd name="connsiteX754" fmla="*/ 1740679 w 2906005"/>
              <a:gd name="connsiteY754" fmla="*/ 172290 h 369828"/>
              <a:gd name="connsiteX755" fmla="*/ 1760452 w 2906005"/>
              <a:gd name="connsiteY755" fmla="*/ 126883 h 369828"/>
              <a:gd name="connsiteX756" fmla="*/ 2711559 w 2906005"/>
              <a:gd name="connsiteY756" fmla="*/ 37936 h 369828"/>
              <a:gd name="connsiteX757" fmla="*/ 2734617 w 2906005"/>
              <a:gd name="connsiteY757" fmla="*/ 37936 h 369828"/>
              <a:gd name="connsiteX758" fmla="*/ 2734617 w 2906005"/>
              <a:gd name="connsiteY758" fmla="*/ 88174 h 369828"/>
              <a:gd name="connsiteX759" fmla="*/ 2740027 w 2906005"/>
              <a:gd name="connsiteY759" fmla="*/ 104855 h 369828"/>
              <a:gd name="connsiteX760" fmla="*/ 2754841 w 2906005"/>
              <a:gd name="connsiteY760" fmla="*/ 110717 h 369828"/>
              <a:gd name="connsiteX761" fmla="*/ 2769848 w 2906005"/>
              <a:gd name="connsiteY761" fmla="*/ 104855 h 369828"/>
              <a:gd name="connsiteX762" fmla="*/ 2775258 w 2906005"/>
              <a:gd name="connsiteY762" fmla="*/ 88174 h 369828"/>
              <a:gd name="connsiteX763" fmla="*/ 2775258 w 2906005"/>
              <a:gd name="connsiteY763" fmla="*/ 37936 h 369828"/>
              <a:gd name="connsiteX764" fmla="*/ 2798445 w 2906005"/>
              <a:gd name="connsiteY764" fmla="*/ 37936 h 369828"/>
              <a:gd name="connsiteX765" fmla="*/ 2798509 w 2906005"/>
              <a:gd name="connsiteY765" fmla="*/ 37936 h 369828"/>
              <a:gd name="connsiteX766" fmla="*/ 2798509 w 2906005"/>
              <a:gd name="connsiteY766" fmla="*/ 129137 h 369828"/>
              <a:gd name="connsiteX767" fmla="*/ 2775322 w 2906005"/>
              <a:gd name="connsiteY767" fmla="*/ 129137 h 369828"/>
              <a:gd name="connsiteX768" fmla="*/ 2775322 w 2906005"/>
              <a:gd name="connsiteY768" fmla="*/ 117608 h 369828"/>
              <a:gd name="connsiteX769" fmla="*/ 2763729 w 2906005"/>
              <a:gd name="connsiteY769" fmla="*/ 126883 h 369828"/>
              <a:gd name="connsiteX770" fmla="*/ 2748142 w 2906005"/>
              <a:gd name="connsiteY770" fmla="*/ 130232 h 369828"/>
              <a:gd name="connsiteX771" fmla="*/ 2729207 w 2906005"/>
              <a:gd name="connsiteY771" fmla="*/ 125723 h 369828"/>
              <a:gd name="connsiteX772" fmla="*/ 2716261 w 2906005"/>
              <a:gd name="connsiteY772" fmla="*/ 112391 h 369828"/>
              <a:gd name="connsiteX773" fmla="*/ 2711559 w 2906005"/>
              <a:gd name="connsiteY773" fmla="*/ 91394 h 369828"/>
              <a:gd name="connsiteX774" fmla="*/ 2509319 w 2906005"/>
              <a:gd name="connsiteY774" fmla="*/ 37936 h 369828"/>
              <a:gd name="connsiteX775" fmla="*/ 2532377 w 2906005"/>
              <a:gd name="connsiteY775" fmla="*/ 37936 h 369828"/>
              <a:gd name="connsiteX776" fmla="*/ 2532377 w 2906005"/>
              <a:gd name="connsiteY776" fmla="*/ 129137 h 369828"/>
              <a:gd name="connsiteX777" fmla="*/ 2509319 w 2906005"/>
              <a:gd name="connsiteY777" fmla="*/ 129137 h 369828"/>
              <a:gd name="connsiteX778" fmla="*/ 2290913 w 2906005"/>
              <a:gd name="connsiteY778" fmla="*/ 37936 h 369828"/>
              <a:gd name="connsiteX779" fmla="*/ 2313971 w 2906005"/>
              <a:gd name="connsiteY779" fmla="*/ 37936 h 369828"/>
              <a:gd name="connsiteX780" fmla="*/ 2313971 w 2906005"/>
              <a:gd name="connsiteY780" fmla="*/ 129137 h 369828"/>
              <a:gd name="connsiteX781" fmla="*/ 2290913 w 2906005"/>
              <a:gd name="connsiteY781" fmla="*/ 129137 h 369828"/>
              <a:gd name="connsiteX782" fmla="*/ 2077595 w 2906005"/>
              <a:gd name="connsiteY782" fmla="*/ 37936 h 369828"/>
              <a:gd name="connsiteX783" fmla="*/ 2102263 w 2906005"/>
              <a:gd name="connsiteY783" fmla="*/ 37936 h 369828"/>
              <a:gd name="connsiteX784" fmla="*/ 2125289 w 2906005"/>
              <a:gd name="connsiteY784" fmla="*/ 107786 h 369828"/>
              <a:gd name="connsiteX785" fmla="*/ 2125257 w 2906005"/>
              <a:gd name="connsiteY785" fmla="*/ 107883 h 369828"/>
              <a:gd name="connsiteX786" fmla="*/ 2125321 w 2906005"/>
              <a:gd name="connsiteY786" fmla="*/ 107883 h 369828"/>
              <a:gd name="connsiteX787" fmla="*/ 2125289 w 2906005"/>
              <a:gd name="connsiteY787" fmla="*/ 107786 h 369828"/>
              <a:gd name="connsiteX788" fmla="*/ 2148314 w 2906005"/>
              <a:gd name="connsiteY788" fmla="*/ 37936 h 369828"/>
              <a:gd name="connsiteX789" fmla="*/ 2172854 w 2906005"/>
              <a:gd name="connsiteY789" fmla="*/ 37936 h 369828"/>
              <a:gd name="connsiteX790" fmla="*/ 2139104 w 2906005"/>
              <a:gd name="connsiteY790" fmla="*/ 129137 h 369828"/>
              <a:gd name="connsiteX791" fmla="*/ 2111151 w 2906005"/>
              <a:gd name="connsiteY791" fmla="*/ 129137 h 369828"/>
              <a:gd name="connsiteX792" fmla="*/ 1932678 w 2906005"/>
              <a:gd name="connsiteY792" fmla="*/ 37936 h 369828"/>
              <a:gd name="connsiteX793" fmla="*/ 1955736 w 2906005"/>
              <a:gd name="connsiteY793" fmla="*/ 37936 h 369828"/>
              <a:gd name="connsiteX794" fmla="*/ 1955736 w 2906005"/>
              <a:gd name="connsiteY794" fmla="*/ 129137 h 369828"/>
              <a:gd name="connsiteX795" fmla="*/ 1932678 w 2906005"/>
              <a:gd name="connsiteY795" fmla="*/ 129137 h 369828"/>
              <a:gd name="connsiteX796" fmla="*/ 1824473 w 2906005"/>
              <a:gd name="connsiteY796" fmla="*/ 37936 h 369828"/>
              <a:gd name="connsiteX797" fmla="*/ 1849141 w 2906005"/>
              <a:gd name="connsiteY797" fmla="*/ 37936 h 369828"/>
              <a:gd name="connsiteX798" fmla="*/ 1872167 w 2906005"/>
              <a:gd name="connsiteY798" fmla="*/ 107786 h 369828"/>
              <a:gd name="connsiteX799" fmla="*/ 1872135 w 2906005"/>
              <a:gd name="connsiteY799" fmla="*/ 107883 h 369828"/>
              <a:gd name="connsiteX800" fmla="*/ 1872199 w 2906005"/>
              <a:gd name="connsiteY800" fmla="*/ 107883 h 369828"/>
              <a:gd name="connsiteX801" fmla="*/ 1872167 w 2906005"/>
              <a:gd name="connsiteY801" fmla="*/ 107786 h 369828"/>
              <a:gd name="connsiteX802" fmla="*/ 1895193 w 2906005"/>
              <a:gd name="connsiteY802" fmla="*/ 37936 h 369828"/>
              <a:gd name="connsiteX803" fmla="*/ 1919732 w 2906005"/>
              <a:gd name="connsiteY803" fmla="*/ 37936 h 369828"/>
              <a:gd name="connsiteX804" fmla="*/ 1885982 w 2906005"/>
              <a:gd name="connsiteY804" fmla="*/ 129137 h 369828"/>
              <a:gd name="connsiteX805" fmla="*/ 1858029 w 2906005"/>
              <a:gd name="connsiteY805" fmla="*/ 129137 h 369828"/>
              <a:gd name="connsiteX806" fmla="*/ 1821704 w 2906005"/>
              <a:gd name="connsiteY806" fmla="*/ 37936 h 369828"/>
              <a:gd name="connsiteX807" fmla="*/ 1821704 w 2906005"/>
              <a:gd name="connsiteY807" fmla="*/ 38000 h 369828"/>
              <a:gd name="connsiteX808" fmla="*/ 1821677 w 2906005"/>
              <a:gd name="connsiteY808" fmla="*/ 38000 h 369828"/>
              <a:gd name="connsiteX809" fmla="*/ 650323 w 2906005"/>
              <a:gd name="connsiteY809" fmla="*/ 37936 h 369828"/>
              <a:gd name="connsiteX810" fmla="*/ 673381 w 2906005"/>
              <a:gd name="connsiteY810" fmla="*/ 37936 h 369828"/>
              <a:gd name="connsiteX811" fmla="*/ 673381 w 2906005"/>
              <a:gd name="connsiteY811" fmla="*/ 88174 h 369828"/>
              <a:gd name="connsiteX812" fmla="*/ 678791 w 2906005"/>
              <a:gd name="connsiteY812" fmla="*/ 104855 h 369828"/>
              <a:gd name="connsiteX813" fmla="*/ 693605 w 2906005"/>
              <a:gd name="connsiteY813" fmla="*/ 110717 h 369828"/>
              <a:gd name="connsiteX814" fmla="*/ 708612 w 2906005"/>
              <a:gd name="connsiteY814" fmla="*/ 104855 h 369828"/>
              <a:gd name="connsiteX815" fmla="*/ 714022 w 2906005"/>
              <a:gd name="connsiteY815" fmla="*/ 88174 h 369828"/>
              <a:gd name="connsiteX816" fmla="*/ 714022 w 2906005"/>
              <a:gd name="connsiteY816" fmla="*/ 37936 h 369828"/>
              <a:gd name="connsiteX817" fmla="*/ 737209 w 2906005"/>
              <a:gd name="connsiteY817" fmla="*/ 37936 h 369828"/>
              <a:gd name="connsiteX818" fmla="*/ 737273 w 2906005"/>
              <a:gd name="connsiteY818" fmla="*/ 37936 h 369828"/>
              <a:gd name="connsiteX819" fmla="*/ 737273 w 2906005"/>
              <a:gd name="connsiteY819" fmla="*/ 129137 h 369828"/>
              <a:gd name="connsiteX820" fmla="*/ 714087 w 2906005"/>
              <a:gd name="connsiteY820" fmla="*/ 129137 h 369828"/>
              <a:gd name="connsiteX821" fmla="*/ 714087 w 2906005"/>
              <a:gd name="connsiteY821" fmla="*/ 117608 h 369828"/>
              <a:gd name="connsiteX822" fmla="*/ 702493 w 2906005"/>
              <a:gd name="connsiteY822" fmla="*/ 126883 h 369828"/>
              <a:gd name="connsiteX823" fmla="*/ 686907 w 2906005"/>
              <a:gd name="connsiteY823" fmla="*/ 130232 h 369828"/>
              <a:gd name="connsiteX824" fmla="*/ 667971 w 2906005"/>
              <a:gd name="connsiteY824" fmla="*/ 125723 h 369828"/>
              <a:gd name="connsiteX825" fmla="*/ 655025 w 2906005"/>
              <a:gd name="connsiteY825" fmla="*/ 112391 h 369828"/>
              <a:gd name="connsiteX826" fmla="*/ 650323 w 2906005"/>
              <a:gd name="connsiteY826" fmla="*/ 91394 h 369828"/>
              <a:gd name="connsiteX827" fmla="*/ 394755 w 2906005"/>
              <a:gd name="connsiteY827" fmla="*/ 37936 h 369828"/>
              <a:gd name="connsiteX828" fmla="*/ 417813 w 2906005"/>
              <a:gd name="connsiteY828" fmla="*/ 37936 h 369828"/>
              <a:gd name="connsiteX829" fmla="*/ 417813 w 2906005"/>
              <a:gd name="connsiteY829" fmla="*/ 129137 h 369828"/>
              <a:gd name="connsiteX830" fmla="*/ 394755 w 2906005"/>
              <a:gd name="connsiteY830" fmla="*/ 129137 h 369828"/>
              <a:gd name="connsiteX831" fmla="*/ 2387138 w 2906005"/>
              <a:gd name="connsiteY831" fmla="*/ 36648 h 369828"/>
              <a:gd name="connsiteX832" fmla="*/ 2413481 w 2906005"/>
              <a:gd name="connsiteY832" fmla="*/ 46953 h 369828"/>
              <a:gd name="connsiteX833" fmla="*/ 2413481 w 2906005"/>
              <a:gd name="connsiteY833" fmla="*/ 46889 h 369828"/>
              <a:gd name="connsiteX834" fmla="*/ 2423528 w 2906005"/>
              <a:gd name="connsiteY834" fmla="*/ 75615 h 369828"/>
              <a:gd name="connsiteX835" fmla="*/ 2423528 w 2906005"/>
              <a:gd name="connsiteY835" fmla="*/ 129137 h 369828"/>
              <a:gd name="connsiteX836" fmla="*/ 2400470 w 2906005"/>
              <a:gd name="connsiteY836" fmla="*/ 129137 h 369828"/>
              <a:gd name="connsiteX837" fmla="*/ 2400470 w 2906005"/>
              <a:gd name="connsiteY837" fmla="*/ 78771 h 369828"/>
              <a:gd name="connsiteX838" fmla="*/ 2395060 w 2906005"/>
              <a:gd name="connsiteY838" fmla="*/ 62089 h 369828"/>
              <a:gd name="connsiteX839" fmla="*/ 2380246 w 2906005"/>
              <a:gd name="connsiteY839" fmla="*/ 56228 h 369828"/>
              <a:gd name="connsiteX840" fmla="*/ 2365175 w 2906005"/>
              <a:gd name="connsiteY840" fmla="*/ 62089 h 369828"/>
              <a:gd name="connsiteX841" fmla="*/ 2359636 w 2906005"/>
              <a:gd name="connsiteY841" fmla="*/ 78771 h 369828"/>
              <a:gd name="connsiteX842" fmla="*/ 2359636 w 2906005"/>
              <a:gd name="connsiteY842" fmla="*/ 129137 h 369828"/>
              <a:gd name="connsiteX843" fmla="*/ 2336578 w 2906005"/>
              <a:gd name="connsiteY843" fmla="*/ 129137 h 369828"/>
              <a:gd name="connsiteX844" fmla="*/ 2336578 w 2906005"/>
              <a:gd name="connsiteY844" fmla="*/ 37936 h 369828"/>
              <a:gd name="connsiteX845" fmla="*/ 2359636 w 2906005"/>
              <a:gd name="connsiteY845" fmla="*/ 37936 h 369828"/>
              <a:gd name="connsiteX846" fmla="*/ 2359636 w 2906005"/>
              <a:gd name="connsiteY846" fmla="*/ 49272 h 369828"/>
              <a:gd name="connsiteX847" fmla="*/ 2371423 w 2906005"/>
              <a:gd name="connsiteY847" fmla="*/ 39997 h 369828"/>
              <a:gd name="connsiteX848" fmla="*/ 2387138 w 2906005"/>
              <a:gd name="connsiteY848" fmla="*/ 36648 h 369828"/>
              <a:gd name="connsiteX849" fmla="*/ 2028967 w 2906005"/>
              <a:gd name="connsiteY849" fmla="*/ 36648 h 369828"/>
              <a:gd name="connsiteX850" fmla="*/ 2055309 w 2906005"/>
              <a:gd name="connsiteY850" fmla="*/ 46953 h 369828"/>
              <a:gd name="connsiteX851" fmla="*/ 2055309 w 2906005"/>
              <a:gd name="connsiteY851" fmla="*/ 46889 h 369828"/>
              <a:gd name="connsiteX852" fmla="*/ 2065357 w 2906005"/>
              <a:gd name="connsiteY852" fmla="*/ 75615 h 369828"/>
              <a:gd name="connsiteX853" fmla="*/ 2065357 w 2906005"/>
              <a:gd name="connsiteY853" fmla="*/ 129137 h 369828"/>
              <a:gd name="connsiteX854" fmla="*/ 2042299 w 2906005"/>
              <a:gd name="connsiteY854" fmla="*/ 129137 h 369828"/>
              <a:gd name="connsiteX855" fmla="*/ 2042299 w 2906005"/>
              <a:gd name="connsiteY855" fmla="*/ 78771 h 369828"/>
              <a:gd name="connsiteX856" fmla="*/ 2036889 w 2906005"/>
              <a:gd name="connsiteY856" fmla="*/ 62089 h 369828"/>
              <a:gd name="connsiteX857" fmla="*/ 2022075 w 2906005"/>
              <a:gd name="connsiteY857" fmla="*/ 56228 h 369828"/>
              <a:gd name="connsiteX858" fmla="*/ 2007004 w 2906005"/>
              <a:gd name="connsiteY858" fmla="*/ 62089 h 369828"/>
              <a:gd name="connsiteX859" fmla="*/ 2001465 w 2906005"/>
              <a:gd name="connsiteY859" fmla="*/ 78771 h 369828"/>
              <a:gd name="connsiteX860" fmla="*/ 2001465 w 2906005"/>
              <a:gd name="connsiteY860" fmla="*/ 129137 h 369828"/>
              <a:gd name="connsiteX861" fmla="*/ 1978407 w 2906005"/>
              <a:gd name="connsiteY861" fmla="*/ 129137 h 369828"/>
              <a:gd name="connsiteX862" fmla="*/ 1978407 w 2906005"/>
              <a:gd name="connsiteY862" fmla="*/ 37936 h 369828"/>
              <a:gd name="connsiteX863" fmla="*/ 2001465 w 2906005"/>
              <a:gd name="connsiteY863" fmla="*/ 37936 h 369828"/>
              <a:gd name="connsiteX864" fmla="*/ 2001465 w 2906005"/>
              <a:gd name="connsiteY864" fmla="*/ 49272 h 369828"/>
              <a:gd name="connsiteX865" fmla="*/ 2013251 w 2906005"/>
              <a:gd name="connsiteY865" fmla="*/ 39997 h 369828"/>
              <a:gd name="connsiteX866" fmla="*/ 2028967 w 2906005"/>
              <a:gd name="connsiteY866" fmla="*/ 36648 h 369828"/>
              <a:gd name="connsiteX867" fmla="*/ 1528198 w 2906005"/>
              <a:gd name="connsiteY867" fmla="*/ 36648 h 369828"/>
              <a:gd name="connsiteX868" fmla="*/ 1554541 w 2906005"/>
              <a:gd name="connsiteY868" fmla="*/ 46953 h 369828"/>
              <a:gd name="connsiteX869" fmla="*/ 1554541 w 2906005"/>
              <a:gd name="connsiteY869" fmla="*/ 46889 h 369828"/>
              <a:gd name="connsiteX870" fmla="*/ 1564588 w 2906005"/>
              <a:gd name="connsiteY870" fmla="*/ 75615 h 369828"/>
              <a:gd name="connsiteX871" fmla="*/ 1564588 w 2906005"/>
              <a:gd name="connsiteY871" fmla="*/ 129137 h 369828"/>
              <a:gd name="connsiteX872" fmla="*/ 1541530 w 2906005"/>
              <a:gd name="connsiteY872" fmla="*/ 129137 h 369828"/>
              <a:gd name="connsiteX873" fmla="*/ 1541530 w 2906005"/>
              <a:gd name="connsiteY873" fmla="*/ 78771 h 369828"/>
              <a:gd name="connsiteX874" fmla="*/ 1536120 w 2906005"/>
              <a:gd name="connsiteY874" fmla="*/ 62089 h 369828"/>
              <a:gd name="connsiteX875" fmla="*/ 1521306 w 2906005"/>
              <a:gd name="connsiteY875" fmla="*/ 56228 h 369828"/>
              <a:gd name="connsiteX876" fmla="*/ 1506235 w 2906005"/>
              <a:gd name="connsiteY876" fmla="*/ 62089 h 369828"/>
              <a:gd name="connsiteX877" fmla="*/ 1500696 w 2906005"/>
              <a:gd name="connsiteY877" fmla="*/ 78771 h 369828"/>
              <a:gd name="connsiteX878" fmla="*/ 1500696 w 2906005"/>
              <a:gd name="connsiteY878" fmla="*/ 129137 h 369828"/>
              <a:gd name="connsiteX879" fmla="*/ 1477638 w 2906005"/>
              <a:gd name="connsiteY879" fmla="*/ 129137 h 369828"/>
              <a:gd name="connsiteX880" fmla="*/ 1477638 w 2906005"/>
              <a:gd name="connsiteY880" fmla="*/ 37936 h 369828"/>
              <a:gd name="connsiteX881" fmla="*/ 1500696 w 2906005"/>
              <a:gd name="connsiteY881" fmla="*/ 37936 h 369828"/>
              <a:gd name="connsiteX882" fmla="*/ 1500696 w 2906005"/>
              <a:gd name="connsiteY882" fmla="*/ 49272 h 369828"/>
              <a:gd name="connsiteX883" fmla="*/ 1512483 w 2906005"/>
              <a:gd name="connsiteY883" fmla="*/ 39997 h 369828"/>
              <a:gd name="connsiteX884" fmla="*/ 1528198 w 2906005"/>
              <a:gd name="connsiteY884" fmla="*/ 36648 h 369828"/>
              <a:gd name="connsiteX885" fmla="*/ 1023694 w 2906005"/>
              <a:gd name="connsiteY885" fmla="*/ 36648 h 369828"/>
              <a:gd name="connsiteX886" fmla="*/ 1050037 w 2906005"/>
              <a:gd name="connsiteY886" fmla="*/ 46953 h 369828"/>
              <a:gd name="connsiteX887" fmla="*/ 1050037 w 2906005"/>
              <a:gd name="connsiteY887" fmla="*/ 46889 h 369828"/>
              <a:gd name="connsiteX888" fmla="*/ 1060084 w 2906005"/>
              <a:gd name="connsiteY888" fmla="*/ 75615 h 369828"/>
              <a:gd name="connsiteX889" fmla="*/ 1060084 w 2906005"/>
              <a:gd name="connsiteY889" fmla="*/ 129137 h 369828"/>
              <a:gd name="connsiteX890" fmla="*/ 1037026 w 2906005"/>
              <a:gd name="connsiteY890" fmla="*/ 129137 h 369828"/>
              <a:gd name="connsiteX891" fmla="*/ 1037026 w 2906005"/>
              <a:gd name="connsiteY891" fmla="*/ 78771 h 369828"/>
              <a:gd name="connsiteX892" fmla="*/ 1031616 w 2906005"/>
              <a:gd name="connsiteY892" fmla="*/ 62089 h 369828"/>
              <a:gd name="connsiteX893" fmla="*/ 1016802 w 2906005"/>
              <a:gd name="connsiteY893" fmla="*/ 56228 h 369828"/>
              <a:gd name="connsiteX894" fmla="*/ 1001731 w 2906005"/>
              <a:gd name="connsiteY894" fmla="*/ 62089 h 369828"/>
              <a:gd name="connsiteX895" fmla="*/ 996192 w 2906005"/>
              <a:gd name="connsiteY895" fmla="*/ 78771 h 369828"/>
              <a:gd name="connsiteX896" fmla="*/ 996192 w 2906005"/>
              <a:gd name="connsiteY896" fmla="*/ 129137 h 369828"/>
              <a:gd name="connsiteX897" fmla="*/ 973134 w 2906005"/>
              <a:gd name="connsiteY897" fmla="*/ 129137 h 369828"/>
              <a:gd name="connsiteX898" fmla="*/ 973134 w 2906005"/>
              <a:gd name="connsiteY898" fmla="*/ 37936 h 369828"/>
              <a:gd name="connsiteX899" fmla="*/ 996192 w 2906005"/>
              <a:gd name="connsiteY899" fmla="*/ 37936 h 369828"/>
              <a:gd name="connsiteX900" fmla="*/ 996192 w 2906005"/>
              <a:gd name="connsiteY900" fmla="*/ 49272 h 369828"/>
              <a:gd name="connsiteX901" fmla="*/ 1007979 w 2906005"/>
              <a:gd name="connsiteY901" fmla="*/ 39997 h 369828"/>
              <a:gd name="connsiteX902" fmla="*/ 1023694 w 2906005"/>
              <a:gd name="connsiteY902" fmla="*/ 36648 h 369828"/>
              <a:gd name="connsiteX903" fmla="*/ 246746 w 2906005"/>
              <a:gd name="connsiteY903" fmla="*/ 36648 h 369828"/>
              <a:gd name="connsiteX904" fmla="*/ 273089 w 2906005"/>
              <a:gd name="connsiteY904" fmla="*/ 46953 h 369828"/>
              <a:gd name="connsiteX905" fmla="*/ 273089 w 2906005"/>
              <a:gd name="connsiteY905" fmla="*/ 46889 h 369828"/>
              <a:gd name="connsiteX906" fmla="*/ 283136 w 2906005"/>
              <a:gd name="connsiteY906" fmla="*/ 75615 h 369828"/>
              <a:gd name="connsiteX907" fmla="*/ 283136 w 2906005"/>
              <a:gd name="connsiteY907" fmla="*/ 129137 h 369828"/>
              <a:gd name="connsiteX908" fmla="*/ 260078 w 2906005"/>
              <a:gd name="connsiteY908" fmla="*/ 129137 h 369828"/>
              <a:gd name="connsiteX909" fmla="*/ 260078 w 2906005"/>
              <a:gd name="connsiteY909" fmla="*/ 78771 h 369828"/>
              <a:gd name="connsiteX910" fmla="*/ 254668 w 2906005"/>
              <a:gd name="connsiteY910" fmla="*/ 62089 h 369828"/>
              <a:gd name="connsiteX911" fmla="*/ 239854 w 2906005"/>
              <a:gd name="connsiteY911" fmla="*/ 56228 h 369828"/>
              <a:gd name="connsiteX912" fmla="*/ 224783 w 2906005"/>
              <a:gd name="connsiteY912" fmla="*/ 62089 h 369828"/>
              <a:gd name="connsiteX913" fmla="*/ 219244 w 2906005"/>
              <a:gd name="connsiteY913" fmla="*/ 78771 h 369828"/>
              <a:gd name="connsiteX914" fmla="*/ 219244 w 2906005"/>
              <a:gd name="connsiteY914" fmla="*/ 129137 h 369828"/>
              <a:gd name="connsiteX915" fmla="*/ 196186 w 2906005"/>
              <a:gd name="connsiteY915" fmla="*/ 129137 h 369828"/>
              <a:gd name="connsiteX916" fmla="*/ 196186 w 2906005"/>
              <a:gd name="connsiteY916" fmla="*/ 37936 h 369828"/>
              <a:gd name="connsiteX917" fmla="*/ 219244 w 2906005"/>
              <a:gd name="connsiteY917" fmla="*/ 37936 h 369828"/>
              <a:gd name="connsiteX918" fmla="*/ 219244 w 2906005"/>
              <a:gd name="connsiteY918" fmla="*/ 49272 h 369828"/>
              <a:gd name="connsiteX919" fmla="*/ 231031 w 2906005"/>
              <a:gd name="connsiteY919" fmla="*/ 39997 h 369828"/>
              <a:gd name="connsiteX920" fmla="*/ 246746 w 2906005"/>
              <a:gd name="connsiteY920" fmla="*/ 36648 h 369828"/>
              <a:gd name="connsiteX921" fmla="*/ 1131899 w 2906005"/>
              <a:gd name="connsiteY921" fmla="*/ 36584 h 369828"/>
              <a:gd name="connsiteX922" fmla="*/ 1150963 w 2906005"/>
              <a:gd name="connsiteY922" fmla="*/ 41093 h 369828"/>
              <a:gd name="connsiteX923" fmla="*/ 1163974 w 2906005"/>
              <a:gd name="connsiteY923" fmla="*/ 54038 h 369828"/>
              <a:gd name="connsiteX924" fmla="*/ 1176920 w 2906005"/>
              <a:gd name="connsiteY924" fmla="*/ 41350 h 369828"/>
              <a:gd name="connsiteX925" fmla="*/ 1195276 w 2906005"/>
              <a:gd name="connsiteY925" fmla="*/ 36584 h 369828"/>
              <a:gd name="connsiteX926" fmla="*/ 1222327 w 2906005"/>
              <a:gd name="connsiteY926" fmla="*/ 46889 h 369828"/>
              <a:gd name="connsiteX927" fmla="*/ 1232632 w 2906005"/>
              <a:gd name="connsiteY927" fmla="*/ 75615 h 369828"/>
              <a:gd name="connsiteX928" fmla="*/ 1232632 w 2906005"/>
              <a:gd name="connsiteY928" fmla="*/ 129138 h 369828"/>
              <a:gd name="connsiteX929" fmla="*/ 1209574 w 2906005"/>
              <a:gd name="connsiteY929" fmla="*/ 129138 h 369828"/>
              <a:gd name="connsiteX930" fmla="*/ 1209574 w 2906005"/>
              <a:gd name="connsiteY930" fmla="*/ 78771 h 369828"/>
              <a:gd name="connsiteX931" fmla="*/ 1204164 w 2906005"/>
              <a:gd name="connsiteY931" fmla="*/ 62411 h 369828"/>
              <a:gd name="connsiteX932" fmla="*/ 1189350 w 2906005"/>
              <a:gd name="connsiteY932" fmla="*/ 56744 h 369828"/>
              <a:gd name="connsiteX933" fmla="*/ 1174472 w 2906005"/>
              <a:gd name="connsiteY933" fmla="*/ 62411 h 369828"/>
              <a:gd name="connsiteX934" fmla="*/ 1168933 w 2906005"/>
              <a:gd name="connsiteY934" fmla="*/ 78771 h 369828"/>
              <a:gd name="connsiteX935" fmla="*/ 1168933 w 2906005"/>
              <a:gd name="connsiteY935" fmla="*/ 129138 h 369828"/>
              <a:gd name="connsiteX936" fmla="*/ 1145875 w 2906005"/>
              <a:gd name="connsiteY936" fmla="*/ 129138 h 369828"/>
              <a:gd name="connsiteX937" fmla="*/ 1145875 w 2906005"/>
              <a:gd name="connsiteY937" fmla="*/ 78771 h 369828"/>
              <a:gd name="connsiteX938" fmla="*/ 1140465 w 2906005"/>
              <a:gd name="connsiteY938" fmla="*/ 62411 h 369828"/>
              <a:gd name="connsiteX939" fmla="*/ 1125651 w 2906005"/>
              <a:gd name="connsiteY939" fmla="*/ 56744 h 369828"/>
              <a:gd name="connsiteX940" fmla="*/ 1110580 w 2906005"/>
              <a:gd name="connsiteY940" fmla="*/ 62411 h 369828"/>
              <a:gd name="connsiteX941" fmla="*/ 1105041 w 2906005"/>
              <a:gd name="connsiteY941" fmla="*/ 78771 h 369828"/>
              <a:gd name="connsiteX942" fmla="*/ 1105041 w 2906005"/>
              <a:gd name="connsiteY942" fmla="*/ 129138 h 369828"/>
              <a:gd name="connsiteX943" fmla="*/ 1081983 w 2906005"/>
              <a:gd name="connsiteY943" fmla="*/ 129138 h 369828"/>
              <a:gd name="connsiteX944" fmla="*/ 1081983 w 2906005"/>
              <a:gd name="connsiteY944" fmla="*/ 37937 h 369828"/>
              <a:gd name="connsiteX945" fmla="*/ 1105041 w 2906005"/>
              <a:gd name="connsiteY945" fmla="*/ 37937 h 369828"/>
              <a:gd name="connsiteX946" fmla="*/ 1105041 w 2906005"/>
              <a:gd name="connsiteY946" fmla="*/ 48950 h 369828"/>
              <a:gd name="connsiteX947" fmla="*/ 1116505 w 2906005"/>
              <a:gd name="connsiteY947" fmla="*/ 39869 h 369828"/>
              <a:gd name="connsiteX948" fmla="*/ 1131899 w 2906005"/>
              <a:gd name="connsiteY948" fmla="*/ 36584 h 369828"/>
              <a:gd name="connsiteX949" fmla="*/ 2861048 w 2906005"/>
              <a:gd name="connsiteY949" fmla="*/ 36455 h 369828"/>
              <a:gd name="connsiteX950" fmla="*/ 2884364 w 2906005"/>
              <a:gd name="connsiteY950" fmla="*/ 42058 h 369828"/>
              <a:gd name="connsiteX951" fmla="*/ 2900337 w 2906005"/>
              <a:gd name="connsiteY951" fmla="*/ 57967 h 369828"/>
              <a:gd name="connsiteX952" fmla="*/ 2906005 w 2906005"/>
              <a:gd name="connsiteY952" fmla="*/ 81605 h 369828"/>
              <a:gd name="connsiteX953" fmla="*/ 2905361 w 2906005"/>
              <a:gd name="connsiteY953" fmla="*/ 90493 h 369828"/>
              <a:gd name="connsiteX954" fmla="*/ 2905361 w 2906005"/>
              <a:gd name="connsiteY954" fmla="*/ 90429 h 369828"/>
              <a:gd name="connsiteX955" fmla="*/ 2838699 w 2906005"/>
              <a:gd name="connsiteY955" fmla="*/ 90429 h 369828"/>
              <a:gd name="connsiteX956" fmla="*/ 2845591 w 2906005"/>
              <a:gd name="connsiteY956" fmla="*/ 105886 h 369828"/>
              <a:gd name="connsiteX957" fmla="*/ 2860598 w 2906005"/>
              <a:gd name="connsiteY957" fmla="*/ 111490 h 369828"/>
              <a:gd name="connsiteX958" fmla="*/ 2878889 w 2906005"/>
              <a:gd name="connsiteY958" fmla="*/ 100476 h 369828"/>
              <a:gd name="connsiteX959" fmla="*/ 2903751 w 2906005"/>
              <a:gd name="connsiteY959" fmla="*/ 100476 h 369828"/>
              <a:gd name="connsiteX960" fmla="*/ 2888615 w 2906005"/>
              <a:gd name="connsiteY960" fmla="*/ 122117 h 369828"/>
              <a:gd name="connsiteX961" fmla="*/ 2861113 w 2906005"/>
              <a:gd name="connsiteY961" fmla="*/ 130619 h 369828"/>
              <a:gd name="connsiteX962" fmla="*/ 2837475 w 2906005"/>
              <a:gd name="connsiteY962" fmla="*/ 124758 h 369828"/>
              <a:gd name="connsiteX963" fmla="*/ 2821180 w 2906005"/>
              <a:gd name="connsiteY963" fmla="*/ 108205 h 369828"/>
              <a:gd name="connsiteX964" fmla="*/ 2815319 w 2906005"/>
              <a:gd name="connsiteY964" fmla="*/ 83537 h 369828"/>
              <a:gd name="connsiteX965" fmla="*/ 2821051 w 2906005"/>
              <a:gd name="connsiteY965" fmla="*/ 58676 h 369828"/>
              <a:gd name="connsiteX966" fmla="*/ 2837153 w 2906005"/>
              <a:gd name="connsiteY966" fmla="*/ 42187 h 369828"/>
              <a:gd name="connsiteX967" fmla="*/ 2861048 w 2906005"/>
              <a:gd name="connsiteY967" fmla="*/ 36455 h 369828"/>
              <a:gd name="connsiteX968" fmla="*/ 2590794 w 2906005"/>
              <a:gd name="connsiteY968" fmla="*/ 36455 h 369828"/>
              <a:gd name="connsiteX969" fmla="*/ 2608635 w 2906005"/>
              <a:gd name="connsiteY969" fmla="*/ 40577 h 369828"/>
              <a:gd name="connsiteX970" fmla="*/ 2620873 w 2906005"/>
              <a:gd name="connsiteY970" fmla="*/ 50947 h 369828"/>
              <a:gd name="connsiteX971" fmla="*/ 2620873 w 2906005"/>
              <a:gd name="connsiteY971" fmla="*/ 37936 h 369828"/>
              <a:gd name="connsiteX972" fmla="*/ 2644059 w 2906005"/>
              <a:gd name="connsiteY972" fmla="*/ 37936 h 369828"/>
              <a:gd name="connsiteX973" fmla="*/ 2644059 w 2906005"/>
              <a:gd name="connsiteY973" fmla="*/ 129137 h 369828"/>
              <a:gd name="connsiteX974" fmla="*/ 2620873 w 2906005"/>
              <a:gd name="connsiteY974" fmla="*/ 129137 h 369828"/>
              <a:gd name="connsiteX975" fmla="*/ 2620873 w 2906005"/>
              <a:gd name="connsiteY975" fmla="*/ 115805 h 369828"/>
              <a:gd name="connsiteX976" fmla="*/ 2608635 w 2906005"/>
              <a:gd name="connsiteY976" fmla="*/ 126432 h 369828"/>
              <a:gd name="connsiteX977" fmla="*/ 2590601 w 2906005"/>
              <a:gd name="connsiteY977" fmla="*/ 130619 h 369828"/>
              <a:gd name="connsiteX978" fmla="*/ 2569604 w 2906005"/>
              <a:gd name="connsiteY978" fmla="*/ 124693 h 369828"/>
              <a:gd name="connsiteX979" fmla="*/ 2554597 w 2906005"/>
              <a:gd name="connsiteY979" fmla="*/ 108012 h 369828"/>
              <a:gd name="connsiteX980" fmla="*/ 2549058 w 2906005"/>
              <a:gd name="connsiteY980" fmla="*/ 83215 h 369828"/>
              <a:gd name="connsiteX981" fmla="*/ 2554597 w 2906005"/>
              <a:gd name="connsiteY981" fmla="*/ 58676 h 369828"/>
              <a:gd name="connsiteX982" fmla="*/ 2554662 w 2906005"/>
              <a:gd name="connsiteY982" fmla="*/ 58676 h 369828"/>
              <a:gd name="connsiteX983" fmla="*/ 2569669 w 2906005"/>
              <a:gd name="connsiteY983" fmla="*/ 42187 h 369828"/>
              <a:gd name="connsiteX984" fmla="*/ 2590794 w 2906005"/>
              <a:gd name="connsiteY984" fmla="*/ 36455 h 369828"/>
              <a:gd name="connsiteX985" fmla="*/ 2227020 w 2906005"/>
              <a:gd name="connsiteY985" fmla="*/ 36455 h 369828"/>
              <a:gd name="connsiteX986" fmla="*/ 2250915 w 2906005"/>
              <a:gd name="connsiteY986" fmla="*/ 42316 h 369828"/>
              <a:gd name="connsiteX987" fmla="*/ 2267790 w 2906005"/>
              <a:gd name="connsiteY987" fmla="*/ 58869 h 369828"/>
              <a:gd name="connsiteX988" fmla="*/ 2273973 w 2906005"/>
              <a:gd name="connsiteY988" fmla="*/ 83537 h 369828"/>
              <a:gd name="connsiteX989" fmla="*/ 2267661 w 2906005"/>
              <a:gd name="connsiteY989" fmla="*/ 108205 h 369828"/>
              <a:gd name="connsiteX990" fmla="*/ 2250529 w 2906005"/>
              <a:gd name="connsiteY990" fmla="*/ 124758 h 369828"/>
              <a:gd name="connsiteX991" fmla="*/ 2226440 w 2906005"/>
              <a:gd name="connsiteY991" fmla="*/ 130619 h 369828"/>
              <a:gd name="connsiteX992" fmla="*/ 2202738 w 2906005"/>
              <a:gd name="connsiteY992" fmla="*/ 124758 h 369828"/>
              <a:gd name="connsiteX993" fmla="*/ 2202610 w 2906005"/>
              <a:gd name="connsiteY993" fmla="*/ 124758 h 369828"/>
              <a:gd name="connsiteX994" fmla="*/ 2186057 w 2906005"/>
              <a:gd name="connsiteY994" fmla="*/ 108205 h 369828"/>
              <a:gd name="connsiteX995" fmla="*/ 2180067 w 2906005"/>
              <a:gd name="connsiteY995" fmla="*/ 83537 h 369828"/>
              <a:gd name="connsiteX996" fmla="*/ 2186250 w 2906005"/>
              <a:gd name="connsiteY996" fmla="*/ 58869 h 369828"/>
              <a:gd name="connsiteX997" fmla="*/ 2203125 w 2906005"/>
              <a:gd name="connsiteY997" fmla="*/ 42316 h 369828"/>
              <a:gd name="connsiteX998" fmla="*/ 2227020 w 2906005"/>
              <a:gd name="connsiteY998" fmla="*/ 36455 h 369828"/>
              <a:gd name="connsiteX999" fmla="*/ 1401830 w 2906005"/>
              <a:gd name="connsiteY999" fmla="*/ 36455 h 369828"/>
              <a:gd name="connsiteX1000" fmla="*/ 1419671 w 2906005"/>
              <a:gd name="connsiteY1000" fmla="*/ 40577 h 369828"/>
              <a:gd name="connsiteX1001" fmla="*/ 1431909 w 2906005"/>
              <a:gd name="connsiteY1001" fmla="*/ 50947 h 369828"/>
              <a:gd name="connsiteX1002" fmla="*/ 1431909 w 2906005"/>
              <a:gd name="connsiteY1002" fmla="*/ 37936 h 369828"/>
              <a:gd name="connsiteX1003" fmla="*/ 1455095 w 2906005"/>
              <a:gd name="connsiteY1003" fmla="*/ 37936 h 369828"/>
              <a:gd name="connsiteX1004" fmla="*/ 1455095 w 2906005"/>
              <a:gd name="connsiteY1004" fmla="*/ 129137 h 369828"/>
              <a:gd name="connsiteX1005" fmla="*/ 1431909 w 2906005"/>
              <a:gd name="connsiteY1005" fmla="*/ 129137 h 369828"/>
              <a:gd name="connsiteX1006" fmla="*/ 1431909 w 2906005"/>
              <a:gd name="connsiteY1006" fmla="*/ 115805 h 369828"/>
              <a:gd name="connsiteX1007" fmla="*/ 1419671 w 2906005"/>
              <a:gd name="connsiteY1007" fmla="*/ 126432 h 369828"/>
              <a:gd name="connsiteX1008" fmla="*/ 1401637 w 2906005"/>
              <a:gd name="connsiteY1008" fmla="*/ 130619 h 369828"/>
              <a:gd name="connsiteX1009" fmla="*/ 1380640 w 2906005"/>
              <a:gd name="connsiteY1009" fmla="*/ 124693 h 369828"/>
              <a:gd name="connsiteX1010" fmla="*/ 1365633 w 2906005"/>
              <a:gd name="connsiteY1010" fmla="*/ 108012 h 369828"/>
              <a:gd name="connsiteX1011" fmla="*/ 1360094 w 2906005"/>
              <a:gd name="connsiteY1011" fmla="*/ 83215 h 369828"/>
              <a:gd name="connsiteX1012" fmla="*/ 1365633 w 2906005"/>
              <a:gd name="connsiteY1012" fmla="*/ 58676 h 369828"/>
              <a:gd name="connsiteX1013" fmla="*/ 1365697 w 2906005"/>
              <a:gd name="connsiteY1013" fmla="*/ 58676 h 369828"/>
              <a:gd name="connsiteX1014" fmla="*/ 1380704 w 2906005"/>
              <a:gd name="connsiteY1014" fmla="*/ 42187 h 369828"/>
              <a:gd name="connsiteX1015" fmla="*/ 1401830 w 2906005"/>
              <a:gd name="connsiteY1015" fmla="*/ 36455 h 369828"/>
              <a:gd name="connsiteX1016" fmla="*/ 1290212 w 2906005"/>
              <a:gd name="connsiteY1016" fmla="*/ 36455 h 369828"/>
              <a:gd name="connsiteX1017" fmla="*/ 1308053 w 2906005"/>
              <a:gd name="connsiteY1017" fmla="*/ 40577 h 369828"/>
              <a:gd name="connsiteX1018" fmla="*/ 1320291 w 2906005"/>
              <a:gd name="connsiteY1018" fmla="*/ 50947 h 369828"/>
              <a:gd name="connsiteX1019" fmla="*/ 1320291 w 2906005"/>
              <a:gd name="connsiteY1019" fmla="*/ 37936 h 369828"/>
              <a:gd name="connsiteX1020" fmla="*/ 1343477 w 2906005"/>
              <a:gd name="connsiteY1020" fmla="*/ 37936 h 369828"/>
              <a:gd name="connsiteX1021" fmla="*/ 1343477 w 2906005"/>
              <a:gd name="connsiteY1021" fmla="*/ 129137 h 369828"/>
              <a:gd name="connsiteX1022" fmla="*/ 1320291 w 2906005"/>
              <a:gd name="connsiteY1022" fmla="*/ 129137 h 369828"/>
              <a:gd name="connsiteX1023" fmla="*/ 1320291 w 2906005"/>
              <a:gd name="connsiteY1023" fmla="*/ 115805 h 369828"/>
              <a:gd name="connsiteX1024" fmla="*/ 1308053 w 2906005"/>
              <a:gd name="connsiteY1024" fmla="*/ 126432 h 369828"/>
              <a:gd name="connsiteX1025" fmla="*/ 1290019 w 2906005"/>
              <a:gd name="connsiteY1025" fmla="*/ 130619 h 369828"/>
              <a:gd name="connsiteX1026" fmla="*/ 1269022 w 2906005"/>
              <a:gd name="connsiteY1026" fmla="*/ 124693 h 369828"/>
              <a:gd name="connsiteX1027" fmla="*/ 1254015 w 2906005"/>
              <a:gd name="connsiteY1027" fmla="*/ 108012 h 369828"/>
              <a:gd name="connsiteX1028" fmla="*/ 1248476 w 2906005"/>
              <a:gd name="connsiteY1028" fmla="*/ 83215 h 369828"/>
              <a:gd name="connsiteX1029" fmla="*/ 1254015 w 2906005"/>
              <a:gd name="connsiteY1029" fmla="*/ 58676 h 369828"/>
              <a:gd name="connsiteX1030" fmla="*/ 1254080 w 2906005"/>
              <a:gd name="connsiteY1030" fmla="*/ 58676 h 369828"/>
              <a:gd name="connsiteX1031" fmla="*/ 1269086 w 2906005"/>
              <a:gd name="connsiteY1031" fmla="*/ 42187 h 369828"/>
              <a:gd name="connsiteX1032" fmla="*/ 1290212 w 2906005"/>
              <a:gd name="connsiteY1032" fmla="*/ 36455 h 369828"/>
              <a:gd name="connsiteX1033" fmla="*/ 911431 w 2906005"/>
              <a:gd name="connsiteY1033" fmla="*/ 36455 h 369828"/>
              <a:gd name="connsiteX1034" fmla="*/ 934747 w 2906005"/>
              <a:gd name="connsiteY1034" fmla="*/ 42058 h 369828"/>
              <a:gd name="connsiteX1035" fmla="*/ 950720 w 2906005"/>
              <a:gd name="connsiteY1035" fmla="*/ 57967 h 369828"/>
              <a:gd name="connsiteX1036" fmla="*/ 956388 w 2906005"/>
              <a:gd name="connsiteY1036" fmla="*/ 81605 h 369828"/>
              <a:gd name="connsiteX1037" fmla="*/ 955744 w 2906005"/>
              <a:gd name="connsiteY1037" fmla="*/ 90493 h 369828"/>
              <a:gd name="connsiteX1038" fmla="*/ 955744 w 2906005"/>
              <a:gd name="connsiteY1038" fmla="*/ 90429 h 369828"/>
              <a:gd name="connsiteX1039" fmla="*/ 889082 w 2906005"/>
              <a:gd name="connsiteY1039" fmla="*/ 90429 h 369828"/>
              <a:gd name="connsiteX1040" fmla="*/ 895974 w 2906005"/>
              <a:gd name="connsiteY1040" fmla="*/ 105886 h 369828"/>
              <a:gd name="connsiteX1041" fmla="*/ 910981 w 2906005"/>
              <a:gd name="connsiteY1041" fmla="*/ 111490 h 369828"/>
              <a:gd name="connsiteX1042" fmla="*/ 929272 w 2906005"/>
              <a:gd name="connsiteY1042" fmla="*/ 100476 h 369828"/>
              <a:gd name="connsiteX1043" fmla="*/ 954134 w 2906005"/>
              <a:gd name="connsiteY1043" fmla="*/ 100476 h 369828"/>
              <a:gd name="connsiteX1044" fmla="*/ 938998 w 2906005"/>
              <a:gd name="connsiteY1044" fmla="*/ 122117 h 369828"/>
              <a:gd name="connsiteX1045" fmla="*/ 911496 w 2906005"/>
              <a:gd name="connsiteY1045" fmla="*/ 130619 h 369828"/>
              <a:gd name="connsiteX1046" fmla="*/ 887858 w 2906005"/>
              <a:gd name="connsiteY1046" fmla="*/ 124758 h 369828"/>
              <a:gd name="connsiteX1047" fmla="*/ 871563 w 2906005"/>
              <a:gd name="connsiteY1047" fmla="*/ 108205 h 369828"/>
              <a:gd name="connsiteX1048" fmla="*/ 865702 w 2906005"/>
              <a:gd name="connsiteY1048" fmla="*/ 83537 h 369828"/>
              <a:gd name="connsiteX1049" fmla="*/ 871434 w 2906005"/>
              <a:gd name="connsiteY1049" fmla="*/ 58676 h 369828"/>
              <a:gd name="connsiteX1050" fmla="*/ 887536 w 2906005"/>
              <a:gd name="connsiteY1050" fmla="*/ 42187 h 369828"/>
              <a:gd name="connsiteX1051" fmla="*/ 911431 w 2906005"/>
              <a:gd name="connsiteY1051" fmla="*/ 36455 h 369828"/>
              <a:gd name="connsiteX1052" fmla="*/ 338269 w 2906005"/>
              <a:gd name="connsiteY1052" fmla="*/ 36455 h 369828"/>
              <a:gd name="connsiteX1053" fmla="*/ 364289 w 2906005"/>
              <a:gd name="connsiteY1053" fmla="*/ 44635 h 369828"/>
              <a:gd name="connsiteX1054" fmla="*/ 374981 w 2906005"/>
              <a:gd name="connsiteY1054" fmla="*/ 66598 h 369828"/>
              <a:gd name="connsiteX1055" fmla="*/ 352954 w 2906005"/>
              <a:gd name="connsiteY1055" fmla="*/ 66598 h 369828"/>
              <a:gd name="connsiteX1056" fmla="*/ 348445 w 2906005"/>
              <a:gd name="connsiteY1056" fmla="*/ 57967 h 369828"/>
              <a:gd name="connsiteX1057" fmla="*/ 337689 w 2906005"/>
              <a:gd name="connsiteY1057" fmla="*/ 54747 h 369828"/>
              <a:gd name="connsiteX1058" fmla="*/ 328028 w 2906005"/>
              <a:gd name="connsiteY1058" fmla="*/ 57065 h 369828"/>
              <a:gd name="connsiteX1059" fmla="*/ 324679 w 2906005"/>
              <a:gd name="connsiteY1059" fmla="*/ 63506 h 369828"/>
              <a:gd name="connsiteX1060" fmla="*/ 329316 w 2906005"/>
              <a:gd name="connsiteY1060" fmla="*/ 70527 h 369828"/>
              <a:gd name="connsiteX1061" fmla="*/ 343615 w 2906005"/>
              <a:gd name="connsiteY1061" fmla="*/ 75357 h 369828"/>
              <a:gd name="connsiteX1062" fmla="*/ 359910 w 2906005"/>
              <a:gd name="connsiteY1062" fmla="*/ 80445 h 369828"/>
              <a:gd name="connsiteX1063" fmla="*/ 371052 w 2906005"/>
              <a:gd name="connsiteY1063" fmla="*/ 88625 h 369828"/>
              <a:gd name="connsiteX1064" fmla="*/ 375883 w 2906005"/>
              <a:gd name="connsiteY1064" fmla="*/ 103181 h 369828"/>
              <a:gd name="connsiteX1065" fmla="*/ 371503 w 2906005"/>
              <a:gd name="connsiteY1065" fmla="*/ 117351 h 369828"/>
              <a:gd name="connsiteX1066" fmla="*/ 359008 w 2906005"/>
              <a:gd name="connsiteY1066" fmla="*/ 127141 h 369828"/>
              <a:gd name="connsiteX1067" fmla="*/ 340008 w 2906005"/>
              <a:gd name="connsiteY1067" fmla="*/ 130683 h 369828"/>
              <a:gd name="connsiteX1068" fmla="*/ 319913 w 2906005"/>
              <a:gd name="connsiteY1068" fmla="*/ 126626 h 369828"/>
              <a:gd name="connsiteX1069" fmla="*/ 319848 w 2906005"/>
              <a:gd name="connsiteY1069" fmla="*/ 126561 h 369828"/>
              <a:gd name="connsiteX1070" fmla="*/ 305743 w 2906005"/>
              <a:gd name="connsiteY1070" fmla="*/ 115612 h 369828"/>
              <a:gd name="connsiteX1071" fmla="*/ 300075 w 2906005"/>
              <a:gd name="connsiteY1071" fmla="*/ 100283 h 369828"/>
              <a:gd name="connsiteX1072" fmla="*/ 323262 w 2906005"/>
              <a:gd name="connsiteY1072" fmla="*/ 100283 h 369828"/>
              <a:gd name="connsiteX1073" fmla="*/ 328414 w 2906005"/>
              <a:gd name="connsiteY1073" fmla="*/ 108978 h 369828"/>
              <a:gd name="connsiteX1074" fmla="*/ 339686 w 2906005"/>
              <a:gd name="connsiteY1074" fmla="*/ 112456 h 369828"/>
              <a:gd name="connsiteX1075" fmla="*/ 349991 w 2906005"/>
              <a:gd name="connsiteY1075" fmla="*/ 109815 h 369828"/>
              <a:gd name="connsiteX1076" fmla="*/ 353727 w 2906005"/>
              <a:gd name="connsiteY1076" fmla="*/ 103052 h 369828"/>
              <a:gd name="connsiteX1077" fmla="*/ 349218 w 2906005"/>
              <a:gd name="connsiteY1077" fmla="*/ 96354 h 369828"/>
              <a:gd name="connsiteX1078" fmla="*/ 334791 w 2906005"/>
              <a:gd name="connsiteY1078" fmla="*/ 91523 h 369828"/>
              <a:gd name="connsiteX1079" fmla="*/ 318109 w 2906005"/>
              <a:gd name="connsiteY1079" fmla="*/ 86435 h 369828"/>
              <a:gd name="connsiteX1080" fmla="*/ 306902 w 2906005"/>
              <a:gd name="connsiteY1080" fmla="*/ 78384 h 369828"/>
              <a:gd name="connsiteX1081" fmla="*/ 302200 w 2906005"/>
              <a:gd name="connsiteY1081" fmla="*/ 63764 h 369828"/>
              <a:gd name="connsiteX1082" fmla="*/ 306579 w 2906005"/>
              <a:gd name="connsiteY1082" fmla="*/ 49916 h 369828"/>
              <a:gd name="connsiteX1083" fmla="*/ 319075 w 2906005"/>
              <a:gd name="connsiteY1083" fmla="*/ 40062 h 369828"/>
              <a:gd name="connsiteX1084" fmla="*/ 338269 w 2906005"/>
              <a:gd name="connsiteY1084" fmla="*/ 36455 h 369828"/>
              <a:gd name="connsiteX1085" fmla="*/ 120314 w 2906005"/>
              <a:gd name="connsiteY1085" fmla="*/ 36455 h 369828"/>
              <a:gd name="connsiteX1086" fmla="*/ 138155 w 2906005"/>
              <a:gd name="connsiteY1086" fmla="*/ 40577 h 369828"/>
              <a:gd name="connsiteX1087" fmla="*/ 150392 w 2906005"/>
              <a:gd name="connsiteY1087" fmla="*/ 50947 h 369828"/>
              <a:gd name="connsiteX1088" fmla="*/ 150392 w 2906005"/>
              <a:gd name="connsiteY1088" fmla="*/ 37936 h 369828"/>
              <a:gd name="connsiteX1089" fmla="*/ 173579 w 2906005"/>
              <a:gd name="connsiteY1089" fmla="*/ 37936 h 369828"/>
              <a:gd name="connsiteX1090" fmla="*/ 173579 w 2906005"/>
              <a:gd name="connsiteY1090" fmla="*/ 129138 h 369828"/>
              <a:gd name="connsiteX1091" fmla="*/ 150392 w 2906005"/>
              <a:gd name="connsiteY1091" fmla="*/ 129138 h 369828"/>
              <a:gd name="connsiteX1092" fmla="*/ 150392 w 2906005"/>
              <a:gd name="connsiteY1092" fmla="*/ 115805 h 369828"/>
              <a:gd name="connsiteX1093" fmla="*/ 138155 w 2906005"/>
              <a:gd name="connsiteY1093" fmla="*/ 126432 h 369828"/>
              <a:gd name="connsiteX1094" fmla="*/ 120121 w 2906005"/>
              <a:gd name="connsiteY1094" fmla="*/ 130619 h 369828"/>
              <a:gd name="connsiteX1095" fmla="*/ 99124 w 2906005"/>
              <a:gd name="connsiteY1095" fmla="*/ 124693 h 369828"/>
              <a:gd name="connsiteX1096" fmla="*/ 84117 w 2906005"/>
              <a:gd name="connsiteY1096" fmla="*/ 108012 h 369828"/>
              <a:gd name="connsiteX1097" fmla="*/ 78578 w 2906005"/>
              <a:gd name="connsiteY1097" fmla="*/ 83215 h 369828"/>
              <a:gd name="connsiteX1098" fmla="*/ 84117 w 2906005"/>
              <a:gd name="connsiteY1098" fmla="*/ 58676 h 369828"/>
              <a:gd name="connsiteX1099" fmla="*/ 84181 w 2906005"/>
              <a:gd name="connsiteY1099" fmla="*/ 58676 h 369828"/>
              <a:gd name="connsiteX1100" fmla="*/ 99188 w 2906005"/>
              <a:gd name="connsiteY1100" fmla="*/ 42187 h 369828"/>
              <a:gd name="connsiteX1101" fmla="*/ 120314 w 2906005"/>
              <a:gd name="connsiteY1101" fmla="*/ 36455 h 369828"/>
              <a:gd name="connsiteX1102" fmla="*/ 2449098 w 2906005"/>
              <a:gd name="connsiteY1102" fmla="*/ 15393 h 369828"/>
              <a:gd name="connsiteX1103" fmla="*/ 2472285 w 2906005"/>
              <a:gd name="connsiteY1103" fmla="*/ 15393 h 369828"/>
              <a:gd name="connsiteX1104" fmla="*/ 2472285 w 2906005"/>
              <a:gd name="connsiteY1104" fmla="*/ 37936 h 369828"/>
              <a:gd name="connsiteX1105" fmla="*/ 2492702 w 2906005"/>
              <a:gd name="connsiteY1105" fmla="*/ 37936 h 369828"/>
              <a:gd name="connsiteX1106" fmla="*/ 2492702 w 2906005"/>
              <a:gd name="connsiteY1106" fmla="*/ 56871 h 369828"/>
              <a:gd name="connsiteX1107" fmla="*/ 2472285 w 2906005"/>
              <a:gd name="connsiteY1107" fmla="*/ 56871 h 369828"/>
              <a:gd name="connsiteX1108" fmla="*/ 2472285 w 2906005"/>
              <a:gd name="connsiteY1108" fmla="*/ 100991 h 369828"/>
              <a:gd name="connsiteX1109" fmla="*/ 2474539 w 2906005"/>
              <a:gd name="connsiteY1109" fmla="*/ 107689 h 369828"/>
              <a:gd name="connsiteX1110" fmla="*/ 2482010 w 2906005"/>
              <a:gd name="connsiteY1110" fmla="*/ 109750 h 369828"/>
              <a:gd name="connsiteX1111" fmla="*/ 2492702 w 2906005"/>
              <a:gd name="connsiteY1111" fmla="*/ 109750 h 369828"/>
              <a:gd name="connsiteX1112" fmla="*/ 2492702 w 2906005"/>
              <a:gd name="connsiteY1112" fmla="*/ 129201 h 369828"/>
              <a:gd name="connsiteX1113" fmla="*/ 2478210 w 2906005"/>
              <a:gd name="connsiteY1113" fmla="*/ 129201 h 369828"/>
              <a:gd name="connsiteX1114" fmla="*/ 2449098 w 2906005"/>
              <a:gd name="connsiteY1114" fmla="*/ 100862 h 369828"/>
              <a:gd name="connsiteX1115" fmla="*/ 2449098 w 2906005"/>
              <a:gd name="connsiteY1115" fmla="*/ 56936 h 369828"/>
              <a:gd name="connsiteX1116" fmla="*/ 2438213 w 2906005"/>
              <a:gd name="connsiteY1116" fmla="*/ 56936 h 369828"/>
              <a:gd name="connsiteX1117" fmla="*/ 2438213 w 2906005"/>
              <a:gd name="connsiteY1117" fmla="*/ 38000 h 369828"/>
              <a:gd name="connsiteX1118" fmla="*/ 2449098 w 2906005"/>
              <a:gd name="connsiteY1118" fmla="*/ 38000 h 369828"/>
              <a:gd name="connsiteX1119" fmla="*/ 536128 w 2906005"/>
              <a:gd name="connsiteY1119" fmla="*/ 14234 h 369828"/>
              <a:gd name="connsiteX1120" fmla="*/ 559186 w 2906005"/>
              <a:gd name="connsiteY1120" fmla="*/ 14234 h 369828"/>
              <a:gd name="connsiteX1121" fmla="*/ 559186 w 2906005"/>
              <a:gd name="connsiteY1121" fmla="*/ 85340 h 369828"/>
              <a:gd name="connsiteX1122" fmla="*/ 565305 w 2906005"/>
              <a:gd name="connsiteY1122" fmla="*/ 103181 h 369828"/>
              <a:gd name="connsiteX1123" fmla="*/ 582437 w 2906005"/>
              <a:gd name="connsiteY1123" fmla="*/ 109364 h 369828"/>
              <a:gd name="connsiteX1124" fmla="*/ 599698 w 2906005"/>
              <a:gd name="connsiteY1124" fmla="*/ 103181 h 369828"/>
              <a:gd name="connsiteX1125" fmla="*/ 605817 w 2906005"/>
              <a:gd name="connsiteY1125" fmla="*/ 85340 h 369828"/>
              <a:gd name="connsiteX1126" fmla="*/ 605817 w 2906005"/>
              <a:gd name="connsiteY1126" fmla="*/ 14234 h 369828"/>
              <a:gd name="connsiteX1127" fmla="*/ 629004 w 2906005"/>
              <a:gd name="connsiteY1127" fmla="*/ 14234 h 369828"/>
              <a:gd name="connsiteX1128" fmla="*/ 629004 w 2906005"/>
              <a:gd name="connsiteY1128" fmla="*/ 85147 h 369828"/>
              <a:gd name="connsiteX1129" fmla="*/ 622692 w 2906005"/>
              <a:gd name="connsiteY1129" fmla="*/ 109944 h 369828"/>
              <a:gd name="connsiteX1130" fmla="*/ 605753 w 2906005"/>
              <a:gd name="connsiteY1130" fmla="*/ 125144 h 369828"/>
              <a:gd name="connsiteX1131" fmla="*/ 582115 w 2906005"/>
              <a:gd name="connsiteY1131" fmla="*/ 130232 h 369828"/>
              <a:gd name="connsiteX1132" fmla="*/ 558799 w 2906005"/>
              <a:gd name="connsiteY1132" fmla="*/ 125144 h 369828"/>
              <a:gd name="connsiteX1133" fmla="*/ 542247 w 2906005"/>
              <a:gd name="connsiteY1133" fmla="*/ 109944 h 369828"/>
              <a:gd name="connsiteX1134" fmla="*/ 536128 w 2906005"/>
              <a:gd name="connsiteY1134" fmla="*/ 85147 h 369828"/>
              <a:gd name="connsiteX1135" fmla="*/ 9082 w 2906005"/>
              <a:gd name="connsiteY1135" fmla="*/ 14234 h 369828"/>
              <a:gd name="connsiteX1136" fmla="*/ 32140 w 2906005"/>
              <a:gd name="connsiteY1136" fmla="*/ 14234 h 369828"/>
              <a:gd name="connsiteX1137" fmla="*/ 32140 w 2906005"/>
              <a:gd name="connsiteY1137" fmla="*/ 110845 h 369828"/>
              <a:gd name="connsiteX1138" fmla="*/ 69947 w 2906005"/>
              <a:gd name="connsiteY1138" fmla="*/ 110845 h 369828"/>
              <a:gd name="connsiteX1139" fmla="*/ 69947 w 2906005"/>
              <a:gd name="connsiteY1139" fmla="*/ 129137 h 369828"/>
              <a:gd name="connsiteX1140" fmla="*/ 9082 w 2906005"/>
              <a:gd name="connsiteY1140" fmla="*/ 129137 h 369828"/>
              <a:gd name="connsiteX1141" fmla="*/ 2666667 w 2906005"/>
              <a:gd name="connsiteY1141" fmla="*/ 7278 h 369828"/>
              <a:gd name="connsiteX1142" fmla="*/ 2689725 w 2906005"/>
              <a:gd name="connsiteY1142" fmla="*/ 7278 h 369828"/>
              <a:gd name="connsiteX1143" fmla="*/ 2689725 w 2906005"/>
              <a:gd name="connsiteY1143" fmla="*/ 129137 h 369828"/>
              <a:gd name="connsiteX1144" fmla="*/ 2666667 w 2906005"/>
              <a:gd name="connsiteY1144" fmla="*/ 129137 h 369828"/>
              <a:gd name="connsiteX1145" fmla="*/ 1625647 w 2906005"/>
              <a:gd name="connsiteY1145" fmla="*/ 7278 h 369828"/>
              <a:gd name="connsiteX1146" fmla="*/ 1648705 w 2906005"/>
              <a:gd name="connsiteY1146" fmla="*/ 7278 h 369828"/>
              <a:gd name="connsiteX1147" fmla="*/ 1648705 w 2906005"/>
              <a:gd name="connsiteY1147" fmla="*/ 49272 h 369828"/>
              <a:gd name="connsiteX1148" fmla="*/ 1660556 w 2906005"/>
              <a:gd name="connsiteY1148" fmla="*/ 39997 h 369828"/>
              <a:gd name="connsiteX1149" fmla="*/ 1677044 w 2906005"/>
              <a:gd name="connsiteY1149" fmla="*/ 36648 h 369828"/>
              <a:gd name="connsiteX1150" fmla="*/ 1695465 w 2906005"/>
              <a:gd name="connsiteY1150" fmla="*/ 41156 h 369828"/>
              <a:gd name="connsiteX1151" fmla="*/ 1708089 w 2906005"/>
              <a:gd name="connsiteY1151" fmla="*/ 54489 h 369828"/>
              <a:gd name="connsiteX1152" fmla="*/ 1712597 w 2906005"/>
              <a:gd name="connsiteY1152" fmla="*/ 75614 h 369828"/>
              <a:gd name="connsiteX1153" fmla="*/ 1712597 w 2906005"/>
              <a:gd name="connsiteY1153" fmla="*/ 129137 h 369828"/>
              <a:gd name="connsiteX1154" fmla="*/ 1689539 w 2906005"/>
              <a:gd name="connsiteY1154" fmla="*/ 129137 h 369828"/>
              <a:gd name="connsiteX1155" fmla="*/ 1689539 w 2906005"/>
              <a:gd name="connsiteY1155" fmla="*/ 78770 h 369828"/>
              <a:gd name="connsiteX1156" fmla="*/ 1684129 w 2906005"/>
              <a:gd name="connsiteY1156" fmla="*/ 62089 h 369828"/>
              <a:gd name="connsiteX1157" fmla="*/ 1669315 w 2906005"/>
              <a:gd name="connsiteY1157" fmla="*/ 56228 h 369828"/>
              <a:gd name="connsiteX1158" fmla="*/ 1654244 w 2906005"/>
              <a:gd name="connsiteY1158" fmla="*/ 62089 h 369828"/>
              <a:gd name="connsiteX1159" fmla="*/ 1648705 w 2906005"/>
              <a:gd name="connsiteY1159" fmla="*/ 78770 h 369828"/>
              <a:gd name="connsiteX1160" fmla="*/ 1648705 w 2906005"/>
              <a:gd name="connsiteY1160" fmla="*/ 129137 h 369828"/>
              <a:gd name="connsiteX1161" fmla="*/ 1625647 w 2906005"/>
              <a:gd name="connsiteY1161" fmla="*/ 129137 h 369828"/>
              <a:gd name="connsiteX1162" fmla="*/ 825705 w 2906005"/>
              <a:gd name="connsiteY1162" fmla="*/ 7278 h 369828"/>
              <a:gd name="connsiteX1163" fmla="*/ 849085 w 2906005"/>
              <a:gd name="connsiteY1163" fmla="*/ 7278 h 369828"/>
              <a:gd name="connsiteX1164" fmla="*/ 849085 w 2906005"/>
              <a:gd name="connsiteY1164" fmla="*/ 129137 h 369828"/>
              <a:gd name="connsiteX1165" fmla="*/ 825705 w 2906005"/>
              <a:gd name="connsiteY1165" fmla="*/ 129137 h 369828"/>
              <a:gd name="connsiteX1166" fmla="*/ 825705 w 2906005"/>
              <a:gd name="connsiteY1166" fmla="*/ 115611 h 369828"/>
              <a:gd name="connsiteX1167" fmla="*/ 813660 w 2906005"/>
              <a:gd name="connsiteY1167" fmla="*/ 126496 h 369828"/>
              <a:gd name="connsiteX1168" fmla="*/ 795691 w 2906005"/>
              <a:gd name="connsiteY1168" fmla="*/ 130618 h 369828"/>
              <a:gd name="connsiteX1169" fmla="*/ 774629 w 2906005"/>
              <a:gd name="connsiteY1169" fmla="*/ 124693 h 369828"/>
              <a:gd name="connsiteX1170" fmla="*/ 759558 w 2906005"/>
              <a:gd name="connsiteY1170" fmla="*/ 108011 h 369828"/>
              <a:gd name="connsiteX1171" fmla="*/ 754019 w 2906005"/>
              <a:gd name="connsiteY1171" fmla="*/ 83214 h 369828"/>
              <a:gd name="connsiteX1172" fmla="*/ 759558 w 2906005"/>
              <a:gd name="connsiteY1172" fmla="*/ 58675 h 369828"/>
              <a:gd name="connsiteX1173" fmla="*/ 759622 w 2906005"/>
              <a:gd name="connsiteY1173" fmla="*/ 58675 h 369828"/>
              <a:gd name="connsiteX1174" fmla="*/ 774694 w 2906005"/>
              <a:gd name="connsiteY1174" fmla="*/ 42187 h 369828"/>
              <a:gd name="connsiteX1175" fmla="*/ 795948 w 2906005"/>
              <a:gd name="connsiteY1175" fmla="*/ 36455 h 369828"/>
              <a:gd name="connsiteX1176" fmla="*/ 812888 w 2906005"/>
              <a:gd name="connsiteY1176" fmla="*/ 40319 h 369828"/>
              <a:gd name="connsiteX1177" fmla="*/ 825705 w 2906005"/>
              <a:gd name="connsiteY1177" fmla="*/ 50624 h 369828"/>
              <a:gd name="connsiteX1178" fmla="*/ 144531 w 2906005"/>
              <a:gd name="connsiteY1178" fmla="*/ 5153 h 369828"/>
              <a:gd name="connsiteX1179" fmla="*/ 152325 w 2906005"/>
              <a:gd name="connsiteY1179" fmla="*/ 8373 h 369828"/>
              <a:gd name="connsiteX1180" fmla="*/ 155545 w 2906005"/>
              <a:gd name="connsiteY1180" fmla="*/ 16167 h 369828"/>
              <a:gd name="connsiteX1181" fmla="*/ 152325 w 2906005"/>
              <a:gd name="connsiteY1181" fmla="*/ 23896 h 369828"/>
              <a:gd name="connsiteX1182" fmla="*/ 144531 w 2906005"/>
              <a:gd name="connsiteY1182" fmla="*/ 27052 h 369828"/>
              <a:gd name="connsiteX1183" fmla="*/ 136802 w 2906005"/>
              <a:gd name="connsiteY1183" fmla="*/ 23896 h 369828"/>
              <a:gd name="connsiteX1184" fmla="*/ 133646 w 2906005"/>
              <a:gd name="connsiteY1184" fmla="*/ 16167 h 369828"/>
              <a:gd name="connsiteX1185" fmla="*/ 136802 w 2906005"/>
              <a:gd name="connsiteY1185" fmla="*/ 8373 h 369828"/>
              <a:gd name="connsiteX1186" fmla="*/ 144531 w 2906005"/>
              <a:gd name="connsiteY1186" fmla="*/ 5153 h 369828"/>
              <a:gd name="connsiteX1187" fmla="*/ 114067 w 2906005"/>
              <a:gd name="connsiteY1187" fmla="*/ 5153 h 369828"/>
              <a:gd name="connsiteX1188" fmla="*/ 121860 w 2906005"/>
              <a:gd name="connsiteY1188" fmla="*/ 8373 h 369828"/>
              <a:gd name="connsiteX1189" fmla="*/ 125080 w 2906005"/>
              <a:gd name="connsiteY1189" fmla="*/ 16167 h 369828"/>
              <a:gd name="connsiteX1190" fmla="*/ 121860 w 2906005"/>
              <a:gd name="connsiteY1190" fmla="*/ 23896 h 369828"/>
              <a:gd name="connsiteX1191" fmla="*/ 114067 w 2906005"/>
              <a:gd name="connsiteY1191" fmla="*/ 27052 h 369828"/>
              <a:gd name="connsiteX1192" fmla="*/ 106338 w 2906005"/>
              <a:gd name="connsiteY1192" fmla="*/ 23896 h 369828"/>
              <a:gd name="connsiteX1193" fmla="*/ 103182 w 2906005"/>
              <a:gd name="connsiteY1193" fmla="*/ 16167 h 369828"/>
              <a:gd name="connsiteX1194" fmla="*/ 106338 w 2906005"/>
              <a:gd name="connsiteY1194" fmla="*/ 8373 h 369828"/>
              <a:gd name="connsiteX1195" fmla="*/ 114067 w 2906005"/>
              <a:gd name="connsiteY1195" fmla="*/ 5153 h 369828"/>
              <a:gd name="connsiteX1196" fmla="*/ 2520977 w 2906005"/>
              <a:gd name="connsiteY1196" fmla="*/ 0 h 369828"/>
              <a:gd name="connsiteX1197" fmla="*/ 2531089 w 2906005"/>
              <a:gd name="connsiteY1197" fmla="*/ 3864 h 369828"/>
              <a:gd name="connsiteX1198" fmla="*/ 2535146 w 2906005"/>
              <a:gd name="connsiteY1198" fmla="*/ 13526 h 369828"/>
              <a:gd name="connsiteX1199" fmla="*/ 2531089 w 2906005"/>
              <a:gd name="connsiteY1199" fmla="*/ 23187 h 369828"/>
              <a:gd name="connsiteX1200" fmla="*/ 2520977 w 2906005"/>
              <a:gd name="connsiteY1200" fmla="*/ 27051 h 369828"/>
              <a:gd name="connsiteX1201" fmla="*/ 2510865 w 2906005"/>
              <a:gd name="connsiteY1201" fmla="*/ 23187 h 369828"/>
              <a:gd name="connsiteX1202" fmla="*/ 2506807 w 2906005"/>
              <a:gd name="connsiteY1202" fmla="*/ 13526 h 369828"/>
              <a:gd name="connsiteX1203" fmla="*/ 2510865 w 2906005"/>
              <a:gd name="connsiteY1203" fmla="*/ 3864 h 369828"/>
              <a:gd name="connsiteX1204" fmla="*/ 2520977 w 2906005"/>
              <a:gd name="connsiteY1204" fmla="*/ 0 h 369828"/>
              <a:gd name="connsiteX1205" fmla="*/ 2302571 w 2906005"/>
              <a:gd name="connsiteY1205" fmla="*/ 0 h 369828"/>
              <a:gd name="connsiteX1206" fmla="*/ 2312683 w 2906005"/>
              <a:gd name="connsiteY1206" fmla="*/ 3864 h 369828"/>
              <a:gd name="connsiteX1207" fmla="*/ 2316740 w 2906005"/>
              <a:gd name="connsiteY1207" fmla="*/ 13526 h 369828"/>
              <a:gd name="connsiteX1208" fmla="*/ 2312683 w 2906005"/>
              <a:gd name="connsiteY1208" fmla="*/ 23187 h 369828"/>
              <a:gd name="connsiteX1209" fmla="*/ 2302571 w 2906005"/>
              <a:gd name="connsiteY1209" fmla="*/ 27051 h 369828"/>
              <a:gd name="connsiteX1210" fmla="*/ 2292459 w 2906005"/>
              <a:gd name="connsiteY1210" fmla="*/ 23187 h 369828"/>
              <a:gd name="connsiteX1211" fmla="*/ 2288401 w 2906005"/>
              <a:gd name="connsiteY1211" fmla="*/ 13526 h 369828"/>
              <a:gd name="connsiteX1212" fmla="*/ 2292459 w 2906005"/>
              <a:gd name="connsiteY1212" fmla="*/ 3864 h 369828"/>
              <a:gd name="connsiteX1213" fmla="*/ 2302571 w 2906005"/>
              <a:gd name="connsiteY1213" fmla="*/ 0 h 369828"/>
              <a:gd name="connsiteX1214" fmla="*/ 1944336 w 2906005"/>
              <a:gd name="connsiteY1214" fmla="*/ 0 h 369828"/>
              <a:gd name="connsiteX1215" fmla="*/ 1954448 w 2906005"/>
              <a:gd name="connsiteY1215" fmla="*/ 3864 h 369828"/>
              <a:gd name="connsiteX1216" fmla="*/ 1958505 w 2906005"/>
              <a:gd name="connsiteY1216" fmla="*/ 13526 h 369828"/>
              <a:gd name="connsiteX1217" fmla="*/ 1954448 w 2906005"/>
              <a:gd name="connsiteY1217" fmla="*/ 23187 h 369828"/>
              <a:gd name="connsiteX1218" fmla="*/ 1944336 w 2906005"/>
              <a:gd name="connsiteY1218" fmla="*/ 27051 h 369828"/>
              <a:gd name="connsiteX1219" fmla="*/ 1934224 w 2906005"/>
              <a:gd name="connsiteY1219" fmla="*/ 23187 h 369828"/>
              <a:gd name="connsiteX1220" fmla="*/ 1930166 w 2906005"/>
              <a:gd name="connsiteY1220" fmla="*/ 13526 h 369828"/>
              <a:gd name="connsiteX1221" fmla="*/ 1934224 w 2906005"/>
              <a:gd name="connsiteY1221" fmla="*/ 3864 h 369828"/>
              <a:gd name="connsiteX1222" fmla="*/ 1944336 w 2906005"/>
              <a:gd name="connsiteY1222" fmla="*/ 0 h 369828"/>
              <a:gd name="connsiteX1223" fmla="*/ 406413 w 2906005"/>
              <a:gd name="connsiteY1223" fmla="*/ 0 h 369828"/>
              <a:gd name="connsiteX1224" fmla="*/ 416525 w 2906005"/>
              <a:gd name="connsiteY1224" fmla="*/ 3864 h 369828"/>
              <a:gd name="connsiteX1225" fmla="*/ 420582 w 2906005"/>
              <a:gd name="connsiteY1225" fmla="*/ 13526 h 369828"/>
              <a:gd name="connsiteX1226" fmla="*/ 416525 w 2906005"/>
              <a:gd name="connsiteY1226" fmla="*/ 23187 h 369828"/>
              <a:gd name="connsiteX1227" fmla="*/ 406413 w 2906005"/>
              <a:gd name="connsiteY1227" fmla="*/ 27051 h 369828"/>
              <a:gd name="connsiteX1228" fmla="*/ 396301 w 2906005"/>
              <a:gd name="connsiteY1228" fmla="*/ 23187 h 369828"/>
              <a:gd name="connsiteX1229" fmla="*/ 392243 w 2906005"/>
              <a:gd name="connsiteY1229" fmla="*/ 13526 h 369828"/>
              <a:gd name="connsiteX1230" fmla="*/ 396301 w 2906005"/>
              <a:gd name="connsiteY1230" fmla="*/ 3864 h 369828"/>
              <a:gd name="connsiteX1231" fmla="*/ 406413 w 2906005"/>
              <a:gd name="connsiteY1231" fmla="*/ 0 h 36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Lst>
            <a:rect l="l" t="t" r="r" b="b"/>
            <a:pathLst>
              <a:path w="2906005" h="369828">
                <a:moveTo>
                  <a:pt x="1690184" y="254217"/>
                </a:moveTo>
                <a:cubicBezTo>
                  <a:pt x="1685868" y="254217"/>
                  <a:pt x="1681940" y="255248"/>
                  <a:pt x="1678333" y="257373"/>
                </a:cubicBezTo>
                <a:cubicBezTo>
                  <a:pt x="1674726" y="259434"/>
                  <a:pt x="1671763" y="262526"/>
                  <a:pt x="1669509" y="266519"/>
                </a:cubicBezTo>
                <a:cubicBezTo>
                  <a:pt x="1667254" y="270512"/>
                  <a:pt x="1666160" y="275278"/>
                  <a:pt x="1666160" y="280753"/>
                </a:cubicBezTo>
                <a:cubicBezTo>
                  <a:pt x="1666160" y="286228"/>
                  <a:pt x="1667254" y="291058"/>
                  <a:pt x="1669509" y="295180"/>
                </a:cubicBezTo>
                <a:cubicBezTo>
                  <a:pt x="1671763" y="299302"/>
                  <a:pt x="1674726" y="302458"/>
                  <a:pt x="1678397" y="304648"/>
                </a:cubicBezTo>
                <a:cubicBezTo>
                  <a:pt x="1682068" y="306838"/>
                  <a:pt x="1685997" y="307933"/>
                  <a:pt x="1690184" y="307933"/>
                </a:cubicBezTo>
                <a:cubicBezTo>
                  <a:pt x="1694370" y="307933"/>
                  <a:pt x="1698492" y="306838"/>
                  <a:pt x="1702228" y="304713"/>
                </a:cubicBezTo>
                <a:cubicBezTo>
                  <a:pt x="1705963" y="302587"/>
                  <a:pt x="1708926" y="299496"/>
                  <a:pt x="1711116" y="295502"/>
                </a:cubicBezTo>
                <a:cubicBezTo>
                  <a:pt x="1713306" y="291509"/>
                  <a:pt x="1714401" y="286678"/>
                  <a:pt x="1714401" y="281075"/>
                </a:cubicBezTo>
                <a:cubicBezTo>
                  <a:pt x="1714401" y="275472"/>
                  <a:pt x="1713306" y="270705"/>
                  <a:pt x="1711116" y="266648"/>
                </a:cubicBezTo>
                <a:cubicBezTo>
                  <a:pt x="1708926" y="262654"/>
                  <a:pt x="1705963" y="259563"/>
                  <a:pt x="1702228" y="257437"/>
                </a:cubicBezTo>
                <a:cubicBezTo>
                  <a:pt x="1698492" y="255312"/>
                  <a:pt x="1694499" y="254217"/>
                  <a:pt x="1690184" y="254217"/>
                </a:cubicBezTo>
                <a:close/>
                <a:moveTo>
                  <a:pt x="1476028" y="254217"/>
                </a:moveTo>
                <a:cubicBezTo>
                  <a:pt x="1471712" y="254217"/>
                  <a:pt x="1467783" y="255248"/>
                  <a:pt x="1464177" y="257373"/>
                </a:cubicBezTo>
                <a:cubicBezTo>
                  <a:pt x="1460570" y="259434"/>
                  <a:pt x="1457607" y="262526"/>
                  <a:pt x="1455353" y="266519"/>
                </a:cubicBezTo>
                <a:cubicBezTo>
                  <a:pt x="1453098" y="270512"/>
                  <a:pt x="1452004" y="275278"/>
                  <a:pt x="1452004" y="280753"/>
                </a:cubicBezTo>
                <a:cubicBezTo>
                  <a:pt x="1452004" y="286228"/>
                  <a:pt x="1453098" y="291058"/>
                  <a:pt x="1455353" y="295180"/>
                </a:cubicBezTo>
                <a:cubicBezTo>
                  <a:pt x="1457607" y="299302"/>
                  <a:pt x="1460570" y="302458"/>
                  <a:pt x="1464241" y="304648"/>
                </a:cubicBezTo>
                <a:cubicBezTo>
                  <a:pt x="1467912" y="306838"/>
                  <a:pt x="1471841" y="307933"/>
                  <a:pt x="1476028" y="307933"/>
                </a:cubicBezTo>
                <a:cubicBezTo>
                  <a:pt x="1480214" y="307933"/>
                  <a:pt x="1484336" y="306838"/>
                  <a:pt x="1488072" y="304713"/>
                </a:cubicBezTo>
                <a:cubicBezTo>
                  <a:pt x="1491807" y="302587"/>
                  <a:pt x="1494770" y="299496"/>
                  <a:pt x="1496960" y="295502"/>
                </a:cubicBezTo>
                <a:cubicBezTo>
                  <a:pt x="1499150" y="291509"/>
                  <a:pt x="1500245" y="286678"/>
                  <a:pt x="1500245" y="281075"/>
                </a:cubicBezTo>
                <a:cubicBezTo>
                  <a:pt x="1500245" y="275472"/>
                  <a:pt x="1499150" y="270705"/>
                  <a:pt x="1496960" y="266648"/>
                </a:cubicBezTo>
                <a:cubicBezTo>
                  <a:pt x="1494770" y="262654"/>
                  <a:pt x="1491807" y="259563"/>
                  <a:pt x="1488072" y="257437"/>
                </a:cubicBezTo>
                <a:cubicBezTo>
                  <a:pt x="1484336" y="255312"/>
                  <a:pt x="1480343" y="254217"/>
                  <a:pt x="1476028" y="254217"/>
                </a:cubicBezTo>
                <a:close/>
                <a:moveTo>
                  <a:pt x="916520" y="254217"/>
                </a:moveTo>
                <a:cubicBezTo>
                  <a:pt x="912204" y="254217"/>
                  <a:pt x="908276" y="255247"/>
                  <a:pt x="904669" y="257373"/>
                </a:cubicBezTo>
                <a:cubicBezTo>
                  <a:pt x="901062" y="259434"/>
                  <a:pt x="898099" y="262526"/>
                  <a:pt x="895845" y="266519"/>
                </a:cubicBezTo>
                <a:cubicBezTo>
                  <a:pt x="893591" y="270512"/>
                  <a:pt x="892496" y="275278"/>
                  <a:pt x="892496" y="280753"/>
                </a:cubicBezTo>
                <a:cubicBezTo>
                  <a:pt x="892496" y="286228"/>
                  <a:pt x="893591" y="291058"/>
                  <a:pt x="895845" y="295180"/>
                </a:cubicBezTo>
                <a:cubicBezTo>
                  <a:pt x="898099" y="299302"/>
                  <a:pt x="901062" y="302458"/>
                  <a:pt x="904733" y="304648"/>
                </a:cubicBezTo>
                <a:cubicBezTo>
                  <a:pt x="908404" y="306838"/>
                  <a:pt x="912333" y="307933"/>
                  <a:pt x="916520" y="307933"/>
                </a:cubicBezTo>
                <a:cubicBezTo>
                  <a:pt x="920706" y="307933"/>
                  <a:pt x="924828" y="306838"/>
                  <a:pt x="928564" y="304712"/>
                </a:cubicBezTo>
                <a:cubicBezTo>
                  <a:pt x="932300" y="302587"/>
                  <a:pt x="935262" y="299495"/>
                  <a:pt x="937452" y="295502"/>
                </a:cubicBezTo>
                <a:cubicBezTo>
                  <a:pt x="939642" y="291509"/>
                  <a:pt x="940737" y="286678"/>
                  <a:pt x="940737" y="281075"/>
                </a:cubicBezTo>
                <a:cubicBezTo>
                  <a:pt x="940737" y="275471"/>
                  <a:pt x="939642" y="270705"/>
                  <a:pt x="937452" y="266648"/>
                </a:cubicBezTo>
                <a:cubicBezTo>
                  <a:pt x="935262" y="262654"/>
                  <a:pt x="932300" y="259563"/>
                  <a:pt x="928564" y="257437"/>
                </a:cubicBezTo>
                <a:cubicBezTo>
                  <a:pt x="924828" y="255312"/>
                  <a:pt x="920835" y="254217"/>
                  <a:pt x="916520" y="254217"/>
                </a:cubicBezTo>
                <a:close/>
                <a:moveTo>
                  <a:pt x="499416" y="254217"/>
                </a:moveTo>
                <a:cubicBezTo>
                  <a:pt x="495100" y="254217"/>
                  <a:pt x="491171" y="255247"/>
                  <a:pt x="487565" y="257373"/>
                </a:cubicBezTo>
                <a:cubicBezTo>
                  <a:pt x="483958" y="259434"/>
                  <a:pt x="480995" y="262526"/>
                  <a:pt x="478741" y="266519"/>
                </a:cubicBezTo>
                <a:cubicBezTo>
                  <a:pt x="476487" y="270512"/>
                  <a:pt x="475392" y="275278"/>
                  <a:pt x="475392" y="280753"/>
                </a:cubicBezTo>
                <a:cubicBezTo>
                  <a:pt x="475392" y="286228"/>
                  <a:pt x="476487" y="291058"/>
                  <a:pt x="478741" y="295180"/>
                </a:cubicBezTo>
                <a:cubicBezTo>
                  <a:pt x="480995" y="299302"/>
                  <a:pt x="483958" y="302458"/>
                  <a:pt x="487629" y="304648"/>
                </a:cubicBezTo>
                <a:cubicBezTo>
                  <a:pt x="491300" y="306838"/>
                  <a:pt x="495229" y="307933"/>
                  <a:pt x="499416" y="307933"/>
                </a:cubicBezTo>
                <a:cubicBezTo>
                  <a:pt x="503602" y="307933"/>
                  <a:pt x="507724" y="306838"/>
                  <a:pt x="511460" y="304712"/>
                </a:cubicBezTo>
                <a:cubicBezTo>
                  <a:pt x="515195" y="302587"/>
                  <a:pt x="518158" y="299495"/>
                  <a:pt x="520348" y="295502"/>
                </a:cubicBezTo>
                <a:cubicBezTo>
                  <a:pt x="522538" y="291509"/>
                  <a:pt x="523633" y="286678"/>
                  <a:pt x="523633" y="281075"/>
                </a:cubicBezTo>
                <a:cubicBezTo>
                  <a:pt x="523633" y="275471"/>
                  <a:pt x="522538" y="270705"/>
                  <a:pt x="520348" y="266648"/>
                </a:cubicBezTo>
                <a:cubicBezTo>
                  <a:pt x="518158" y="262654"/>
                  <a:pt x="515195" y="259563"/>
                  <a:pt x="511460" y="257437"/>
                </a:cubicBezTo>
                <a:cubicBezTo>
                  <a:pt x="507724" y="255312"/>
                  <a:pt x="503731" y="254217"/>
                  <a:pt x="499416" y="254217"/>
                </a:cubicBezTo>
                <a:close/>
                <a:moveTo>
                  <a:pt x="167717" y="254217"/>
                </a:moveTo>
                <a:cubicBezTo>
                  <a:pt x="163401" y="254217"/>
                  <a:pt x="159472" y="255248"/>
                  <a:pt x="155866" y="257373"/>
                </a:cubicBezTo>
                <a:cubicBezTo>
                  <a:pt x="152259" y="259434"/>
                  <a:pt x="149296" y="262526"/>
                  <a:pt x="147042" y="266519"/>
                </a:cubicBezTo>
                <a:cubicBezTo>
                  <a:pt x="144788" y="270512"/>
                  <a:pt x="143693" y="275278"/>
                  <a:pt x="143693" y="280753"/>
                </a:cubicBezTo>
                <a:cubicBezTo>
                  <a:pt x="143693" y="286228"/>
                  <a:pt x="144788" y="291058"/>
                  <a:pt x="147042" y="295180"/>
                </a:cubicBezTo>
                <a:cubicBezTo>
                  <a:pt x="149296" y="299302"/>
                  <a:pt x="152259" y="302458"/>
                  <a:pt x="155930" y="304648"/>
                </a:cubicBezTo>
                <a:cubicBezTo>
                  <a:pt x="159601" y="306838"/>
                  <a:pt x="163530" y="307933"/>
                  <a:pt x="167717" y="307933"/>
                </a:cubicBezTo>
                <a:cubicBezTo>
                  <a:pt x="171903" y="307933"/>
                  <a:pt x="176025" y="306838"/>
                  <a:pt x="179761" y="304713"/>
                </a:cubicBezTo>
                <a:cubicBezTo>
                  <a:pt x="183496" y="302587"/>
                  <a:pt x="186459" y="299496"/>
                  <a:pt x="188649" y="295502"/>
                </a:cubicBezTo>
                <a:cubicBezTo>
                  <a:pt x="190839" y="291509"/>
                  <a:pt x="191934" y="286678"/>
                  <a:pt x="191934" y="281075"/>
                </a:cubicBezTo>
                <a:cubicBezTo>
                  <a:pt x="191934" y="275472"/>
                  <a:pt x="190839" y="270705"/>
                  <a:pt x="188649" y="266648"/>
                </a:cubicBezTo>
                <a:cubicBezTo>
                  <a:pt x="186459" y="262654"/>
                  <a:pt x="183496" y="259563"/>
                  <a:pt x="179761" y="257437"/>
                </a:cubicBezTo>
                <a:cubicBezTo>
                  <a:pt x="176025" y="255312"/>
                  <a:pt x="172032" y="254217"/>
                  <a:pt x="167717" y="254217"/>
                </a:cubicBezTo>
                <a:close/>
                <a:moveTo>
                  <a:pt x="2525292" y="254216"/>
                </a:moveTo>
                <a:cubicBezTo>
                  <a:pt x="2520976" y="254216"/>
                  <a:pt x="2517047" y="255247"/>
                  <a:pt x="2513441" y="257372"/>
                </a:cubicBezTo>
                <a:cubicBezTo>
                  <a:pt x="2509834" y="259433"/>
                  <a:pt x="2506871" y="262525"/>
                  <a:pt x="2504617" y="266518"/>
                </a:cubicBezTo>
                <a:cubicBezTo>
                  <a:pt x="2502362" y="270511"/>
                  <a:pt x="2501268" y="275277"/>
                  <a:pt x="2501268" y="280752"/>
                </a:cubicBezTo>
                <a:cubicBezTo>
                  <a:pt x="2501268" y="286227"/>
                  <a:pt x="2502362" y="291057"/>
                  <a:pt x="2504617" y="295179"/>
                </a:cubicBezTo>
                <a:cubicBezTo>
                  <a:pt x="2506871" y="299301"/>
                  <a:pt x="2509834" y="302457"/>
                  <a:pt x="2513505" y="304647"/>
                </a:cubicBezTo>
                <a:cubicBezTo>
                  <a:pt x="2517176" y="306837"/>
                  <a:pt x="2521105" y="307932"/>
                  <a:pt x="2525292" y="307932"/>
                </a:cubicBezTo>
                <a:cubicBezTo>
                  <a:pt x="2529478" y="307932"/>
                  <a:pt x="2533600" y="306837"/>
                  <a:pt x="2537336" y="304712"/>
                </a:cubicBezTo>
                <a:cubicBezTo>
                  <a:pt x="2541072" y="302586"/>
                  <a:pt x="2544034" y="299495"/>
                  <a:pt x="2546224" y="295501"/>
                </a:cubicBezTo>
                <a:cubicBezTo>
                  <a:pt x="2548414" y="291508"/>
                  <a:pt x="2549509" y="286678"/>
                  <a:pt x="2549509" y="281074"/>
                </a:cubicBezTo>
                <a:cubicBezTo>
                  <a:pt x="2549509" y="275471"/>
                  <a:pt x="2548414" y="270705"/>
                  <a:pt x="2546224" y="266647"/>
                </a:cubicBezTo>
                <a:cubicBezTo>
                  <a:pt x="2544034" y="262654"/>
                  <a:pt x="2541072" y="259562"/>
                  <a:pt x="2537336" y="257437"/>
                </a:cubicBezTo>
                <a:cubicBezTo>
                  <a:pt x="2533600" y="255311"/>
                  <a:pt x="2529607" y="254216"/>
                  <a:pt x="2525292" y="254216"/>
                </a:cubicBezTo>
                <a:close/>
                <a:moveTo>
                  <a:pt x="2413674" y="254216"/>
                </a:moveTo>
                <a:cubicBezTo>
                  <a:pt x="2409358" y="254216"/>
                  <a:pt x="2405429" y="255247"/>
                  <a:pt x="2401823" y="257372"/>
                </a:cubicBezTo>
                <a:cubicBezTo>
                  <a:pt x="2398216" y="259433"/>
                  <a:pt x="2395253" y="262525"/>
                  <a:pt x="2392999" y="266518"/>
                </a:cubicBezTo>
                <a:cubicBezTo>
                  <a:pt x="2390744" y="270511"/>
                  <a:pt x="2389649" y="275278"/>
                  <a:pt x="2389649" y="280752"/>
                </a:cubicBezTo>
                <a:cubicBezTo>
                  <a:pt x="2389649" y="286227"/>
                  <a:pt x="2390744" y="291057"/>
                  <a:pt x="2392999" y="295180"/>
                </a:cubicBezTo>
                <a:cubicBezTo>
                  <a:pt x="2395253" y="299302"/>
                  <a:pt x="2398216" y="302458"/>
                  <a:pt x="2401887" y="304647"/>
                </a:cubicBezTo>
                <a:cubicBezTo>
                  <a:pt x="2405558" y="306837"/>
                  <a:pt x="2409487" y="307932"/>
                  <a:pt x="2413674" y="307932"/>
                </a:cubicBezTo>
                <a:cubicBezTo>
                  <a:pt x="2417860" y="307932"/>
                  <a:pt x="2421982" y="306837"/>
                  <a:pt x="2425718" y="304712"/>
                </a:cubicBezTo>
                <a:cubicBezTo>
                  <a:pt x="2429454" y="302586"/>
                  <a:pt x="2432416" y="299495"/>
                  <a:pt x="2434606" y="295502"/>
                </a:cubicBezTo>
                <a:cubicBezTo>
                  <a:pt x="2436796" y="291508"/>
                  <a:pt x="2437891" y="286678"/>
                  <a:pt x="2437891" y="281074"/>
                </a:cubicBezTo>
                <a:cubicBezTo>
                  <a:pt x="2437891" y="275471"/>
                  <a:pt x="2436796" y="270705"/>
                  <a:pt x="2434606" y="266647"/>
                </a:cubicBezTo>
                <a:cubicBezTo>
                  <a:pt x="2432416" y="262654"/>
                  <a:pt x="2429454" y="259562"/>
                  <a:pt x="2425718" y="257437"/>
                </a:cubicBezTo>
                <a:cubicBezTo>
                  <a:pt x="2421982" y="255311"/>
                  <a:pt x="2417989" y="254216"/>
                  <a:pt x="2413674" y="254216"/>
                </a:cubicBezTo>
                <a:close/>
                <a:moveTo>
                  <a:pt x="1868335" y="254216"/>
                </a:moveTo>
                <a:cubicBezTo>
                  <a:pt x="1864019" y="254216"/>
                  <a:pt x="1860090" y="255247"/>
                  <a:pt x="1856484" y="257372"/>
                </a:cubicBezTo>
                <a:cubicBezTo>
                  <a:pt x="1852877" y="259433"/>
                  <a:pt x="1849914" y="262525"/>
                  <a:pt x="1847660" y="266518"/>
                </a:cubicBezTo>
                <a:cubicBezTo>
                  <a:pt x="1845405" y="270511"/>
                  <a:pt x="1844311" y="275277"/>
                  <a:pt x="1844311" y="280752"/>
                </a:cubicBezTo>
                <a:cubicBezTo>
                  <a:pt x="1844311" y="286227"/>
                  <a:pt x="1845405" y="291057"/>
                  <a:pt x="1847660" y="295179"/>
                </a:cubicBezTo>
                <a:cubicBezTo>
                  <a:pt x="1849914" y="299301"/>
                  <a:pt x="1852877" y="302457"/>
                  <a:pt x="1856548" y="304647"/>
                </a:cubicBezTo>
                <a:cubicBezTo>
                  <a:pt x="1860219" y="306837"/>
                  <a:pt x="1864148" y="307932"/>
                  <a:pt x="1868335" y="307932"/>
                </a:cubicBezTo>
                <a:cubicBezTo>
                  <a:pt x="1872521" y="307932"/>
                  <a:pt x="1876643" y="306837"/>
                  <a:pt x="1880379" y="304712"/>
                </a:cubicBezTo>
                <a:cubicBezTo>
                  <a:pt x="1884115" y="302586"/>
                  <a:pt x="1887077" y="299495"/>
                  <a:pt x="1889267" y="295501"/>
                </a:cubicBezTo>
                <a:cubicBezTo>
                  <a:pt x="1891457" y="291508"/>
                  <a:pt x="1892552" y="286678"/>
                  <a:pt x="1892552" y="281074"/>
                </a:cubicBezTo>
                <a:cubicBezTo>
                  <a:pt x="1892552" y="275471"/>
                  <a:pt x="1891457" y="270705"/>
                  <a:pt x="1889267" y="266647"/>
                </a:cubicBezTo>
                <a:cubicBezTo>
                  <a:pt x="1887077" y="262654"/>
                  <a:pt x="1884115" y="259562"/>
                  <a:pt x="1880379" y="257437"/>
                </a:cubicBezTo>
                <a:cubicBezTo>
                  <a:pt x="1876643" y="255311"/>
                  <a:pt x="1872650" y="254216"/>
                  <a:pt x="1868335" y="254216"/>
                </a:cubicBezTo>
                <a:close/>
                <a:moveTo>
                  <a:pt x="1136987" y="254216"/>
                </a:moveTo>
                <a:cubicBezTo>
                  <a:pt x="1132671" y="254216"/>
                  <a:pt x="1128742" y="255247"/>
                  <a:pt x="1125136" y="257372"/>
                </a:cubicBezTo>
                <a:cubicBezTo>
                  <a:pt x="1121529" y="259433"/>
                  <a:pt x="1118566" y="262525"/>
                  <a:pt x="1116312" y="266518"/>
                </a:cubicBezTo>
                <a:cubicBezTo>
                  <a:pt x="1114057" y="270511"/>
                  <a:pt x="1112963" y="275277"/>
                  <a:pt x="1112963" y="280752"/>
                </a:cubicBezTo>
                <a:cubicBezTo>
                  <a:pt x="1112963" y="286227"/>
                  <a:pt x="1114057" y="291057"/>
                  <a:pt x="1116312" y="295179"/>
                </a:cubicBezTo>
                <a:cubicBezTo>
                  <a:pt x="1118566" y="299301"/>
                  <a:pt x="1121529" y="302457"/>
                  <a:pt x="1125200" y="304647"/>
                </a:cubicBezTo>
                <a:cubicBezTo>
                  <a:pt x="1128871" y="306837"/>
                  <a:pt x="1132800" y="307932"/>
                  <a:pt x="1136987" y="307932"/>
                </a:cubicBezTo>
                <a:cubicBezTo>
                  <a:pt x="1141173" y="307932"/>
                  <a:pt x="1145295" y="306837"/>
                  <a:pt x="1149031" y="304712"/>
                </a:cubicBezTo>
                <a:cubicBezTo>
                  <a:pt x="1152766" y="302586"/>
                  <a:pt x="1155729" y="299495"/>
                  <a:pt x="1157919" y="295501"/>
                </a:cubicBezTo>
                <a:cubicBezTo>
                  <a:pt x="1160109" y="291508"/>
                  <a:pt x="1161204" y="286678"/>
                  <a:pt x="1161204" y="281074"/>
                </a:cubicBezTo>
                <a:cubicBezTo>
                  <a:pt x="1161204" y="275471"/>
                  <a:pt x="1160109" y="270705"/>
                  <a:pt x="1157919" y="266647"/>
                </a:cubicBezTo>
                <a:cubicBezTo>
                  <a:pt x="1155729" y="262654"/>
                  <a:pt x="1152766" y="259562"/>
                  <a:pt x="1149031" y="257437"/>
                </a:cubicBezTo>
                <a:cubicBezTo>
                  <a:pt x="1145295" y="255311"/>
                  <a:pt x="1141302" y="254216"/>
                  <a:pt x="1136987" y="254216"/>
                </a:cubicBezTo>
                <a:close/>
                <a:moveTo>
                  <a:pt x="2068835" y="254088"/>
                </a:moveTo>
                <a:cubicBezTo>
                  <a:pt x="2062266" y="254088"/>
                  <a:pt x="2056726" y="256407"/>
                  <a:pt x="2052282" y="261109"/>
                </a:cubicBezTo>
                <a:cubicBezTo>
                  <a:pt x="2047838" y="265810"/>
                  <a:pt x="2045584" y="272444"/>
                  <a:pt x="2045584" y="281075"/>
                </a:cubicBezTo>
                <a:cubicBezTo>
                  <a:pt x="2045584" y="289706"/>
                  <a:pt x="2047774" y="296404"/>
                  <a:pt x="2052089" y="301106"/>
                </a:cubicBezTo>
                <a:cubicBezTo>
                  <a:pt x="2056404" y="305743"/>
                  <a:pt x="2061879" y="308126"/>
                  <a:pt x="2068449" y="308126"/>
                </a:cubicBezTo>
                <a:cubicBezTo>
                  <a:pt x="2072635" y="308126"/>
                  <a:pt x="2076564" y="307096"/>
                  <a:pt x="2080235" y="305099"/>
                </a:cubicBezTo>
                <a:lnTo>
                  <a:pt x="2080235" y="305035"/>
                </a:lnTo>
                <a:cubicBezTo>
                  <a:pt x="2083906" y="303038"/>
                  <a:pt x="2086869" y="299946"/>
                  <a:pt x="2089059" y="295889"/>
                </a:cubicBezTo>
                <a:cubicBezTo>
                  <a:pt x="2091249" y="291831"/>
                  <a:pt x="2092344" y="286872"/>
                  <a:pt x="2092344" y="281075"/>
                </a:cubicBezTo>
                <a:cubicBezTo>
                  <a:pt x="2092344" y="272380"/>
                  <a:pt x="2090090" y="265746"/>
                  <a:pt x="2085517" y="261109"/>
                </a:cubicBezTo>
                <a:cubicBezTo>
                  <a:pt x="2080944" y="256471"/>
                  <a:pt x="2075405" y="254088"/>
                  <a:pt x="2068835" y="254088"/>
                </a:cubicBezTo>
                <a:close/>
                <a:moveTo>
                  <a:pt x="2634398" y="252929"/>
                </a:moveTo>
                <a:cubicBezTo>
                  <a:pt x="2628666" y="252929"/>
                  <a:pt x="2623900" y="254668"/>
                  <a:pt x="2619971" y="258146"/>
                </a:cubicBezTo>
                <a:cubicBezTo>
                  <a:pt x="2616107" y="261624"/>
                  <a:pt x="2613659" y="266390"/>
                  <a:pt x="2612822" y="272573"/>
                </a:cubicBezTo>
                <a:lnTo>
                  <a:pt x="2656104" y="272573"/>
                </a:lnTo>
                <a:lnTo>
                  <a:pt x="2656168" y="272509"/>
                </a:lnTo>
                <a:cubicBezTo>
                  <a:pt x="2656039" y="266583"/>
                  <a:pt x="2653914" y="261817"/>
                  <a:pt x="2649727" y="258275"/>
                </a:cubicBezTo>
                <a:cubicBezTo>
                  <a:pt x="2645541" y="254732"/>
                  <a:pt x="2640453" y="252929"/>
                  <a:pt x="2634398" y="252929"/>
                </a:cubicBezTo>
                <a:close/>
                <a:moveTo>
                  <a:pt x="719046" y="235538"/>
                </a:moveTo>
                <a:lnTo>
                  <a:pt x="744873" y="235538"/>
                </a:lnTo>
                <a:lnTo>
                  <a:pt x="768382" y="299237"/>
                </a:lnTo>
                <a:lnTo>
                  <a:pt x="792277" y="235538"/>
                </a:lnTo>
                <a:lnTo>
                  <a:pt x="816790" y="235538"/>
                </a:lnTo>
                <a:lnTo>
                  <a:pt x="760331" y="369828"/>
                </a:lnTo>
                <a:lnTo>
                  <a:pt x="735792" y="369828"/>
                </a:lnTo>
                <a:lnTo>
                  <a:pt x="755565" y="324421"/>
                </a:lnTo>
                <a:close/>
                <a:moveTo>
                  <a:pt x="1326152" y="235474"/>
                </a:moveTo>
                <a:lnTo>
                  <a:pt x="1350820" y="235474"/>
                </a:lnTo>
                <a:lnTo>
                  <a:pt x="1373846" y="305324"/>
                </a:lnTo>
                <a:lnTo>
                  <a:pt x="1373814" y="305421"/>
                </a:lnTo>
                <a:lnTo>
                  <a:pt x="1373878" y="305421"/>
                </a:lnTo>
                <a:lnTo>
                  <a:pt x="1373846" y="305324"/>
                </a:lnTo>
                <a:lnTo>
                  <a:pt x="1396872" y="235474"/>
                </a:lnTo>
                <a:lnTo>
                  <a:pt x="1421411" y="235474"/>
                </a:lnTo>
                <a:lnTo>
                  <a:pt x="1387661" y="326675"/>
                </a:lnTo>
                <a:lnTo>
                  <a:pt x="1359708" y="326675"/>
                </a:lnTo>
                <a:close/>
                <a:moveTo>
                  <a:pt x="816817" y="235474"/>
                </a:moveTo>
                <a:lnTo>
                  <a:pt x="816817" y="235538"/>
                </a:lnTo>
                <a:lnTo>
                  <a:pt x="816790" y="235538"/>
                </a:lnTo>
                <a:close/>
                <a:moveTo>
                  <a:pt x="1037026" y="234186"/>
                </a:moveTo>
                <a:cubicBezTo>
                  <a:pt x="1047911" y="234186"/>
                  <a:pt x="1056670" y="237600"/>
                  <a:pt x="1063369" y="244491"/>
                </a:cubicBezTo>
                <a:lnTo>
                  <a:pt x="1063369" y="244427"/>
                </a:lnTo>
                <a:cubicBezTo>
                  <a:pt x="1070067" y="251254"/>
                  <a:pt x="1073416" y="260851"/>
                  <a:pt x="1073416" y="273153"/>
                </a:cubicBezTo>
                <a:lnTo>
                  <a:pt x="1073416" y="326675"/>
                </a:lnTo>
                <a:lnTo>
                  <a:pt x="1050358" y="326675"/>
                </a:lnTo>
                <a:lnTo>
                  <a:pt x="1050358" y="276309"/>
                </a:lnTo>
                <a:cubicBezTo>
                  <a:pt x="1050358" y="269095"/>
                  <a:pt x="1048555" y="263491"/>
                  <a:pt x="1044948" y="259627"/>
                </a:cubicBezTo>
                <a:cubicBezTo>
                  <a:pt x="1041341" y="255763"/>
                  <a:pt x="1036382" y="253766"/>
                  <a:pt x="1030134" y="253766"/>
                </a:cubicBezTo>
                <a:cubicBezTo>
                  <a:pt x="1023887" y="253766"/>
                  <a:pt x="1018734" y="255698"/>
                  <a:pt x="1015063" y="259627"/>
                </a:cubicBezTo>
                <a:cubicBezTo>
                  <a:pt x="1011392" y="263491"/>
                  <a:pt x="1009524" y="269095"/>
                  <a:pt x="1009524" y="276309"/>
                </a:cubicBezTo>
                <a:lnTo>
                  <a:pt x="1009524" y="326675"/>
                </a:lnTo>
                <a:lnTo>
                  <a:pt x="986466" y="326675"/>
                </a:lnTo>
                <a:lnTo>
                  <a:pt x="986466" y="235474"/>
                </a:lnTo>
                <a:lnTo>
                  <a:pt x="1009524" y="235474"/>
                </a:lnTo>
                <a:lnTo>
                  <a:pt x="1009524" y="246810"/>
                </a:lnTo>
                <a:cubicBezTo>
                  <a:pt x="1012615" y="242881"/>
                  <a:pt x="1016544" y="239789"/>
                  <a:pt x="1021311" y="237535"/>
                </a:cubicBezTo>
                <a:cubicBezTo>
                  <a:pt x="1026077" y="235281"/>
                  <a:pt x="1031294" y="234186"/>
                  <a:pt x="1037026" y="234186"/>
                </a:cubicBezTo>
                <a:close/>
                <a:moveTo>
                  <a:pt x="2356544" y="234122"/>
                </a:moveTo>
                <a:lnTo>
                  <a:pt x="2356544" y="258339"/>
                </a:lnTo>
                <a:lnTo>
                  <a:pt x="2350425" y="258339"/>
                </a:lnTo>
                <a:cubicBezTo>
                  <a:pt x="2343212" y="258339"/>
                  <a:pt x="2337737" y="260014"/>
                  <a:pt x="2334066" y="263427"/>
                </a:cubicBezTo>
                <a:cubicBezTo>
                  <a:pt x="2330395" y="266841"/>
                  <a:pt x="2328527" y="272767"/>
                  <a:pt x="2328527" y="281204"/>
                </a:cubicBezTo>
                <a:lnTo>
                  <a:pt x="2328527" y="326611"/>
                </a:lnTo>
                <a:lnTo>
                  <a:pt x="2305469" y="326611"/>
                </a:lnTo>
                <a:lnTo>
                  <a:pt x="2305469" y="235410"/>
                </a:lnTo>
                <a:lnTo>
                  <a:pt x="2328527" y="235410"/>
                </a:lnTo>
                <a:lnTo>
                  <a:pt x="2328527" y="249580"/>
                </a:lnTo>
                <a:cubicBezTo>
                  <a:pt x="2331490" y="244749"/>
                  <a:pt x="2335354" y="240949"/>
                  <a:pt x="2340120" y="238244"/>
                </a:cubicBezTo>
                <a:lnTo>
                  <a:pt x="2340185" y="238244"/>
                </a:lnTo>
                <a:cubicBezTo>
                  <a:pt x="2344951" y="235475"/>
                  <a:pt x="2350425" y="234122"/>
                  <a:pt x="2356544" y="234122"/>
                </a:cubicBezTo>
                <a:close/>
                <a:moveTo>
                  <a:pt x="2182902" y="234122"/>
                </a:moveTo>
                <a:cubicBezTo>
                  <a:pt x="2190051" y="234122"/>
                  <a:pt x="2196427" y="235603"/>
                  <a:pt x="2201966" y="238631"/>
                </a:cubicBezTo>
                <a:cubicBezTo>
                  <a:pt x="2207570" y="241658"/>
                  <a:pt x="2211885" y="245973"/>
                  <a:pt x="2214977" y="251576"/>
                </a:cubicBezTo>
                <a:cubicBezTo>
                  <a:pt x="2217939" y="246295"/>
                  <a:pt x="2222255" y="242109"/>
                  <a:pt x="2227923" y="238888"/>
                </a:cubicBezTo>
                <a:cubicBezTo>
                  <a:pt x="2233591" y="235732"/>
                  <a:pt x="2239709" y="234122"/>
                  <a:pt x="2246279" y="234122"/>
                </a:cubicBezTo>
                <a:cubicBezTo>
                  <a:pt x="2257486" y="234122"/>
                  <a:pt x="2266503" y="237536"/>
                  <a:pt x="2273330" y="244427"/>
                </a:cubicBezTo>
                <a:cubicBezTo>
                  <a:pt x="2280157" y="251254"/>
                  <a:pt x="2283635" y="260851"/>
                  <a:pt x="2283635" y="273153"/>
                </a:cubicBezTo>
                <a:lnTo>
                  <a:pt x="2283635" y="326676"/>
                </a:lnTo>
                <a:lnTo>
                  <a:pt x="2260577" y="326676"/>
                </a:lnTo>
                <a:lnTo>
                  <a:pt x="2260577" y="276309"/>
                </a:lnTo>
                <a:cubicBezTo>
                  <a:pt x="2260577" y="269160"/>
                  <a:pt x="2258774" y="263685"/>
                  <a:pt x="2255167" y="259949"/>
                </a:cubicBezTo>
                <a:cubicBezTo>
                  <a:pt x="2251560" y="256149"/>
                  <a:pt x="2246601" y="254282"/>
                  <a:pt x="2240353" y="254282"/>
                </a:cubicBezTo>
                <a:cubicBezTo>
                  <a:pt x="2234106" y="254282"/>
                  <a:pt x="2229146" y="256149"/>
                  <a:pt x="2225475" y="259949"/>
                </a:cubicBezTo>
                <a:cubicBezTo>
                  <a:pt x="2221804" y="263749"/>
                  <a:pt x="2219936" y="269224"/>
                  <a:pt x="2219936" y="276309"/>
                </a:cubicBezTo>
                <a:lnTo>
                  <a:pt x="2219936" y="326676"/>
                </a:lnTo>
                <a:lnTo>
                  <a:pt x="2196878" y="326676"/>
                </a:lnTo>
                <a:lnTo>
                  <a:pt x="2196878" y="276309"/>
                </a:lnTo>
                <a:cubicBezTo>
                  <a:pt x="2196878" y="269160"/>
                  <a:pt x="2195075" y="263685"/>
                  <a:pt x="2191468" y="259949"/>
                </a:cubicBezTo>
                <a:cubicBezTo>
                  <a:pt x="2187861" y="256149"/>
                  <a:pt x="2182902" y="254282"/>
                  <a:pt x="2176654" y="254282"/>
                </a:cubicBezTo>
                <a:cubicBezTo>
                  <a:pt x="2170407" y="254282"/>
                  <a:pt x="2165254" y="256149"/>
                  <a:pt x="2161583" y="259949"/>
                </a:cubicBezTo>
                <a:cubicBezTo>
                  <a:pt x="2157912" y="263749"/>
                  <a:pt x="2156044" y="269224"/>
                  <a:pt x="2156044" y="276309"/>
                </a:cubicBezTo>
                <a:lnTo>
                  <a:pt x="2156044" y="326676"/>
                </a:lnTo>
                <a:lnTo>
                  <a:pt x="2132986" y="326676"/>
                </a:lnTo>
                <a:lnTo>
                  <a:pt x="2132986" y="235475"/>
                </a:lnTo>
                <a:lnTo>
                  <a:pt x="2156044" y="235475"/>
                </a:lnTo>
                <a:lnTo>
                  <a:pt x="2156044" y="246488"/>
                </a:lnTo>
                <a:cubicBezTo>
                  <a:pt x="2159007" y="242624"/>
                  <a:pt x="2162807" y="239661"/>
                  <a:pt x="2167508" y="237407"/>
                </a:cubicBezTo>
                <a:cubicBezTo>
                  <a:pt x="2172210" y="235153"/>
                  <a:pt x="2177298" y="234122"/>
                  <a:pt x="2182902" y="234122"/>
                </a:cubicBezTo>
                <a:close/>
                <a:moveTo>
                  <a:pt x="1811205" y="234122"/>
                </a:moveTo>
                <a:lnTo>
                  <a:pt x="1811205" y="258339"/>
                </a:lnTo>
                <a:lnTo>
                  <a:pt x="1805087" y="258339"/>
                </a:lnTo>
                <a:cubicBezTo>
                  <a:pt x="1797873" y="258339"/>
                  <a:pt x="1792398" y="260014"/>
                  <a:pt x="1788727" y="263427"/>
                </a:cubicBezTo>
                <a:cubicBezTo>
                  <a:pt x="1785056" y="266841"/>
                  <a:pt x="1783188" y="272767"/>
                  <a:pt x="1783188" y="281204"/>
                </a:cubicBezTo>
                <a:lnTo>
                  <a:pt x="1783188" y="326611"/>
                </a:lnTo>
                <a:lnTo>
                  <a:pt x="1760130" y="326611"/>
                </a:lnTo>
                <a:lnTo>
                  <a:pt x="1760130" y="235410"/>
                </a:lnTo>
                <a:lnTo>
                  <a:pt x="1783188" y="235410"/>
                </a:lnTo>
                <a:lnTo>
                  <a:pt x="1783188" y="249580"/>
                </a:lnTo>
                <a:cubicBezTo>
                  <a:pt x="1786151" y="244749"/>
                  <a:pt x="1790015" y="240949"/>
                  <a:pt x="1794781" y="238244"/>
                </a:cubicBezTo>
                <a:lnTo>
                  <a:pt x="1794846" y="238244"/>
                </a:lnTo>
                <a:cubicBezTo>
                  <a:pt x="1799612" y="235475"/>
                  <a:pt x="1805087" y="234122"/>
                  <a:pt x="1811205" y="234122"/>
                </a:cubicBezTo>
                <a:close/>
                <a:moveTo>
                  <a:pt x="442286" y="234122"/>
                </a:moveTo>
                <a:lnTo>
                  <a:pt x="442286" y="258339"/>
                </a:lnTo>
                <a:lnTo>
                  <a:pt x="436167" y="258339"/>
                </a:lnTo>
                <a:cubicBezTo>
                  <a:pt x="428954" y="258339"/>
                  <a:pt x="423479" y="260014"/>
                  <a:pt x="419808" y="263427"/>
                </a:cubicBezTo>
                <a:cubicBezTo>
                  <a:pt x="416137" y="266841"/>
                  <a:pt x="414269" y="272767"/>
                  <a:pt x="414269" y="281204"/>
                </a:cubicBezTo>
                <a:lnTo>
                  <a:pt x="414269" y="326611"/>
                </a:lnTo>
                <a:lnTo>
                  <a:pt x="391211" y="326611"/>
                </a:lnTo>
                <a:lnTo>
                  <a:pt x="391211" y="235410"/>
                </a:lnTo>
                <a:lnTo>
                  <a:pt x="414269" y="235410"/>
                </a:lnTo>
                <a:lnTo>
                  <a:pt x="414269" y="249580"/>
                </a:lnTo>
                <a:cubicBezTo>
                  <a:pt x="417232" y="244749"/>
                  <a:pt x="421096" y="240949"/>
                  <a:pt x="425862" y="238244"/>
                </a:cubicBezTo>
                <a:lnTo>
                  <a:pt x="425927" y="238244"/>
                </a:lnTo>
                <a:cubicBezTo>
                  <a:pt x="430693" y="235475"/>
                  <a:pt x="436167" y="234122"/>
                  <a:pt x="442286" y="234122"/>
                </a:cubicBezTo>
                <a:close/>
                <a:moveTo>
                  <a:pt x="2635042" y="233993"/>
                </a:moveTo>
                <a:cubicBezTo>
                  <a:pt x="2644059" y="233993"/>
                  <a:pt x="2651466" y="235861"/>
                  <a:pt x="2658358" y="239596"/>
                </a:cubicBezTo>
                <a:cubicBezTo>
                  <a:pt x="2665185" y="243332"/>
                  <a:pt x="2670531" y="248614"/>
                  <a:pt x="2674331" y="255505"/>
                </a:cubicBezTo>
                <a:cubicBezTo>
                  <a:pt x="2678131" y="262332"/>
                  <a:pt x="2679999" y="270254"/>
                  <a:pt x="2679999" y="279143"/>
                </a:cubicBezTo>
                <a:cubicBezTo>
                  <a:pt x="2679999" y="282427"/>
                  <a:pt x="2679806" y="285390"/>
                  <a:pt x="2679355" y="288031"/>
                </a:cubicBezTo>
                <a:lnTo>
                  <a:pt x="2679355" y="287967"/>
                </a:lnTo>
                <a:lnTo>
                  <a:pt x="2612693" y="287967"/>
                </a:lnTo>
                <a:cubicBezTo>
                  <a:pt x="2613208" y="294536"/>
                  <a:pt x="2615527" y="299689"/>
                  <a:pt x="2619585" y="303424"/>
                </a:cubicBezTo>
                <a:cubicBezTo>
                  <a:pt x="2623642" y="307160"/>
                  <a:pt x="2628666" y="309028"/>
                  <a:pt x="2634592" y="309028"/>
                </a:cubicBezTo>
                <a:cubicBezTo>
                  <a:pt x="2643158" y="309028"/>
                  <a:pt x="2649212" y="305357"/>
                  <a:pt x="2652883" y="298014"/>
                </a:cubicBezTo>
                <a:lnTo>
                  <a:pt x="2677745" y="298014"/>
                </a:lnTo>
                <a:cubicBezTo>
                  <a:pt x="2675104" y="306774"/>
                  <a:pt x="2670080" y="313987"/>
                  <a:pt x="2662609" y="319655"/>
                </a:cubicBezTo>
                <a:cubicBezTo>
                  <a:pt x="2655138" y="325323"/>
                  <a:pt x="2645992" y="328157"/>
                  <a:pt x="2635107" y="328157"/>
                </a:cubicBezTo>
                <a:cubicBezTo>
                  <a:pt x="2626347" y="328157"/>
                  <a:pt x="2618425" y="326225"/>
                  <a:pt x="2611469" y="322296"/>
                </a:cubicBezTo>
                <a:cubicBezTo>
                  <a:pt x="2604513" y="318431"/>
                  <a:pt x="2599039" y="312892"/>
                  <a:pt x="2595174" y="305743"/>
                </a:cubicBezTo>
                <a:cubicBezTo>
                  <a:pt x="2591310" y="298594"/>
                  <a:pt x="2589313" y="290350"/>
                  <a:pt x="2589313" y="281075"/>
                </a:cubicBezTo>
                <a:cubicBezTo>
                  <a:pt x="2589313" y="271800"/>
                  <a:pt x="2591245" y="263363"/>
                  <a:pt x="2595045" y="256214"/>
                </a:cubicBezTo>
                <a:cubicBezTo>
                  <a:pt x="2598910" y="249064"/>
                  <a:pt x="2604256" y="243590"/>
                  <a:pt x="2611147" y="239725"/>
                </a:cubicBezTo>
                <a:cubicBezTo>
                  <a:pt x="2618039" y="235861"/>
                  <a:pt x="2626025" y="233993"/>
                  <a:pt x="2635042" y="233993"/>
                </a:cubicBezTo>
                <a:close/>
                <a:moveTo>
                  <a:pt x="2069157" y="233993"/>
                </a:moveTo>
                <a:cubicBezTo>
                  <a:pt x="2077981" y="233993"/>
                  <a:pt x="2085903" y="235925"/>
                  <a:pt x="2093052" y="239854"/>
                </a:cubicBezTo>
                <a:cubicBezTo>
                  <a:pt x="2100201" y="243719"/>
                  <a:pt x="2105805" y="249258"/>
                  <a:pt x="2109927" y="256407"/>
                </a:cubicBezTo>
                <a:cubicBezTo>
                  <a:pt x="2114049" y="263556"/>
                  <a:pt x="2116110" y="271800"/>
                  <a:pt x="2116110" y="281075"/>
                </a:cubicBezTo>
                <a:cubicBezTo>
                  <a:pt x="2116110" y="290350"/>
                  <a:pt x="2113985" y="298658"/>
                  <a:pt x="2109798" y="305743"/>
                </a:cubicBezTo>
                <a:cubicBezTo>
                  <a:pt x="2105612" y="312828"/>
                  <a:pt x="2099880" y="318367"/>
                  <a:pt x="2092666" y="322296"/>
                </a:cubicBezTo>
                <a:cubicBezTo>
                  <a:pt x="2085452" y="326160"/>
                  <a:pt x="2077466" y="328157"/>
                  <a:pt x="2068578" y="328157"/>
                </a:cubicBezTo>
                <a:cubicBezTo>
                  <a:pt x="2059689" y="328157"/>
                  <a:pt x="2051896" y="326225"/>
                  <a:pt x="2044875" y="322296"/>
                </a:cubicBezTo>
                <a:lnTo>
                  <a:pt x="2044747" y="322296"/>
                </a:lnTo>
                <a:cubicBezTo>
                  <a:pt x="2037726" y="318431"/>
                  <a:pt x="2032187" y="312892"/>
                  <a:pt x="2028194" y="305743"/>
                </a:cubicBezTo>
                <a:cubicBezTo>
                  <a:pt x="2024201" y="298594"/>
                  <a:pt x="2022204" y="290350"/>
                  <a:pt x="2022204" y="281075"/>
                </a:cubicBezTo>
                <a:cubicBezTo>
                  <a:pt x="2022204" y="271800"/>
                  <a:pt x="2024265" y="263492"/>
                  <a:pt x="2028387" y="256407"/>
                </a:cubicBezTo>
                <a:cubicBezTo>
                  <a:pt x="2032509" y="249258"/>
                  <a:pt x="2038113" y="243783"/>
                  <a:pt x="2045262" y="239854"/>
                </a:cubicBezTo>
                <a:cubicBezTo>
                  <a:pt x="2052411" y="235990"/>
                  <a:pt x="2060333" y="233993"/>
                  <a:pt x="2069157" y="233993"/>
                </a:cubicBezTo>
                <a:close/>
                <a:moveTo>
                  <a:pt x="1971516" y="233993"/>
                </a:moveTo>
                <a:cubicBezTo>
                  <a:pt x="1982401" y="233993"/>
                  <a:pt x="1991031" y="236698"/>
                  <a:pt x="1997536" y="242173"/>
                </a:cubicBezTo>
                <a:cubicBezTo>
                  <a:pt x="2003977" y="247583"/>
                  <a:pt x="2007584" y="254925"/>
                  <a:pt x="2008228" y="264136"/>
                </a:cubicBezTo>
                <a:lnTo>
                  <a:pt x="1986201" y="264136"/>
                </a:lnTo>
                <a:cubicBezTo>
                  <a:pt x="1985878" y="260529"/>
                  <a:pt x="1984333" y="257631"/>
                  <a:pt x="1981692" y="255505"/>
                </a:cubicBezTo>
                <a:cubicBezTo>
                  <a:pt x="1978987" y="253380"/>
                  <a:pt x="1975380" y="252285"/>
                  <a:pt x="1970936" y="252285"/>
                </a:cubicBezTo>
                <a:cubicBezTo>
                  <a:pt x="1966749" y="252285"/>
                  <a:pt x="1963529" y="253058"/>
                  <a:pt x="1961275" y="254603"/>
                </a:cubicBezTo>
                <a:cubicBezTo>
                  <a:pt x="1959021" y="256149"/>
                  <a:pt x="1957926" y="258275"/>
                  <a:pt x="1957926" y="261044"/>
                </a:cubicBezTo>
                <a:cubicBezTo>
                  <a:pt x="1957926" y="264136"/>
                  <a:pt x="1959471" y="266454"/>
                  <a:pt x="1962563" y="268065"/>
                </a:cubicBezTo>
                <a:cubicBezTo>
                  <a:pt x="1965655" y="269675"/>
                  <a:pt x="1970421" y="271285"/>
                  <a:pt x="1976861" y="272895"/>
                </a:cubicBezTo>
                <a:cubicBezTo>
                  <a:pt x="1983431" y="274570"/>
                  <a:pt x="1988906" y="276244"/>
                  <a:pt x="1993157" y="277983"/>
                </a:cubicBezTo>
                <a:cubicBezTo>
                  <a:pt x="1997407" y="279722"/>
                  <a:pt x="2001143" y="282427"/>
                  <a:pt x="2004299" y="286163"/>
                </a:cubicBezTo>
                <a:cubicBezTo>
                  <a:pt x="2007455" y="289834"/>
                  <a:pt x="2009065" y="294665"/>
                  <a:pt x="2009130" y="300719"/>
                </a:cubicBezTo>
                <a:cubicBezTo>
                  <a:pt x="2009130" y="306001"/>
                  <a:pt x="2007648" y="310702"/>
                  <a:pt x="2004750" y="314889"/>
                </a:cubicBezTo>
                <a:cubicBezTo>
                  <a:pt x="2001852" y="319075"/>
                  <a:pt x="1997665" y="322296"/>
                  <a:pt x="1992255" y="324679"/>
                </a:cubicBezTo>
                <a:cubicBezTo>
                  <a:pt x="1986845" y="327062"/>
                  <a:pt x="1980468" y="328221"/>
                  <a:pt x="1973255" y="328221"/>
                </a:cubicBezTo>
                <a:cubicBezTo>
                  <a:pt x="1966041" y="328221"/>
                  <a:pt x="1959085" y="326869"/>
                  <a:pt x="1953159" y="324164"/>
                </a:cubicBezTo>
                <a:lnTo>
                  <a:pt x="1953095" y="324099"/>
                </a:lnTo>
                <a:cubicBezTo>
                  <a:pt x="1947170" y="321394"/>
                  <a:pt x="1942468" y="317787"/>
                  <a:pt x="1938990" y="313150"/>
                </a:cubicBezTo>
                <a:cubicBezTo>
                  <a:pt x="1935512" y="308513"/>
                  <a:pt x="1933644" y="303424"/>
                  <a:pt x="1933322" y="297821"/>
                </a:cubicBezTo>
                <a:lnTo>
                  <a:pt x="1956509" y="297821"/>
                </a:lnTo>
                <a:cubicBezTo>
                  <a:pt x="1956959" y="301363"/>
                  <a:pt x="1958698" y="304262"/>
                  <a:pt x="1961661" y="306516"/>
                </a:cubicBezTo>
                <a:cubicBezTo>
                  <a:pt x="1964624" y="308770"/>
                  <a:pt x="1968424" y="309994"/>
                  <a:pt x="1972933" y="309994"/>
                </a:cubicBezTo>
                <a:cubicBezTo>
                  <a:pt x="1977441" y="309994"/>
                  <a:pt x="1980726" y="309092"/>
                  <a:pt x="1983238" y="307353"/>
                </a:cubicBezTo>
                <a:cubicBezTo>
                  <a:pt x="1985685" y="305614"/>
                  <a:pt x="1986973" y="303360"/>
                  <a:pt x="1986973" y="300590"/>
                </a:cubicBezTo>
                <a:cubicBezTo>
                  <a:pt x="1986973" y="297628"/>
                  <a:pt x="1985492" y="295373"/>
                  <a:pt x="1982465" y="293892"/>
                </a:cubicBezTo>
                <a:cubicBezTo>
                  <a:pt x="1979438" y="292411"/>
                  <a:pt x="1974672" y="290800"/>
                  <a:pt x="1968038" y="289061"/>
                </a:cubicBezTo>
                <a:cubicBezTo>
                  <a:pt x="1961210" y="287387"/>
                  <a:pt x="1955671" y="285712"/>
                  <a:pt x="1951356" y="283973"/>
                </a:cubicBezTo>
                <a:cubicBezTo>
                  <a:pt x="1947041" y="282234"/>
                  <a:pt x="1943305" y="279529"/>
                  <a:pt x="1940149" y="275922"/>
                </a:cubicBezTo>
                <a:cubicBezTo>
                  <a:pt x="1936993" y="272315"/>
                  <a:pt x="1935447" y="267421"/>
                  <a:pt x="1935447" y="261302"/>
                </a:cubicBezTo>
                <a:cubicBezTo>
                  <a:pt x="1935447" y="256278"/>
                  <a:pt x="1936929" y="251641"/>
                  <a:pt x="1939827" y="247454"/>
                </a:cubicBezTo>
                <a:cubicBezTo>
                  <a:pt x="1942725" y="243268"/>
                  <a:pt x="1946912" y="239983"/>
                  <a:pt x="1952322" y="237600"/>
                </a:cubicBezTo>
                <a:cubicBezTo>
                  <a:pt x="1957732" y="235217"/>
                  <a:pt x="1964173" y="233993"/>
                  <a:pt x="1971516" y="233993"/>
                </a:cubicBezTo>
                <a:close/>
                <a:moveTo>
                  <a:pt x="1684258" y="233993"/>
                </a:moveTo>
                <a:cubicBezTo>
                  <a:pt x="1691085" y="233993"/>
                  <a:pt x="1697011" y="235346"/>
                  <a:pt x="1702099" y="238115"/>
                </a:cubicBezTo>
                <a:cubicBezTo>
                  <a:pt x="1707187" y="240885"/>
                  <a:pt x="1711309" y="244298"/>
                  <a:pt x="1714337" y="248485"/>
                </a:cubicBezTo>
                <a:lnTo>
                  <a:pt x="1714337" y="235474"/>
                </a:lnTo>
                <a:lnTo>
                  <a:pt x="1737523" y="235474"/>
                </a:lnTo>
                <a:lnTo>
                  <a:pt x="1737523" y="326676"/>
                </a:lnTo>
                <a:lnTo>
                  <a:pt x="1714337" y="326676"/>
                </a:lnTo>
                <a:lnTo>
                  <a:pt x="1714337" y="313343"/>
                </a:lnTo>
                <a:cubicBezTo>
                  <a:pt x="1711374" y="317594"/>
                  <a:pt x="1707316" y="321136"/>
                  <a:pt x="1702099" y="323970"/>
                </a:cubicBezTo>
                <a:cubicBezTo>
                  <a:pt x="1696882" y="326740"/>
                  <a:pt x="1690892" y="328157"/>
                  <a:pt x="1684065" y="328157"/>
                </a:cubicBezTo>
                <a:cubicBezTo>
                  <a:pt x="1676400" y="328157"/>
                  <a:pt x="1669380" y="326160"/>
                  <a:pt x="1663068" y="322231"/>
                </a:cubicBezTo>
                <a:cubicBezTo>
                  <a:pt x="1656756" y="318303"/>
                  <a:pt x="1651732" y="312699"/>
                  <a:pt x="1648061" y="305550"/>
                </a:cubicBezTo>
                <a:cubicBezTo>
                  <a:pt x="1644390" y="298336"/>
                  <a:pt x="1642522" y="290092"/>
                  <a:pt x="1642522" y="280753"/>
                </a:cubicBezTo>
                <a:cubicBezTo>
                  <a:pt x="1642522" y="271414"/>
                  <a:pt x="1644390" y="263363"/>
                  <a:pt x="1648061" y="256214"/>
                </a:cubicBezTo>
                <a:lnTo>
                  <a:pt x="1648125" y="256214"/>
                </a:lnTo>
                <a:cubicBezTo>
                  <a:pt x="1651797" y="249064"/>
                  <a:pt x="1656820" y="243590"/>
                  <a:pt x="1663132" y="239725"/>
                </a:cubicBezTo>
                <a:cubicBezTo>
                  <a:pt x="1669444" y="235861"/>
                  <a:pt x="1676465" y="233993"/>
                  <a:pt x="1684258" y="233993"/>
                </a:cubicBezTo>
                <a:close/>
                <a:moveTo>
                  <a:pt x="1470102" y="233993"/>
                </a:moveTo>
                <a:cubicBezTo>
                  <a:pt x="1476929" y="233993"/>
                  <a:pt x="1482855" y="235346"/>
                  <a:pt x="1487943" y="238115"/>
                </a:cubicBezTo>
                <a:cubicBezTo>
                  <a:pt x="1493031" y="240885"/>
                  <a:pt x="1497153" y="244298"/>
                  <a:pt x="1500180" y="248485"/>
                </a:cubicBezTo>
                <a:lnTo>
                  <a:pt x="1500180" y="235474"/>
                </a:lnTo>
                <a:lnTo>
                  <a:pt x="1523367" y="235474"/>
                </a:lnTo>
                <a:lnTo>
                  <a:pt x="1523367" y="326676"/>
                </a:lnTo>
                <a:lnTo>
                  <a:pt x="1500180" y="326676"/>
                </a:lnTo>
                <a:lnTo>
                  <a:pt x="1500180" y="313343"/>
                </a:lnTo>
                <a:cubicBezTo>
                  <a:pt x="1497218" y="317594"/>
                  <a:pt x="1493160" y="321136"/>
                  <a:pt x="1487943" y="323970"/>
                </a:cubicBezTo>
                <a:cubicBezTo>
                  <a:pt x="1482726" y="326740"/>
                  <a:pt x="1476736" y="328157"/>
                  <a:pt x="1469909" y="328157"/>
                </a:cubicBezTo>
                <a:cubicBezTo>
                  <a:pt x="1462244" y="328157"/>
                  <a:pt x="1455224" y="326160"/>
                  <a:pt x="1448912" y="322231"/>
                </a:cubicBezTo>
                <a:cubicBezTo>
                  <a:pt x="1442600" y="318303"/>
                  <a:pt x="1437576" y="312699"/>
                  <a:pt x="1433905" y="305550"/>
                </a:cubicBezTo>
                <a:cubicBezTo>
                  <a:pt x="1430234" y="298336"/>
                  <a:pt x="1428366" y="290092"/>
                  <a:pt x="1428366" y="280753"/>
                </a:cubicBezTo>
                <a:cubicBezTo>
                  <a:pt x="1428366" y="271414"/>
                  <a:pt x="1430234" y="263363"/>
                  <a:pt x="1433905" y="256214"/>
                </a:cubicBezTo>
                <a:lnTo>
                  <a:pt x="1433969" y="256214"/>
                </a:lnTo>
                <a:cubicBezTo>
                  <a:pt x="1437641" y="249064"/>
                  <a:pt x="1442664" y="243590"/>
                  <a:pt x="1448976" y="239725"/>
                </a:cubicBezTo>
                <a:cubicBezTo>
                  <a:pt x="1455288" y="235861"/>
                  <a:pt x="1462309" y="233993"/>
                  <a:pt x="1470102" y="233993"/>
                </a:cubicBezTo>
                <a:close/>
                <a:moveTo>
                  <a:pt x="1240168" y="233993"/>
                </a:moveTo>
                <a:cubicBezTo>
                  <a:pt x="1251053" y="233993"/>
                  <a:pt x="1259683" y="236698"/>
                  <a:pt x="1266188" y="242173"/>
                </a:cubicBezTo>
                <a:cubicBezTo>
                  <a:pt x="1272629" y="247583"/>
                  <a:pt x="1276236" y="254925"/>
                  <a:pt x="1276880" y="264136"/>
                </a:cubicBezTo>
                <a:lnTo>
                  <a:pt x="1254853" y="264136"/>
                </a:lnTo>
                <a:cubicBezTo>
                  <a:pt x="1254531" y="260529"/>
                  <a:pt x="1252985" y="257631"/>
                  <a:pt x="1250344" y="255505"/>
                </a:cubicBezTo>
                <a:cubicBezTo>
                  <a:pt x="1247639" y="253380"/>
                  <a:pt x="1244032" y="252285"/>
                  <a:pt x="1239588" y="252285"/>
                </a:cubicBezTo>
                <a:cubicBezTo>
                  <a:pt x="1235402" y="252285"/>
                  <a:pt x="1232181" y="253058"/>
                  <a:pt x="1229927" y="254603"/>
                </a:cubicBezTo>
                <a:cubicBezTo>
                  <a:pt x="1227673" y="256149"/>
                  <a:pt x="1226578" y="258275"/>
                  <a:pt x="1226578" y="261044"/>
                </a:cubicBezTo>
                <a:cubicBezTo>
                  <a:pt x="1226578" y="264136"/>
                  <a:pt x="1228123" y="266454"/>
                  <a:pt x="1231215" y="268065"/>
                </a:cubicBezTo>
                <a:cubicBezTo>
                  <a:pt x="1234307" y="269675"/>
                  <a:pt x="1239073" y="271285"/>
                  <a:pt x="1245514" y="272895"/>
                </a:cubicBezTo>
                <a:cubicBezTo>
                  <a:pt x="1252083" y="274570"/>
                  <a:pt x="1257558" y="276244"/>
                  <a:pt x="1261809" y="277983"/>
                </a:cubicBezTo>
                <a:cubicBezTo>
                  <a:pt x="1266060" y="279722"/>
                  <a:pt x="1269795" y="282427"/>
                  <a:pt x="1272951" y="286163"/>
                </a:cubicBezTo>
                <a:cubicBezTo>
                  <a:pt x="1276107" y="289834"/>
                  <a:pt x="1277717" y="294665"/>
                  <a:pt x="1277782" y="300719"/>
                </a:cubicBezTo>
                <a:cubicBezTo>
                  <a:pt x="1277782" y="306001"/>
                  <a:pt x="1276300" y="310702"/>
                  <a:pt x="1273402" y="314889"/>
                </a:cubicBezTo>
                <a:cubicBezTo>
                  <a:pt x="1270504" y="319075"/>
                  <a:pt x="1266317" y="322296"/>
                  <a:pt x="1260907" y="324679"/>
                </a:cubicBezTo>
                <a:cubicBezTo>
                  <a:pt x="1255497" y="327062"/>
                  <a:pt x="1249120" y="328221"/>
                  <a:pt x="1241907" y="328221"/>
                </a:cubicBezTo>
                <a:cubicBezTo>
                  <a:pt x="1234693" y="328221"/>
                  <a:pt x="1227737" y="326869"/>
                  <a:pt x="1221812" y="324164"/>
                </a:cubicBezTo>
                <a:lnTo>
                  <a:pt x="1221747" y="324099"/>
                </a:lnTo>
                <a:cubicBezTo>
                  <a:pt x="1215822" y="321394"/>
                  <a:pt x="1211120" y="317787"/>
                  <a:pt x="1207642" y="313150"/>
                </a:cubicBezTo>
                <a:cubicBezTo>
                  <a:pt x="1204164" y="308513"/>
                  <a:pt x="1202296" y="303424"/>
                  <a:pt x="1201974" y="297821"/>
                </a:cubicBezTo>
                <a:lnTo>
                  <a:pt x="1225161" y="297821"/>
                </a:lnTo>
                <a:cubicBezTo>
                  <a:pt x="1225612" y="301363"/>
                  <a:pt x="1227351" y="304262"/>
                  <a:pt x="1230313" y="306516"/>
                </a:cubicBezTo>
                <a:cubicBezTo>
                  <a:pt x="1233276" y="308770"/>
                  <a:pt x="1237076" y="309994"/>
                  <a:pt x="1241585" y="309994"/>
                </a:cubicBezTo>
                <a:cubicBezTo>
                  <a:pt x="1246093" y="309994"/>
                  <a:pt x="1249378" y="309092"/>
                  <a:pt x="1251890" y="307353"/>
                </a:cubicBezTo>
                <a:cubicBezTo>
                  <a:pt x="1254337" y="305614"/>
                  <a:pt x="1255626" y="303360"/>
                  <a:pt x="1255626" y="300590"/>
                </a:cubicBezTo>
                <a:cubicBezTo>
                  <a:pt x="1255626" y="297628"/>
                  <a:pt x="1254144" y="295373"/>
                  <a:pt x="1251117" y="293892"/>
                </a:cubicBezTo>
                <a:cubicBezTo>
                  <a:pt x="1248090" y="292411"/>
                  <a:pt x="1243324" y="290800"/>
                  <a:pt x="1236690" y="289061"/>
                </a:cubicBezTo>
                <a:cubicBezTo>
                  <a:pt x="1229862" y="287387"/>
                  <a:pt x="1224323" y="285712"/>
                  <a:pt x="1220008" y="283973"/>
                </a:cubicBezTo>
                <a:cubicBezTo>
                  <a:pt x="1215693" y="282234"/>
                  <a:pt x="1211957" y="279529"/>
                  <a:pt x="1208801" y="275922"/>
                </a:cubicBezTo>
                <a:cubicBezTo>
                  <a:pt x="1205645" y="272315"/>
                  <a:pt x="1204099" y="267421"/>
                  <a:pt x="1204099" y="261302"/>
                </a:cubicBezTo>
                <a:cubicBezTo>
                  <a:pt x="1204099" y="256278"/>
                  <a:pt x="1205581" y="251641"/>
                  <a:pt x="1208479" y="247454"/>
                </a:cubicBezTo>
                <a:cubicBezTo>
                  <a:pt x="1211378" y="243268"/>
                  <a:pt x="1215564" y="239983"/>
                  <a:pt x="1220974" y="237600"/>
                </a:cubicBezTo>
                <a:cubicBezTo>
                  <a:pt x="1226385" y="235217"/>
                  <a:pt x="1232825" y="233993"/>
                  <a:pt x="1240168" y="233993"/>
                </a:cubicBezTo>
                <a:close/>
                <a:moveTo>
                  <a:pt x="910594" y="233993"/>
                </a:moveTo>
                <a:cubicBezTo>
                  <a:pt x="917421" y="233993"/>
                  <a:pt x="923347" y="235346"/>
                  <a:pt x="928435" y="238115"/>
                </a:cubicBezTo>
                <a:cubicBezTo>
                  <a:pt x="933523" y="240885"/>
                  <a:pt x="937645" y="244298"/>
                  <a:pt x="940673" y="248485"/>
                </a:cubicBezTo>
                <a:lnTo>
                  <a:pt x="940673" y="235474"/>
                </a:lnTo>
                <a:lnTo>
                  <a:pt x="963859" y="235474"/>
                </a:lnTo>
                <a:lnTo>
                  <a:pt x="963859" y="326675"/>
                </a:lnTo>
                <a:lnTo>
                  <a:pt x="940673" y="326675"/>
                </a:lnTo>
                <a:lnTo>
                  <a:pt x="940673" y="313343"/>
                </a:lnTo>
                <a:cubicBezTo>
                  <a:pt x="937710" y="317594"/>
                  <a:pt x="933652" y="321136"/>
                  <a:pt x="928435" y="323970"/>
                </a:cubicBezTo>
                <a:cubicBezTo>
                  <a:pt x="923218" y="326740"/>
                  <a:pt x="917228" y="328157"/>
                  <a:pt x="910401" y="328157"/>
                </a:cubicBezTo>
                <a:cubicBezTo>
                  <a:pt x="902736" y="328157"/>
                  <a:pt x="895716" y="326160"/>
                  <a:pt x="889404" y="322231"/>
                </a:cubicBezTo>
                <a:cubicBezTo>
                  <a:pt x="883092" y="318302"/>
                  <a:pt x="878068" y="312699"/>
                  <a:pt x="874397" y="305550"/>
                </a:cubicBezTo>
                <a:cubicBezTo>
                  <a:pt x="870726" y="298336"/>
                  <a:pt x="868858" y="290092"/>
                  <a:pt x="868858" y="280753"/>
                </a:cubicBezTo>
                <a:cubicBezTo>
                  <a:pt x="868858" y="271414"/>
                  <a:pt x="870726" y="263363"/>
                  <a:pt x="874397" y="256214"/>
                </a:cubicBezTo>
                <a:lnTo>
                  <a:pt x="874462" y="256214"/>
                </a:lnTo>
                <a:cubicBezTo>
                  <a:pt x="878133" y="249064"/>
                  <a:pt x="883156" y="243590"/>
                  <a:pt x="889469" y="239725"/>
                </a:cubicBezTo>
                <a:cubicBezTo>
                  <a:pt x="895780" y="235861"/>
                  <a:pt x="902801" y="233993"/>
                  <a:pt x="910594" y="233993"/>
                </a:cubicBezTo>
                <a:close/>
                <a:moveTo>
                  <a:pt x="493490" y="233993"/>
                </a:moveTo>
                <a:cubicBezTo>
                  <a:pt x="500317" y="233993"/>
                  <a:pt x="506243" y="235346"/>
                  <a:pt x="511331" y="238115"/>
                </a:cubicBezTo>
                <a:cubicBezTo>
                  <a:pt x="516419" y="240885"/>
                  <a:pt x="520541" y="244298"/>
                  <a:pt x="523568" y="248485"/>
                </a:cubicBezTo>
                <a:lnTo>
                  <a:pt x="523568" y="235474"/>
                </a:lnTo>
                <a:lnTo>
                  <a:pt x="546755" y="235474"/>
                </a:lnTo>
                <a:lnTo>
                  <a:pt x="546755" y="326675"/>
                </a:lnTo>
                <a:lnTo>
                  <a:pt x="523568" y="326675"/>
                </a:lnTo>
                <a:lnTo>
                  <a:pt x="523568" y="313343"/>
                </a:lnTo>
                <a:cubicBezTo>
                  <a:pt x="520606" y="317594"/>
                  <a:pt x="516548" y="321136"/>
                  <a:pt x="511331" y="323970"/>
                </a:cubicBezTo>
                <a:cubicBezTo>
                  <a:pt x="506114" y="326740"/>
                  <a:pt x="500124" y="328157"/>
                  <a:pt x="493297" y="328157"/>
                </a:cubicBezTo>
                <a:cubicBezTo>
                  <a:pt x="485632" y="328157"/>
                  <a:pt x="478612" y="326160"/>
                  <a:pt x="472300" y="322231"/>
                </a:cubicBezTo>
                <a:cubicBezTo>
                  <a:pt x="465988" y="318302"/>
                  <a:pt x="460964" y="312699"/>
                  <a:pt x="457293" y="305550"/>
                </a:cubicBezTo>
                <a:cubicBezTo>
                  <a:pt x="453622" y="298336"/>
                  <a:pt x="451754" y="290092"/>
                  <a:pt x="451754" y="280753"/>
                </a:cubicBezTo>
                <a:cubicBezTo>
                  <a:pt x="451754" y="271414"/>
                  <a:pt x="453622" y="263363"/>
                  <a:pt x="457293" y="256214"/>
                </a:cubicBezTo>
                <a:lnTo>
                  <a:pt x="457357" y="256214"/>
                </a:lnTo>
                <a:cubicBezTo>
                  <a:pt x="461029" y="249064"/>
                  <a:pt x="466052" y="243590"/>
                  <a:pt x="472364" y="239725"/>
                </a:cubicBezTo>
                <a:cubicBezTo>
                  <a:pt x="478676" y="235861"/>
                  <a:pt x="485697" y="233993"/>
                  <a:pt x="493490" y="233993"/>
                </a:cubicBezTo>
                <a:close/>
                <a:moveTo>
                  <a:pt x="270963" y="233993"/>
                </a:moveTo>
                <a:cubicBezTo>
                  <a:pt x="281848" y="233993"/>
                  <a:pt x="290478" y="236698"/>
                  <a:pt x="296983" y="242173"/>
                </a:cubicBezTo>
                <a:cubicBezTo>
                  <a:pt x="303424" y="247583"/>
                  <a:pt x="307031" y="254925"/>
                  <a:pt x="307675" y="264136"/>
                </a:cubicBezTo>
                <a:lnTo>
                  <a:pt x="285648" y="264136"/>
                </a:lnTo>
                <a:cubicBezTo>
                  <a:pt x="285326" y="260529"/>
                  <a:pt x="283780" y="257631"/>
                  <a:pt x="281139" y="255505"/>
                </a:cubicBezTo>
                <a:cubicBezTo>
                  <a:pt x="278434" y="253380"/>
                  <a:pt x="274827" y="252285"/>
                  <a:pt x="270383" y="252285"/>
                </a:cubicBezTo>
                <a:cubicBezTo>
                  <a:pt x="266197" y="252285"/>
                  <a:pt x="262976" y="253058"/>
                  <a:pt x="260722" y="254603"/>
                </a:cubicBezTo>
                <a:cubicBezTo>
                  <a:pt x="258468" y="256149"/>
                  <a:pt x="257373" y="258275"/>
                  <a:pt x="257373" y="261044"/>
                </a:cubicBezTo>
                <a:cubicBezTo>
                  <a:pt x="257373" y="264136"/>
                  <a:pt x="258918" y="266454"/>
                  <a:pt x="262010" y="268065"/>
                </a:cubicBezTo>
                <a:cubicBezTo>
                  <a:pt x="265102" y="269675"/>
                  <a:pt x="269868" y="271285"/>
                  <a:pt x="276309" y="272895"/>
                </a:cubicBezTo>
                <a:cubicBezTo>
                  <a:pt x="282878" y="274570"/>
                  <a:pt x="288353" y="276244"/>
                  <a:pt x="292604" y="277983"/>
                </a:cubicBezTo>
                <a:cubicBezTo>
                  <a:pt x="296855" y="279722"/>
                  <a:pt x="300590" y="282427"/>
                  <a:pt x="303746" y="286163"/>
                </a:cubicBezTo>
                <a:cubicBezTo>
                  <a:pt x="306902" y="289834"/>
                  <a:pt x="308512" y="294665"/>
                  <a:pt x="308577" y="300719"/>
                </a:cubicBezTo>
                <a:cubicBezTo>
                  <a:pt x="308577" y="306001"/>
                  <a:pt x="307095" y="310702"/>
                  <a:pt x="304197" y="314889"/>
                </a:cubicBezTo>
                <a:cubicBezTo>
                  <a:pt x="301299" y="319075"/>
                  <a:pt x="297112" y="322296"/>
                  <a:pt x="291702" y="324679"/>
                </a:cubicBezTo>
                <a:cubicBezTo>
                  <a:pt x="286292" y="327062"/>
                  <a:pt x="279915" y="328221"/>
                  <a:pt x="272702" y="328221"/>
                </a:cubicBezTo>
                <a:cubicBezTo>
                  <a:pt x="265488" y="328221"/>
                  <a:pt x="258532" y="326869"/>
                  <a:pt x="252607" y="324164"/>
                </a:cubicBezTo>
                <a:lnTo>
                  <a:pt x="252542" y="324099"/>
                </a:lnTo>
                <a:cubicBezTo>
                  <a:pt x="246617" y="321394"/>
                  <a:pt x="241915" y="317787"/>
                  <a:pt x="238437" y="313150"/>
                </a:cubicBezTo>
                <a:cubicBezTo>
                  <a:pt x="234959" y="308513"/>
                  <a:pt x="233091" y="303424"/>
                  <a:pt x="232769" y="297821"/>
                </a:cubicBezTo>
                <a:lnTo>
                  <a:pt x="255956" y="297821"/>
                </a:lnTo>
                <a:cubicBezTo>
                  <a:pt x="256407" y="301363"/>
                  <a:pt x="258146" y="304262"/>
                  <a:pt x="261108" y="306516"/>
                </a:cubicBezTo>
                <a:cubicBezTo>
                  <a:pt x="264071" y="308770"/>
                  <a:pt x="267871" y="309994"/>
                  <a:pt x="272380" y="309994"/>
                </a:cubicBezTo>
                <a:cubicBezTo>
                  <a:pt x="276888" y="309994"/>
                  <a:pt x="280173" y="309092"/>
                  <a:pt x="282685" y="307353"/>
                </a:cubicBezTo>
                <a:cubicBezTo>
                  <a:pt x="285132" y="305614"/>
                  <a:pt x="286421" y="303360"/>
                  <a:pt x="286421" y="300590"/>
                </a:cubicBezTo>
                <a:cubicBezTo>
                  <a:pt x="286421" y="297628"/>
                  <a:pt x="284939" y="295373"/>
                  <a:pt x="281912" y="293892"/>
                </a:cubicBezTo>
                <a:cubicBezTo>
                  <a:pt x="278885" y="292411"/>
                  <a:pt x="274119" y="290800"/>
                  <a:pt x="267485" y="289061"/>
                </a:cubicBezTo>
                <a:cubicBezTo>
                  <a:pt x="260657" y="287387"/>
                  <a:pt x="255118" y="285712"/>
                  <a:pt x="250803" y="283973"/>
                </a:cubicBezTo>
                <a:cubicBezTo>
                  <a:pt x="246488" y="282234"/>
                  <a:pt x="242752" y="279529"/>
                  <a:pt x="239596" y="275922"/>
                </a:cubicBezTo>
                <a:cubicBezTo>
                  <a:pt x="236440" y="272315"/>
                  <a:pt x="234894" y="267421"/>
                  <a:pt x="234894" y="261302"/>
                </a:cubicBezTo>
                <a:cubicBezTo>
                  <a:pt x="234894" y="256278"/>
                  <a:pt x="236376" y="251641"/>
                  <a:pt x="239274" y="247454"/>
                </a:cubicBezTo>
                <a:cubicBezTo>
                  <a:pt x="242173" y="243268"/>
                  <a:pt x="246359" y="239983"/>
                  <a:pt x="251769" y="237600"/>
                </a:cubicBezTo>
                <a:cubicBezTo>
                  <a:pt x="257179" y="235217"/>
                  <a:pt x="263620" y="233993"/>
                  <a:pt x="270963" y="233993"/>
                </a:cubicBezTo>
                <a:close/>
                <a:moveTo>
                  <a:pt x="161791" y="233993"/>
                </a:moveTo>
                <a:cubicBezTo>
                  <a:pt x="168618" y="233993"/>
                  <a:pt x="174544" y="235346"/>
                  <a:pt x="179632" y="238115"/>
                </a:cubicBezTo>
                <a:cubicBezTo>
                  <a:pt x="184720" y="240885"/>
                  <a:pt x="188842" y="244298"/>
                  <a:pt x="191869" y="248485"/>
                </a:cubicBezTo>
                <a:lnTo>
                  <a:pt x="191869" y="235474"/>
                </a:lnTo>
                <a:lnTo>
                  <a:pt x="215056" y="235474"/>
                </a:lnTo>
                <a:lnTo>
                  <a:pt x="215056" y="326676"/>
                </a:lnTo>
                <a:lnTo>
                  <a:pt x="191869" y="326676"/>
                </a:lnTo>
                <a:lnTo>
                  <a:pt x="191869" y="313343"/>
                </a:lnTo>
                <a:cubicBezTo>
                  <a:pt x="188907" y="317594"/>
                  <a:pt x="184849" y="321136"/>
                  <a:pt x="179632" y="323970"/>
                </a:cubicBezTo>
                <a:cubicBezTo>
                  <a:pt x="174415" y="326740"/>
                  <a:pt x="168425" y="328157"/>
                  <a:pt x="161598" y="328157"/>
                </a:cubicBezTo>
                <a:cubicBezTo>
                  <a:pt x="153933" y="328157"/>
                  <a:pt x="146913" y="326160"/>
                  <a:pt x="140601" y="322231"/>
                </a:cubicBezTo>
                <a:cubicBezTo>
                  <a:pt x="134289" y="318303"/>
                  <a:pt x="129265" y="312699"/>
                  <a:pt x="125594" y="305550"/>
                </a:cubicBezTo>
                <a:cubicBezTo>
                  <a:pt x="121923" y="298336"/>
                  <a:pt x="120055" y="290092"/>
                  <a:pt x="120055" y="280753"/>
                </a:cubicBezTo>
                <a:cubicBezTo>
                  <a:pt x="120055" y="271414"/>
                  <a:pt x="121923" y="263363"/>
                  <a:pt x="125594" y="256214"/>
                </a:cubicBezTo>
                <a:lnTo>
                  <a:pt x="125658" y="256214"/>
                </a:lnTo>
                <a:cubicBezTo>
                  <a:pt x="129330" y="249064"/>
                  <a:pt x="134353" y="243590"/>
                  <a:pt x="140665" y="239725"/>
                </a:cubicBezTo>
                <a:cubicBezTo>
                  <a:pt x="146977" y="235861"/>
                  <a:pt x="153998" y="233993"/>
                  <a:pt x="161791" y="233993"/>
                </a:cubicBezTo>
                <a:close/>
                <a:moveTo>
                  <a:pt x="2407748" y="233992"/>
                </a:moveTo>
                <a:cubicBezTo>
                  <a:pt x="2414575" y="233992"/>
                  <a:pt x="2420501" y="235345"/>
                  <a:pt x="2425589" y="238114"/>
                </a:cubicBezTo>
                <a:cubicBezTo>
                  <a:pt x="2430677" y="240884"/>
                  <a:pt x="2434799" y="244298"/>
                  <a:pt x="2437826" y="248484"/>
                </a:cubicBezTo>
                <a:lnTo>
                  <a:pt x="2437826" y="235474"/>
                </a:lnTo>
                <a:lnTo>
                  <a:pt x="2461013" y="235474"/>
                </a:lnTo>
                <a:lnTo>
                  <a:pt x="2461013" y="326675"/>
                </a:lnTo>
                <a:lnTo>
                  <a:pt x="2437826" y="326675"/>
                </a:lnTo>
                <a:lnTo>
                  <a:pt x="2437826" y="313342"/>
                </a:lnTo>
                <a:cubicBezTo>
                  <a:pt x="2434864" y="317593"/>
                  <a:pt x="2430806" y="321136"/>
                  <a:pt x="2425589" y="323970"/>
                </a:cubicBezTo>
                <a:cubicBezTo>
                  <a:pt x="2420372" y="326739"/>
                  <a:pt x="2414382" y="328156"/>
                  <a:pt x="2407555" y="328156"/>
                </a:cubicBezTo>
                <a:cubicBezTo>
                  <a:pt x="2399890" y="328156"/>
                  <a:pt x="2392870" y="326160"/>
                  <a:pt x="2386558" y="322231"/>
                </a:cubicBezTo>
                <a:cubicBezTo>
                  <a:pt x="2380246" y="318302"/>
                  <a:pt x="2375222" y="312698"/>
                  <a:pt x="2371551" y="305549"/>
                </a:cubicBezTo>
                <a:cubicBezTo>
                  <a:pt x="2367880" y="298336"/>
                  <a:pt x="2366012" y="290091"/>
                  <a:pt x="2366012" y="280752"/>
                </a:cubicBezTo>
                <a:cubicBezTo>
                  <a:pt x="2366012" y="271413"/>
                  <a:pt x="2367880" y="263362"/>
                  <a:pt x="2371551" y="256213"/>
                </a:cubicBezTo>
                <a:lnTo>
                  <a:pt x="2371615" y="256213"/>
                </a:lnTo>
                <a:cubicBezTo>
                  <a:pt x="2375287" y="249064"/>
                  <a:pt x="2380310" y="243589"/>
                  <a:pt x="2386622" y="239725"/>
                </a:cubicBezTo>
                <a:cubicBezTo>
                  <a:pt x="2392934" y="235860"/>
                  <a:pt x="2399955" y="233992"/>
                  <a:pt x="2407748" y="233992"/>
                </a:cubicBezTo>
                <a:close/>
                <a:moveTo>
                  <a:pt x="331055" y="212996"/>
                </a:moveTo>
                <a:lnTo>
                  <a:pt x="354242" y="212996"/>
                </a:lnTo>
                <a:lnTo>
                  <a:pt x="354242" y="235539"/>
                </a:lnTo>
                <a:lnTo>
                  <a:pt x="374659" y="235539"/>
                </a:lnTo>
                <a:lnTo>
                  <a:pt x="374659" y="254474"/>
                </a:lnTo>
                <a:lnTo>
                  <a:pt x="354242" y="254474"/>
                </a:lnTo>
                <a:lnTo>
                  <a:pt x="354242" y="298529"/>
                </a:lnTo>
                <a:cubicBezTo>
                  <a:pt x="354242" y="301621"/>
                  <a:pt x="355015" y="303811"/>
                  <a:pt x="356496" y="305228"/>
                </a:cubicBezTo>
                <a:cubicBezTo>
                  <a:pt x="357977" y="306580"/>
                  <a:pt x="360489" y="307289"/>
                  <a:pt x="363967" y="307289"/>
                </a:cubicBezTo>
                <a:lnTo>
                  <a:pt x="374659" y="307289"/>
                </a:lnTo>
                <a:lnTo>
                  <a:pt x="374659" y="326740"/>
                </a:lnTo>
                <a:lnTo>
                  <a:pt x="360167" y="326740"/>
                </a:lnTo>
                <a:cubicBezTo>
                  <a:pt x="340716" y="326740"/>
                  <a:pt x="331055" y="317272"/>
                  <a:pt x="331055" y="298400"/>
                </a:cubicBezTo>
                <a:lnTo>
                  <a:pt x="331055" y="254474"/>
                </a:lnTo>
                <a:lnTo>
                  <a:pt x="320170" y="254474"/>
                </a:lnTo>
                <a:lnTo>
                  <a:pt x="320170" y="235539"/>
                </a:lnTo>
                <a:lnTo>
                  <a:pt x="331055" y="235539"/>
                </a:lnTo>
                <a:close/>
                <a:moveTo>
                  <a:pt x="0" y="211772"/>
                </a:moveTo>
                <a:lnTo>
                  <a:pt x="24668" y="211772"/>
                </a:lnTo>
                <a:lnTo>
                  <a:pt x="56292" y="303102"/>
                </a:lnTo>
                <a:lnTo>
                  <a:pt x="87723" y="211772"/>
                </a:lnTo>
                <a:lnTo>
                  <a:pt x="112262" y="211772"/>
                </a:lnTo>
                <a:lnTo>
                  <a:pt x="70140" y="326675"/>
                </a:lnTo>
                <a:lnTo>
                  <a:pt x="42123" y="326675"/>
                </a:lnTo>
                <a:close/>
                <a:moveTo>
                  <a:pt x="608522" y="211643"/>
                </a:moveTo>
                <a:lnTo>
                  <a:pt x="631580" y="211643"/>
                </a:lnTo>
                <a:lnTo>
                  <a:pt x="683750" y="290671"/>
                </a:lnTo>
                <a:lnTo>
                  <a:pt x="683750" y="211643"/>
                </a:lnTo>
                <a:lnTo>
                  <a:pt x="706808" y="211643"/>
                </a:lnTo>
                <a:lnTo>
                  <a:pt x="706808" y="326675"/>
                </a:lnTo>
                <a:lnTo>
                  <a:pt x="683750" y="326675"/>
                </a:lnTo>
                <a:lnTo>
                  <a:pt x="631580" y="247840"/>
                </a:lnTo>
                <a:lnTo>
                  <a:pt x="631580" y="326675"/>
                </a:lnTo>
                <a:lnTo>
                  <a:pt x="608522" y="326675"/>
                </a:lnTo>
                <a:close/>
                <a:moveTo>
                  <a:pt x="2549316" y="204880"/>
                </a:moveTo>
                <a:lnTo>
                  <a:pt x="2572696" y="204880"/>
                </a:lnTo>
                <a:lnTo>
                  <a:pt x="2572696" y="326675"/>
                </a:lnTo>
                <a:lnTo>
                  <a:pt x="2549316" y="326675"/>
                </a:lnTo>
                <a:lnTo>
                  <a:pt x="2549316" y="313149"/>
                </a:lnTo>
                <a:cubicBezTo>
                  <a:pt x="2546482" y="317658"/>
                  <a:pt x="2542488" y="321264"/>
                  <a:pt x="2537271" y="324034"/>
                </a:cubicBezTo>
                <a:cubicBezTo>
                  <a:pt x="2532119" y="326803"/>
                  <a:pt x="2526129" y="328156"/>
                  <a:pt x="2519302" y="328156"/>
                </a:cubicBezTo>
                <a:cubicBezTo>
                  <a:pt x="2511637" y="328156"/>
                  <a:pt x="2504617" y="326159"/>
                  <a:pt x="2498241" y="322231"/>
                </a:cubicBezTo>
                <a:cubicBezTo>
                  <a:pt x="2491864" y="318302"/>
                  <a:pt x="2486840" y="312698"/>
                  <a:pt x="2483169" y="305549"/>
                </a:cubicBezTo>
                <a:cubicBezTo>
                  <a:pt x="2479498" y="298335"/>
                  <a:pt x="2477630" y="290091"/>
                  <a:pt x="2477630" y="280752"/>
                </a:cubicBezTo>
                <a:cubicBezTo>
                  <a:pt x="2477630" y="271413"/>
                  <a:pt x="2479498" y="263362"/>
                  <a:pt x="2483169" y="256213"/>
                </a:cubicBezTo>
                <a:lnTo>
                  <a:pt x="2483233" y="256213"/>
                </a:lnTo>
                <a:cubicBezTo>
                  <a:pt x="2486905" y="249064"/>
                  <a:pt x="2491928" y="243589"/>
                  <a:pt x="2498305" y="239724"/>
                </a:cubicBezTo>
                <a:cubicBezTo>
                  <a:pt x="2504681" y="235860"/>
                  <a:pt x="2511766" y="233992"/>
                  <a:pt x="2519559" y="233992"/>
                </a:cubicBezTo>
                <a:cubicBezTo>
                  <a:pt x="2525485" y="233992"/>
                  <a:pt x="2531153" y="235280"/>
                  <a:pt x="2536499" y="237857"/>
                </a:cubicBezTo>
                <a:cubicBezTo>
                  <a:pt x="2541844" y="240433"/>
                  <a:pt x="2546160" y="243847"/>
                  <a:pt x="2549316" y="248162"/>
                </a:cubicBezTo>
                <a:close/>
                <a:moveTo>
                  <a:pt x="1892359" y="204880"/>
                </a:moveTo>
                <a:lnTo>
                  <a:pt x="1915739" y="204880"/>
                </a:lnTo>
                <a:lnTo>
                  <a:pt x="1915739" y="326675"/>
                </a:lnTo>
                <a:lnTo>
                  <a:pt x="1892359" y="326675"/>
                </a:lnTo>
                <a:lnTo>
                  <a:pt x="1892359" y="313149"/>
                </a:lnTo>
                <a:cubicBezTo>
                  <a:pt x="1889525" y="317658"/>
                  <a:pt x="1885531" y="321264"/>
                  <a:pt x="1880314" y="324034"/>
                </a:cubicBezTo>
                <a:cubicBezTo>
                  <a:pt x="1875162" y="326803"/>
                  <a:pt x="1869172" y="328156"/>
                  <a:pt x="1862345" y="328156"/>
                </a:cubicBezTo>
                <a:cubicBezTo>
                  <a:pt x="1854680" y="328156"/>
                  <a:pt x="1847660" y="326159"/>
                  <a:pt x="1841284" y="322231"/>
                </a:cubicBezTo>
                <a:cubicBezTo>
                  <a:pt x="1834907" y="318302"/>
                  <a:pt x="1829883" y="312698"/>
                  <a:pt x="1826212" y="305549"/>
                </a:cubicBezTo>
                <a:cubicBezTo>
                  <a:pt x="1822541" y="298335"/>
                  <a:pt x="1820673" y="290091"/>
                  <a:pt x="1820673" y="280752"/>
                </a:cubicBezTo>
                <a:cubicBezTo>
                  <a:pt x="1820673" y="271413"/>
                  <a:pt x="1822541" y="263362"/>
                  <a:pt x="1826212" y="256213"/>
                </a:cubicBezTo>
                <a:lnTo>
                  <a:pt x="1826276" y="256213"/>
                </a:lnTo>
                <a:cubicBezTo>
                  <a:pt x="1829948" y="249064"/>
                  <a:pt x="1834971" y="243589"/>
                  <a:pt x="1841348" y="239724"/>
                </a:cubicBezTo>
                <a:cubicBezTo>
                  <a:pt x="1847724" y="235860"/>
                  <a:pt x="1854809" y="233992"/>
                  <a:pt x="1862602" y="233992"/>
                </a:cubicBezTo>
                <a:cubicBezTo>
                  <a:pt x="1868528" y="233992"/>
                  <a:pt x="1874196" y="235280"/>
                  <a:pt x="1879542" y="237857"/>
                </a:cubicBezTo>
                <a:cubicBezTo>
                  <a:pt x="1884887" y="240433"/>
                  <a:pt x="1889203" y="243847"/>
                  <a:pt x="1892359" y="248162"/>
                </a:cubicBezTo>
                <a:close/>
                <a:moveTo>
                  <a:pt x="1161011" y="204880"/>
                </a:moveTo>
                <a:lnTo>
                  <a:pt x="1184391" y="204880"/>
                </a:lnTo>
                <a:lnTo>
                  <a:pt x="1184391" y="326675"/>
                </a:lnTo>
                <a:lnTo>
                  <a:pt x="1161011" y="326675"/>
                </a:lnTo>
                <a:lnTo>
                  <a:pt x="1161011" y="313149"/>
                </a:lnTo>
                <a:cubicBezTo>
                  <a:pt x="1158177" y="317658"/>
                  <a:pt x="1154183" y="321264"/>
                  <a:pt x="1148966" y="324034"/>
                </a:cubicBezTo>
                <a:cubicBezTo>
                  <a:pt x="1143814" y="326803"/>
                  <a:pt x="1137824" y="328156"/>
                  <a:pt x="1130997" y="328156"/>
                </a:cubicBezTo>
                <a:cubicBezTo>
                  <a:pt x="1123332" y="328156"/>
                  <a:pt x="1116312" y="326159"/>
                  <a:pt x="1109935" y="322231"/>
                </a:cubicBezTo>
                <a:cubicBezTo>
                  <a:pt x="1103559" y="318302"/>
                  <a:pt x="1098535" y="312698"/>
                  <a:pt x="1094864" y="305549"/>
                </a:cubicBezTo>
                <a:cubicBezTo>
                  <a:pt x="1091193" y="298335"/>
                  <a:pt x="1089325" y="290091"/>
                  <a:pt x="1089325" y="280752"/>
                </a:cubicBezTo>
                <a:cubicBezTo>
                  <a:pt x="1089325" y="271413"/>
                  <a:pt x="1091193" y="263362"/>
                  <a:pt x="1094864" y="256213"/>
                </a:cubicBezTo>
                <a:lnTo>
                  <a:pt x="1094928" y="256213"/>
                </a:lnTo>
                <a:cubicBezTo>
                  <a:pt x="1098600" y="249064"/>
                  <a:pt x="1103623" y="243589"/>
                  <a:pt x="1110000" y="239724"/>
                </a:cubicBezTo>
                <a:cubicBezTo>
                  <a:pt x="1116376" y="235860"/>
                  <a:pt x="1123461" y="233992"/>
                  <a:pt x="1131254" y="233992"/>
                </a:cubicBezTo>
                <a:cubicBezTo>
                  <a:pt x="1137180" y="233992"/>
                  <a:pt x="1142848" y="235280"/>
                  <a:pt x="1148194" y="237857"/>
                </a:cubicBezTo>
                <a:cubicBezTo>
                  <a:pt x="1153539" y="240433"/>
                  <a:pt x="1157855" y="243847"/>
                  <a:pt x="1161011" y="248162"/>
                </a:cubicBezTo>
                <a:close/>
                <a:moveTo>
                  <a:pt x="1545975" y="204816"/>
                </a:moveTo>
                <a:lnTo>
                  <a:pt x="1569033" y="204816"/>
                </a:lnTo>
                <a:lnTo>
                  <a:pt x="1569033" y="326611"/>
                </a:lnTo>
                <a:lnTo>
                  <a:pt x="1545975" y="326611"/>
                </a:lnTo>
                <a:close/>
                <a:moveTo>
                  <a:pt x="829118" y="204816"/>
                </a:moveTo>
                <a:lnTo>
                  <a:pt x="852176" y="204816"/>
                </a:lnTo>
                <a:lnTo>
                  <a:pt x="852176" y="326611"/>
                </a:lnTo>
                <a:lnTo>
                  <a:pt x="829118" y="326611"/>
                </a:lnTo>
                <a:close/>
                <a:moveTo>
                  <a:pt x="1708475" y="202691"/>
                </a:moveTo>
                <a:cubicBezTo>
                  <a:pt x="1711567" y="202691"/>
                  <a:pt x="1714143" y="203786"/>
                  <a:pt x="1716269" y="205911"/>
                </a:cubicBezTo>
                <a:cubicBezTo>
                  <a:pt x="1718394" y="208037"/>
                  <a:pt x="1719489" y="210678"/>
                  <a:pt x="1719489" y="213705"/>
                </a:cubicBezTo>
                <a:cubicBezTo>
                  <a:pt x="1719489" y="216732"/>
                  <a:pt x="1718394" y="219373"/>
                  <a:pt x="1716269" y="221434"/>
                </a:cubicBezTo>
                <a:cubicBezTo>
                  <a:pt x="1714143" y="223495"/>
                  <a:pt x="1711503" y="224590"/>
                  <a:pt x="1708475" y="224590"/>
                </a:cubicBezTo>
                <a:cubicBezTo>
                  <a:pt x="1705448" y="224590"/>
                  <a:pt x="1702808" y="223559"/>
                  <a:pt x="1700746" y="221434"/>
                </a:cubicBezTo>
                <a:cubicBezTo>
                  <a:pt x="1698685" y="219373"/>
                  <a:pt x="1697591" y="216796"/>
                  <a:pt x="1697591" y="213705"/>
                </a:cubicBezTo>
                <a:cubicBezTo>
                  <a:pt x="1697591" y="210613"/>
                  <a:pt x="1698621" y="208037"/>
                  <a:pt x="1700746" y="205911"/>
                </a:cubicBezTo>
                <a:cubicBezTo>
                  <a:pt x="1702872" y="203786"/>
                  <a:pt x="1705384" y="202691"/>
                  <a:pt x="1708475" y="202691"/>
                </a:cubicBezTo>
                <a:close/>
                <a:moveTo>
                  <a:pt x="1678011" y="202691"/>
                </a:moveTo>
                <a:cubicBezTo>
                  <a:pt x="1681102" y="202691"/>
                  <a:pt x="1683678" y="203786"/>
                  <a:pt x="1685804" y="205911"/>
                </a:cubicBezTo>
                <a:cubicBezTo>
                  <a:pt x="1687929" y="208037"/>
                  <a:pt x="1689024" y="210678"/>
                  <a:pt x="1689024" y="213705"/>
                </a:cubicBezTo>
                <a:cubicBezTo>
                  <a:pt x="1689024" y="216732"/>
                  <a:pt x="1687929" y="219373"/>
                  <a:pt x="1685804" y="221434"/>
                </a:cubicBezTo>
                <a:cubicBezTo>
                  <a:pt x="1683678" y="223495"/>
                  <a:pt x="1681038" y="224590"/>
                  <a:pt x="1678011" y="224590"/>
                </a:cubicBezTo>
                <a:cubicBezTo>
                  <a:pt x="1674983" y="224590"/>
                  <a:pt x="1672343" y="223559"/>
                  <a:pt x="1670282" y="221434"/>
                </a:cubicBezTo>
                <a:cubicBezTo>
                  <a:pt x="1668221" y="219373"/>
                  <a:pt x="1667126" y="216796"/>
                  <a:pt x="1667126" y="213705"/>
                </a:cubicBezTo>
                <a:cubicBezTo>
                  <a:pt x="1667126" y="210613"/>
                  <a:pt x="1668156" y="208037"/>
                  <a:pt x="1670282" y="205911"/>
                </a:cubicBezTo>
                <a:cubicBezTo>
                  <a:pt x="1672343" y="203786"/>
                  <a:pt x="1674919" y="202691"/>
                  <a:pt x="1678011" y="202691"/>
                </a:cubicBezTo>
                <a:close/>
                <a:moveTo>
                  <a:pt x="1494319" y="202691"/>
                </a:moveTo>
                <a:cubicBezTo>
                  <a:pt x="1497411" y="202691"/>
                  <a:pt x="1499987" y="203786"/>
                  <a:pt x="1502113" y="205911"/>
                </a:cubicBezTo>
                <a:cubicBezTo>
                  <a:pt x="1504238" y="208037"/>
                  <a:pt x="1505333" y="210678"/>
                  <a:pt x="1505333" y="213705"/>
                </a:cubicBezTo>
                <a:cubicBezTo>
                  <a:pt x="1505333" y="216732"/>
                  <a:pt x="1504238" y="219373"/>
                  <a:pt x="1502113" y="221434"/>
                </a:cubicBezTo>
                <a:cubicBezTo>
                  <a:pt x="1499987" y="223495"/>
                  <a:pt x="1497346" y="224590"/>
                  <a:pt x="1494319" y="224590"/>
                </a:cubicBezTo>
                <a:cubicBezTo>
                  <a:pt x="1491292" y="224590"/>
                  <a:pt x="1488652" y="223559"/>
                  <a:pt x="1486590" y="221434"/>
                </a:cubicBezTo>
                <a:cubicBezTo>
                  <a:pt x="1484529" y="219373"/>
                  <a:pt x="1483435" y="216796"/>
                  <a:pt x="1483435" y="213705"/>
                </a:cubicBezTo>
                <a:cubicBezTo>
                  <a:pt x="1483435" y="210613"/>
                  <a:pt x="1484465" y="208037"/>
                  <a:pt x="1486590" y="205911"/>
                </a:cubicBezTo>
                <a:cubicBezTo>
                  <a:pt x="1488716" y="203786"/>
                  <a:pt x="1491228" y="202691"/>
                  <a:pt x="1494319" y="202691"/>
                </a:cubicBezTo>
                <a:close/>
                <a:moveTo>
                  <a:pt x="1463855" y="202691"/>
                </a:moveTo>
                <a:cubicBezTo>
                  <a:pt x="1466946" y="202691"/>
                  <a:pt x="1469522" y="203786"/>
                  <a:pt x="1471648" y="205911"/>
                </a:cubicBezTo>
                <a:cubicBezTo>
                  <a:pt x="1473773" y="208037"/>
                  <a:pt x="1474868" y="210678"/>
                  <a:pt x="1474868" y="213705"/>
                </a:cubicBezTo>
                <a:cubicBezTo>
                  <a:pt x="1474868" y="216732"/>
                  <a:pt x="1473773" y="219373"/>
                  <a:pt x="1471648" y="221434"/>
                </a:cubicBezTo>
                <a:cubicBezTo>
                  <a:pt x="1469522" y="223495"/>
                  <a:pt x="1466882" y="224590"/>
                  <a:pt x="1463855" y="224590"/>
                </a:cubicBezTo>
                <a:cubicBezTo>
                  <a:pt x="1460827" y="224590"/>
                  <a:pt x="1458187" y="223559"/>
                  <a:pt x="1456126" y="221434"/>
                </a:cubicBezTo>
                <a:cubicBezTo>
                  <a:pt x="1454065" y="219373"/>
                  <a:pt x="1452970" y="216796"/>
                  <a:pt x="1452970" y="213705"/>
                </a:cubicBezTo>
                <a:cubicBezTo>
                  <a:pt x="1452970" y="210613"/>
                  <a:pt x="1454000" y="208037"/>
                  <a:pt x="1456126" y="205911"/>
                </a:cubicBezTo>
                <a:cubicBezTo>
                  <a:pt x="1458187" y="203786"/>
                  <a:pt x="1460763" y="202691"/>
                  <a:pt x="1463855" y="202691"/>
                </a:cubicBezTo>
                <a:close/>
                <a:moveTo>
                  <a:pt x="186008" y="202691"/>
                </a:moveTo>
                <a:cubicBezTo>
                  <a:pt x="189100" y="202691"/>
                  <a:pt x="191676" y="203786"/>
                  <a:pt x="193802" y="205911"/>
                </a:cubicBezTo>
                <a:cubicBezTo>
                  <a:pt x="195927" y="208037"/>
                  <a:pt x="197022" y="210678"/>
                  <a:pt x="197022" y="213705"/>
                </a:cubicBezTo>
                <a:cubicBezTo>
                  <a:pt x="197022" y="216732"/>
                  <a:pt x="195927" y="219373"/>
                  <a:pt x="193802" y="221434"/>
                </a:cubicBezTo>
                <a:cubicBezTo>
                  <a:pt x="191676" y="223495"/>
                  <a:pt x="189036" y="224590"/>
                  <a:pt x="186008" y="224590"/>
                </a:cubicBezTo>
                <a:cubicBezTo>
                  <a:pt x="182981" y="224590"/>
                  <a:pt x="180341" y="223559"/>
                  <a:pt x="178279" y="221434"/>
                </a:cubicBezTo>
                <a:cubicBezTo>
                  <a:pt x="176218" y="219373"/>
                  <a:pt x="175123" y="216796"/>
                  <a:pt x="175123" y="213705"/>
                </a:cubicBezTo>
                <a:cubicBezTo>
                  <a:pt x="175123" y="210613"/>
                  <a:pt x="176154" y="208037"/>
                  <a:pt x="178279" y="205911"/>
                </a:cubicBezTo>
                <a:cubicBezTo>
                  <a:pt x="180405" y="203786"/>
                  <a:pt x="182917" y="202691"/>
                  <a:pt x="186008" y="202691"/>
                </a:cubicBezTo>
                <a:close/>
                <a:moveTo>
                  <a:pt x="155544" y="202691"/>
                </a:moveTo>
                <a:cubicBezTo>
                  <a:pt x="158635" y="202691"/>
                  <a:pt x="161211" y="203786"/>
                  <a:pt x="163337" y="205911"/>
                </a:cubicBezTo>
                <a:cubicBezTo>
                  <a:pt x="165462" y="208037"/>
                  <a:pt x="166557" y="210678"/>
                  <a:pt x="166557" y="213705"/>
                </a:cubicBezTo>
                <a:cubicBezTo>
                  <a:pt x="166557" y="216732"/>
                  <a:pt x="165462" y="219373"/>
                  <a:pt x="163337" y="221434"/>
                </a:cubicBezTo>
                <a:cubicBezTo>
                  <a:pt x="161211" y="223495"/>
                  <a:pt x="158571" y="224590"/>
                  <a:pt x="155544" y="224590"/>
                </a:cubicBezTo>
                <a:cubicBezTo>
                  <a:pt x="152516" y="224590"/>
                  <a:pt x="149876" y="223559"/>
                  <a:pt x="147815" y="221434"/>
                </a:cubicBezTo>
                <a:cubicBezTo>
                  <a:pt x="145754" y="219373"/>
                  <a:pt x="144659" y="216796"/>
                  <a:pt x="144659" y="213705"/>
                </a:cubicBezTo>
                <a:cubicBezTo>
                  <a:pt x="144659" y="210613"/>
                  <a:pt x="145689" y="208037"/>
                  <a:pt x="147815" y="205911"/>
                </a:cubicBezTo>
                <a:cubicBezTo>
                  <a:pt x="149876" y="203786"/>
                  <a:pt x="152452" y="202691"/>
                  <a:pt x="155544" y="202691"/>
                </a:cubicBezTo>
                <a:close/>
                <a:moveTo>
                  <a:pt x="2416765" y="200372"/>
                </a:moveTo>
                <a:cubicBezTo>
                  <a:pt x="2414575" y="200372"/>
                  <a:pt x="2412707" y="201080"/>
                  <a:pt x="2411162" y="202562"/>
                </a:cubicBezTo>
                <a:cubicBezTo>
                  <a:pt x="2409616" y="204043"/>
                  <a:pt x="2408843" y="206040"/>
                  <a:pt x="2408843" y="208551"/>
                </a:cubicBezTo>
                <a:cubicBezTo>
                  <a:pt x="2408843" y="210870"/>
                  <a:pt x="2409616" y="212802"/>
                  <a:pt x="2411162" y="214412"/>
                </a:cubicBezTo>
                <a:cubicBezTo>
                  <a:pt x="2412707" y="216023"/>
                  <a:pt x="2414575" y="216796"/>
                  <a:pt x="2416765" y="216796"/>
                </a:cubicBezTo>
                <a:cubicBezTo>
                  <a:pt x="2418955" y="216796"/>
                  <a:pt x="2420823" y="216023"/>
                  <a:pt x="2422369" y="214412"/>
                </a:cubicBezTo>
                <a:cubicBezTo>
                  <a:pt x="2423914" y="212802"/>
                  <a:pt x="2424687" y="210870"/>
                  <a:pt x="2424687" y="208551"/>
                </a:cubicBezTo>
                <a:cubicBezTo>
                  <a:pt x="2424687" y="206040"/>
                  <a:pt x="2423914" y="204043"/>
                  <a:pt x="2422369" y="202562"/>
                </a:cubicBezTo>
                <a:cubicBezTo>
                  <a:pt x="2420823" y="201080"/>
                  <a:pt x="2418955" y="200372"/>
                  <a:pt x="2416765" y="200372"/>
                </a:cubicBezTo>
                <a:close/>
                <a:moveTo>
                  <a:pt x="1632538" y="198762"/>
                </a:moveTo>
                <a:lnTo>
                  <a:pt x="1632538" y="218213"/>
                </a:lnTo>
                <a:cubicBezTo>
                  <a:pt x="1626935" y="218084"/>
                  <a:pt x="1623070" y="219050"/>
                  <a:pt x="1620880" y="220983"/>
                </a:cubicBezTo>
                <a:cubicBezTo>
                  <a:pt x="1618691" y="222915"/>
                  <a:pt x="1617596" y="226522"/>
                  <a:pt x="1617596" y="231674"/>
                </a:cubicBezTo>
                <a:lnTo>
                  <a:pt x="1617596" y="235474"/>
                </a:lnTo>
                <a:lnTo>
                  <a:pt x="1633569" y="235474"/>
                </a:lnTo>
                <a:lnTo>
                  <a:pt x="1633569" y="254410"/>
                </a:lnTo>
                <a:lnTo>
                  <a:pt x="1617596" y="254410"/>
                </a:lnTo>
                <a:lnTo>
                  <a:pt x="1617596" y="326675"/>
                </a:lnTo>
                <a:lnTo>
                  <a:pt x="1594216" y="326675"/>
                </a:lnTo>
                <a:lnTo>
                  <a:pt x="1594216" y="254410"/>
                </a:lnTo>
                <a:lnTo>
                  <a:pt x="1583846" y="254410"/>
                </a:lnTo>
                <a:lnTo>
                  <a:pt x="1583846" y="235474"/>
                </a:lnTo>
                <a:lnTo>
                  <a:pt x="1594216" y="235474"/>
                </a:lnTo>
                <a:lnTo>
                  <a:pt x="1594216" y="230837"/>
                </a:lnTo>
                <a:cubicBezTo>
                  <a:pt x="1594216" y="219630"/>
                  <a:pt x="1597372" y="211386"/>
                  <a:pt x="1603748" y="206169"/>
                </a:cubicBezTo>
                <a:cubicBezTo>
                  <a:pt x="1610124" y="200888"/>
                  <a:pt x="1619721" y="198440"/>
                  <a:pt x="1632538" y="198762"/>
                </a:cubicBezTo>
                <a:close/>
                <a:moveTo>
                  <a:pt x="2416829" y="189680"/>
                </a:moveTo>
                <a:cubicBezTo>
                  <a:pt x="2422175" y="189680"/>
                  <a:pt x="2426877" y="191419"/>
                  <a:pt x="2430548" y="194897"/>
                </a:cubicBezTo>
                <a:cubicBezTo>
                  <a:pt x="2434220" y="198375"/>
                  <a:pt x="2436087" y="202948"/>
                  <a:pt x="2436087" y="208616"/>
                </a:cubicBezTo>
                <a:cubicBezTo>
                  <a:pt x="2436087" y="214284"/>
                  <a:pt x="2434220" y="218921"/>
                  <a:pt x="2430548" y="222335"/>
                </a:cubicBezTo>
                <a:cubicBezTo>
                  <a:pt x="2426877" y="225813"/>
                  <a:pt x="2422304" y="227552"/>
                  <a:pt x="2416829" y="227552"/>
                </a:cubicBezTo>
                <a:cubicBezTo>
                  <a:pt x="2411355" y="227552"/>
                  <a:pt x="2406911" y="225813"/>
                  <a:pt x="2403175" y="222335"/>
                </a:cubicBezTo>
                <a:cubicBezTo>
                  <a:pt x="2399440" y="218857"/>
                  <a:pt x="2397572" y="214284"/>
                  <a:pt x="2397572" y="208616"/>
                </a:cubicBezTo>
                <a:cubicBezTo>
                  <a:pt x="2397572" y="202948"/>
                  <a:pt x="2399440" y="198311"/>
                  <a:pt x="2403175" y="194897"/>
                </a:cubicBezTo>
                <a:cubicBezTo>
                  <a:pt x="2406911" y="191483"/>
                  <a:pt x="2411484" y="189680"/>
                  <a:pt x="2416829" y="189680"/>
                </a:cubicBezTo>
                <a:close/>
                <a:moveTo>
                  <a:pt x="440806" y="60672"/>
                </a:moveTo>
                <a:lnTo>
                  <a:pt x="510623" y="60672"/>
                </a:lnTo>
                <a:lnTo>
                  <a:pt x="510623" y="80123"/>
                </a:lnTo>
                <a:lnTo>
                  <a:pt x="440806" y="80123"/>
                </a:lnTo>
                <a:close/>
                <a:moveTo>
                  <a:pt x="2596720" y="56679"/>
                </a:moveTo>
                <a:cubicBezTo>
                  <a:pt x="2592404" y="56679"/>
                  <a:pt x="2588476" y="57709"/>
                  <a:pt x="2584869" y="59835"/>
                </a:cubicBezTo>
                <a:cubicBezTo>
                  <a:pt x="2581262" y="61896"/>
                  <a:pt x="2578299" y="64988"/>
                  <a:pt x="2576045" y="68981"/>
                </a:cubicBezTo>
                <a:cubicBezTo>
                  <a:pt x="2573790" y="72974"/>
                  <a:pt x="2572696" y="77740"/>
                  <a:pt x="2572696" y="83215"/>
                </a:cubicBezTo>
                <a:cubicBezTo>
                  <a:pt x="2572696" y="88690"/>
                  <a:pt x="2573790" y="93520"/>
                  <a:pt x="2576045" y="97642"/>
                </a:cubicBezTo>
                <a:cubicBezTo>
                  <a:pt x="2578299" y="101764"/>
                  <a:pt x="2581262" y="104920"/>
                  <a:pt x="2584933" y="107110"/>
                </a:cubicBezTo>
                <a:cubicBezTo>
                  <a:pt x="2588604" y="109300"/>
                  <a:pt x="2592533" y="110395"/>
                  <a:pt x="2596720" y="110395"/>
                </a:cubicBezTo>
                <a:cubicBezTo>
                  <a:pt x="2600906" y="110395"/>
                  <a:pt x="2605028" y="109300"/>
                  <a:pt x="2608764" y="107174"/>
                </a:cubicBezTo>
                <a:cubicBezTo>
                  <a:pt x="2612500" y="105049"/>
                  <a:pt x="2615462" y="101957"/>
                  <a:pt x="2617652" y="97964"/>
                </a:cubicBezTo>
                <a:cubicBezTo>
                  <a:pt x="2619842" y="93971"/>
                  <a:pt x="2620937" y="89140"/>
                  <a:pt x="2620937" y="83537"/>
                </a:cubicBezTo>
                <a:cubicBezTo>
                  <a:pt x="2620937" y="77933"/>
                  <a:pt x="2619842" y="73167"/>
                  <a:pt x="2617652" y="69110"/>
                </a:cubicBezTo>
                <a:cubicBezTo>
                  <a:pt x="2615462" y="65116"/>
                  <a:pt x="2612500" y="62025"/>
                  <a:pt x="2608764" y="59899"/>
                </a:cubicBezTo>
                <a:cubicBezTo>
                  <a:pt x="2605028" y="57774"/>
                  <a:pt x="2601035" y="56679"/>
                  <a:pt x="2596720" y="56679"/>
                </a:cubicBezTo>
                <a:close/>
                <a:moveTo>
                  <a:pt x="1407756" y="56679"/>
                </a:moveTo>
                <a:cubicBezTo>
                  <a:pt x="1403440" y="56679"/>
                  <a:pt x="1399511" y="57709"/>
                  <a:pt x="1395905" y="59835"/>
                </a:cubicBezTo>
                <a:cubicBezTo>
                  <a:pt x="1392298" y="61896"/>
                  <a:pt x="1389335" y="64988"/>
                  <a:pt x="1387081" y="68981"/>
                </a:cubicBezTo>
                <a:cubicBezTo>
                  <a:pt x="1384826" y="72974"/>
                  <a:pt x="1383732" y="77740"/>
                  <a:pt x="1383732" y="83215"/>
                </a:cubicBezTo>
                <a:cubicBezTo>
                  <a:pt x="1383732" y="88690"/>
                  <a:pt x="1384826" y="93520"/>
                  <a:pt x="1387081" y="97642"/>
                </a:cubicBezTo>
                <a:cubicBezTo>
                  <a:pt x="1389335" y="101764"/>
                  <a:pt x="1392298" y="104920"/>
                  <a:pt x="1395969" y="107110"/>
                </a:cubicBezTo>
                <a:cubicBezTo>
                  <a:pt x="1399640" y="109300"/>
                  <a:pt x="1403569" y="110395"/>
                  <a:pt x="1407756" y="110395"/>
                </a:cubicBezTo>
                <a:cubicBezTo>
                  <a:pt x="1411942" y="110395"/>
                  <a:pt x="1416064" y="109300"/>
                  <a:pt x="1419800" y="107174"/>
                </a:cubicBezTo>
                <a:cubicBezTo>
                  <a:pt x="1423536" y="105049"/>
                  <a:pt x="1426498" y="101957"/>
                  <a:pt x="1428688" y="97964"/>
                </a:cubicBezTo>
                <a:cubicBezTo>
                  <a:pt x="1430878" y="93971"/>
                  <a:pt x="1431973" y="89140"/>
                  <a:pt x="1431973" y="83537"/>
                </a:cubicBezTo>
                <a:cubicBezTo>
                  <a:pt x="1431973" y="77933"/>
                  <a:pt x="1430878" y="73167"/>
                  <a:pt x="1428688" y="69110"/>
                </a:cubicBezTo>
                <a:cubicBezTo>
                  <a:pt x="1426498" y="65116"/>
                  <a:pt x="1423536" y="62025"/>
                  <a:pt x="1419800" y="59899"/>
                </a:cubicBezTo>
                <a:cubicBezTo>
                  <a:pt x="1416064" y="57774"/>
                  <a:pt x="1412071" y="56679"/>
                  <a:pt x="1407756" y="56679"/>
                </a:cubicBezTo>
                <a:close/>
                <a:moveTo>
                  <a:pt x="1296138" y="56679"/>
                </a:moveTo>
                <a:cubicBezTo>
                  <a:pt x="1291822" y="56679"/>
                  <a:pt x="1287894" y="57709"/>
                  <a:pt x="1284287" y="59835"/>
                </a:cubicBezTo>
                <a:cubicBezTo>
                  <a:pt x="1280680" y="61896"/>
                  <a:pt x="1277717" y="64988"/>
                  <a:pt x="1275463" y="68981"/>
                </a:cubicBezTo>
                <a:cubicBezTo>
                  <a:pt x="1273208" y="72974"/>
                  <a:pt x="1272114" y="77740"/>
                  <a:pt x="1272114" y="83215"/>
                </a:cubicBezTo>
                <a:cubicBezTo>
                  <a:pt x="1272114" y="88690"/>
                  <a:pt x="1273208" y="93520"/>
                  <a:pt x="1275463" y="97642"/>
                </a:cubicBezTo>
                <a:cubicBezTo>
                  <a:pt x="1277717" y="101764"/>
                  <a:pt x="1280680" y="104920"/>
                  <a:pt x="1284351" y="107110"/>
                </a:cubicBezTo>
                <a:cubicBezTo>
                  <a:pt x="1288022" y="109300"/>
                  <a:pt x="1291951" y="110395"/>
                  <a:pt x="1296138" y="110395"/>
                </a:cubicBezTo>
                <a:cubicBezTo>
                  <a:pt x="1300324" y="110395"/>
                  <a:pt x="1304446" y="109300"/>
                  <a:pt x="1308182" y="107174"/>
                </a:cubicBezTo>
                <a:cubicBezTo>
                  <a:pt x="1311918" y="105049"/>
                  <a:pt x="1314880" y="101957"/>
                  <a:pt x="1317070" y="97964"/>
                </a:cubicBezTo>
                <a:cubicBezTo>
                  <a:pt x="1319260" y="93971"/>
                  <a:pt x="1320355" y="89140"/>
                  <a:pt x="1320355" y="83537"/>
                </a:cubicBezTo>
                <a:cubicBezTo>
                  <a:pt x="1320355" y="77933"/>
                  <a:pt x="1319260" y="73167"/>
                  <a:pt x="1317070" y="69110"/>
                </a:cubicBezTo>
                <a:cubicBezTo>
                  <a:pt x="1314880" y="65116"/>
                  <a:pt x="1311918" y="62025"/>
                  <a:pt x="1308182" y="59899"/>
                </a:cubicBezTo>
                <a:cubicBezTo>
                  <a:pt x="1304446" y="57774"/>
                  <a:pt x="1300453" y="56679"/>
                  <a:pt x="1296138" y="56679"/>
                </a:cubicBezTo>
                <a:close/>
                <a:moveTo>
                  <a:pt x="801681" y="56679"/>
                </a:moveTo>
                <a:cubicBezTo>
                  <a:pt x="797365" y="56679"/>
                  <a:pt x="793436" y="57709"/>
                  <a:pt x="789830" y="59835"/>
                </a:cubicBezTo>
                <a:cubicBezTo>
                  <a:pt x="786223" y="61896"/>
                  <a:pt x="783260" y="64987"/>
                  <a:pt x="781006" y="68980"/>
                </a:cubicBezTo>
                <a:cubicBezTo>
                  <a:pt x="778752" y="72974"/>
                  <a:pt x="777657" y="77740"/>
                  <a:pt x="777657" y="83214"/>
                </a:cubicBezTo>
                <a:cubicBezTo>
                  <a:pt x="777657" y="88689"/>
                  <a:pt x="778752" y="93520"/>
                  <a:pt x="781006" y="97642"/>
                </a:cubicBezTo>
                <a:cubicBezTo>
                  <a:pt x="783260" y="101764"/>
                  <a:pt x="786223" y="104920"/>
                  <a:pt x="789894" y="107110"/>
                </a:cubicBezTo>
                <a:cubicBezTo>
                  <a:pt x="793565" y="109300"/>
                  <a:pt x="797494" y="110394"/>
                  <a:pt x="801681" y="110394"/>
                </a:cubicBezTo>
                <a:cubicBezTo>
                  <a:pt x="805867" y="110394"/>
                  <a:pt x="809989" y="109300"/>
                  <a:pt x="813725" y="107174"/>
                </a:cubicBezTo>
                <a:cubicBezTo>
                  <a:pt x="817460" y="105049"/>
                  <a:pt x="820423" y="101957"/>
                  <a:pt x="822613" y="97964"/>
                </a:cubicBezTo>
                <a:cubicBezTo>
                  <a:pt x="824803" y="93971"/>
                  <a:pt x="825898" y="89140"/>
                  <a:pt x="825898" y="83537"/>
                </a:cubicBezTo>
                <a:cubicBezTo>
                  <a:pt x="825898" y="77933"/>
                  <a:pt x="824803" y="73167"/>
                  <a:pt x="822613" y="69109"/>
                </a:cubicBezTo>
                <a:cubicBezTo>
                  <a:pt x="820423" y="65116"/>
                  <a:pt x="817460" y="62024"/>
                  <a:pt x="813725" y="59899"/>
                </a:cubicBezTo>
                <a:cubicBezTo>
                  <a:pt x="809989" y="57774"/>
                  <a:pt x="805996" y="56679"/>
                  <a:pt x="801681" y="56679"/>
                </a:cubicBezTo>
                <a:close/>
                <a:moveTo>
                  <a:pt x="126240" y="56679"/>
                </a:moveTo>
                <a:cubicBezTo>
                  <a:pt x="121924" y="56679"/>
                  <a:pt x="117995" y="57710"/>
                  <a:pt x="114389" y="59835"/>
                </a:cubicBezTo>
                <a:cubicBezTo>
                  <a:pt x="110782" y="61896"/>
                  <a:pt x="107819" y="64988"/>
                  <a:pt x="105565" y="68981"/>
                </a:cubicBezTo>
                <a:cubicBezTo>
                  <a:pt x="103311" y="72974"/>
                  <a:pt x="102216" y="77740"/>
                  <a:pt x="102216" y="83215"/>
                </a:cubicBezTo>
                <a:cubicBezTo>
                  <a:pt x="102216" y="88690"/>
                  <a:pt x="103311" y="93520"/>
                  <a:pt x="105565" y="97642"/>
                </a:cubicBezTo>
                <a:cubicBezTo>
                  <a:pt x="107819" y="101764"/>
                  <a:pt x="110782" y="104920"/>
                  <a:pt x="114453" y="107110"/>
                </a:cubicBezTo>
                <a:cubicBezTo>
                  <a:pt x="118124" y="109300"/>
                  <a:pt x="122053" y="110395"/>
                  <a:pt x="126240" y="110395"/>
                </a:cubicBezTo>
                <a:cubicBezTo>
                  <a:pt x="130426" y="110395"/>
                  <a:pt x="134548" y="109300"/>
                  <a:pt x="138284" y="107175"/>
                </a:cubicBezTo>
                <a:cubicBezTo>
                  <a:pt x="142019" y="105049"/>
                  <a:pt x="144982" y="101958"/>
                  <a:pt x="147172" y="97964"/>
                </a:cubicBezTo>
                <a:cubicBezTo>
                  <a:pt x="149361" y="93971"/>
                  <a:pt x="150457" y="89140"/>
                  <a:pt x="150457" y="83537"/>
                </a:cubicBezTo>
                <a:cubicBezTo>
                  <a:pt x="150457" y="77934"/>
                  <a:pt x="149361" y="73167"/>
                  <a:pt x="147172" y="69110"/>
                </a:cubicBezTo>
                <a:cubicBezTo>
                  <a:pt x="144982" y="65116"/>
                  <a:pt x="142019" y="62025"/>
                  <a:pt x="138284" y="59899"/>
                </a:cubicBezTo>
                <a:cubicBezTo>
                  <a:pt x="134548" y="57774"/>
                  <a:pt x="130555" y="56679"/>
                  <a:pt x="126240" y="56679"/>
                </a:cubicBezTo>
                <a:close/>
                <a:moveTo>
                  <a:pt x="2226698" y="56550"/>
                </a:moveTo>
                <a:cubicBezTo>
                  <a:pt x="2220129" y="56550"/>
                  <a:pt x="2214589" y="58869"/>
                  <a:pt x="2210145" y="63571"/>
                </a:cubicBezTo>
                <a:cubicBezTo>
                  <a:pt x="2205701" y="68272"/>
                  <a:pt x="2203447" y="74906"/>
                  <a:pt x="2203447" y="83537"/>
                </a:cubicBezTo>
                <a:cubicBezTo>
                  <a:pt x="2203447" y="92168"/>
                  <a:pt x="2205637" y="98866"/>
                  <a:pt x="2209952" y="103568"/>
                </a:cubicBezTo>
                <a:cubicBezTo>
                  <a:pt x="2214267" y="108205"/>
                  <a:pt x="2219742" y="110588"/>
                  <a:pt x="2226312" y="110588"/>
                </a:cubicBezTo>
                <a:cubicBezTo>
                  <a:pt x="2230498" y="110588"/>
                  <a:pt x="2234427" y="109558"/>
                  <a:pt x="2238098" y="107561"/>
                </a:cubicBezTo>
                <a:lnTo>
                  <a:pt x="2238098" y="107497"/>
                </a:lnTo>
                <a:cubicBezTo>
                  <a:pt x="2241769" y="105500"/>
                  <a:pt x="2244732" y="102408"/>
                  <a:pt x="2246922" y="98351"/>
                </a:cubicBezTo>
                <a:cubicBezTo>
                  <a:pt x="2249112" y="94293"/>
                  <a:pt x="2250207" y="89334"/>
                  <a:pt x="2250207" y="83537"/>
                </a:cubicBezTo>
                <a:cubicBezTo>
                  <a:pt x="2250207" y="74842"/>
                  <a:pt x="2247952" y="68208"/>
                  <a:pt x="2243380" y="63571"/>
                </a:cubicBezTo>
                <a:cubicBezTo>
                  <a:pt x="2238807" y="58933"/>
                  <a:pt x="2233268" y="56550"/>
                  <a:pt x="2226698" y="56550"/>
                </a:cubicBezTo>
                <a:close/>
                <a:moveTo>
                  <a:pt x="2860404" y="55391"/>
                </a:moveTo>
                <a:cubicBezTo>
                  <a:pt x="2854672" y="55391"/>
                  <a:pt x="2849906" y="57130"/>
                  <a:pt x="2845977" y="60608"/>
                </a:cubicBezTo>
                <a:cubicBezTo>
                  <a:pt x="2842113" y="64086"/>
                  <a:pt x="2839665" y="68852"/>
                  <a:pt x="2838828" y="75035"/>
                </a:cubicBezTo>
                <a:lnTo>
                  <a:pt x="2882110" y="75035"/>
                </a:lnTo>
                <a:lnTo>
                  <a:pt x="2882174" y="74971"/>
                </a:lnTo>
                <a:cubicBezTo>
                  <a:pt x="2882045" y="69045"/>
                  <a:pt x="2879920" y="64279"/>
                  <a:pt x="2875733" y="60737"/>
                </a:cubicBezTo>
                <a:cubicBezTo>
                  <a:pt x="2871547" y="57194"/>
                  <a:pt x="2866459" y="55391"/>
                  <a:pt x="2860404" y="55391"/>
                </a:cubicBezTo>
                <a:close/>
                <a:moveTo>
                  <a:pt x="910787" y="55391"/>
                </a:moveTo>
                <a:cubicBezTo>
                  <a:pt x="905055" y="55391"/>
                  <a:pt x="900289" y="57130"/>
                  <a:pt x="896360" y="60608"/>
                </a:cubicBezTo>
                <a:cubicBezTo>
                  <a:pt x="892496" y="64086"/>
                  <a:pt x="890048" y="68852"/>
                  <a:pt x="889211" y="75035"/>
                </a:cubicBezTo>
                <a:lnTo>
                  <a:pt x="932493" y="75035"/>
                </a:lnTo>
                <a:lnTo>
                  <a:pt x="932557" y="74971"/>
                </a:lnTo>
                <a:cubicBezTo>
                  <a:pt x="932428" y="69045"/>
                  <a:pt x="930303" y="64279"/>
                  <a:pt x="926116" y="60737"/>
                </a:cubicBezTo>
                <a:cubicBezTo>
                  <a:pt x="921930" y="57194"/>
                  <a:pt x="916842" y="55391"/>
                  <a:pt x="910787" y="55391"/>
                </a:cubicBezTo>
                <a:close/>
                <a:moveTo>
                  <a:pt x="1723933" y="38000"/>
                </a:moveTo>
                <a:lnTo>
                  <a:pt x="1749761" y="38000"/>
                </a:lnTo>
                <a:lnTo>
                  <a:pt x="1773269" y="101699"/>
                </a:lnTo>
                <a:lnTo>
                  <a:pt x="1797164" y="38000"/>
                </a:lnTo>
                <a:lnTo>
                  <a:pt x="1821677" y="38000"/>
                </a:lnTo>
                <a:lnTo>
                  <a:pt x="1765218" y="172290"/>
                </a:lnTo>
                <a:lnTo>
                  <a:pt x="1740679" y="172290"/>
                </a:lnTo>
                <a:lnTo>
                  <a:pt x="1760452" y="126883"/>
                </a:lnTo>
                <a:close/>
                <a:moveTo>
                  <a:pt x="2711559" y="37936"/>
                </a:moveTo>
                <a:lnTo>
                  <a:pt x="2734617" y="37936"/>
                </a:lnTo>
                <a:lnTo>
                  <a:pt x="2734617" y="88174"/>
                </a:lnTo>
                <a:cubicBezTo>
                  <a:pt x="2734617" y="95388"/>
                  <a:pt x="2736420" y="100991"/>
                  <a:pt x="2740027" y="104855"/>
                </a:cubicBezTo>
                <a:cubicBezTo>
                  <a:pt x="2743634" y="108720"/>
                  <a:pt x="2748593" y="110717"/>
                  <a:pt x="2754841" y="110717"/>
                </a:cubicBezTo>
                <a:cubicBezTo>
                  <a:pt x="2761088" y="110717"/>
                  <a:pt x="2766177" y="108784"/>
                  <a:pt x="2769848" y="104855"/>
                </a:cubicBezTo>
                <a:cubicBezTo>
                  <a:pt x="2773519" y="100927"/>
                  <a:pt x="2775258" y="95388"/>
                  <a:pt x="2775258" y="88174"/>
                </a:cubicBezTo>
                <a:lnTo>
                  <a:pt x="2775258" y="37936"/>
                </a:lnTo>
                <a:lnTo>
                  <a:pt x="2798445" y="37936"/>
                </a:lnTo>
                <a:lnTo>
                  <a:pt x="2798509" y="37936"/>
                </a:lnTo>
                <a:lnTo>
                  <a:pt x="2798509" y="129137"/>
                </a:lnTo>
                <a:lnTo>
                  <a:pt x="2775322" y="129137"/>
                </a:lnTo>
                <a:lnTo>
                  <a:pt x="2775322" y="117608"/>
                </a:lnTo>
                <a:cubicBezTo>
                  <a:pt x="2772360" y="121537"/>
                  <a:pt x="2768495" y="124693"/>
                  <a:pt x="2763729" y="126883"/>
                </a:cubicBezTo>
                <a:cubicBezTo>
                  <a:pt x="2758963" y="129137"/>
                  <a:pt x="2753746" y="130232"/>
                  <a:pt x="2748142" y="130232"/>
                </a:cubicBezTo>
                <a:cubicBezTo>
                  <a:pt x="2740993" y="130232"/>
                  <a:pt x="2734681" y="128751"/>
                  <a:pt x="2729207" y="125723"/>
                </a:cubicBezTo>
                <a:cubicBezTo>
                  <a:pt x="2723732" y="122696"/>
                  <a:pt x="2719417" y="118252"/>
                  <a:pt x="2716261" y="112391"/>
                </a:cubicBezTo>
                <a:cubicBezTo>
                  <a:pt x="2713105" y="106530"/>
                  <a:pt x="2711559" y="99510"/>
                  <a:pt x="2711559" y="91394"/>
                </a:cubicBezTo>
                <a:close/>
                <a:moveTo>
                  <a:pt x="2509319" y="37936"/>
                </a:moveTo>
                <a:lnTo>
                  <a:pt x="2532377" y="37936"/>
                </a:lnTo>
                <a:lnTo>
                  <a:pt x="2532377" y="129137"/>
                </a:lnTo>
                <a:lnTo>
                  <a:pt x="2509319" y="129137"/>
                </a:lnTo>
                <a:close/>
                <a:moveTo>
                  <a:pt x="2290913" y="37936"/>
                </a:moveTo>
                <a:lnTo>
                  <a:pt x="2313971" y="37936"/>
                </a:lnTo>
                <a:lnTo>
                  <a:pt x="2313971" y="129137"/>
                </a:lnTo>
                <a:lnTo>
                  <a:pt x="2290913" y="129137"/>
                </a:lnTo>
                <a:close/>
                <a:moveTo>
                  <a:pt x="2077595" y="37936"/>
                </a:moveTo>
                <a:lnTo>
                  <a:pt x="2102263" y="37936"/>
                </a:lnTo>
                <a:lnTo>
                  <a:pt x="2125289" y="107786"/>
                </a:lnTo>
                <a:lnTo>
                  <a:pt x="2125257" y="107883"/>
                </a:lnTo>
                <a:lnTo>
                  <a:pt x="2125321" y="107883"/>
                </a:lnTo>
                <a:lnTo>
                  <a:pt x="2125289" y="107786"/>
                </a:lnTo>
                <a:lnTo>
                  <a:pt x="2148314" y="37936"/>
                </a:lnTo>
                <a:lnTo>
                  <a:pt x="2172854" y="37936"/>
                </a:lnTo>
                <a:lnTo>
                  <a:pt x="2139104" y="129137"/>
                </a:lnTo>
                <a:lnTo>
                  <a:pt x="2111151" y="129137"/>
                </a:lnTo>
                <a:close/>
                <a:moveTo>
                  <a:pt x="1932678" y="37936"/>
                </a:moveTo>
                <a:lnTo>
                  <a:pt x="1955736" y="37936"/>
                </a:lnTo>
                <a:lnTo>
                  <a:pt x="1955736" y="129137"/>
                </a:lnTo>
                <a:lnTo>
                  <a:pt x="1932678" y="129137"/>
                </a:lnTo>
                <a:close/>
                <a:moveTo>
                  <a:pt x="1824473" y="37936"/>
                </a:moveTo>
                <a:lnTo>
                  <a:pt x="1849141" y="37936"/>
                </a:lnTo>
                <a:lnTo>
                  <a:pt x="1872167" y="107786"/>
                </a:lnTo>
                <a:lnTo>
                  <a:pt x="1872135" y="107883"/>
                </a:lnTo>
                <a:lnTo>
                  <a:pt x="1872199" y="107883"/>
                </a:lnTo>
                <a:lnTo>
                  <a:pt x="1872167" y="107786"/>
                </a:lnTo>
                <a:lnTo>
                  <a:pt x="1895193" y="37936"/>
                </a:lnTo>
                <a:lnTo>
                  <a:pt x="1919732" y="37936"/>
                </a:lnTo>
                <a:lnTo>
                  <a:pt x="1885982" y="129137"/>
                </a:lnTo>
                <a:lnTo>
                  <a:pt x="1858029" y="129137"/>
                </a:lnTo>
                <a:close/>
                <a:moveTo>
                  <a:pt x="1821704" y="37936"/>
                </a:moveTo>
                <a:lnTo>
                  <a:pt x="1821704" y="38000"/>
                </a:lnTo>
                <a:lnTo>
                  <a:pt x="1821677" y="38000"/>
                </a:lnTo>
                <a:close/>
                <a:moveTo>
                  <a:pt x="650323" y="37936"/>
                </a:moveTo>
                <a:lnTo>
                  <a:pt x="673381" y="37936"/>
                </a:lnTo>
                <a:lnTo>
                  <a:pt x="673381" y="88174"/>
                </a:lnTo>
                <a:cubicBezTo>
                  <a:pt x="673381" y="95388"/>
                  <a:pt x="675184" y="100991"/>
                  <a:pt x="678791" y="104855"/>
                </a:cubicBezTo>
                <a:cubicBezTo>
                  <a:pt x="682398" y="108720"/>
                  <a:pt x="687357" y="110717"/>
                  <a:pt x="693605" y="110717"/>
                </a:cubicBezTo>
                <a:cubicBezTo>
                  <a:pt x="699852" y="110717"/>
                  <a:pt x="704941" y="108784"/>
                  <a:pt x="708612" y="104855"/>
                </a:cubicBezTo>
                <a:cubicBezTo>
                  <a:pt x="712283" y="100927"/>
                  <a:pt x="714022" y="95388"/>
                  <a:pt x="714022" y="88174"/>
                </a:cubicBezTo>
                <a:lnTo>
                  <a:pt x="714022" y="37936"/>
                </a:lnTo>
                <a:lnTo>
                  <a:pt x="737209" y="37936"/>
                </a:lnTo>
                <a:lnTo>
                  <a:pt x="737273" y="37936"/>
                </a:lnTo>
                <a:lnTo>
                  <a:pt x="737273" y="129137"/>
                </a:lnTo>
                <a:lnTo>
                  <a:pt x="714087" y="129137"/>
                </a:lnTo>
                <a:lnTo>
                  <a:pt x="714087" y="117608"/>
                </a:lnTo>
                <a:cubicBezTo>
                  <a:pt x="711124" y="121537"/>
                  <a:pt x="707259" y="124693"/>
                  <a:pt x="702493" y="126883"/>
                </a:cubicBezTo>
                <a:cubicBezTo>
                  <a:pt x="697727" y="129137"/>
                  <a:pt x="692510" y="130232"/>
                  <a:pt x="686907" y="130232"/>
                </a:cubicBezTo>
                <a:cubicBezTo>
                  <a:pt x="679757" y="130232"/>
                  <a:pt x="673445" y="128751"/>
                  <a:pt x="667971" y="125723"/>
                </a:cubicBezTo>
                <a:cubicBezTo>
                  <a:pt x="662496" y="122696"/>
                  <a:pt x="658181" y="118252"/>
                  <a:pt x="655025" y="112391"/>
                </a:cubicBezTo>
                <a:cubicBezTo>
                  <a:pt x="651869" y="106530"/>
                  <a:pt x="650323" y="99510"/>
                  <a:pt x="650323" y="91394"/>
                </a:cubicBezTo>
                <a:close/>
                <a:moveTo>
                  <a:pt x="394755" y="37936"/>
                </a:moveTo>
                <a:lnTo>
                  <a:pt x="417813" y="37936"/>
                </a:lnTo>
                <a:lnTo>
                  <a:pt x="417813" y="129137"/>
                </a:lnTo>
                <a:lnTo>
                  <a:pt x="394755" y="129137"/>
                </a:lnTo>
                <a:close/>
                <a:moveTo>
                  <a:pt x="2387138" y="36648"/>
                </a:moveTo>
                <a:cubicBezTo>
                  <a:pt x="2398023" y="36648"/>
                  <a:pt x="2406782" y="40062"/>
                  <a:pt x="2413481" y="46953"/>
                </a:cubicBezTo>
                <a:lnTo>
                  <a:pt x="2413481" y="46889"/>
                </a:lnTo>
                <a:cubicBezTo>
                  <a:pt x="2420179" y="53716"/>
                  <a:pt x="2423528" y="63313"/>
                  <a:pt x="2423528" y="75615"/>
                </a:cubicBezTo>
                <a:lnTo>
                  <a:pt x="2423528" y="129137"/>
                </a:lnTo>
                <a:lnTo>
                  <a:pt x="2400470" y="129137"/>
                </a:lnTo>
                <a:lnTo>
                  <a:pt x="2400470" y="78771"/>
                </a:lnTo>
                <a:cubicBezTo>
                  <a:pt x="2400470" y="71557"/>
                  <a:pt x="2398667" y="65953"/>
                  <a:pt x="2395060" y="62089"/>
                </a:cubicBezTo>
                <a:cubicBezTo>
                  <a:pt x="2391453" y="58225"/>
                  <a:pt x="2386494" y="56228"/>
                  <a:pt x="2380246" y="56228"/>
                </a:cubicBezTo>
                <a:cubicBezTo>
                  <a:pt x="2373999" y="56228"/>
                  <a:pt x="2368846" y="58160"/>
                  <a:pt x="2365175" y="62089"/>
                </a:cubicBezTo>
                <a:cubicBezTo>
                  <a:pt x="2361504" y="65953"/>
                  <a:pt x="2359636" y="71557"/>
                  <a:pt x="2359636" y="78771"/>
                </a:cubicBezTo>
                <a:lnTo>
                  <a:pt x="2359636" y="129137"/>
                </a:lnTo>
                <a:lnTo>
                  <a:pt x="2336578" y="129137"/>
                </a:lnTo>
                <a:lnTo>
                  <a:pt x="2336578" y="37936"/>
                </a:lnTo>
                <a:lnTo>
                  <a:pt x="2359636" y="37936"/>
                </a:lnTo>
                <a:lnTo>
                  <a:pt x="2359636" y="49272"/>
                </a:lnTo>
                <a:cubicBezTo>
                  <a:pt x="2362727" y="45343"/>
                  <a:pt x="2366656" y="42251"/>
                  <a:pt x="2371423" y="39997"/>
                </a:cubicBezTo>
                <a:cubicBezTo>
                  <a:pt x="2376189" y="37743"/>
                  <a:pt x="2381406" y="36648"/>
                  <a:pt x="2387138" y="36648"/>
                </a:cubicBezTo>
                <a:close/>
                <a:moveTo>
                  <a:pt x="2028967" y="36648"/>
                </a:moveTo>
                <a:cubicBezTo>
                  <a:pt x="2039852" y="36648"/>
                  <a:pt x="2048611" y="40062"/>
                  <a:pt x="2055309" y="46953"/>
                </a:cubicBezTo>
                <a:lnTo>
                  <a:pt x="2055309" y="46889"/>
                </a:lnTo>
                <a:cubicBezTo>
                  <a:pt x="2062008" y="53716"/>
                  <a:pt x="2065357" y="63313"/>
                  <a:pt x="2065357" y="75615"/>
                </a:cubicBezTo>
                <a:lnTo>
                  <a:pt x="2065357" y="129137"/>
                </a:lnTo>
                <a:lnTo>
                  <a:pt x="2042299" y="129137"/>
                </a:lnTo>
                <a:lnTo>
                  <a:pt x="2042299" y="78771"/>
                </a:lnTo>
                <a:cubicBezTo>
                  <a:pt x="2042299" y="71557"/>
                  <a:pt x="2040496" y="65953"/>
                  <a:pt x="2036889" y="62089"/>
                </a:cubicBezTo>
                <a:cubicBezTo>
                  <a:pt x="2033282" y="58225"/>
                  <a:pt x="2028323" y="56228"/>
                  <a:pt x="2022075" y="56228"/>
                </a:cubicBezTo>
                <a:cubicBezTo>
                  <a:pt x="2015828" y="56228"/>
                  <a:pt x="2010675" y="58160"/>
                  <a:pt x="2007004" y="62089"/>
                </a:cubicBezTo>
                <a:cubicBezTo>
                  <a:pt x="2003333" y="65953"/>
                  <a:pt x="2001465" y="71557"/>
                  <a:pt x="2001465" y="78771"/>
                </a:cubicBezTo>
                <a:lnTo>
                  <a:pt x="2001465" y="129137"/>
                </a:lnTo>
                <a:lnTo>
                  <a:pt x="1978407" y="129137"/>
                </a:lnTo>
                <a:lnTo>
                  <a:pt x="1978407" y="37936"/>
                </a:lnTo>
                <a:lnTo>
                  <a:pt x="2001465" y="37936"/>
                </a:lnTo>
                <a:lnTo>
                  <a:pt x="2001465" y="49272"/>
                </a:lnTo>
                <a:cubicBezTo>
                  <a:pt x="2004556" y="45343"/>
                  <a:pt x="2008485" y="42251"/>
                  <a:pt x="2013251" y="39997"/>
                </a:cubicBezTo>
                <a:cubicBezTo>
                  <a:pt x="2018018" y="37743"/>
                  <a:pt x="2023235" y="36648"/>
                  <a:pt x="2028967" y="36648"/>
                </a:cubicBezTo>
                <a:close/>
                <a:moveTo>
                  <a:pt x="1528198" y="36648"/>
                </a:moveTo>
                <a:cubicBezTo>
                  <a:pt x="1539083" y="36648"/>
                  <a:pt x="1547842" y="40062"/>
                  <a:pt x="1554541" y="46953"/>
                </a:cubicBezTo>
                <a:lnTo>
                  <a:pt x="1554541" y="46889"/>
                </a:lnTo>
                <a:cubicBezTo>
                  <a:pt x="1561239" y="53716"/>
                  <a:pt x="1564588" y="63313"/>
                  <a:pt x="1564588" y="75615"/>
                </a:cubicBezTo>
                <a:lnTo>
                  <a:pt x="1564588" y="129137"/>
                </a:lnTo>
                <a:lnTo>
                  <a:pt x="1541530" y="129137"/>
                </a:lnTo>
                <a:lnTo>
                  <a:pt x="1541530" y="78771"/>
                </a:lnTo>
                <a:cubicBezTo>
                  <a:pt x="1541530" y="71557"/>
                  <a:pt x="1539727" y="65953"/>
                  <a:pt x="1536120" y="62089"/>
                </a:cubicBezTo>
                <a:cubicBezTo>
                  <a:pt x="1532513" y="58225"/>
                  <a:pt x="1527554" y="56228"/>
                  <a:pt x="1521306" y="56228"/>
                </a:cubicBezTo>
                <a:cubicBezTo>
                  <a:pt x="1515059" y="56228"/>
                  <a:pt x="1509906" y="58160"/>
                  <a:pt x="1506235" y="62089"/>
                </a:cubicBezTo>
                <a:cubicBezTo>
                  <a:pt x="1502564" y="65953"/>
                  <a:pt x="1500696" y="71557"/>
                  <a:pt x="1500696" y="78771"/>
                </a:cubicBezTo>
                <a:lnTo>
                  <a:pt x="1500696" y="129137"/>
                </a:lnTo>
                <a:lnTo>
                  <a:pt x="1477638" y="129137"/>
                </a:lnTo>
                <a:lnTo>
                  <a:pt x="1477638" y="37936"/>
                </a:lnTo>
                <a:lnTo>
                  <a:pt x="1500696" y="37936"/>
                </a:lnTo>
                <a:lnTo>
                  <a:pt x="1500696" y="49272"/>
                </a:lnTo>
                <a:cubicBezTo>
                  <a:pt x="1503787" y="45343"/>
                  <a:pt x="1507716" y="42251"/>
                  <a:pt x="1512483" y="39997"/>
                </a:cubicBezTo>
                <a:cubicBezTo>
                  <a:pt x="1517249" y="37743"/>
                  <a:pt x="1522466" y="36648"/>
                  <a:pt x="1528198" y="36648"/>
                </a:cubicBezTo>
                <a:close/>
                <a:moveTo>
                  <a:pt x="1023694" y="36648"/>
                </a:moveTo>
                <a:cubicBezTo>
                  <a:pt x="1034579" y="36648"/>
                  <a:pt x="1043338" y="40062"/>
                  <a:pt x="1050037" y="46953"/>
                </a:cubicBezTo>
                <a:lnTo>
                  <a:pt x="1050037" y="46889"/>
                </a:lnTo>
                <a:cubicBezTo>
                  <a:pt x="1056735" y="53716"/>
                  <a:pt x="1060084" y="63313"/>
                  <a:pt x="1060084" y="75615"/>
                </a:cubicBezTo>
                <a:lnTo>
                  <a:pt x="1060084" y="129137"/>
                </a:lnTo>
                <a:lnTo>
                  <a:pt x="1037026" y="129137"/>
                </a:lnTo>
                <a:lnTo>
                  <a:pt x="1037026" y="78771"/>
                </a:lnTo>
                <a:cubicBezTo>
                  <a:pt x="1037026" y="71557"/>
                  <a:pt x="1035223" y="65953"/>
                  <a:pt x="1031616" y="62089"/>
                </a:cubicBezTo>
                <a:cubicBezTo>
                  <a:pt x="1028009" y="58225"/>
                  <a:pt x="1023050" y="56228"/>
                  <a:pt x="1016802" y="56228"/>
                </a:cubicBezTo>
                <a:cubicBezTo>
                  <a:pt x="1010555" y="56228"/>
                  <a:pt x="1005402" y="58160"/>
                  <a:pt x="1001731" y="62089"/>
                </a:cubicBezTo>
                <a:cubicBezTo>
                  <a:pt x="998060" y="65953"/>
                  <a:pt x="996192" y="71557"/>
                  <a:pt x="996192" y="78771"/>
                </a:cubicBezTo>
                <a:lnTo>
                  <a:pt x="996192" y="129137"/>
                </a:lnTo>
                <a:lnTo>
                  <a:pt x="973134" y="129137"/>
                </a:lnTo>
                <a:lnTo>
                  <a:pt x="973134" y="37936"/>
                </a:lnTo>
                <a:lnTo>
                  <a:pt x="996192" y="37936"/>
                </a:lnTo>
                <a:lnTo>
                  <a:pt x="996192" y="49272"/>
                </a:lnTo>
                <a:cubicBezTo>
                  <a:pt x="999283" y="45343"/>
                  <a:pt x="1003212" y="42251"/>
                  <a:pt x="1007979" y="39997"/>
                </a:cubicBezTo>
                <a:cubicBezTo>
                  <a:pt x="1012745" y="37743"/>
                  <a:pt x="1017962" y="36648"/>
                  <a:pt x="1023694" y="36648"/>
                </a:cubicBezTo>
                <a:close/>
                <a:moveTo>
                  <a:pt x="246746" y="36648"/>
                </a:moveTo>
                <a:cubicBezTo>
                  <a:pt x="257631" y="36648"/>
                  <a:pt x="266390" y="40062"/>
                  <a:pt x="273089" y="46953"/>
                </a:cubicBezTo>
                <a:lnTo>
                  <a:pt x="273089" y="46889"/>
                </a:lnTo>
                <a:cubicBezTo>
                  <a:pt x="279787" y="53716"/>
                  <a:pt x="283136" y="63313"/>
                  <a:pt x="283136" y="75615"/>
                </a:cubicBezTo>
                <a:lnTo>
                  <a:pt x="283136" y="129137"/>
                </a:lnTo>
                <a:lnTo>
                  <a:pt x="260078" y="129137"/>
                </a:lnTo>
                <a:lnTo>
                  <a:pt x="260078" y="78771"/>
                </a:lnTo>
                <a:cubicBezTo>
                  <a:pt x="260078" y="71557"/>
                  <a:pt x="258275" y="65953"/>
                  <a:pt x="254668" y="62089"/>
                </a:cubicBezTo>
                <a:cubicBezTo>
                  <a:pt x="251061" y="58225"/>
                  <a:pt x="246102" y="56228"/>
                  <a:pt x="239854" y="56228"/>
                </a:cubicBezTo>
                <a:cubicBezTo>
                  <a:pt x="233607" y="56228"/>
                  <a:pt x="228454" y="58160"/>
                  <a:pt x="224783" y="62089"/>
                </a:cubicBezTo>
                <a:cubicBezTo>
                  <a:pt x="221112" y="65953"/>
                  <a:pt x="219244" y="71557"/>
                  <a:pt x="219244" y="78771"/>
                </a:cubicBezTo>
                <a:lnTo>
                  <a:pt x="219244" y="129137"/>
                </a:lnTo>
                <a:lnTo>
                  <a:pt x="196186" y="129137"/>
                </a:lnTo>
                <a:lnTo>
                  <a:pt x="196186" y="37936"/>
                </a:lnTo>
                <a:lnTo>
                  <a:pt x="219244" y="37936"/>
                </a:lnTo>
                <a:lnTo>
                  <a:pt x="219244" y="49272"/>
                </a:lnTo>
                <a:cubicBezTo>
                  <a:pt x="222335" y="45343"/>
                  <a:pt x="226264" y="42251"/>
                  <a:pt x="231031" y="39997"/>
                </a:cubicBezTo>
                <a:cubicBezTo>
                  <a:pt x="235797" y="37743"/>
                  <a:pt x="241014" y="36648"/>
                  <a:pt x="246746" y="36648"/>
                </a:cubicBezTo>
                <a:close/>
                <a:moveTo>
                  <a:pt x="1131899" y="36584"/>
                </a:moveTo>
                <a:cubicBezTo>
                  <a:pt x="1139048" y="36584"/>
                  <a:pt x="1145424" y="38065"/>
                  <a:pt x="1150963" y="41093"/>
                </a:cubicBezTo>
                <a:cubicBezTo>
                  <a:pt x="1156567" y="44120"/>
                  <a:pt x="1160882" y="48435"/>
                  <a:pt x="1163974" y="54038"/>
                </a:cubicBezTo>
                <a:cubicBezTo>
                  <a:pt x="1166937" y="48757"/>
                  <a:pt x="1171252" y="44571"/>
                  <a:pt x="1176920" y="41350"/>
                </a:cubicBezTo>
                <a:cubicBezTo>
                  <a:pt x="1182588" y="38194"/>
                  <a:pt x="1188706" y="36584"/>
                  <a:pt x="1195276" y="36584"/>
                </a:cubicBezTo>
                <a:cubicBezTo>
                  <a:pt x="1206483" y="36584"/>
                  <a:pt x="1215500" y="39998"/>
                  <a:pt x="1222327" y="46889"/>
                </a:cubicBezTo>
                <a:cubicBezTo>
                  <a:pt x="1229154" y="53716"/>
                  <a:pt x="1232632" y="63313"/>
                  <a:pt x="1232632" y="75615"/>
                </a:cubicBezTo>
                <a:lnTo>
                  <a:pt x="1232632" y="129138"/>
                </a:lnTo>
                <a:lnTo>
                  <a:pt x="1209574" y="129138"/>
                </a:lnTo>
                <a:lnTo>
                  <a:pt x="1209574" y="78771"/>
                </a:lnTo>
                <a:cubicBezTo>
                  <a:pt x="1209574" y="71622"/>
                  <a:pt x="1207771" y="66147"/>
                  <a:pt x="1204164" y="62411"/>
                </a:cubicBezTo>
                <a:cubicBezTo>
                  <a:pt x="1200557" y="58611"/>
                  <a:pt x="1195598" y="56744"/>
                  <a:pt x="1189350" y="56744"/>
                </a:cubicBezTo>
                <a:cubicBezTo>
                  <a:pt x="1183103" y="56744"/>
                  <a:pt x="1178143" y="58611"/>
                  <a:pt x="1174472" y="62411"/>
                </a:cubicBezTo>
                <a:cubicBezTo>
                  <a:pt x="1170801" y="66211"/>
                  <a:pt x="1168933" y="71686"/>
                  <a:pt x="1168933" y="78771"/>
                </a:cubicBezTo>
                <a:lnTo>
                  <a:pt x="1168933" y="129138"/>
                </a:lnTo>
                <a:lnTo>
                  <a:pt x="1145875" y="129138"/>
                </a:lnTo>
                <a:lnTo>
                  <a:pt x="1145875" y="78771"/>
                </a:lnTo>
                <a:cubicBezTo>
                  <a:pt x="1145875" y="71622"/>
                  <a:pt x="1144072" y="66147"/>
                  <a:pt x="1140465" y="62411"/>
                </a:cubicBezTo>
                <a:cubicBezTo>
                  <a:pt x="1136858" y="58611"/>
                  <a:pt x="1131899" y="56744"/>
                  <a:pt x="1125651" y="56744"/>
                </a:cubicBezTo>
                <a:cubicBezTo>
                  <a:pt x="1119404" y="56744"/>
                  <a:pt x="1114251" y="58611"/>
                  <a:pt x="1110580" y="62411"/>
                </a:cubicBezTo>
                <a:cubicBezTo>
                  <a:pt x="1106909" y="66211"/>
                  <a:pt x="1105041" y="71686"/>
                  <a:pt x="1105041" y="78771"/>
                </a:cubicBezTo>
                <a:lnTo>
                  <a:pt x="1105041" y="129138"/>
                </a:lnTo>
                <a:lnTo>
                  <a:pt x="1081983" y="129138"/>
                </a:lnTo>
                <a:lnTo>
                  <a:pt x="1081983" y="37937"/>
                </a:lnTo>
                <a:lnTo>
                  <a:pt x="1105041" y="37937"/>
                </a:lnTo>
                <a:lnTo>
                  <a:pt x="1105041" y="48950"/>
                </a:lnTo>
                <a:cubicBezTo>
                  <a:pt x="1108004" y="45086"/>
                  <a:pt x="1111804" y="42123"/>
                  <a:pt x="1116505" y="39869"/>
                </a:cubicBezTo>
                <a:cubicBezTo>
                  <a:pt x="1121207" y="37615"/>
                  <a:pt x="1126295" y="36584"/>
                  <a:pt x="1131899" y="36584"/>
                </a:cubicBezTo>
                <a:close/>
                <a:moveTo>
                  <a:pt x="2861048" y="36455"/>
                </a:moveTo>
                <a:cubicBezTo>
                  <a:pt x="2870065" y="36455"/>
                  <a:pt x="2877472" y="38323"/>
                  <a:pt x="2884364" y="42058"/>
                </a:cubicBezTo>
                <a:cubicBezTo>
                  <a:pt x="2891191" y="45794"/>
                  <a:pt x="2896537" y="51076"/>
                  <a:pt x="2900337" y="57967"/>
                </a:cubicBezTo>
                <a:cubicBezTo>
                  <a:pt x="2904137" y="64794"/>
                  <a:pt x="2906005" y="72716"/>
                  <a:pt x="2906005" y="81605"/>
                </a:cubicBezTo>
                <a:cubicBezTo>
                  <a:pt x="2906005" y="84889"/>
                  <a:pt x="2905812" y="87852"/>
                  <a:pt x="2905361" y="90493"/>
                </a:cubicBezTo>
                <a:lnTo>
                  <a:pt x="2905361" y="90429"/>
                </a:lnTo>
                <a:lnTo>
                  <a:pt x="2838699" y="90429"/>
                </a:lnTo>
                <a:cubicBezTo>
                  <a:pt x="2839214" y="96998"/>
                  <a:pt x="2841533" y="102151"/>
                  <a:pt x="2845591" y="105886"/>
                </a:cubicBezTo>
                <a:cubicBezTo>
                  <a:pt x="2849648" y="109622"/>
                  <a:pt x="2854672" y="111490"/>
                  <a:pt x="2860598" y="111490"/>
                </a:cubicBezTo>
                <a:cubicBezTo>
                  <a:pt x="2869164" y="111490"/>
                  <a:pt x="2875218" y="107819"/>
                  <a:pt x="2878889" y="100476"/>
                </a:cubicBezTo>
                <a:lnTo>
                  <a:pt x="2903751" y="100476"/>
                </a:lnTo>
                <a:cubicBezTo>
                  <a:pt x="2901110" y="109236"/>
                  <a:pt x="2896086" y="116449"/>
                  <a:pt x="2888615" y="122117"/>
                </a:cubicBezTo>
                <a:cubicBezTo>
                  <a:pt x="2881144" y="127785"/>
                  <a:pt x="2871998" y="130619"/>
                  <a:pt x="2861113" y="130619"/>
                </a:cubicBezTo>
                <a:cubicBezTo>
                  <a:pt x="2852353" y="130619"/>
                  <a:pt x="2844431" y="128687"/>
                  <a:pt x="2837475" y="124758"/>
                </a:cubicBezTo>
                <a:cubicBezTo>
                  <a:pt x="2830519" y="120893"/>
                  <a:pt x="2825045" y="115354"/>
                  <a:pt x="2821180" y="108205"/>
                </a:cubicBezTo>
                <a:cubicBezTo>
                  <a:pt x="2817316" y="101056"/>
                  <a:pt x="2815319" y="92812"/>
                  <a:pt x="2815319" y="83537"/>
                </a:cubicBezTo>
                <a:cubicBezTo>
                  <a:pt x="2815319" y="74262"/>
                  <a:pt x="2817251" y="65825"/>
                  <a:pt x="2821051" y="58676"/>
                </a:cubicBezTo>
                <a:cubicBezTo>
                  <a:pt x="2824916" y="51526"/>
                  <a:pt x="2830262" y="46052"/>
                  <a:pt x="2837153" y="42187"/>
                </a:cubicBezTo>
                <a:cubicBezTo>
                  <a:pt x="2844045" y="38323"/>
                  <a:pt x="2852031" y="36455"/>
                  <a:pt x="2861048" y="36455"/>
                </a:cubicBezTo>
                <a:close/>
                <a:moveTo>
                  <a:pt x="2590794" y="36455"/>
                </a:moveTo>
                <a:cubicBezTo>
                  <a:pt x="2597621" y="36455"/>
                  <a:pt x="2603547" y="37808"/>
                  <a:pt x="2608635" y="40577"/>
                </a:cubicBezTo>
                <a:cubicBezTo>
                  <a:pt x="2613723" y="43347"/>
                  <a:pt x="2617845" y="46760"/>
                  <a:pt x="2620873" y="50947"/>
                </a:cubicBezTo>
                <a:lnTo>
                  <a:pt x="2620873" y="37936"/>
                </a:lnTo>
                <a:lnTo>
                  <a:pt x="2644059" y="37936"/>
                </a:lnTo>
                <a:lnTo>
                  <a:pt x="2644059" y="129137"/>
                </a:lnTo>
                <a:lnTo>
                  <a:pt x="2620873" y="129137"/>
                </a:lnTo>
                <a:lnTo>
                  <a:pt x="2620873" y="115805"/>
                </a:lnTo>
                <a:cubicBezTo>
                  <a:pt x="2617910" y="120056"/>
                  <a:pt x="2613852" y="123598"/>
                  <a:pt x="2608635" y="126432"/>
                </a:cubicBezTo>
                <a:cubicBezTo>
                  <a:pt x="2603418" y="129202"/>
                  <a:pt x="2597428" y="130619"/>
                  <a:pt x="2590601" y="130619"/>
                </a:cubicBezTo>
                <a:cubicBezTo>
                  <a:pt x="2582936" y="130619"/>
                  <a:pt x="2575916" y="128622"/>
                  <a:pt x="2569604" y="124693"/>
                </a:cubicBezTo>
                <a:cubicBezTo>
                  <a:pt x="2563292" y="120764"/>
                  <a:pt x="2558268" y="115161"/>
                  <a:pt x="2554597" y="108012"/>
                </a:cubicBezTo>
                <a:cubicBezTo>
                  <a:pt x="2550926" y="100798"/>
                  <a:pt x="2549058" y="92554"/>
                  <a:pt x="2549058" y="83215"/>
                </a:cubicBezTo>
                <a:cubicBezTo>
                  <a:pt x="2549058" y="73876"/>
                  <a:pt x="2550926" y="65825"/>
                  <a:pt x="2554597" y="58676"/>
                </a:cubicBezTo>
                <a:lnTo>
                  <a:pt x="2554662" y="58676"/>
                </a:lnTo>
                <a:cubicBezTo>
                  <a:pt x="2558333" y="51526"/>
                  <a:pt x="2563356" y="46052"/>
                  <a:pt x="2569669" y="42187"/>
                </a:cubicBezTo>
                <a:cubicBezTo>
                  <a:pt x="2575981" y="38323"/>
                  <a:pt x="2583001" y="36455"/>
                  <a:pt x="2590794" y="36455"/>
                </a:cubicBezTo>
                <a:close/>
                <a:moveTo>
                  <a:pt x="2227020" y="36455"/>
                </a:moveTo>
                <a:cubicBezTo>
                  <a:pt x="2235844" y="36455"/>
                  <a:pt x="2243766" y="38387"/>
                  <a:pt x="2250915" y="42316"/>
                </a:cubicBezTo>
                <a:cubicBezTo>
                  <a:pt x="2258064" y="46181"/>
                  <a:pt x="2263668" y="51720"/>
                  <a:pt x="2267790" y="58869"/>
                </a:cubicBezTo>
                <a:cubicBezTo>
                  <a:pt x="2271912" y="66018"/>
                  <a:pt x="2273973" y="74262"/>
                  <a:pt x="2273973" y="83537"/>
                </a:cubicBezTo>
                <a:cubicBezTo>
                  <a:pt x="2273973" y="92812"/>
                  <a:pt x="2271848" y="101120"/>
                  <a:pt x="2267661" y="108205"/>
                </a:cubicBezTo>
                <a:cubicBezTo>
                  <a:pt x="2263475" y="115290"/>
                  <a:pt x="2257743" y="120829"/>
                  <a:pt x="2250529" y="124758"/>
                </a:cubicBezTo>
                <a:cubicBezTo>
                  <a:pt x="2243315" y="128622"/>
                  <a:pt x="2235329" y="130619"/>
                  <a:pt x="2226440" y="130619"/>
                </a:cubicBezTo>
                <a:cubicBezTo>
                  <a:pt x="2217552" y="130619"/>
                  <a:pt x="2209759" y="128687"/>
                  <a:pt x="2202738" y="124758"/>
                </a:cubicBezTo>
                <a:lnTo>
                  <a:pt x="2202610" y="124758"/>
                </a:lnTo>
                <a:cubicBezTo>
                  <a:pt x="2195589" y="120893"/>
                  <a:pt x="2190050" y="115354"/>
                  <a:pt x="2186057" y="108205"/>
                </a:cubicBezTo>
                <a:cubicBezTo>
                  <a:pt x="2182064" y="101056"/>
                  <a:pt x="2180067" y="92812"/>
                  <a:pt x="2180067" y="83537"/>
                </a:cubicBezTo>
                <a:cubicBezTo>
                  <a:pt x="2180067" y="74262"/>
                  <a:pt x="2182128" y="65954"/>
                  <a:pt x="2186250" y="58869"/>
                </a:cubicBezTo>
                <a:cubicBezTo>
                  <a:pt x="2190372" y="51720"/>
                  <a:pt x="2195976" y="46245"/>
                  <a:pt x="2203125" y="42316"/>
                </a:cubicBezTo>
                <a:cubicBezTo>
                  <a:pt x="2210274" y="38452"/>
                  <a:pt x="2218196" y="36455"/>
                  <a:pt x="2227020" y="36455"/>
                </a:cubicBezTo>
                <a:close/>
                <a:moveTo>
                  <a:pt x="1401830" y="36455"/>
                </a:moveTo>
                <a:cubicBezTo>
                  <a:pt x="1408657" y="36455"/>
                  <a:pt x="1414583" y="37808"/>
                  <a:pt x="1419671" y="40577"/>
                </a:cubicBezTo>
                <a:cubicBezTo>
                  <a:pt x="1424759" y="43347"/>
                  <a:pt x="1428881" y="46760"/>
                  <a:pt x="1431909" y="50947"/>
                </a:cubicBezTo>
                <a:lnTo>
                  <a:pt x="1431909" y="37936"/>
                </a:lnTo>
                <a:lnTo>
                  <a:pt x="1455095" y="37936"/>
                </a:lnTo>
                <a:lnTo>
                  <a:pt x="1455095" y="129137"/>
                </a:lnTo>
                <a:lnTo>
                  <a:pt x="1431909" y="129137"/>
                </a:lnTo>
                <a:lnTo>
                  <a:pt x="1431909" y="115805"/>
                </a:lnTo>
                <a:cubicBezTo>
                  <a:pt x="1428946" y="120056"/>
                  <a:pt x="1424888" y="123598"/>
                  <a:pt x="1419671" y="126432"/>
                </a:cubicBezTo>
                <a:cubicBezTo>
                  <a:pt x="1414454" y="129202"/>
                  <a:pt x="1408464" y="130619"/>
                  <a:pt x="1401637" y="130619"/>
                </a:cubicBezTo>
                <a:cubicBezTo>
                  <a:pt x="1393972" y="130619"/>
                  <a:pt x="1386952" y="128622"/>
                  <a:pt x="1380640" y="124693"/>
                </a:cubicBezTo>
                <a:cubicBezTo>
                  <a:pt x="1374328" y="120764"/>
                  <a:pt x="1369304" y="115161"/>
                  <a:pt x="1365633" y="108012"/>
                </a:cubicBezTo>
                <a:cubicBezTo>
                  <a:pt x="1361962" y="100798"/>
                  <a:pt x="1360094" y="92554"/>
                  <a:pt x="1360094" y="83215"/>
                </a:cubicBezTo>
                <a:cubicBezTo>
                  <a:pt x="1360094" y="73876"/>
                  <a:pt x="1361962" y="65825"/>
                  <a:pt x="1365633" y="58676"/>
                </a:cubicBezTo>
                <a:lnTo>
                  <a:pt x="1365697" y="58676"/>
                </a:lnTo>
                <a:cubicBezTo>
                  <a:pt x="1369369" y="51526"/>
                  <a:pt x="1374392" y="46052"/>
                  <a:pt x="1380704" y="42187"/>
                </a:cubicBezTo>
                <a:cubicBezTo>
                  <a:pt x="1387016" y="38323"/>
                  <a:pt x="1394037" y="36455"/>
                  <a:pt x="1401830" y="36455"/>
                </a:cubicBezTo>
                <a:close/>
                <a:moveTo>
                  <a:pt x="1290212" y="36455"/>
                </a:moveTo>
                <a:cubicBezTo>
                  <a:pt x="1297039" y="36455"/>
                  <a:pt x="1302965" y="37808"/>
                  <a:pt x="1308053" y="40577"/>
                </a:cubicBezTo>
                <a:cubicBezTo>
                  <a:pt x="1313141" y="43347"/>
                  <a:pt x="1317263" y="46760"/>
                  <a:pt x="1320291" y="50947"/>
                </a:cubicBezTo>
                <a:lnTo>
                  <a:pt x="1320291" y="37936"/>
                </a:lnTo>
                <a:lnTo>
                  <a:pt x="1343477" y="37936"/>
                </a:lnTo>
                <a:lnTo>
                  <a:pt x="1343477" y="129137"/>
                </a:lnTo>
                <a:lnTo>
                  <a:pt x="1320291" y="129137"/>
                </a:lnTo>
                <a:lnTo>
                  <a:pt x="1320291" y="115805"/>
                </a:lnTo>
                <a:cubicBezTo>
                  <a:pt x="1317328" y="120056"/>
                  <a:pt x="1313270" y="123598"/>
                  <a:pt x="1308053" y="126432"/>
                </a:cubicBezTo>
                <a:cubicBezTo>
                  <a:pt x="1302836" y="129202"/>
                  <a:pt x="1296846" y="130619"/>
                  <a:pt x="1290019" y="130619"/>
                </a:cubicBezTo>
                <a:cubicBezTo>
                  <a:pt x="1282354" y="130619"/>
                  <a:pt x="1275334" y="128622"/>
                  <a:pt x="1269022" y="124693"/>
                </a:cubicBezTo>
                <a:cubicBezTo>
                  <a:pt x="1262710" y="120764"/>
                  <a:pt x="1257686" y="115161"/>
                  <a:pt x="1254015" y="108012"/>
                </a:cubicBezTo>
                <a:cubicBezTo>
                  <a:pt x="1250344" y="100798"/>
                  <a:pt x="1248476" y="92554"/>
                  <a:pt x="1248476" y="83215"/>
                </a:cubicBezTo>
                <a:cubicBezTo>
                  <a:pt x="1248476" y="73876"/>
                  <a:pt x="1250344" y="65825"/>
                  <a:pt x="1254015" y="58676"/>
                </a:cubicBezTo>
                <a:lnTo>
                  <a:pt x="1254080" y="58676"/>
                </a:lnTo>
                <a:cubicBezTo>
                  <a:pt x="1257751" y="51526"/>
                  <a:pt x="1262774" y="46052"/>
                  <a:pt x="1269086" y="42187"/>
                </a:cubicBezTo>
                <a:cubicBezTo>
                  <a:pt x="1275398" y="38323"/>
                  <a:pt x="1282419" y="36455"/>
                  <a:pt x="1290212" y="36455"/>
                </a:cubicBezTo>
                <a:close/>
                <a:moveTo>
                  <a:pt x="911431" y="36455"/>
                </a:moveTo>
                <a:cubicBezTo>
                  <a:pt x="920448" y="36455"/>
                  <a:pt x="927855" y="38323"/>
                  <a:pt x="934747" y="42058"/>
                </a:cubicBezTo>
                <a:cubicBezTo>
                  <a:pt x="941574" y="45794"/>
                  <a:pt x="946920" y="51076"/>
                  <a:pt x="950720" y="57967"/>
                </a:cubicBezTo>
                <a:cubicBezTo>
                  <a:pt x="954520" y="64794"/>
                  <a:pt x="956388" y="72716"/>
                  <a:pt x="956388" y="81605"/>
                </a:cubicBezTo>
                <a:cubicBezTo>
                  <a:pt x="956388" y="84889"/>
                  <a:pt x="956195" y="87852"/>
                  <a:pt x="955744" y="90493"/>
                </a:cubicBezTo>
                <a:lnTo>
                  <a:pt x="955744" y="90429"/>
                </a:lnTo>
                <a:lnTo>
                  <a:pt x="889082" y="90429"/>
                </a:lnTo>
                <a:cubicBezTo>
                  <a:pt x="889597" y="96998"/>
                  <a:pt x="891916" y="102151"/>
                  <a:pt x="895974" y="105886"/>
                </a:cubicBezTo>
                <a:cubicBezTo>
                  <a:pt x="900031" y="109622"/>
                  <a:pt x="905055" y="111490"/>
                  <a:pt x="910981" y="111490"/>
                </a:cubicBezTo>
                <a:cubicBezTo>
                  <a:pt x="919547" y="111490"/>
                  <a:pt x="925601" y="107819"/>
                  <a:pt x="929272" y="100476"/>
                </a:cubicBezTo>
                <a:lnTo>
                  <a:pt x="954134" y="100476"/>
                </a:lnTo>
                <a:cubicBezTo>
                  <a:pt x="951493" y="109236"/>
                  <a:pt x="946469" y="116449"/>
                  <a:pt x="938998" y="122117"/>
                </a:cubicBezTo>
                <a:cubicBezTo>
                  <a:pt x="931527" y="127785"/>
                  <a:pt x="922381" y="130619"/>
                  <a:pt x="911496" y="130619"/>
                </a:cubicBezTo>
                <a:cubicBezTo>
                  <a:pt x="902736" y="130619"/>
                  <a:pt x="894814" y="128687"/>
                  <a:pt x="887858" y="124758"/>
                </a:cubicBezTo>
                <a:cubicBezTo>
                  <a:pt x="880902" y="120893"/>
                  <a:pt x="875428" y="115354"/>
                  <a:pt x="871563" y="108205"/>
                </a:cubicBezTo>
                <a:cubicBezTo>
                  <a:pt x="867699" y="101056"/>
                  <a:pt x="865702" y="92812"/>
                  <a:pt x="865702" y="83537"/>
                </a:cubicBezTo>
                <a:cubicBezTo>
                  <a:pt x="865702" y="74262"/>
                  <a:pt x="867634" y="65825"/>
                  <a:pt x="871434" y="58676"/>
                </a:cubicBezTo>
                <a:cubicBezTo>
                  <a:pt x="875299" y="51526"/>
                  <a:pt x="880645" y="46052"/>
                  <a:pt x="887536" y="42187"/>
                </a:cubicBezTo>
                <a:cubicBezTo>
                  <a:pt x="894428" y="38323"/>
                  <a:pt x="902414" y="36455"/>
                  <a:pt x="911431" y="36455"/>
                </a:cubicBezTo>
                <a:close/>
                <a:moveTo>
                  <a:pt x="338269" y="36455"/>
                </a:moveTo>
                <a:cubicBezTo>
                  <a:pt x="349154" y="36455"/>
                  <a:pt x="357784" y="39160"/>
                  <a:pt x="364289" y="44635"/>
                </a:cubicBezTo>
                <a:cubicBezTo>
                  <a:pt x="370730" y="50045"/>
                  <a:pt x="374337" y="57387"/>
                  <a:pt x="374981" y="66598"/>
                </a:cubicBezTo>
                <a:lnTo>
                  <a:pt x="352954" y="66598"/>
                </a:lnTo>
                <a:cubicBezTo>
                  <a:pt x="352632" y="62991"/>
                  <a:pt x="351086" y="60093"/>
                  <a:pt x="348445" y="57967"/>
                </a:cubicBezTo>
                <a:cubicBezTo>
                  <a:pt x="345740" y="55842"/>
                  <a:pt x="342133" y="54747"/>
                  <a:pt x="337689" y="54747"/>
                </a:cubicBezTo>
                <a:cubicBezTo>
                  <a:pt x="333503" y="54747"/>
                  <a:pt x="330282" y="55520"/>
                  <a:pt x="328028" y="57065"/>
                </a:cubicBezTo>
                <a:cubicBezTo>
                  <a:pt x="325774" y="58611"/>
                  <a:pt x="324679" y="60737"/>
                  <a:pt x="324679" y="63506"/>
                </a:cubicBezTo>
                <a:cubicBezTo>
                  <a:pt x="324679" y="66598"/>
                  <a:pt x="326224" y="68916"/>
                  <a:pt x="329316" y="70527"/>
                </a:cubicBezTo>
                <a:cubicBezTo>
                  <a:pt x="332408" y="72137"/>
                  <a:pt x="337174" y="73747"/>
                  <a:pt x="343615" y="75357"/>
                </a:cubicBezTo>
                <a:cubicBezTo>
                  <a:pt x="350184" y="77032"/>
                  <a:pt x="355659" y="78706"/>
                  <a:pt x="359910" y="80445"/>
                </a:cubicBezTo>
                <a:cubicBezTo>
                  <a:pt x="364161" y="82184"/>
                  <a:pt x="367896" y="84889"/>
                  <a:pt x="371052" y="88625"/>
                </a:cubicBezTo>
                <a:cubicBezTo>
                  <a:pt x="374208" y="92296"/>
                  <a:pt x="375818" y="97127"/>
                  <a:pt x="375883" y="103181"/>
                </a:cubicBezTo>
                <a:cubicBezTo>
                  <a:pt x="375883" y="108463"/>
                  <a:pt x="374401" y="113164"/>
                  <a:pt x="371503" y="117351"/>
                </a:cubicBezTo>
                <a:cubicBezTo>
                  <a:pt x="368605" y="121537"/>
                  <a:pt x="364418" y="124758"/>
                  <a:pt x="359008" y="127141"/>
                </a:cubicBezTo>
                <a:cubicBezTo>
                  <a:pt x="353598" y="129524"/>
                  <a:pt x="347221" y="130683"/>
                  <a:pt x="340008" y="130683"/>
                </a:cubicBezTo>
                <a:cubicBezTo>
                  <a:pt x="332794" y="130683"/>
                  <a:pt x="325838" y="129331"/>
                  <a:pt x="319913" y="126626"/>
                </a:cubicBezTo>
                <a:lnTo>
                  <a:pt x="319848" y="126561"/>
                </a:lnTo>
                <a:cubicBezTo>
                  <a:pt x="313923" y="123856"/>
                  <a:pt x="309221" y="120249"/>
                  <a:pt x="305743" y="115612"/>
                </a:cubicBezTo>
                <a:cubicBezTo>
                  <a:pt x="302265" y="110975"/>
                  <a:pt x="300397" y="105886"/>
                  <a:pt x="300075" y="100283"/>
                </a:cubicBezTo>
                <a:lnTo>
                  <a:pt x="323262" y="100283"/>
                </a:lnTo>
                <a:cubicBezTo>
                  <a:pt x="323713" y="103825"/>
                  <a:pt x="325452" y="106724"/>
                  <a:pt x="328414" y="108978"/>
                </a:cubicBezTo>
                <a:cubicBezTo>
                  <a:pt x="331377" y="111232"/>
                  <a:pt x="335177" y="112456"/>
                  <a:pt x="339686" y="112456"/>
                </a:cubicBezTo>
                <a:cubicBezTo>
                  <a:pt x="344194" y="112456"/>
                  <a:pt x="347479" y="111554"/>
                  <a:pt x="349991" y="109815"/>
                </a:cubicBezTo>
                <a:cubicBezTo>
                  <a:pt x="352438" y="108076"/>
                  <a:pt x="353727" y="105822"/>
                  <a:pt x="353727" y="103052"/>
                </a:cubicBezTo>
                <a:cubicBezTo>
                  <a:pt x="353727" y="100090"/>
                  <a:pt x="352245" y="97835"/>
                  <a:pt x="349218" y="96354"/>
                </a:cubicBezTo>
                <a:cubicBezTo>
                  <a:pt x="346191" y="94873"/>
                  <a:pt x="341425" y="93262"/>
                  <a:pt x="334791" y="91523"/>
                </a:cubicBezTo>
                <a:cubicBezTo>
                  <a:pt x="327963" y="89849"/>
                  <a:pt x="322424" y="88174"/>
                  <a:pt x="318109" y="86435"/>
                </a:cubicBezTo>
                <a:cubicBezTo>
                  <a:pt x="313794" y="84696"/>
                  <a:pt x="310058" y="81991"/>
                  <a:pt x="306902" y="78384"/>
                </a:cubicBezTo>
                <a:cubicBezTo>
                  <a:pt x="303746" y="74777"/>
                  <a:pt x="302200" y="69883"/>
                  <a:pt x="302200" y="63764"/>
                </a:cubicBezTo>
                <a:cubicBezTo>
                  <a:pt x="302200" y="58740"/>
                  <a:pt x="303682" y="54103"/>
                  <a:pt x="306579" y="49916"/>
                </a:cubicBezTo>
                <a:cubicBezTo>
                  <a:pt x="309479" y="45730"/>
                  <a:pt x="313665" y="42445"/>
                  <a:pt x="319075" y="40062"/>
                </a:cubicBezTo>
                <a:cubicBezTo>
                  <a:pt x="324485" y="37679"/>
                  <a:pt x="330926" y="36455"/>
                  <a:pt x="338269" y="36455"/>
                </a:cubicBezTo>
                <a:close/>
                <a:moveTo>
                  <a:pt x="120314" y="36455"/>
                </a:moveTo>
                <a:cubicBezTo>
                  <a:pt x="127141" y="36455"/>
                  <a:pt x="133067" y="37808"/>
                  <a:pt x="138155" y="40577"/>
                </a:cubicBezTo>
                <a:cubicBezTo>
                  <a:pt x="143243" y="43347"/>
                  <a:pt x="147365" y="46760"/>
                  <a:pt x="150392" y="50947"/>
                </a:cubicBezTo>
                <a:lnTo>
                  <a:pt x="150392" y="37936"/>
                </a:lnTo>
                <a:lnTo>
                  <a:pt x="173579" y="37936"/>
                </a:lnTo>
                <a:lnTo>
                  <a:pt x="173579" y="129138"/>
                </a:lnTo>
                <a:lnTo>
                  <a:pt x="150392" y="129138"/>
                </a:lnTo>
                <a:lnTo>
                  <a:pt x="150392" y="115805"/>
                </a:lnTo>
                <a:cubicBezTo>
                  <a:pt x="147430" y="120056"/>
                  <a:pt x="143372" y="123598"/>
                  <a:pt x="138155" y="126432"/>
                </a:cubicBezTo>
                <a:cubicBezTo>
                  <a:pt x="132938" y="129202"/>
                  <a:pt x="126948" y="130619"/>
                  <a:pt x="120121" y="130619"/>
                </a:cubicBezTo>
                <a:cubicBezTo>
                  <a:pt x="112455" y="130619"/>
                  <a:pt x="105436" y="128622"/>
                  <a:pt x="99124" y="124693"/>
                </a:cubicBezTo>
                <a:cubicBezTo>
                  <a:pt x="92812" y="120765"/>
                  <a:pt x="87788" y="115161"/>
                  <a:pt x="84117" y="108012"/>
                </a:cubicBezTo>
                <a:cubicBezTo>
                  <a:pt x="80446" y="100798"/>
                  <a:pt x="78578" y="92554"/>
                  <a:pt x="78578" y="83215"/>
                </a:cubicBezTo>
                <a:cubicBezTo>
                  <a:pt x="78578" y="73876"/>
                  <a:pt x="80446" y="65825"/>
                  <a:pt x="84117" y="58676"/>
                </a:cubicBezTo>
                <a:lnTo>
                  <a:pt x="84181" y="58676"/>
                </a:lnTo>
                <a:cubicBezTo>
                  <a:pt x="87853" y="51526"/>
                  <a:pt x="92876" y="46052"/>
                  <a:pt x="99188" y="42187"/>
                </a:cubicBezTo>
                <a:cubicBezTo>
                  <a:pt x="105500" y="38323"/>
                  <a:pt x="112521" y="36455"/>
                  <a:pt x="120314" y="36455"/>
                </a:cubicBezTo>
                <a:close/>
                <a:moveTo>
                  <a:pt x="2449098" y="15393"/>
                </a:moveTo>
                <a:lnTo>
                  <a:pt x="2472285" y="15393"/>
                </a:lnTo>
                <a:lnTo>
                  <a:pt x="2472285" y="37936"/>
                </a:lnTo>
                <a:lnTo>
                  <a:pt x="2492702" y="37936"/>
                </a:lnTo>
                <a:lnTo>
                  <a:pt x="2492702" y="56871"/>
                </a:lnTo>
                <a:lnTo>
                  <a:pt x="2472285" y="56871"/>
                </a:lnTo>
                <a:lnTo>
                  <a:pt x="2472285" y="100991"/>
                </a:lnTo>
                <a:cubicBezTo>
                  <a:pt x="2472285" y="104082"/>
                  <a:pt x="2473058" y="106272"/>
                  <a:pt x="2474539" y="107689"/>
                </a:cubicBezTo>
                <a:cubicBezTo>
                  <a:pt x="2476020" y="109042"/>
                  <a:pt x="2478532" y="109750"/>
                  <a:pt x="2482010" y="109750"/>
                </a:cubicBezTo>
                <a:lnTo>
                  <a:pt x="2492702" y="109750"/>
                </a:lnTo>
                <a:lnTo>
                  <a:pt x="2492702" y="129201"/>
                </a:lnTo>
                <a:lnTo>
                  <a:pt x="2478210" y="129201"/>
                </a:lnTo>
                <a:cubicBezTo>
                  <a:pt x="2458759" y="129201"/>
                  <a:pt x="2449098" y="119733"/>
                  <a:pt x="2449098" y="100862"/>
                </a:cubicBezTo>
                <a:lnTo>
                  <a:pt x="2449098" y="56936"/>
                </a:lnTo>
                <a:lnTo>
                  <a:pt x="2438213" y="56936"/>
                </a:lnTo>
                <a:lnTo>
                  <a:pt x="2438213" y="38000"/>
                </a:lnTo>
                <a:lnTo>
                  <a:pt x="2449098" y="38000"/>
                </a:lnTo>
                <a:close/>
                <a:moveTo>
                  <a:pt x="536128" y="14234"/>
                </a:moveTo>
                <a:lnTo>
                  <a:pt x="559186" y="14234"/>
                </a:lnTo>
                <a:lnTo>
                  <a:pt x="559186" y="85340"/>
                </a:lnTo>
                <a:cubicBezTo>
                  <a:pt x="559186" y="93133"/>
                  <a:pt x="561183" y="99059"/>
                  <a:pt x="565305" y="103181"/>
                </a:cubicBezTo>
                <a:cubicBezTo>
                  <a:pt x="569362" y="107303"/>
                  <a:pt x="575095" y="109364"/>
                  <a:pt x="582437" y="109364"/>
                </a:cubicBezTo>
                <a:cubicBezTo>
                  <a:pt x="589780" y="109364"/>
                  <a:pt x="595641" y="107303"/>
                  <a:pt x="599698" y="103181"/>
                </a:cubicBezTo>
                <a:cubicBezTo>
                  <a:pt x="603756" y="99059"/>
                  <a:pt x="605817" y="93133"/>
                  <a:pt x="605817" y="85340"/>
                </a:cubicBezTo>
                <a:lnTo>
                  <a:pt x="605817" y="14234"/>
                </a:lnTo>
                <a:lnTo>
                  <a:pt x="629004" y="14234"/>
                </a:lnTo>
                <a:lnTo>
                  <a:pt x="629004" y="85147"/>
                </a:lnTo>
                <a:cubicBezTo>
                  <a:pt x="629004" y="94937"/>
                  <a:pt x="626878" y="103181"/>
                  <a:pt x="622692" y="109944"/>
                </a:cubicBezTo>
                <a:cubicBezTo>
                  <a:pt x="618441" y="116706"/>
                  <a:pt x="612837" y="121795"/>
                  <a:pt x="605753" y="125144"/>
                </a:cubicBezTo>
                <a:cubicBezTo>
                  <a:pt x="598668" y="128557"/>
                  <a:pt x="590810" y="130232"/>
                  <a:pt x="582115" y="130232"/>
                </a:cubicBezTo>
                <a:cubicBezTo>
                  <a:pt x="573420" y="130232"/>
                  <a:pt x="565820" y="128557"/>
                  <a:pt x="558799" y="125144"/>
                </a:cubicBezTo>
                <a:cubicBezTo>
                  <a:pt x="551843" y="121730"/>
                  <a:pt x="546304" y="116642"/>
                  <a:pt x="542247" y="109944"/>
                </a:cubicBezTo>
                <a:cubicBezTo>
                  <a:pt x="538189" y="103181"/>
                  <a:pt x="536128" y="94937"/>
                  <a:pt x="536128" y="85147"/>
                </a:cubicBezTo>
                <a:close/>
                <a:moveTo>
                  <a:pt x="9082" y="14234"/>
                </a:moveTo>
                <a:lnTo>
                  <a:pt x="32140" y="14234"/>
                </a:lnTo>
                <a:lnTo>
                  <a:pt x="32140" y="110845"/>
                </a:lnTo>
                <a:lnTo>
                  <a:pt x="69947" y="110845"/>
                </a:lnTo>
                <a:lnTo>
                  <a:pt x="69947" y="129137"/>
                </a:lnTo>
                <a:lnTo>
                  <a:pt x="9082" y="129137"/>
                </a:lnTo>
                <a:close/>
                <a:moveTo>
                  <a:pt x="2666667" y="7278"/>
                </a:moveTo>
                <a:lnTo>
                  <a:pt x="2689725" y="7278"/>
                </a:lnTo>
                <a:lnTo>
                  <a:pt x="2689725" y="129137"/>
                </a:lnTo>
                <a:lnTo>
                  <a:pt x="2666667" y="129137"/>
                </a:lnTo>
                <a:close/>
                <a:moveTo>
                  <a:pt x="1625647" y="7278"/>
                </a:moveTo>
                <a:lnTo>
                  <a:pt x="1648705" y="7278"/>
                </a:lnTo>
                <a:lnTo>
                  <a:pt x="1648705" y="49272"/>
                </a:lnTo>
                <a:cubicBezTo>
                  <a:pt x="1651668" y="45343"/>
                  <a:pt x="1655596" y="42251"/>
                  <a:pt x="1660556" y="39997"/>
                </a:cubicBezTo>
                <a:cubicBezTo>
                  <a:pt x="1665515" y="37743"/>
                  <a:pt x="1670990" y="36648"/>
                  <a:pt x="1677044" y="36648"/>
                </a:cubicBezTo>
                <a:cubicBezTo>
                  <a:pt x="1683936" y="36648"/>
                  <a:pt x="1690119" y="38129"/>
                  <a:pt x="1695465" y="41156"/>
                </a:cubicBezTo>
                <a:cubicBezTo>
                  <a:pt x="1700811" y="44184"/>
                  <a:pt x="1705062" y="48628"/>
                  <a:pt x="1708089" y="54489"/>
                </a:cubicBezTo>
                <a:cubicBezTo>
                  <a:pt x="1711116" y="60350"/>
                  <a:pt x="1712597" y="67435"/>
                  <a:pt x="1712597" y="75614"/>
                </a:cubicBezTo>
                <a:lnTo>
                  <a:pt x="1712597" y="129137"/>
                </a:lnTo>
                <a:lnTo>
                  <a:pt x="1689539" y="129137"/>
                </a:lnTo>
                <a:lnTo>
                  <a:pt x="1689539" y="78770"/>
                </a:lnTo>
                <a:cubicBezTo>
                  <a:pt x="1689539" y="71557"/>
                  <a:pt x="1687736" y="65953"/>
                  <a:pt x="1684129" y="62089"/>
                </a:cubicBezTo>
                <a:cubicBezTo>
                  <a:pt x="1680522" y="58224"/>
                  <a:pt x="1675563" y="56228"/>
                  <a:pt x="1669315" y="56228"/>
                </a:cubicBezTo>
                <a:cubicBezTo>
                  <a:pt x="1663068" y="56228"/>
                  <a:pt x="1657915" y="58160"/>
                  <a:pt x="1654244" y="62089"/>
                </a:cubicBezTo>
                <a:cubicBezTo>
                  <a:pt x="1650573" y="65953"/>
                  <a:pt x="1648705" y="71557"/>
                  <a:pt x="1648705" y="78770"/>
                </a:cubicBezTo>
                <a:lnTo>
                  <a:pt x="1648705" y="129137"/>
                </a:lnTo>
                <a:lnTo>
                  <a:pt x="1625647" y="129137"/>
                </a:lnTo>
                <a:close/>
                <a:moveTo>
                  <a:pt x="825705" y="7278"/>
                </a:moveTo>
                <a:lnTo>
                  <a:pt x="849085" y="7278"/>
                </a:lnTo>
                <a:lnTo>
                  <a:pt x="849085" y="129137"/>
                </a:lnTo>
                <a:lnTo>
                  <a:pt x="825705" y="129137"/>
                </a:lnTo>
                <a:lnTo>
                  <a:pt x="825705" y="115611"/>
                </a:lnTo>
                <a:cubicBezTo>
                  <a:pt x="822871" y="120120"/>
                  <a:pt x="818877" y="123727"/>
                  <a:pt x="813660" y="126496"/>
                </a:cubicBezTo>
                <a:cubicBezTo>
                  <a:pt x="808508" y="129266"/>
                  <a:pt x="802518" y="130618"/>
                  <a:pt x="795691" y="130618"/>
                </a:cubicBezTo>
                <a:cubicBezTo>
                  <a:pt x="788026" y="130618"/>
                  <a:pt x="781006" y="128622"/>
                  <a:pt x="774629" y="124693"/>
                </a:cubicBezTo>
                <a:cubicBezTo>
                  <a:pt x="768253" y="120764"/>
                  <a:pt x="763229" y="115161"/>
                  <a:pt x="759558" y="108011"/>
                </a:cubicBezTo>
                <a:cubicBezTo>
                  <a:pt x="755887" y="100798"/>
                  <a:pt x="754019" y="92554"/>
                  <a:pt x="754019" y="83214"/>
                </a:cubicBezTo>
                <a:cubicBezTo>
                  <a:pt x="754019" y="73875"/>
                  <a:pt x="755887" y="65824"/>
                  <a:pt x="759558" y="58675"/>
                </a:cubicBezTo>
                <a:lnTo>
                  <a:pt x="759622" y="58675"/>
                </a:lnTo>
                <a:cubicBezTo>
                  <a:pt x="763294" y="51526"/>
                  <a:pt x="768317" y="46051"/>
                  <a:pt x="774694" y="42187"/>
                </a:cubicBezTo>
                <a:cubicBezTo>
                  <a:pt x="781070" y="38322"/>
                  <a:pt x="788155" y="36455"/>
                  <a:pt x="795948" y="36455"/>
                </a:cubicBezTo>
                <a:cubicBezTo>
                  <a:pt x="801874" y="36455"/>
                  <a:pt x="807542" y="37743"/>
                  <a:pt x="812888" y="40319"/>
                </a:cubicBezTo>
                <a:cubicBezTo>
                  <a:pt x="818233" y="42895"/>
                  <a:pt x="822549" y="46309"/>
                  <a:pt x="825705" y="50624"/>
                </a:cubicBezTo>
                <a:close/>
                <a:moveTo>
                  <a:pt x="144531" y="5153"/>
                </a:moveTo>
                <a:cubicBezTo>
                  <a:pt x="147623" y="5153"/>
                  <a:pt x="150199" y="6248"/>
                  <a:pt x="152325" y="8373"/>
                </a:cubicBezTo>
                <a:cubicBezTo>
                  <a:pt x="154450" y="10499"/>
                  <a:pt x="155545" y="13140"/>
                  <a:pt x="155545" y="16167"/>
                </a:cubicBezTo>
                <a:cubicBezTo>
                  <a:pt x="155545" y="19194"/>
                  <a:pt x="154450" y="21835"/>
                  <a:pt x="152325" y="23896"/>
                </a:cubicBezTo>
                <a:cubicBezTo>
                  <a:pt x="150199" y="25957"/>
                  <a:pt x="147559" y="27052"/>
                  <a:pt x="144531" y="27052"/>
                </a:cubicBezTo>
                <a:cubicBezTo>
                  <a:pt x="141504" y="27052"/>
                  <a:pt x="138863" y="26021"/>
                  <a:pt x="136802" y="23896"/>
                </a:cubicBezTo>
                <a:cubicBezTo>
                  <a:pt x="134741" y="21835"/>
                  <a:pt x="133646" y="19258"/>
                  <a:pt x="133646" y="16167"/>
                </a:cubicBezTo>
                <a:cubicBezTo>
                  <a:pt x="133646" y="13075"/>
                  <a:pt x="134677" y="10499"/>
                  <a:pt x="136802" y="8373"/>
                </a:cubicBezTo>
                <a:cubicBezTo>
                  <a:pt x="138928" y="6248"/>
                  <a:pt x="141440" y="5153"/>
                  <a:pt x="144531" y="5153"/>
                </a:cubicBezTo>
                <a:close/>
                <a:moveTo>
                  <a:pt x="114067" y="5153"/>
                </a:moveTo>
                <a:cubicBezTo>
                  <a:pt x="117158" y="5153"/>
                  <a:pt x="119734" y="6248"/>
                  <a:pt x="121860" y="8373"/>
                </a:cubicBezTo>
                <a:cubicBezTo>
                  <a:pt x="123985" y="10499"/>
                  <a:pt x="125080" y="13140"/>
                  <a:pt x="125080" y="16167"/>
                </a:cubicBezTo>
                <a:cubicBezTo>
                  <a:pt x="125080" y="19194"/>
                  <a:pt x="123985" y="21835"/>
                  <a:pt x="121860" y="23896"/>
                </a:cubicBezTo>
                <a:cubicBezTo>
                  <a:pt x="119734" y="25957"/>
                  <a:pt x="117094" y="27052"/>
                  <a:pt x="114067" y="27052"/>
                </a:cubicBezTo>
                <a:cubicBezTo>
                  <a:pt x="111039" y="27052"/>
                  <a:pt x="108399" y="26021"/>
                  <a:pt x="106338" y="23896"/>
                </a:cubicBezTo>
                <a:cubicBezTo>
                  <a:pt x="104277" y="21835"/>
                  <a:pt x="103182" y="19258"/>
                  <a:pt x="103182" y="16167"/>
                </a:cubicBezTo>
                <a:cubicBezTo>
                  <a:pt x="103182" y="13075"/>
                  <a:pt x="104212" y="10499"/>
                  <a:pt x="106338" y="8373"/>
                </a:cubicBezTo>
                <a:cubicBezTo>
                  <a:pt x="108399" y="6248"/>
                  <a:pt x="110975" y="5153"/>
                  <a:pt x="114067" y="5153"/>
                </a:cubicBezTo>
                <a:close/>
                <a:moveTo>
                  <a:pt x="2520977" y="0"/>
                </a:moveTo>
                <a:cubicBezTo>
                  <a:pt x="2525034" y="0"/>
                  <a:pt x="2528384" y="1288"/>
                  <a:pt x="2531089" y="3864"/>
                </a:cubicBezTo>
                <a:cubicBezTo>
                  <a:pt x="2533794" y="6441"/>
                  <a:pt x="2535146" y="9661"/>
                  <a:pt x="2535146" y="13526"/>
                </a:cubicBezTo>
                <a:cubicBezTo>
                  <a:pt x="2535146" y="17390"/>
                  <a:pt x="2533794" y="20546"/>
                  <a:pt x="2531089" y="23187"/>
                </a:cubicBezTo>
                <a:cubicBezTo>
                  <a:pt x="2528384" y="25763"/>
                  <a:pt x="2525034" y="27051"/>
                  <a:pt x="2520977" y="27051"/>
                </a:cubicBezTo>
                <a:cubicBezTo>
                  <a:pt x="2516919" y="27051"/>
                  <a:pt x="2513570" y="25763"/>
                  <a:pt x="2510865" y="23187"/>
                </a:cubicBezTo>
                <a:cubicBezTo>
                  <a:pt x="2508160" y="20610"/>
                  <a:pt x="2506807" y="17390"/>
                  <a:pt x="2506807" y="13526"/>
                </a:cubicBezTo>
                <a:cubicBezTo>
                  <a:pt x="2506807" y="9661"/>
                  <a:pt x="2508160" y="6505"/>
                  <a:pt x="2510865" y="3864"/>
                </a:cubicBezTo>
                <a:cubicBezTo>
                  <a:pt x="2513570" y="1288"/>
                  <a:pt x="2516919" y="0"/>
                  <a:pt x="2520977" y="0"/>
                </a:cubicBezTo>
                <a:close/>
                <a:moveTo>
                  <a:pt x="2302571" y="0"/>
                </a:moveTo>
                <a:cubicBezTo>
                  <a:pt x="2306628" y="0"/>
                  <a:pt x="2309978" y="1288"/>
                  <a:pt x="2312683" y="3864"/>
                </a:cubicBezTo>
                <a:cubicBezTo>
                  <a:pt x="2315388" y="6441"/>
                  <a:pt x="2316740" y="9661"/>
                  <a:pt x="2316740" y="13526"/>
                </a:cubicBezTo>
                <a:cubicBezTo>
                  <a:pt x="2316740" y="17390"/>
                  <a:pt x="2315388" y="20546"/>
                  <a:pt x="2312683" y="23187"/>
                </a:cubicBezTo>
                <a:cubicBezTo>
                  <a:pt x="2309978" y="25763"/>
                  <a:pt x="2306628" y="27051"/>
                  <a:pt x="2302571" y="27051"/>
                </a:cubicBezTo>
                <a:cubicBezTo>
                  <a:pt x="2298513" y="27051"/>
                  <a:pt x="2295164" y="25763"/>
                  <a:pt x="2292459" y="23187"/>
                </a:cubicBezTo>
                <a:cubicBezTo>
                  <a:pt x="2289754" y="20610"/>
                  <a:pt x="2288401" y="17390"/>
                  <a:pt x="2288401" y="13526"/>
                </a:cubicBezTo>
                <a:cubicBezTo>
                  <a:pt x="2288401" y="9661"/>
                  <a:pt x="2289754" y="6505"/>
                  <a:pt x="2292459" y="3864"/>
                </a:cubicBezTo>
                <a:cubicBezTo>
                  <a:pt x="2295164" y="1288"/>
                  <a:pt x="2298513" y="0"/>
                  <a:pt x="2302571" y="0"/>
                </a:cubicBezTo>
                <a:close/>
                <a:moveTo>
                  <a:pt x="1944336" y="0"/>
                </a:moveTo>
                <a:cubicBezTo>
                  <a:pt x="1948393" y="0"/>
                  <a:pt x="1951743" y="1288"/>
                  <a:pt x="1954448" y="3864"/>
                </a:cubicBezTo>
                <a:cubicBezTo>
                  <a:pt x="1957153" y="6441"/>
                  <a:pt x="1958505" y="9661"/>
                  <a:pt x="1958505" y="13526"/>
                </a:cubicBezTo>
                <a:cubicBezTo>
                  <a:pt x="1958505" y="17390"/>
                  <a:pt x="1957153" y="20546"/>
                  <a:pt x="1954448" y="23187"/>
                </a:cubicBezTo>
                <a:cubicBezTo>
                  <a:pt x="1951743" y="25763"/>
                  <a:pt x="1948393" y="27051"/>
                  <a:pt x="1944336" y="27051"/>
                </a:cubicBezTo>
                <a:cubicBezTo>
                  <a:pt x="1940278" y="27051"/>
                  <a:pt x="1936929" y="25763"/>
                  <a:pt x="1934224" y="23187"/>
                </a:cubicBezTo>
                <a:cubicBezTo>
                  <a:pt x="1931519" y="20610"/>
                  <a:pt x="1930166" y="17390"/>
                  <a:pt x="1930166" y="13526"/>
                </a:cubicBezTo>
                <a:cubicBezTo>
                  <a:pt x="1930166" y="9661"/>
                  <a:pt x="1931519" y="6505"/>
                  <a:pt x="1934224" y="3864"/>
                </a:cubicBezTo>
                <a:cubicBezTo>
                  <a:pt x="1936929" y="1288"/>
                  <a:pt x="1940278" y="0"/>
                  <a:pt x="1944336" y="0"/>
                </a:cubicBezTo>
                <a:close/>
                <a:moveTo>
                  <a:pt x="406413" y="0"/>
                </a:moveTo>
                <a:cubicBezTo>
                  <a:pt x="410470" y="0"/>
                  <a:pt x="413820" y="1288"/>
                  <a:pt x="416525" y="3864"/>
                </a:cubicBezTo>
                <a:cubicBezTo>
                  <a:pt x="419230" y="6441"/>
                  <a:pt x="420582" y="9661"/>
                  <a:pt x="420582" y="13526"/>
                </a:cubicBezTo>
                <a:cubicBezTo>
                  <a:pt x="420582" y="17390"/>
                  <a:pt x="419230" y="20546"/>
                  <a:pt x="416525" y="23187"/>
                </a:cubicBezTo>
                <a:cubicBezTo>
                  <a:pt x="413820" y="25763"/>
                  <a:pt x="410470" y="27051"/>
                  <a:pt x="406413" y="27051"/>
                </a:cubicBezTo>
                <a:cubicBezTo>
                  <a:pt x="402355" y="27051"/>
                  <a:pt x="399006" y="25763"/>
                  <a:pt x="396301" y="23187"/>
                </a:cubicBezTo>
                <a:cubicBezTo>
                  <a:pt x="393596" y="20610"/>
                  <a:pt x="392243" y="17390"/>
                  <a:pt x="392243" y="13526"/>
                </a:cubicBezTo>
                <a:cubicBezTo>
                  <a:pt x="392243" y="9661"/>
                  <a:pt x="393596" y="6505"/>
                  <a:pt x="396301" y="3864"/>
                </a:cubicBezTo>
                <a:cubicBezTo>
                  <a:pt x="399006" y="1288"/>
                  <a:pt x="402355" y="0"/>
                  <a:pt x="406413" y="0"/>
                </a:cubicBezTo>
                <a:close/>
              </a:path>
            </a:pathLst>
          </a:custGeom>
          <a:solidFill>
            <a:schemeClr val="bg1"/>
          </a:solidFill>
          <a:ln w="6420" cap="flat">
            <a:noFill/>
            <a:prstDash val="solid"/>
            <a:miter/>
          </a:ln>
        </p:spPr>
        <p:txBody>
          <a:bodyPr rtlCol="0" anchor="ctr"/>
          <a:lstStyle/>
          <a:p>
            <a:endParaRPr lang="fi-FI"/>
          </a:p>
        </p:txBody>
      </p:sp>
      <p:sp>
        <p:nvSpPr>
          <p:cNvPr id="6" name="Päivämäärän paikkamerkki 5">
            <a:extLst>
              <a:ext uri="{FF2B5EF4-FFF2-40B4-BE49-F238E27FC236}">
                <a16:creationId xmlns:a16="http://schemas.microsoft.com/office/drawing/2014/main" id="{0DECE744-8150-999C-EFCC-D1209CB06255}"/>
              </a:ext>
            </a:extLst>
          </p:cNvPr>
          <p:cNvSpPr>
            <a:spLocks noGrp="1"/>
          </p:cNvSpPr>
          <p:nvPr>
            <p:ph type="dt" sz="half" idx="12"/>
          </p:nvPr>
        </p:nvSpPr>
        <p:spPr/>
        <p:txBody>
          <a:bodyPr/>
          <a:lstStyle>
            <a:lvl1pPr>
              <a:defRPr>
                <a:solidFill>
                  <a:schemeClr val="bg1"/>
                </a:solidFill>
              </a:defRPr>
            </a:lvl1pPr>
          </a:lstStyle>
          <a:p>
            <a:fld id="{4B30990E-42A7-4B35-82B2-2144061338E9}" type="datetime1">
              <a:rPr lang="fi-FI" smtClean="0"/>
              <a:t>14.10.2026</a:t>
            </a:fld>
            <a:endParaRPr lang="fi-FI"/>
          </a:p>
        </p:txBody>
      </p:sp>
      <p:sp>
        <p:nvSpPr>
          <p:cNvPr id="9" name="Alatunnisteen paikkamerkki 8">
            <a:extLst>
              <a:ext uri="{FF2B5EF4-FFF2-40B4-BE49-F238E27FC236}">
                <a16:creationId xmlns:a16="http://schemas.microsoft.com/office/drawing/2014/main" id="{4FC8244C-96A2-DAC7-D852-D1535621328C}"/>
              </a:ext>
            </a:extLst>
          </p:cNvPr>
          <p:cNvSpPr>
            <a:spLocks noGrp="1"/>
          </p:cNvSpPr>
          <p:nvPr>
            <p:ph type="ftr" sz="quarter" idx="13"/>
          </p:nvPr>
        </p:nvSpPr>
        <p:spPr/>
        <p:txBody>
          <a:bodyPr/>
          <a:lstStyle>
            <a:lvl1pPr>
              <a:defRPr>
                <a:solidFill>
                  <a:srgbClr val="FAE7EA"/>
                </a:solidFill>
              </a:defRPr>
            </a:lvl1pPr>
          </a:lstStyle>
          <a:p>
            <a:endParaRPr lang="fi-FI"/>
          </a:p>
        </p:txBody>
      </p:sp>
      <p:sp>
        <p:nvSpPr>
          <p:cNvPr id="10" name="Dian numeron paikkamerkki 9">
            <a:extLst>
              <a:ext uri="{FF2B5EF4-FFF2-40B4-BE49-F238E27FC236}">
                <a16:creationId xmlns:a16="http://schemas.microsoft.com/office/drawing/2014/main" id="{E6085B97-5B9A-9587-8110-05FF123FF020}"/>
              </a:ext>
            </a:extLst>
          </p:cNvPr>
          <p:cNvSpPr>
            <a:spLocks noGrp="1"/>
          </p:cNvSpPr>
          <p:nvPr>
            <p:ph type="sldNum" sz="quarter" idx="14"/>
          </p:nvPr>
        </p:nvSpPr>
        <p:spPr/>
        <p:txBody>
          <a:bodyPr/>
          <a:lstStyle>
            <a:lvl1pPr>
              <a:defRPr>
                <a:solidFill>
                  <a:schemeClr val="bg1"/>
                </a:solidFill>
              </a:defRPr>
            </a:lvl1pPr>
          </a:lstStyle>
          <a:p>
            <a:fld id="{07F0CC26-4241-4995-BDB3-9E0D3B0C702B}" type="slidenum">
              <a:rPr lang="fi-FI" smtClean="0"/>
              <a:pPr/>
              <a:t>‹#›</a:t>
            </a:fld>
            <a:endParaRPr lang="fi-FI"/>
          </a:p>
        </p:txBody>
      </p:sp>
      <p:sp>
        <p:nvSpPr>
          <p:cNvPr id="11" name="Tekstin paikkamerkki 10">
            <a:extLst>
              <a:ext uri="{FF2B5EF4-FFF2-40B4-BE49-F238E27FC236}">
                <a16:creationId xmlns:a16="http://schemas.microsoft.com/office/drawing/2014/main" id="{110769BD-A504-6EB4-1BCD-D80153559BDD}"/>
              </a:ext>
            </a:extLst>
          </p:cNvPr>
          <p:cNvSpPr>
            <a:spLocks noGrp="1"/>
          </p:cNvSpPr>
          <p:nvPr>
            <p:ph type="body" sz="quarter" idx="15" hasCustomPrompt="1"/>
          </p:nvPr>
        </p:nvSpPr>
        <p:spPr>
          <a:xfrm>
            <a:off x="6299200" y="1700213"/>
            <a:ext cx="5367657" cy="2593975"/>
          </a:xfrm>
        </p:spPr>
        <p:txBody>
          <a:bodyPr anchor="b"/>
          <a:lstStyle>
            <a:lvl1pPr marL="0" indent="0">
              <a:buNone/>
              <a:defRPr sz="4000" b="1">
                <a:solidFill>
                  <a:schemeClr val="bg1"/>
                </a:solidFill>
              </a:defRPr>
            </a:lvl1pPr>
          </a:lstStyle>
          <a:p>
            <a:pPr lvl="0"/>
            <a:r>
              <a:rPr lang="fi-FI"/>
              <a:t>Lisää otsikko napsauttamalla</a:t>
            </a:r>
          </a:p>
        </p:txBody>
      </p:sp>
      <p:sp>
        <p:nvSpPr>
          <p:cNvPr id="13" name="Tekstin paikkamerkki 12">
            <a:extLst>
              <a:ext uri="{FF2B5EF4-FFF2-40B4-BE49-F238E27FC236}">
                <a16:creationId xmlns:a16="http://schemas.microsoft.com/office/drawing/2014/main" id="{9D6C2E3A-7FE4-1EDF-A876-94AB3BFEEF02}"/>
              </a:ext>
            </a:extLst>
          </p:cNvPr>
          <p:cNvSpPr>
            <a:spLocks noGrp="1"/>
          </p:cNvSpPr>
          <p:nvPr>
            <p:ph type="body" idx="16" hasCustomPrompt="1"/>
          </p:nvPr>
        </p:nvSpPr>
        <p:spPr>
          <a:xfrm>
            <a:off x="6299200" y="4579936"/>
            <a:ext cx="5367657" cy="577851"/>
          </a:xfrm>
        </p:spPr>
        <p:txBody>
          <a:bodyPr/>
          <a:lstStyle>
            <a:lvl1pPr marL="0" indent="0">
              <a:buNone/>
              <a:defRPr sz="2200">
                <a:solidFill>
                  <a:schemeClr val="bg1"/>
                </a:solidFill>
              </a:defRPr>
            </a:lvl1pPr>
          </a:lstStyle>
          <a:p>
            <a:pPr lvl="0"/>
            <a:r>
              <a:rPr lang="fi-FI"/>
              <a:t>Lisää alaotsikko napsauttamalla</a:t>
            </a:r>
          </a:p>
        </p:txBody>
      </p:sp>
    </p:spTree>
    <p:extLst>
      <p:ext uri="{BB962C8B-B14F-4D97-AF65-F5344CB8AC3E}">
        <p14:creationId xmlns:p14="http://schemas.microsoft.com/office/powerpoint/2010/main" val="661044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tsikkodia Vaalea Laatikko">
    <p:bg>
      <p:bgPr>
        <a:solidFill>
          <a:schemeClr val="bg1"/>
        </a:solidFill>
        <a:effectLst/>
      </p:bgPr>
    </p:bg>
    <p:spTree>
      <p:nvGrpSpPr>
        <p:cNvPr id="1" name=""/>
        <p:cNvGrpSpPr/>
        <p:nvPr/>
      </p:nvGrpSpPr>
      <p:grpSpPr>
        <a:xfrm>
          <a:off x="0" y="0"/>
          <a:ext cx="0" cy="0"/>
          <a:chOff x="0" y="0"/>
          <a:chExt cx="0" cy="0"/>
        </a:xfrm>
      </p:grpSpPr>
      <p:pic>
        <p:nvPicPr>
          <p:cNvPr id="5" name="Graphic 4" descr="Länsi-Uudenmaan hyvinvointialueen tunnus.">
            <a:extLst>
              <a:ext uri="{FF2B5EF4-FFF2-40B4-BE49-F238E27FC236}">
                <a16:creationId xmlns:a16="http://schemas.microsoft.com/office/drawing/2014/main" id="{7195974A-5FEB-BEA2-CC07-9263FB173E4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74713" y="1707833"/>
            <a:ext cx="3473451" cy="438995"/>
          </a:xfrm>
          <a:prstGeom prst="rect">
            <a:avLst/>
          </a:prstGeom>
        </p:spPr>
      </p:pic>
      <p:sp>
        <p:nvSpPr>
          <p:cNvPr id="2" name="Otsikko 1">
            <a:extLst>
              <a:ext uri="{FF2B5EF4-FFF2-40B4-BE49-F238E27FC236}">
                <a16:creationId xmlns:a16="http://schemas.microsoft.com/office/drawing/2014/main" id="{C9DEC58A-A02E-4C8D-BE9D-FB143A61B227}"/>
              </a:ext>
            </a:extLst>
          </p:cNvPr>
          <p:cNvSpPr>
            <a:spLocks noGrp="1"/>
          </p:cNvSpPr>
          <p:nvPr>
            <p:ph type="ctrTitle"/>
          </p:nvPr>
        </p:nvSpPr>
        <p:spPr>
          <a:xfrm>
            <a:off x="874713" y="2562225"/>
            <a:ext cx="4755620" cy="2309813"/>
          </a:xfrm>
        </p:spPr>
        <p:txBody>
          <a:bodyPr wrap="square" anchor="b">
            <a:noAutofit/>
          </a:bodyPr>
          <a:lstStyle>
            <a:lvl1pPr algn="l">
              <a:defRPr sz="4000">
                <a:solidFill>
                  <a:schemeClr val="accent1"/>
                </a:solidFill>
              </a:defRPr>
            </a:lvl1pPr>
          </a:lstStyle>
          <a:p>
            <a:r>
              <a:rPr lang="fi-FI"/>
              <a:t>Muokkaa ots. perustyyl. napsautt.</a:t>
            </a:r>
          </a:p>
        </p:txBody>
      </p:sp>
      <p:sp>
        <p:nvSpPr>
          <p:cNvPr id="3" name="Alaotsikko 2">
            <a:extLst>
              <a:ext uri="{FF2B5EF4-FFF2-40B4-BE49-F238E27FC236}">
                <a16:creationId xmlns:a16="http://schemas.microsoft.com/office/drawing/2014/main" id="{845507CB-1BF9-456E-B76D-A7E62643274D}"/>
              </a:ext>
            </a:extLst>
          </p:cNvPr>
          <p:cNvSpPr>
            <a:spLocks noGrp="1"/>
          </p:cNvSpPr>
          <p:nvPr>
            <p:ph type="subTitle" idx="1"/>
          </p:nvPr>
        </p:nvSpPr>
        <p:spPr>
          <a:xfrm>
            <a:off x="874713" y="5160963"/>
            <a:ext cx="4755620" cy="856500"/>
          </a:xfrm>
        </p:spPr>
        <p:txBody>
          <a:bodyPr wrap="square">
            <a:noAutofit/>
          </a:bodyPr>
          <a:lstStyle>
            <a:lvl1pPr marL="0" indent="0" algn="l">
              <a:buNone/>
              <a:defRPr sz="1800" b="1"/>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fi-FI"/>
              <a:t>Muokkaa alaotsikon perustyyliä napsautt.</a:t>
            </a:r>
          </a:p>
        </p:txBody>
      </p:sp>
      <p:sp>
        <p:nvSpPr>
          <p:cNvPr id="6" name="Kuvan paikkamerkki 5">
            <a:extLst>
              <a:ext uri="{FF2B5EF4-FFF2-40B4-BE49-F238E27FC236}">
                <a16:creationId xmlns:a16="http://schemas.microsoft.com/office/drawing/2014/main" id="{7F3EB405-C97B-959C-CC0D-3D325C97148A}"/>
              </a:ext>
            </a:extLst>
          </p:cNvPr>
          <p:cNvSpPr>
            <a:spLocks noGrp="1"/>
          </p:cNvSpPr>
          <p:nvPr>
            <p:ph type="pic" sz="quarter" idx="10"/>
          </p:nvPr>
        </p:nvSpPr>
        <p:spPr>
          <a:xfrm>
            <a:off x="0" y="0"/>
            <a:ext cx="12192000" cy="6858000"/>
          </a:xfrm>
          <a:custGeom>
            <a:avLst/>
            <a:gdLst>
              <a:gd name="connsiteX0" fmla="*/ 539749 w 12192000"/>
              <a:gd name="connsiteY0" fmla="*/ 1406526 h 6858000"/>
              <a:gd name="connsiteX1" fmla="*/ 539749 w 12192000"/>
              <a:gd name="connsiteY1" fmla="*/ 6027738 h 6858000"/>
              <a:gd name="connsiteX2" fmla="*/ 5915024 w 12192000"/>
              <a:gd name="connsiteY2" fmla="*/ 6027738 h 6858000"/>
              <a:gd name="connsiteX3" fmla="*/ 5915024 w 12192000"/>
              <a:gd name="connsiteY3" fmla="*/ 1406526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539749" y="1406526"/>
                </a:moveTo>
                <a:lnTo>
                  <a:pt x="539749" y="6027738"/>
                </a:lnTo>
                <a:lnTo>
                  <a:pt x="5915024" y="6027738"/>
                </a:lnTo>
                <a:lnTo>
                  <a:pt x="5915024" y="1406526"/>
                </a:lnTo>
                <a:close/>
                <a:moveTo>
                  <a:pt x="0" y="0"/>
                </a:moveTo>
                <a:lnTo>
                  <a:pt x="12192000" y="0"/>
                </a:lnTo>
                <a:lnTo>
                  <a:pt x="12192000" y="6858000"/>
                </a:lnTo>
                <a:lnTo>
                  <a:pt x="0" y="6858000"/>
                </a:lnTo>
                <a:close/>
              </a:path>
            </a:pathLst>
          </a:custGeom>
          <a:solidFill>
            <a:schemeClr val="bg2"/>
          </a:solidFill>
        </p:spPr>
        <p:txBody>
          <a:bodyPr wrap="square" rIns="3240000" anchor="ctr">
            <a:noAutofit/>
          </a:bodyPr>
          <a:lstStyle>
            <a:lvl1pPr marL="0" indent="0" algn="r">
              <a:buNone/>
              <a:defRPr/>
            </a:lvl1pPr>
          </a:lstStyle>
          <a:p>
            <a:r>
              <a:rPr lang="fi-FI"/>
              <a:t>Lisää kuva napsauttamalla kuvaketta</a:t>
            </a:r>
          </a:p>
        </p:txBody>
      </p:sp>
      <p:sp>
        <p:nvSpPr>
          <p:cNvPr id="7" name="Tekstiruutu 6">
            <a:extLst>
              <a:ext uri="{FF2B5EF4-FFF2-40B4-BE49-F238E27FC236}">
                <a16:creationId xmlns:a16="http://schemas.microsoft.com/office/drawing/2014/main" id="{3A37DD5E-D4A0-2F95-FF31-52E2990D808E}"/>
              </a:ext>
              <a:ext uri="{C183D7F6-B498-43B3-948B-1728B52AA6E4}">
                <adec:decorative xmlns:adec="http://schemas.microsoft.com/office/drawing/2017/decorative" val="1"/>
              </a:ext>
            </a:extLst>
          </p:cNvPr>
          <p:cNvSpPr txBox="1"/>
          <p:nvPr userDrawn="1"/>
        </p:nvSpPr>
        <p:spPr>
          <a:xfrm>
            <a:off x="-4826000" y="1409700"/>
            <a:ext cx="4076700" cy="2222500"/>
          </a:xfrm>
          <a:prstGeom prst="rect">
            <a:avLst/>
          </a:prstGeom>
          <a:solidFill>
            <a:schemeClr val="accent4"/>
          </a:solidFill>
        </p:spPr>
        <p:txBody>
          <a:bodyPr wrap="square" lIns="180000" tIns="180000" rIns="0" bIns="180000" rtlCol="0">
            <a:noAutofit/>
          </a:bodyPr>
          <a:lstStyle/>
          <a:p>
            <a:pPr algn="l"/>
            <a:r>
              <a:rPr lang="fi-FI"/>
              <a:t>Laatikon väriä saat vaihdettua muuttamalla taustaväriä. Muista varmistaa riittävä kontrasti!</a:t>
            </a:r>
          </a:p>
        </p:txBody>
      </p:sp>
    </p:spTree>
    <p:extLst>
      <p:ext uri="{BB962C8B-B14F-4D97-AF65-F5344CB8AC3E}">
        <p14:creationId xmlns:p14="http://schemas.microsoft.com/office/powerpoint/2010/main" val="3153929517"/>
      </p:ext>
    </p:extLst>
  </p:cSld>
  <p:clrMapOvr>
    <a:masterClrMapping/>
  </p:clrMapOvr>
  <p:extLst>
    <p:ext uri="{DCECCB84-F9BA-43D5-87BE-67443E8EF086}">
      <p15:sldGuideLst xmlns:p15="http://schemas.microsoft.com/office/powerpoint/2012/main">
        <p15:guide id="1" pos="551"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tsikkodia Tumma Laatikko">
    <p:bg>
      <p:bgPr>
        <a:solidFill>
          <a:schemeClr val="accent1"/>
        </a:solidFill>
        <a:effectLst/>
      </p:bgPr>
    </p:bg>
    <p:spTree>
      <p:nvGrpSpPr>
        <p:cNvPr id="1" name=""/>
        <p:cNvGrpSpPr/>
        <p:nvPr/>
      </p:nvGrpSpPr>
      <p:grpSpPr>
        <a:xfrm>
          <a:off x="0" y="0"/>
          <a:ext cx="0" cy="0"/>
          <a:chOff x="0" y="0"/>
          <a:chExt cx="0" cy="0"/>
        </a:xfrm>
      </p:grpSpPr>
      <p:pic>
        <p:nvPicPr>
          <p:cNvPr id="5" name="Graphic 4" descr="Länsi-Uudenmaan hyvinvointialueen tunnus.">
            <a:extLst>
              <a:ext uri="{FF2B5EF4-FFF2-40B4-BE49-F238E27FC236}">
                <a16:creationId xmlns:a16="http://schemas.microsoft.com/office/drawing/2014/main" id="{7195974A-5FEB-BEA2-CC07-9263FB173E4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74713" y="1707833"/>
            <a:ext cx="3473451" cy="438995"/>
          </a:xfrm>
          <a:prstGeom prst="rect">
            <a:avLst/>
          </a:prstGeom>
        </p:spPr>
      </p:pic>
      <p:sp>
        <p:nvSpPr>
          <p:cNvPr id="2" name="Otsikko 1">
            <a:extLst>
              <a:ext uri="{FF2B5EF4-FFF2-40B4-BE49-F238E27FC236}">
                <a16:creationId xmlns:a16="http://schemas.microsoft.com/office/drawing/2014/main" id="{C9DEC58A-A02E-4C8D-BE9D-FB143A61B227}"/>
              </a:ext>
            </a:extLst>
          </p:cNvPr>
          <p:cNvSpPr>
            <a:spLocks noGrp="1"/>
          </p:cNvSpPr>
          <p:nvPr>
            <p:ph type="ctrTitle"/>
          </p:nvPr>
        </p:nvSpPr>
        <p:spPr>
          <a:xfrm>
            <a:off x="874713" y="2562225"/>
            <a:ext cx="4755620" cy="2309813"/>
          </a:xfrm>
        </p:spPr>
        <p:txBody>
          <a:bodyPr wrap="square" anchor="b">
            <a:noAutofit/>
          </a:bodyPr>
          <a:lstStyle>
            <a:lvl1pPr algn="l">
              <a:defRPr sz="4000">
                <a:solidFill>
                  <a:schemeClr val="bg1"/>
                </a:solidFill>
              </a:defRPr>
            </a:lvl1pPr>
          </a:lstStyle>
          <a:p>
            <a:r>
              <a:rPr lang="fi-FI"/>
              <a:t>Muokkaa ots. perustyyl. napsautt.</a:t>
            </a:r>
          </a:p>
        </p:txBody>
      </p:sp>
      <p:sp>
        <p:nvSpPr>
          <p:cNvPr id="3" name="Alaotsikko 2">
            <a:extLst>
              <a:ext uri="{FF2B5EF4-FFF2-40B4-BE49-F238E27FC236}">
                <a16:creationId xmlns:a16="http://schemas.microsoft.com/office/drawing/2014/main" id="{845507CB-1BF9-456E-B76D-A7E62643274D}"/>
              </a:ext>
            </a:extLst>
          </p:cNvPr>
          <p:cNvSpPr>
            <a:spLocks noGrp="1"/>
          </p:cNvSpPr>
          <p:nvPr>
            <p:ph type="subTitle" idx="1"/>
          </p:nvPr>
        </p:nvSpPr>
        <p:spPr>
          <a:xfrm>
            <a:off x="874713" y="5160963"/>
            <a:ext cx="4755620" cy="856500"/>
          </a:xfrm>
        </p:spPr>
        <p:txBody>
          <a:bodyPr wrap="square">
            <a:noAutofit/>
          </a:bodyPr>
          <a:lstStyle>
            <a:lvl1pPr marL="0" indent="0" algn="l">
              <a:buNone/>
              <a:defRPr sz="1800" b="1">
                <a:solidFill>
                  <a:schemeClr val="bg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fi-FI"/>
              <a:t>Muokkaa alaotsikon perustyyliä napsautt.</a:t>
            </a:r>
          </a:p>
        </p:txBody>
      </p:sp>
      <p:sp>
        <p:nvSpPr>
          <p:cNvPr id="6" name="Kuvan paikkamerkki 5">
            <a:extLst>
              <a:ext uri="{FF2B5EF4-FFF2-40B4-BE49-F238E27FC236}">
                <a16:creationId xmlns:a16="http://schemas.microsoft.com/office/drawing/2014/main" id="{C4D1189C-EAC2-F0CD-6E42-1B7991D36FDF}"/>
              </a:ext>
            </a:extLst>
          </p:cNvPr>
          <p:cNvSpPr>
            <a:spLocks noGrp="1"/>
          </p:cNvSpPr>
          <p:nvPr>
            <p:ph type="pic" sz="quarter" idx="10"/>
          </p:nvPr>
        </p:nvSpPr>
        <p:spPr>
          <a:xfrm>
            <a:off x="0" y="0"/>
            <a:ext cx="12192000" cy="6858000"/>
          </a:xfrm>
          <a:custGeom>
            <a:avLst/>
            <a:gdLst>
              <a:gd name="connsiteX0" fmla="*/ 539749 w 12192000"/>
              <a:gd name="connsiteY0" fmla="*/ 1406526 h 6858000"/>
              <a:gd name="connsiteX1" fmla="*/ 539749 w 12192000"/>
              <a:gd name="connsiteY1" fmla="*/ 6027738 h 6858000"/>
              <a:gd name="connsiteX2" fmla="*/ 5915024 w 12192000"/>
              <a:gd name="connsiteY2" fmla="*/ 6027738 h 6858000"/>
              <a:gd name="connsiteX3" fmla="*/ 5915024 w 12192000"/>
              <a:gd name="connsiteY3" fmla="*/ 1406526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539749" y="1406526"/>
                </a:moveTo>
                <a:lnTo>
                  <a:pt x="539749" y="6027738"/>
                </a:lnTo>
                <a:lnTo>
                  <a:pt x="5915024" y="6027738"/>
                </a:lnTo>
                <a:lnTo>
                  <a:pt x="5915024" y="1406526"/>
                </a:lnTo>
                <a:close/>
                <a:moveTo>
                  <a:pt x="0" y="0"/>
                </a:moveTo>
                <a:lnTo>
                  <a:pt x="12192000" y="0"/>
                </a:lnTo>
                <a:lnTo>
                  <a:pt x="12192000" y="6858000"/>
                </a:lnTo>
                <a:lnTo>
                  <a:pt x="0" y="6858000"/>
                </a:lnTo>
                <a:close/>
              </a:path>
            </a:pathLst>
          </a:custGeom>
          <a:solidFill>
            <a:schemeClr val="bg2"/>
          </a:solidFill>
        </p:spPr>
        <p:txBody>
          <a:bodyPr wrap="square" rIns="3240000" anchor="ctr">
            <a:noAutofit/>
          </a:bodyPr>
          <a:lstStyle>
            <a:lvl1pPr marL="0" indent="0" algn="r">
              <a:buNone/>
              <a:defRPr/>
            </a:lvl1pPr>
          </a:lstStyle>
          <a:p>
            <a:r>
              <a:rPr lang="fi-FI"/>
              <a:t>Lisää kuva napsauttamalla kuvaketta</a:t>
            </a:r>
          </a:p>
        </p:txBody>
      </p:sp>
      <p:sp>
        <p:nvSpPr>
          <p:cNvPr id="8" name="Tekstiruutu 7">
            <a:extLst>
              <a:ext uri="{FF2B5EF4-FFF2-40B4-BE49-F238E27FC236}">
                <a16:creationId xmlns:a16="http://schemas.microsoft.com/office/drawing/2014/main" id="{7E8CD6C7-4059-47EC-3644-4D195281B5E6}"/>
              </a:ext>
              <a:ext uri="{C183D7F6-B498-43B3-948B-1728B52AA6E4}">
                <adec:decorative xmlns:adec="http://schemas.microsoft.com/office/drawing/2017/decorative" val="1"/>
              </a:ext>
            </a:extLst>
          </p:cNvPr>
          <p:cNvSpPr txBox="1"/>
          <p:nvPr userDrawn="1"/>
        </p:nvSpPr>
        <p:spPr>
          <a:xfrm>
            <a:off x="-4826000" y="1409700"/>
            <a:ext cx="4076700" cy="2222500"/>
          </a:xfrm>
          <a:prstGeom prst="rect">
            <a:avLst/>
          </a:prstGeom>
          <a:solidFill>
            <a:schemeClr val="accent4"/>
          </a:solidFill>
        </p:spPr>
        <p:txBody>
          <a:bodyPr wrap="square" lIns="180000" tIns="180000" rIns="0" bIns="180000" rtlCol="0">
            <a:noAutofit/>
          </a:bodyPr>
          <a:lstStyle/>
          <a:p>
            <a:pPr algn="l"/>
            <a:r>
              <a:rPr lang="fi-FI">
                <a:solidFill>
                  <a:schemeClr val="tx1"/>
                </a:solidFill>
              </a:rPr>
              <a:t>Laatikon väriä saat vaihdettua muuttamalla taustaväriä. Muista varmistaa riittävä kontrasti!</a:t>
            </a:r>
          </a:p>
        </p:txBody>
      </p:sp>
    </p:spTree>
    <p:extLst>
      <p:ext uri="{BB962C8B-B14F-4D97-AF65-F5344CB8AC3E}">
        <p14:creationId xmlns:p14="http://schemas.microsoft.com/office/powerpoint/2010/main" val="3395690898"/>
      </p:ext>
    </p:extLst>
  </p:cSld>
  <p:clrMapOvr>
    <a:masterClrMapping/>
  </p:clrMapOvr>
  <p:extLst>
    <p:ext uri="{DCECCB84-F9BA-43D5-87BE-67443E8EF086}">
      <p15:sldGuideLst xmlns:p15="http://schemas.microsoft.com/office/powerpoint/2012/main">
        <p15:guide id="1" pos="551"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tsikko ja sisältö ">
    <p:spTree>
      <p:nvGrpSpPr>
        <p:cNvPr id="1" name=""/>
        <p:cNvGrpSpPr/>
        <p:nvPr/>
      </p:nvGrpSpPr>
      <p:grpSpPr>
        <a:xfrm>
          <a:off x="0" y="0"/>
          <a:ext cx="0" cy="0"/>
          <a:chOff x="0" y="0"/>
          <a:chExt cx="0" cy="0"/>
        </a:xfrm>
      </p:grpSpPr>
      <p:sp>
        <p:nvSpPr>
          <p:cNvPr id="2" name="Title 1"/>
          <p:cNvSpPr>
            <a:spLocks noGrp="1"/>
          </p:cNvSpPr>
          <p:nvPr>
            <p:ph type="title"/>
          </p:nvPr>
        </p:nvSpPr>
        <p:spPr>
          <a:xfrm>
            <a:off x="539751" y="539750"/>
            <a:ext cx="11110300" cy="577850"/>
          </a:xfrm>
        </p:spPr>
        <p:txBody>
          <a:bodyPr wrap="square">
            <a:noAutofit/>
          </a:bodyPr>
          <a:lstStyle>
            <a:lvl1pPr>
              <a:defRPr>
                <a:solidFill>
                  <a:schemeClr val="accent1"/>
                </a:solidFill>
              </a:defRPr>
            </a:lvl1pPr>
          </a:lstStyle>
          <a:p>
            <a:r>
              <a:rPr lang="fi-FI"/>
              <a:t>Muokkaa ots. perustyyl. napsautt.</a:t>
            </a:r>
            <a:endParaRPr lang="en-US"/>
          </a:p>
        </p:txBody>
      </p:sp>
      <p:sp>
        <p:nvSpPr>
          <p:cNvPr id="3" name="Content Placeholder 2"/>
          <p:cNvSpPr>
            <a:spLocks noGrp="1"/>
          </p:cNvSpPr>
          <p:nvPr>
            <p:ph idx="1"/>
          </p:nvPr>
        </p:nvSpPr>
        <p:spPr>
          <a:xfrm>
            <a:off x="539751" y="1406525"/>
            <a:ext cx="11110912" cy="4614863"/>
          </a:xfrm>
        </p:spPr>
        <p:txBody>
          <a:bodyPr wrap="square">
            <a:noAutofit/>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US"/>
          </a:p>
        </p:txBody>
      </p:sp>
      <p:sp>
        <p:nvSpPr>
          <p:cNvPr id="5" name="Footer Placeholder 4"/>
          <p:cNvSpPr>
            <a:spLocks noGrp="1"/>
          </p:cNvSpPr>
          <p:nvPr>
            <p:ph type="ftr" sz="quarter" idx="11"/>
          </p:nvPr>
        </p:nvSpPr>
        <p:spPr>
          <a:xfrm>
            <a:off x="5915025" y="6318251"/>
            <a:ext cx="3343899" cy="365125"/>
          </a:xfrm>
        </p:spPr>
        <p:txBody>
          <a:bodyPr wrap="square" lIns="0"/>
          <a:lstStyle>
            <a:lvl1pPr algn="l">
              <a:defRPr>
                <a:solidFill>
                  <a:srgbClr val="888B8D"/>
                </a:solidFill>
              </a:defRPr>
            </a:lvl1pPr>
          </a:lstStyle>
          <a:p>
            <a:endParaRPr lang="fi-FI"/>
          </a:p>
        </p:txBody>
      </p:sp>
      <p:sp>
        <p:nvSpPr>
          <p:cNvPr id="4" name="Date Placeholder 3"/>
          <p:cNvSpPr>
            <a:spLocks noGrp="1"/>
          </p:cNvSpPr>
          <p:nvPr>
            <p:ph type="dt" sz="half" idx="10"/>
          </p:nvPr>
        </p:nvSpPr>
        <p:spPr/>
        <p:txBody>
          <a:bodyPr/>
          <a:lstStyle/>
          <a:p>
            <a:fld id="{86A6E30B-5A65-4D34-AD3D-A55BCB95F61E}" type="datetime1">
              <a:rPr lang="fi-FI" smtClean="0"/>
              <a:t>14.10.2026</a:t>
            </a:fld>
            <a:endParaRPr lang="fi-FI"/>
          </a:p>
        </p:txBody>
      </p:sp>
      <p:sp>
        <p:nvSpPr>
          <p:cNvPr id="6" name="Slide Number Placeholder 5"/>
          <p:cNvSpPr>
            <a:spLocks noGrp="1"/>
          </p:cNvSpPr>
          <p:nvPr>
            <p:ph type="sldNum" sz="quarter" idx="12"/>
          </p:nvPr>
        </p:nvSpPr>
        <p:spPr/>
        <p:txBody>
          <a:bodyPr/>
          <a:lstStyle/>
          <a:p>
            <a:fld id="{07F0CC26-4241-4995-BDB3-9E0D3B0C702B}" type="slidenum">
              <a:rPr lang="fi-FI" smtClean="0"/>
              <a:t>‹#›</a:t>
            </a:fld>
            <a:endParaRPr lang="fi-FI"/>
          </a:p>
        </p:txBody>
      </p:sp>
      <p:pic>
        <p:nvPicPr>
          <p:cNvPr id="7" name="Graphic 4" descr="Länsi-Uudenmaan hyvinvointialueen tunnus.">
            <a:extLst>
              <a:ext uri="{FF2B5EF4-FFF2-40B4-BE49-F238E27FC236}">
                <a16:creationId xmlns:a16="http://schemas.microsoft.com/office/drawing/2014/main" id="{4643B979-5760-02EA-D7B9-F0061C0335C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33027" y="6305225"/>
            <a:ext cx="2808869" cy="355001"/>
          </a:xfrm>
          <a:prstGeom prst="rect">
            <a:avLst/>
          </a:prstGeom>
        </p:spPr>
      </p:pic>
    </p:spTree>
    <p:extLst>
      <p:ext uri="{BB962C8B-B14F-4D97-AF65-F5344CB8AC3E}">
        <p14:creationId xmlns:p14="http://schemas.microsoft.com/office/powerpoint/2010/main" val="41097487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tsikko ja sisältö graafikuvalla">
    <p:spTree>
      <p:nvGrpSpPr>
        <p:cNvPr id="1" name=""/>
        <p:cNvGrpSpPr/>
        <p:nvPr/>
      </p:nvGrpSpPr>
      <p:grpSpPr>
        <a:xfrm>
          <a:off x="0" y="0"/>
          <a:ext cx="0" cy="0"/>
          <a:chOff x="0" y="0"/>
          <a:chExt cx="0" cy="0"/>
        </a:xfrm>
      </p:grpSpPr>
      <p:sp>
        <p:nvSpPr>
          <p:cNvPr id="2" name="Title 1"/>
          <p:cNvSpPr>
            <a:spLocks noGrp="1"/>
          </p:cNvSpPr>
          <p:nvPr>
            <p:ph type="title"/>
          </p:nvPr>
        </p:nvSpPr>
        <p:spPr>
          <a:xfrm>
            <a:off x="541951" y="544513"/>
            <a:ext cx="5733437" cy="1155700"/>
          </a:xfrm>
        </p:spPr>
        <p:txBody>
          <a:bodyPr wrap="square" anchor="b">
            <a:noAutofit/>
          </a:bodyPr>
          <a:lstStyle>
            <a:lvl1pPr>
              <a:defRPr>
                <a:solidFill>
                  <a:schemeClr val="accent1"/>
                </a:solidFill>
              </a:defRPr>
            </a:lvl1pPr>
          </a:lstStyle>
          <a:p>
            <a:r>
              <a:rPr lang="fi-FI"/>
              <a:t>Muokkaa ots. perustyyl. napsautt.</a:t>
            </a:r>
            <a:endParaRPr lang="en-US"/>
          </a:p>
        </p:txBody>
      </p:sp>
      <p:sp>
        <p:nvSpPr>
          <p:cNvPr id="3" name="Content Placeholder 2"/>
          <p:cNvSpPr>
            <a:spLocks noGrp="1"/>
          </p:cNvSpPr>
          <p:nvPr>
            <p:ph idx="1"/>
          </p:nvPr>
        </p:nvSpPr>
        <p:spPr>
          <a:xfrm>
            <a:off x="539751" y="1984376"/>
            <a:ext cx="5735637" cy="4037012"/>
          </a:xfrm>
        </p:spPr>
        <p:txBody>
          <a:bodyPr wrap="square">
            <a:noAutofit/>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US"/>
          </a:p>
        </p:txBody>
      </p:sp>
      <p:sp>
        <p:nvSpPr>
          <p:cNvPr id="5" name="Footer Placeholder 4"/>
          <p:cNvSpPr>
            <a:spLocks noGrp="1"/>
          </p:cNvSpPr>
          <p:nvPr>
            <p:ph type="ftr" sz="quarter" idx="11"/>
          </p:nvPr>
        </p:nvSpPr>
        <p:spPr>
          <a:xfrm>
            <a:off x="5915025" y="6318251"/>
            <a:ext cx="3045449" cy="365125"/>
          </a:xfrm>
        </p:spPr>
        <p:txBody>
          <a:bodyPr wrap="square" lIns="0"/>
          <a:lstStyle>
            <a:lvl1pPr algn="l">
              <a:defRPr>
                <a:solidFill>
                  <a:srgbClr val="757575"/>
                </a:solidFill>
              </a:defRPr>
            </a:lvl1pPr>
          </a:lstStyle>
          <a:p>
            <a:endParaRPr lang="fi-FI"/>
          </a:p>
        </p:txBody>
      </p:sp>
      <p:sp>
        <p:nvSpPr>
          <p:cNvPr id="4" name="Date Placeholder 3"/>
          <p:cNvSpPr>
            <a:spLocks noGrp="1"/>
          </p:cNvSpPr>
          <p:nvPr>
            <p:ph type="dt" sz="half" idx="10"/>
          </p:nvPr>
        </p:nvSpPr>
        <p:spPr/>
        <p:txBody>
          <a:bodyPr/>
          <a:lstStyle>
            <a:lvl1pPr>
              <a:defRPr>
                <a:solidFill>
                  <a:srgbClr val="757575"/>
                </a:solidFill>
              </a:defRPr>
            </a:lvl1pPr>
          </a:lstStyle>
          <a:p>
            <a:fld id="{FBF2A43C-0E45-4F6F-9202-F4B01303AA36}" type="datetime1">
              <a:rPr lang="fi-FI" smtClean="0"/>
              <a:t>14.10.2026</a:t>
            </a:fld>
            <a:endParaRPr lang="fi-FI"/>
          </a:p>
        </p:txBody>
      </p:sp>
      <p:sp>
        <p:nvSpPr>
          <p:cNvPr id="6" name="Slide Number Placeholder 5"/>
          <p:cNvSpPr>
            <a:spLocks noGrp="1"/>
          </p:cNvSpPr>
          <p:nvPr>
            <p:ph type="sldNum" sz="quarter" idx="12"/>
          </p:nvPr>
        </p:nvSpPr>
        <p:spPr/>
        <p:txBody>
          <a:bodyPr/>
          <a:lstStyle>
            <a:lvl1pPr>
              <a:defRPr b="1">
                <a:solidFill>
                  <a:schemeClr val="accent3"/>
                </a:solidFill>
              </a:defRPr>
            </a:lvl1pPr>
          </a:lstStyle>
          <a:p>
            <a:fld id="{07F0CC26-4241-4995-BDB3-9E0D3B0C702B}" type="slidenum">
              <a:rPr lang="fi-FI" smtClean="0"/>
              <a:pPr/>
              <a:t>‹#›</a:t>
            </a:fld>
            <a:endParaRPr lang="fi-FI"/>
          </a:p>
        </p:txBody>
      </p:sp>
      <p:sp>
        <p:nvSpPr>
          <p:cNvPr id="13" name="Kuvan paikkamerkki 12">
            <a:extLst>
              <a:ext uri="{FF2B5EF4-FFF2-40B4-BE49-F238E27FC236}">
                <a16:creationId xmlns:a16="http://schemas.microsoft.com/office/drawing/2014/main" id="{713735FC-BF41-39DB-D3F7-7A9917D2D150}"/>
              </a:ext>
              <a:ext uri="{C183D7F6-B498-43B3-948B-1728B52AA6E4}">
                <adec:decorative xmlns:adec="http://schemas.microsoft.com/office/drawing/2017/decorative" val="1"/>
              </a:ext>
            </a:extLst>
          </p:cNvPr>
          <p:cNvSpPr>
            <a:spLocks noGrp="1"/>
          </p:cNvSpPr>
          <p:nvPr>
            <p:ph type="pic" sz="quarter" idx="13"/>
          </p:nvPr>
        </p:nvSpPr>
        <p:spPr>
          <a:xfrm>
            <a:off x="7126002" y="539749"/>
            <a:ext cx="4524047" cy="5767139"/>
          </a:xfrm>
          <a:custGeom>
            <a:avLst/>
            <a:gdLst>
              <a:gd name="connsiteX0" fmla="*/ 1264334 w 3008873"/>
              <a:gd name="connsiteY0" fmla="*/ 132 h 3835634"/>
              <a:gd name="connsiteX1" fmla="*/ 1442118 w 3008873"/>
              <a:gd name="connsiteY1" fmla="*/ 58040 h 3835634"/>
              <a:gd name="connsiteX2" fmla="*/ 1651451 w 3008873"/>
              <a:gd name="connsiteY2" fmla="*/ 309505 h 3835634"/>
              <a:gd name="connsiteX3" fmla="*/ 1861057 w 3008873"/>
              <a:gd name="connsiteY3" fmla="*/ 667238 h 3835634"/>
              <a:gd name="connsiteX4" fmla="*/ 2013035 w 3008873"/>
              <a:gd name="connsiteY4" fmla="*/ 998282 h 3835634"/>
              <a:gd name="connsiteX5" fmla="*/ 2078804 w 3008873"/>
              <a:gd name="connsiteY5" fmla="*/ 859309 h 3835634"/>
              <a:gd name="connsiteX6" fmla="*/ 2449670 w 3008873"/>
              <a:gd name="connsiteY6" fmla="*/ 791066 h 3835634"/>
              <a:gd name="connsiteX7" fmla="*/ 2634112 w 3008873"/>
              <a:gd name="connsiteY7" fmla="*/ 1215141 h 3835634"/>
              <a:gd name="connsiteX8" fmla="*/ 2653351 w 3008873"/>
              <a:gd name="connsiteY8" fmla="*/ 1610947 h 3835634"/>
              <a:gd name="connsiteX9" fmla="*/ 2895719 w 3008873"/>
              <a:gd name="connsiteY9" fmla="*/ 1522832 h 3835634"/>
              <a:gd name="connsiteX10" fmla="*/ 2896048 w 3008873"/>
              <a:gd name="connsiteY10" fmla="*/ 1522503 h 3835634"/>
              <a:gd name="connsiteX11" fmla="*/ 3005257 w 3008873"/>
              <a:gd name="connsiteY11" fmla="*/ 1616570 h 3835634"/>
              <a:gd name="connsiteX12" fmla="*/ 2357365 w 3008873"/>
              <a:gd name="connsiteY12" fmla="*/ 3292599 h 3835634"/>
              <a:gd name="connsiteX13" fmla="*/ 930293 w 3008873"/>
              <a:gd name="connsiteY13" fmla="*/ 3752973 h 3835634"/>
              <a:gd name="connsiteX14" fmla="*/ 865967 w 3008873"/>
              <a:gd name="connsiteY14" fmla="*/ 3217279 h 3835634"/>
              <a:gd name="connsiteX15" fmla="*/ 1371972 w 3008873"/>
              <a:gd name="connsiteY15" fmla="*/ 2781865 h 3835634"/>
              <a:gd name="connsiteX16" fmla="*/ 330281 w 3008873"/>
              <a:gd name="connsiteY16" fmla="*/ 2421551 h 3835634"/>
              <a:gd name="connsiteX17" fmla="*/ 411960 w 3008873"/>
              <a:gd name="connsiteY17" fmla="*/ 1871229 h 3835634"/>
              <a:gd name="connsiteX18" fmla="*/ 812386 w 3008873"/>
              <a:gd name="connsiteY18" fmla="*/ 1609370 h 3835634"/>
              <a:gd name="connsiteX19" fmla="*/ 12878 w 3008873"/>
              <a:gd name="connsiteY19" fmla="*/ 665686 h 3835634"/>
              <a:gd name="connsiteX20" fmla="*/ 103237 w 3008873"/>
              <a:gd name="connsiteY20" fmla="*/ 346561 h 3835634"/>
              <a:gd name="connsiteX21" fmla="*/ 447701 w 3008873"/>
              <a:gd name="connsiteY21" fmla="*/ 323674 h 3835634"/>
              <a:gd name="connsiteX22" fmla="*/ 1015263 w 3008873"/>
              <a:gd name="connsiteY22" fmla="*/ 555486 h 3835634"/>
              <a:gd name="connsiteX23" fmla="*/ 1028119 w 3008873"/>
              <a:gd name="connsiteY23" fmla="*/ 172683 h 3835634"/>
              <a:gd name="connsiteX24" fmla="*/ 1264334 w 3008873"/>
              <a:gd name="connsiteY24" fmla="*/ 132 h 3835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008873" h="3835634">
                <a:moveTo>
                  <a:pt x="1264334" y="132"/>
                </a:moveTo>
                <a:cubicBezTo>
                  <a:pt x="1323522" y="-1770"/>
                  <a:pt x="1385443" y="16917"/>
                  <a:pt x="1442118" y="58040"/>
                </a:cubicBezTo>
                <a:cubicBezTo>
                  <a:pt x="1530770" y="122333"/>
                  <a:pt x="1592081" y="219851"/>
                  <a:pt x="1651451" y="309505"/>
                </a:cubicBezTo>
                <a:cubicBezTo>
                  <a:pt x="1728112" y="425008"/>
                  <a:pt x="1797543" y="544472"/>
                  <a:pt x="1861057" y="667238"/>
                </a:cubicBezTo>
                <a:cubicBezTo>
                  <a:pt x="1917083" y="775271"/>
                  <a:pt x="1967523" y="885619"/>
                  <a:pt x="2013035" y="998282"/>
                </a:cubicBezTo>
                <a:cubicBezTo>
                  <a:pt x="2024688" y="950027"/>
                  <a:pt x="2044862" y="903708"/>
                  <a:pt x="2078804" y="859309"/>
                </a:cubicBezTo>
                <a:cubicBezTo>
                  <a:pt x="2168765" y="741895"/>
                  <a:pt x="2327004" y="700000"/>
                  <a:pt x="2449670" y="791066"/>
                </a:cubicBezTo>
                <a:cubicBezTo>
                  <a:pt x="2580187" y="888007"/>
                  <a:pt x="2610707" y="1065337"/>
                  <a:pt x="2634112" y="1215141"/>
                </a:cubicBezTo>
                <a:cubicBezTo>
                  <a:pt x="2654630" y="1346260"/>
                  <a:pt x="2660058" y="1478746"/>
                  <a:pt x="2653351" y="1610947"/>
                </a:cubicBezTo>
                <a:cubicBezTo>
                  <a:pt x="2726642" y="1569031"/>
                  <a:pt x="2807101" y="1540206"/>
                  <a:pt x="2895719" y="1522832"/>
                </a:cubicBezTo>
                <a:lnTo>
                  <a:pt x="2896048" y="1522503"/>
                </a:lnTo>
                <a:cubicBezTo>
                  <a:pt x="2950532" y="1511812"/>
                  <a:pt x="3002485" y="1566398"/>
                  <a:pt x="3005257" y="1616570"/>
                </a:cubicBezTo>
                <a:cubicBezTo>
                  <a:pt x="3041421" y="2230752"/>
                  <a:pt x="2804981" y="2859363"/>
                  <a:pt x="2357365" y="3292599"/>
                </a:cubicBezTo>
                <a:cubicBezTo>
                  <a:pt x="2022969" y="3616537"/>
                  <a:pt x="1400027" y="4009406"/>
                  <a:pt x="930293" y="3752973"/>
                </a:cubicBezTo>
                <a:cubicBezTo>
                  <a:pt x="717851" y="3636647"/>
                  <a:pt x="729882" y="3391928"/>
                  <a:pt x="865967" y="3217279"/>
                </a:cubicBezTo>
                <a:cubicBezTo>
                  <a:pt x="997442" y="3047895"/>
                  <a:pt x="1183920" y="2905864"/>
                  <a:pt x="1371972" y="2781865"/>
                </a:cubicBezTo>
                <a:cubicBezTo>
                  <a:pt x="977378" y="2790172"/>
                  <a:pt x="526965" y="2815735"/>
                  <a:pt x="330281" y="2421551"/>
                </a:cubicBezTo>
                <a:cubicBezTo>
                  <a:pt x="238778" y="2237881"/>
                  <a:pt x="284791" y="2029119"/>
                  <a:pt x="411960" y="1871229"/>
                </a:cubicBezTo>
                <a:cubicBezTo>
                  <a:pt x="516396" y="1741956"/>
                  <a:pt x="659348" y="1664366"/>
                  <a:pt x="812386" y="1609370"/>
                </a:cubicBezTo>
                <a:cubicBezTo>
                  <a:pt x="414148" y="1445499"/>
                  <a:pt x="100230" y="1091421"/>
                  <a:pt x="12878" y="665686"/>
                </a:cubicBezTo>
                <a:cubicBezTo>
                  <a:pt x="-11626" y="547700"/>
                  <a:pt x="-10837" y="419456"/>
                  <a:pt x="103237" y="346561"/>
                </a:cubicBezTo>
                <a:cubicBezTo>
                  <a:pt x="204817" y="281582"/>
                  <a:pt x="337919" y="298159"/>
                  <a:pt x="447701" y="323674"/>
                </a:cubicBezTo>
                <a:cubicBezTo>
                  <a:pt x="649242" y="370507"/>
                  <a:pt x="839843" y="449850"/>
                  <a:pt x="1015263" y="555486"/>
                </a:cubicBezTo>
                <a:cubicBezTo>
                  <a:pt x="982271" y="427034"/>
                  <a:pt x="977180" y="292251"/>
                  <a:pt x="1028119" y="172683"/>
                </a:cubicBezTo>
                <a:cubicBezTo>
                  <a:pt x="1074633" y="63666"/>
                  <a:pt x="1165687" y="3302"/>
                  <a:pt x="1264334" y="132"/>
                </a:cubicBezTo>
                <a:close/>
              </a:path>
            </a:pathLst>
          </a:custGeom>
          <a:solidFill>
            <a:schemeClr val="bg2"/>
          </a:solidFill>
        </p:spPr>
        <p:txBody>
          <a:bodyPr wrap="square" anchor="ctr">
            <a:noAutofit/>
          </a:bodyPr>
          <a:lstStyle>
            <a:lvl1pPr marL="0" indent="0" algn="ctr">
              <a:buNone/>
              <a:defRPr/>
            </a:lvl1pPr>
          </a:lstStyle>
          <a:p>
            <a:r>
              <a:rPr lang="fi-FI"/>
              <a:t>Lisää kuva napsauttamalla kuvaketta</a:t>
            </a:r>
          </a:p>
        </p:txBody>
      </p:sp>
      <p:pic>
        <p:nvPicPr>
          <p:cNvPr id="8" name="Graphic 4" descr="Länsi-Uudenmaan hyvinvointialueen tunnus.">
            <a:extLst>
              <a:ext uri="{FF2B5EF4-FFF2-40B4-BE49-F238E27FC236}">
                <a16:creationId xmlns:a16="http://schemas.microsoft.com/office/drawing/2014/main" id="{757F28AC-1D1F-CB58-1DCC-426735EDF12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33027" y="6305225"/>
            <a:ext cx="2808869" cy="355001"/>
          </a:xfrm>
          <a:prstGeom prst="rect">
            <a:avLst/>
          </a:prstGeom>
        </p:spPr>
      </p:pic>
    </p:spTree>
    <p:extLst>
      <p:ext uri="{BB962C8B-B14F-4D97-AF65-F5344CB8AC3E}">
        <p14:creationId xmlns:p14="http://schemas.microsoft.com/office/powerpoint/2010/main" val="8999261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tsikko ja sisältö 2">
    <p:spTree>
      <p:nvGrpSpPr>
        <p:cNvPr id="1" name=""/>
        <p:cNvGrpSpPr/>
        <p:nvPr/>
      </p:nvGrpSpPr>
      <p:grpSpPr>
        <a:xfrm>
          <a:off x="0" y="0"/>
          <a:ext cx="0" cy="0"/>
          <a:chOff x="0" y="0"/>
          <a:chExt cx="0" cy="0"/>
        </a:xfrm>
      </p:grpSpPr>
      <p:sp>
        <p:nvSpPr>
          <p:cNvPr id="29" name="Kuvan paikkamerkki 28">
            <a:extLst>
              <a:ext uri="{FF2B5EF4-FFF2-40B4-BE49-F238E27FC236}">
                <a16:creationId xmlns:a16="http://schemas.microsoft.com/office/drawing/2014/main" id="{C9601309-2813-7398-3C30-5104D94F0B76}"/>
              </a:ext>
              <a:ext uri="{C183D7F6-B498-43B3-948B-1728B52AA6E4}">
                <adec:decorative xmlns:adec="http://schemas.microsoft.com/office/drawing/2017/decorative" val="1"/>
              </a:ext>
            </a:extLst>
          </p:cNvPr>
          <p:cNvSpPr>
            <a:spLocks noGrp="1"/>
          </p:cNvSpPr>
          <p:nvPr>
            <p:ph type="pic" sz="quarter" idx="13"/>
          </p:nvPr>
        </p:nvSpPr>
        <p:spPr>
          <a:xfrm>
            <a:off x="7048581" y="0"/>
            <a:ext cx="5143420" cy="6858000"/>
          </a:xfrm>
          <a:custGeom>
            <a:avLst/>
            <a:gdLst>
              <a:gd name="connsiteX0" fmla="*/ 1958792 w 3857565"/>
              <a:gd name="connsiteY0" fmla="*/ 0 h 5143500"/>
              <a:gd name="connsiteX1" fmla="*/ 3740455 w 3857565"/>
              <a:gd name="connsiteY1" fmla="*/ 0 h 5143500"/>
              <a:gd name="connsiteX2" fmla="*/ 3857565 w 3857565"/>
              <a:gd name="connsiteY2" fmla="*/ 0 h 5143500"/>
              <a:gd name="connsiteX3" fmla="*/ 3857565 w 3857565"/>
              <a:gd name="connsiteY3" fmla="*/ 148131 h 5143500"/>
              <a:gd name="connsiteX4" fmla="*/ 3857565 w 3857565"/>
              <a:gd name="connsiteY4" fmla="*/ 5030001 h 5143500"/>
              <a:gd name="connsiteX5" fmla="*/ 3857565 w 3857565"/>
              <a:gd name="connsiteY5" fmla="*/ 5143500 h 5143500"/>
              <a:gd name="connsiteX6" fmla="*/ 3617421 w 3857565"/>
              <a:gd name="connsiteY6" fmla="*/ 5143500 h 5143500"/>
              <a:gd name="connsiteX7" fmla="*/ 2352615 w 3857565"/>
              <a:gd name="connsiteY7" fmla="*/ 5143500 h 5143500"/>
              <a:gd name="connsiteX8" fmla="*/ 1097973 w 3857565"/>
              <a:gd name="connsiteY8" fmla="*/ 5143500 h 5143500"/>
              <a:gd name="connsiteX9" fmla="*/ 1049792 w 3857565"/>
              <a:gd name="connsiteY9" fmla="*/ 5133623 h 5143500"/>
              <a:gd name="connsiteX10" fmla="*/ 731210 w 3857565"/>
              <a:gd name="connsiteY10" fmla="*/ 5060098 h 5143500"/>
              <a:gd name="connsiteX11" fmla="*/ 275748 w 3857565"/>
              <a:gd name="connsiteY11" fmla="*/ 4866075 h 5143500"/>
              <a:gd name="connsiteX12" fmla="*/ 127292 w 3857565"/>
              <a:gd name="connsiteY12" fmla="*/ 4422203 h 5143500"/>
              <a:gd name="connsiteX13" fmla="*/ 840133 w 3857565"/>
              <a:gd name="connsiteY13" fmla="*/ 3819801 h 5143500"/>
              <a:gd name="connsiteX14" fmla="*/ 476711 w 3857565"/>
              <a:gd name="connsiteY14" fmla="*/ 3242741 h 5143500"/>
              <a:gd name="connsiteX15" fmla="*/ 632 w 3857565"/>
              <a:gd name="connsiteY15" fmla="*/ 2721264 h 5143500"/>
              <a:gd name="connsiteX16" fmla="*/ 541170 w 3857565"/>
              <a:gd name="connsiteY16" fmla="*/ 2143571 h 5143500"/>
              <a:gd name="connsiteX17" fmla="*/ 839959 w 3857565"/>
              <a:gd name="connsiteY17" fmla="*/ 1318458 h 5143500"/>
              <a:gd name="connsiteX18" fmla="*/ 840719 w 3857565"/>
              <a:gd name="connsiteY18" fmla="*/ 745356 h 5143500"/>
              <a:gd name="connsiteX19" fmla="*/ 1735520 w 3857565"/>
              <a:gd name="connsiteY19" fmla="*/ 448512 h 5143500"/>
              <a:gd name="connsiteX20" fmla="*/ 1957773 w 3857565"/>
              <a:gd name="connsiteY20" fmla="*/ 1942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857565" h="5143500">
                <a:moveTo>
                  <a:pt x="1958792" y="0"/>
                </a:moveTo>
                <a:lnTo>
                  <a:pt x="3740455" y="0"/>
                </a:lnTo>
                <a:lnTo>
                  <a:pt x="3857565" y="0"/>
                </a:lnTo>
                <a:lnTo>
                  <a:pt x="3857565" y="148131"/>
                </a:lnTo>
                <a:lnTo>
                  <a:pt x="3857565" y="5030001"/>
                </a:lnTo>
                <a:lnTo>
                  <a:pt x="3857565" y="5143500"/>
                </a:lnTo>
                <a:lnTo>
                  <a:pt x="3617421" y="5143500"/>
                </a:lnTo>
                <a:lnTo>
                  <a:pt x="2352615" y="5143500"/>
                </a:lnTo>
                <a:lnTo>
                  <a:pt x="1097973" y="5143500"/>
                </a:lnTo>
                <a:lnTo>
                  <a:pt x="1049792" y="5133623"/>
                </a:lnTo>
                <a:cubicBezTo>
                  <a:pt x="935951" y="5109211"/>
                  <a:pt x="829070" y="5084239"/>
                  <a:pt x="731210" y="5060098"/>
                </a:cubicBezTo>
                <a:cubicBezTo>
                  <a:pt x="569984" y="5020292"/>
                  <a:pt x="403898" y="4972970"/>
                  <a:pt x="275748" y="4866075"/>
                </a:cubicBezTo>
                <a:cubicBezTo>
                  <a:pt x="147934" y="4759785"/>
                  <a:pt x="68283" y="4578239"/>
                  <a:pt x="127292" y="4422203"/>
                </a:cubicBezTo>
                <a:cubicBezTo>
                  <a:pt x="241442" y="4123155"/>
                  <a:pt x="743374" y="4125031"/>
                  <a:pt x="840133" y="3819801"/>
                </a:cubicBezTo>
                <a:cubicBezTo>
                  <a:pt x="914359" y="3585303"/>
                  <a:pt x="688075" y="3369297"/>
                  <a:pt x="476711" y="3242741"/>
                </a:cubicBezTo>
                <a:cubicBezTo>
                  <a:pt x="265680" y="3116784"/>
                  <a:pt x="14247" y="2966683"/>
                  <a:pt x="632" y="2721264"/>
                </a:cubicBezTo>
                <a:cubicBezTo>
                  <a:pt x="-17493" y="2385439"/>
                  <a:pt x="359365" y="2336495"/>
                  <a:pt x="541170" y="2143571"/>
                </a:cubicBezTo>
                <a:cubicBezTo>
                  <a:pt x="726212" y="1946550"/>
                  <a:pt x="866922" y="1587074"/>
                  <a:pt x="839959" y="1318458"/>
                </a:cubicBezTo>
                <a:cubicBezTo>
                  <a:pt x="820017" y="1123281"/>
                  <a:pt x="733780" y="909417"/>
                  <a:pt x="840719" y="745356"/>
                </a:cubicBezTo>
                <a:cubicBezTo>
                  <a:pt x="1018087" y="473693"/>
                  <a:pt x="1489227" y="659220"/>
                  <a:pt x="1735520" y="448512"/>
                </a:cubicBezTo>
                <a:cubicBezTo>
                  <a:pt x="1863001" y="339638"/>
                  <a:pt x="1891041" y="156698"/>
                  <a:pt x="1957773" y="1942"/>
                </a:cubicBezTo>
                <a:close/>
              </a:path>
            </a:pathLst>
          </a:custGeom>
          <a:solidFill>
            <a:schemeClr val="accent1"/>
          </a:solidFill>
        </p:spPr>
        <p:txBody>
          <a:bodyPr wrap="square" anchor="ctr">
            <a:noAutofit/>
          </a:bodyPr>
          <a:lstStyle>
            <a:lvl1pPr marL="0" indent="0" algn="ctr">
              <a:buNone/>
              <a:defRPr>
                <a:solidFill>
                  <a:schemeClr val="bg1"/>
                </a:solidFill>
              </a:defRPr>
            </a:lvl1pPr>
          </a:lstStyle>
          <a:p>
            <a:r>
              <a:rPr lang="fi-FI"/>
              <a:t>Lisää kuva napsauttamalla kuvaketta</a:t>
            </a:r>
          </a:p>
        </p:txBody>
      </p:sp>
      <p:sp>
        <p:nvSpPr>
          <p:cNvPr id="2" name="Title 1"/>
          <p:cNvSpPr>
            <a:spLocks noGrp="1"/>
          </p:cNvSpPr>
          <p:nvPr>
            <p:ph type="title"/>
          </p:nvPr>
        </p:nvSpPr>
        <p:spPr>
          <a:xfrm>
            <a:off x="539750" y="544513"/>
            <a:ext cx="5735638" cy="1155700"/>
          </a:xfrm>
        </p:spPr>
        <p:txBody>
          <a:bodyPr wrap="square" anchor="b">
            <a:noAutofit/>
          </a:bodyPr>
          <a:lstStyle>
            <a:lvl1pPr>
              <a:defRPr>
                <a:solidFill>
                  <a:schemeClr val="accent1"/>
                </a:solidFill>
              </a:defRPr>
            </a:lvl1pPr>
          </a:lstStyle>
          <a:p>
            <a:r>
              <a:rPr lang="fi-FI"/>
              <a:t>Muokkaa ots. perustyyl. napsautt.</a:t>
            </a:r>
            <a:endParaRPr lang="en-US"/>
          </a:p>
        </p:txBody>
      </p:sp>
      <p:sp>
        <p:nvSpPr>
          <p:cNvPr id="3" name="Content Placeholder 2"/>
          <p:cNvSpPr>
            <a:spLocks noGrp="1"/>
          </p:cNvSpPr>
          <p:nvPr>
            <p:ph idx="1"/>
          </p:nvPr>
        </p:nvSpPr>
        <p:spPr>
          <a:xfrm>
            <a:off x="539751" y="1984376"/>
            <a:ext cx="5735637" cy="4044950"/>
          </a:xfrm>
        </p:spPr>
        <p:txBody>
          <a:bodyPr wrap="square">
            <a:noAutofit/>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US"/>
          </a:p>
        </p:txBody>
      </p:sp>
      <p:sp>
        <p:nvSpPr>
          <p:cNvPr id="5" name="Footer Placeholder 4"/>
          <p:cNvSpPr>
            <a:spLocks noGrp="1"/>
          </p:cNvSpPr>
          <p:nvPr>
            <p:ph type="ftr" sz="quarter" idx="11"/>
          </p:nvPr>
        </p:nvSpPr>
        <p:spPr>
          <a:xfrm>
            <a:off x="5915025" y="6330953"/>
            <a:ext cx="3045448" cy="352424"/>
          </a:xfrm>
        </p:spPr>
        <p:txBody>
          <a:bodyPr wrap="square" lIns="0"/>
          <a:lstStyle>
            <a:lvl1pPr algn="l">
              <a:defRPr>
                <a:solidFill>
                  <a:srgbClr val="757575"/>
                </a:solidFill>
              </a:defRPr>
            </a:lvl1pPr>
          </a:lstStyle>
          <a:p>
            <a:endParaRPr lang="fi-FI"/>
          </a:p>
        </p:txBody>
      </p:sp>
      <p:sp>
        <p:nvSpPr>
          <p:cNvPr id="4" name="Date Placeholder 3"/>
          <p:cNvSpPr>
            <a:spLocks noGrp="1"/>
          </p:cNvSpPr>
          <p:nvPr>
            <p:ph type="dt" sz="half" idx="10"/>
          </p:nvPr>
        </p:nvSpPr>
        <p:spPr/>
        <p:txBody>
          <a:bodyPr/>
          <a:lstStyle>
            <a:lvl1pPr>
              <a:defRPr>
                <a:solidFill>
                  <a:schemeClr val="bg1"/>
                </a:solidFill>
              </a:defRPr>
            </a:lvl1pPr>
          </a:lstStyle>
          <a:p>
            <a:fld id="{F9E556D2-E796-4943-A3A8-507F8393F64F}" type="datetime1">
              <a:rPr lang="fi-FI" smtClean="0"/>
              <a:t>14.10.2026</a:t>
            </a:fld>
            <a:endParaRPr lang="fi-FI"/>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07F0CC26-4241-4995-BDB3-9E0D3B0C702B}" type="slidenum">
              <a:rPr lang="fi-FI" smtClean="0"/>
              <a:pPr/>
              <a:t>‹#›</a:t>
            </a:fld>
            <a:endParaRPr lang="fi-FI"/>
          </a:p>
        </p:txBody>
      </p:sp>
      <p:pic>
        <p:nvPicPr>
          <p:cNvPr id="8" name="Graphic 4" descr="Länsi-Uudenmaan hyvinvointialueen tunnus.">
            <a:extLst>
              <a:ext uri="{FF2B5EF4-FFF2-40B4-BE49-F238E27FC236}">
                <a16:creationId xmlns:a16="http://schemas.microsoft.com/office/drawing/2014/main" id="{178E450B-064D-5BA1-A592-74E7F8E2975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33027" y="6305225"/>
            <a:ext cx="2808869" cy="355001"/>
          </a:xfrm>
          <a:prstGeom prst="rect">
            <a:avLst/>
          </a:prstGeom>
        </p:spPr>
      </p:pic>
    </p:spTree>
    <p:extLst>
      <p:ext uri="{BB962C8B-B14F-4D97-AF65-F5344CB8AC3E}">
        <p14:creationId xmlns:p14="http://schemas.microsoft.com/office/powerpoint/2010/main" val="7265601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Otsikko ja sisältö kuvalla 1">
    <p:spTree>
      <p:nvGrpSpPr>
        <p:cNvPr id="1" name=""/>
        <p:cNvGrpSpPr/>
        <p:nvPr/>
      </p:nvGrpSpPr>
      <p:grpSpPr>
        <a:xfrm>
          <a:off x="0" y="0"/>
          <a:ext cx="0" cy="0"/>
          <a:chOff x="0" y="0"/>
          <a:chExt cx="0" cy="0"/>
        </a:xfrm>
      </p:grpSpPr>
      <p:sp>
        <p:nvSpPr>
          <p:cNvPr id="2" name="Title 1"/>
          <p:cNvSpPr>
            <a:spLocks noGrp="1"/>
          </p:cNvSpPr>
          <p:nvPr>
            <p:ph type="title"/>
          </p:nvPr>
        </p:nvSpPr>
        <p:spPr>
          <a:xfrm>
            <a:off x="4224338" y="267494"/>
            <a:ext cx="5072062" cy="866775"/>
          </a:xfrm>
        </p:spPr>
        <p:txBody>
          <a:bodyPr wrap="square">
            <a:noAutofit/>
          </a:bodyPr>
          <a:lstStyle>
            <a:lvl1pPr>
              <a:defRPr>
                <a:solidFill>
                  <a:schemeClr val="accent1"/>
                </a:solidFill>
              </a:defRPr>
            </a:lvl1pPr>
          </a:lstStyle>
          <a:p>
            <a:r>
              <a:rPr lang="fi-FI"/>
              <a:t>Muokkaa ots. perustyyl. napsautt.</a:t>
            </a:r>
            <a:endParaRPr lang="en-US"/>
          </a:p>
        </p:txBody>
      </p:sp>
      <p:sp>
        <p:nvSpPr>
          <p:cNvPr id="3" name="Content Placeholder 2"/>
          <p:cNvSpPr>
            <a:spLocks noGrp="1"/>
          </p:cNvSpPr>
          <p:nvPr>
            <p:ph idx="1"/>
          </p:nvPr>
        </p:nvSpPr>
        <p:spPr>
          <a:xfrm>
            <a:off x="4224338" y="1406525"/>
            <a:ext cx="7426324" cy="4614863"/>
          </a:xfrm>
        </p:spPr>
        <p:txBody>
          <a:bodyPr wrap="square">
            <a:noAutofit/>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US"/>
          </a:p>
        </p:txBody>
      </p:sp>
      <p:sp>
        <p:nvSpPr>
          <p:cNvPr id="5" name="Footer Placeholder 4"/>
          <p:cNvSpPr>
            <a:spLocks noGrp="1"/>
          </p:cNvSpPr>
          <p:nvPr>
            <p:ph type="ftr" sz="quarter" idx="11"/>
          </p:nvPr>
        </p:nvSpPr>
        <p:spPr>
          <a:xfrm>
            <a:off x="4233804" y="6318251"/>
            <a:ext cx="4728869" cy="365125"/>
          </a:xfrm>
        </p:spPr>
        <p:txBody>
          <a:bodyPr/>
          <a:lstStyle>
            <a:lvl1pPr algn="l">
              <a:defRPr>
                <a:solidFill>
                  <a:srgbClr val="757575"/>
                </a:solidFill>
              </a:defRPr>
            </a:lvl1pPr>
          </a:lstStyle>
          <a:p>
            <a:endParaRPr lang="fi-FI"/>
          </a:p>
        </p:txBody>
      </p:sp>
      <p:sp>
        <p:nvSpPr>
          <p:cNvPr id="4" name="Date Placeholder 3"/>
          <p:cNvSpPr>
            <a:spLocks noGrp="1"/>
          </p:cNvSpPr>
          <p:nvPr>
            <p:ph type="dt" sz="half" idx="10"/>
          </p:nvPr>
        </p:nvSpPr>
        <p:spPr/>
        <p:txBody>
          <a:bodyPr/>
          <a:lstStyle>
            <a:lvl1pPr>
              <a:defRPr>
                <a:solidFill>
                  <a:srgbClr val="555858"/>
                </a:solidFill>
              </a:defRPr>
            </a:lvl1pPr>
          </a:lstStyle>
          <a:p>
            <a:fld id="{C4C7D7BF-E2C0-413D-9D2F-549D59A75D61}" type="datetime1">
              <a:rPr lang="fi-FI" smtClean="0"/>
              <a:pPr/>
              <a:t>14.10.2026</a:t>
            </a:fld>
            <a:endParaRPr lang="fi-FI"/>
          </a:p>
        </p:txBody>
      </p:sp>
      <p:sp>
        <p:nvSpPr>
          <p:cNvPr id="6" name="Slide Number Placeholder 5"/>
          <p:cNvSpPr>
            <a:spLocks noGrp="1"/>
          </p:cNvSpPr>
          <p:nvPr>
            <p:ph type="sldNum" sz="quarter" idx="12"/>
          </p:nvPr>
        </p:nvSpPr>
        <p:spPr/>
        <p:txBody>
          <a:bodyPr/>
          <a:lstStyle/>
          <a:p>
            <a:fld id="{07F0CC26-4241-4995-BDB3-9E0D3B0C702B}" type="slidenum">
              <a:rPr lang="fi-FI" smtClean="0"/>
              <a:t>‹#›</a:t>
            </a:fld>
            <a:endParaRPr lang="fi-FI"/>
          </a:p>
        </p:txBody>
      </p:sp>
      <p:sp>
        <p:nvSpPr>
          <p:cNvPr id="7" name="Kuvan paikkamerkki 2">
            <a:extLst>
              <a:ext uri="{FF2B5EF4-FFF2-40B4-BE49-F238E27FC236}">
                <a16:creationId xmlns:a16="http://schemas.microsoft.com/office/drawing/2014/main" id="{1FC9F804-D766-4558-B600-22BBE36C96AB}"/>
              </a:ext>
            </a:extLst>
          </p:cNvPr>
          <p:cNvSpPr>
            <a:spLocks noGrp="1"/>
          </p:cNvSpPr>
          <p:nvPr>
            <p:ph type="pic" sz="quarter" idx="16"/>
          </p:nvPr>
        </p:nvSpPr>
        <p:spPr>
          <a:xfrm>
            <a:off x="1" y="0"/>
            <a:ext cx="3850217" cy="6858000"/>
          </a:xfrm>
          <a:solidFill>
            <a:schemeClr val="bg2"/>
          </a:solidFill>
        </p:spPr>
        <p:txBody>
          <a:bodyPr anchor="ctr">
            <a:normAutofit/>
          </a:bodyPr>
          <a:lstStyle>
            <a:lvl1pPr marL="0" marR="0" indent="0" algn="ctr" defTabSz="457189" rtl="0" eaLnBrk="1" fontAlgn="base" latinLnBrk="0" hangingPunct="1">
              <a:lnSpc>
                <a:spcPct val="100000"/>
              </a:lnSpc>
              <a:spcBef>
                <a:spcPts val="800"/>
              </a:spcBef>
              <a:spcAft>
                <a:spcPct val="0"/>
              </a:spcAft>
              <a:buClr>
                <a:schemeClr val="accent6"/>
              </a:buClr>
              <a:buSzPct val="85000"/>
              <a:buFontTx/>
              <a:buNone/>
              <a:tabLst/>
              <a:defRPr sz="1333"/>
            </a:lvl1pPr>
          </a:lstStyle>
          <a:p>
            <a:pPr marL="228594" marR="0" lvl="0" indent="-228594" algn="l" defTabSz="914377" rtl="0" eaLnBrk="1" fontAlgn="auto" latinLnBrk="0" hangingPunct="1">
              <a:lnSpc>
                <a:spcPct val="100000"/>
              </a:lnSpc>
              <a:spcBef>
                <a:spcPts val="1000"/>
              </a:spcBef>
              <a:spcAft>
                <a:spcPts val="0"/>
              </a:spcAft>
              <a:buClrTx/>
              <a:buSzTx/>
              <a:buFont typeface="Arial" panose="020B0604020202020204" pitchFamily="34" charset="0"/>
              <a:buChar char="•"/>
              <a:tabLst/>
              <a:defRPr/>
            </a:pPr>
            <a:r>
              <a:rPr lang="fi-FI"/>
              <a:t>Lisää kuva napsauttamalla kuvaketta</a:t>
            </a:r>
          </a:p>
        </p:txBody>
      </p:sp>
      <p:sp>
        <p:nvSpPr>
          <p:cNvPr id="8" name="Suorakulmio 7">
            <a:extLst>
              <a:ext uri="{FF2B5EF4-FFF2-40B4-BE49-F238E27FC236}">
                <a16:creationId xmlns:a16="http://schemas.microsoft.com/office/drawing/2014/main" id="{F8D896F5-72A9-DC73-52F4-27F040668F1C}"/>
              </a:ext>
              <a:ext uri="{C183D7F6-B498-43B3-948B-1728B52AA6E4}">
                <adec:decorative xmlns:adec="http://schemas.microsoft.com/office/drawing/2017/decorative" val="1"/>
              </a:ext>
            </a:extLst>
          </p:cNvPr>
          <p:cNvSpPr/>
          <p:nvPr userDrawn="1"/>
        </p:nvSpPr>
        <p:spPr>
          <a:xfrm rot="16200000">
            <a:off x="9180211" y="3009595"/>
            <a:ext cx="5481638" cy="541947"/>
          </a:xfrm>
          <a:prstGeom prst="rect">
            <a:avLst/>
          </a:prstGeom>
          <a:solidFill>
            <a:schemeClr val="bg1">
              <a:alpha val="0"/>
            </a:schemeClr>
          </a:solidFill>
        </p:spPr>
        <p:txBody>
          <a:bodyPr lIns="0" tIns="0" rIns="0" bIns="0" anchor="t" anchorCtr="0">
            <a:noAutofit/>
          </a:bodyPr>
          <a:lstStyle/>
          <a:p>
            <a:pPr algn="l">
              <a:lnSpc>
                <a:spcPct val="90000"/>
              </a:lnSpc>
            </a:pPr>
            <a:r>
              <a:rPr lang="fi-FI" sz="1200" b="0" i="0" u="none" baseline="0" noProof="1">
                <a:solidFill>
                  <a:srgbClr val="555858"/>
                </a:solidFill>
                <a:effectLst/>
                <a:uFill>
                  <a:solidFill>
                    <a:schemeClr val="accent2"/>
                  </a:solidFill>
                </a:uFill>
                <a:latin typeface="Verdana" panose="020B0604030504040204" pitchFamily="34" charset="0"/>
                <a:ea typeface="Verdana" panose="020B0604030504040204" pitchFamily="34" charset="0"/>
                <a:cs typeface="Segoe UI" panose="020B0502040204020203" pitchFamily="34" charset="0"/>
              </a:rPr>
              <a:t>Länsi-Uudenmaan hyvinvointialue</a:t>
            </a:r>
            <a:endParaRPr lang="fi-FI" sz="1200" b="0" i="0" u="none" baseline="0" noProof="1">
              <a:solidFill>
                <a:srgbClr val="555858"/>
              </a:solidFill>
              <a:uFill>
                <a:solidFill>
                  <a:schemeClr val="accent2"/>
                </a:solidFill>
              </a:uFill>
              <a:latin typeface="Verdana" panose="020B0604030504040204" pitchFamily="34" charset="0"/>
              <a:ea typeface="Verdana" panose="020B0604030504040204" pitchFamily="34" charset="0"/>
              <a:cs typeface="Segoe UI" panose="020B0502040204020203" pitchFamily="34" charset="0"/>
            </a:endParaRPr>
          </a:p>
        </p:txBody>
      </p:sp>
    </p:spTree>
    <p:extLst>
      <p:ext uri="{BB962C8B-B14F-4D97-AF65-F5344CB8AC3E}">
        <p14:creationId xmlns:p14="http://schemas.microsoft.com/office/powerpoint/2010/main" val="913813742"/>
      </p:ext>
    </p:extLst>
  </p:cSld>
  <p:clrMapOvr>
    <a:masterClrMapping/>
  </p:clrMapOvr>
  <p:extLst>
    <p:ext uri="{DCECCB84-F9BA-43D5-87BE-67443E8EF086}">
      <p15:sldGuideLst xmlns:p15="http://schemas.microsoft.com/office/powerpoint/2012/main">
        <p15:guide id="1" pos="266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tsikko ja sisältö kuvalla 2">
    <p:spTree>
      <p:nvGrpSpPr>
        <p:cNvPr id="1" name=""/>
        <p:cNvGrpSpPr/>
        <p:nvPr/>
      </p:nvGrpSpPr>
      <p:grpSpPr>
        <a:xfrm>
          <a:off x="0" y="0"/>
          <a:ext cx="0" cy="0"/>
          <a:chOff x="0" y="0"/>
          <a:chExt cx="0" cy="0"/>
        </a:xfrm>
      </p:grpSpPr>
      <p:sp>
        <p:nvSpPr>
          <p:cNvPr id="2" name="Title 1"/>
          <p:cNvSpPr>
            <a:spLocks noGrp="1"/>
          </p:cNvSpPr>
          <p:nvPr>
            <p:ph type="title"/>
          </p:nvPr>
        </p:nvSpPr>
        <p:spPr>
          <a:xfrm>
            <a:off x="6275389" y="294986"/>
            <a:ext cx="5375273" cy="1111539"/>
          </a:xfrm>
        </p:spPr>
        <p:txBody>
          <a:bodyPr wrap="square">
            <a:noAutofit/>
          </a:bodyPr>
          <a:lstStyle>
            <a:lvl1pPr>
              <a:defRPr>
                <a:solidFill>
                  <a:schemeClr val="accent1"/>
                </a:solidFill>
              </a:defRPr>
            </a:lvl1pPr>
          </a:lstStyle>
          <a:p>
            <a:r>
              <a:rPr lang="fi-FI"/>
              <a:t>Muokkaa ots. perustyyl. napsautt.</a:t>
            </a:r>
            <a:endParaRPr lang="en-US"/>
          </a:p>
        </p:txBody>
      </p:sp>
      <p:sp>
        <p:nvSpPr>
          <p:cNvPr id="3" name="Content Placeholder 2"/>
          <p:cNvSpPr>
            <a:spLocks noGrp="1"/>
          </p:cNvSpPr>
          <p:nvPr>
            <p:ph idx="1"/>
          </p:nvPr>
        </p:nvSpPr>
        <p:spPr>
          <a:xfrm>
            <a:off x="6275388" y="1700213"/>
            <a:ext cx="5375273" cy="4321175"/>
          </a:xfrm>
        </p:spPr>
        <p:txBody>
          <a:bodyPr wrap="square">
            <a:noAutofit/>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US"/>
          </a:p>
        </p:txBody>
      </p:sp>
      <p:sp>
        <p:nvSpPr>
          <p:cNvPr id="5" name="Footer Placeholder 4"/>
          <p:cNvSpPr>
            <a:spLocks noGrp="1"/>
          </p:cNvSpPr>
          <p:nvPr>
            <p:ph type="ftr" sz="quarter" idx="11"/>
          </p:nvPr>
        </p:nvSpPr>
        <p:spPr>
          <a:xfrm>
            <a:off x="6275387" y="6316663"/>
            <a:ext cx="3201987" cy="365125"/>
          </a:xfrm>
        </p:spPr>
        <p:txBody>
          <a:bodyPr anchor="b"/>
          <a:lstStyle>
            <a:lvl1pPr algn="l">
              <a:defRPr/>
            </a:lvl1pPr>
          </a:lstStyle>
          <a:p>
            <a:endParaRPr lang="fi-FI"/>
          </a:p>
        </p:txBody>
      </p:sp>
      <p:sp>
        <p:nvSpPr>
          <p:cNvPr id="4" name="Date Placeholder 3"/>
          <p:cNvSpPr>
            <a:spLocks noGrp="1"/>
          </p:cNvSpPr>
          <p:nvPr>
            <p:ph type="dt" sz="half" idx="10"/>
          </p:nvPr>
        </p:nvSpPr>
        <p:spPr>
          <a:xfrm>
            <a:off x="9477373" y="6316663"/>
            <a:ext cx="2173287" cy="365125"/>
          </a:xfrm>
        </p:spPr>
        <p:txBody>
          <a:bodyPr/>
          <a:lstStyle/>
          <a:p>
            <a:fld id="{D3E4E072-6AE8-4AFA-95D2-DB9F563132E6}" type="datetime1">
              <a:rPr lang="fi-FI" smtClean="0"/>
              <a:t>14.10.2026</a:t>
            </a:fld>
            <a:endParaRPr lang="fi-FI"/>
          </a:p>
        </p:txBody>
      </p:sp>
      <p:sp>
        <p:nvSpPr>
          <p:cNvPr id="6" name="Slide Number Placeholder 5"/>
          <p:cNvSpPr>
            <a:spLocks noGrp="1"/>
          </p:cNvSpPr>
          <p:nvPr>
            <p:ph type="sldNum" sz="quarter" idx="12"/>
          </p:nvPr>
        </p:nvSpPr>
        <p:spPr/>
        <p:txBody>
          <a:bodyPr/>
          <a:lstStyle/>
          <a:p>
            <a:fld id="{07F0CC26-4241-4995-BDB3-9E0D3B0C702B}" type="slidenum">
              <a:rPr lang="fi-FI" smtClean="0"/>
              <a:t>‹#›</a:t>
            </a:fld>
            <a:endParaRPr lang="fi-FI"/>
          </a:p>
        </p:txBody>
      </p:sp>
      <p:sp>
        <p:nvSpPr>
          <p:cNvPr id="8" name="Kuvan paikkamerkki 2">
            <a:extLst>
              <a:ext uri="{FF2B5EF4-FFF2-40B4-BE49-F238E27FC236}">
                <a16:creationId xmlns:a16="http://schemas.microsoft.com/office/drawing/2014/main" id="{FE5857B9-1DC5-4A90-AA3D-9105332C77D0}"/>
              </a:ext>
            </a:extLst>
          </p:cNvPr>
          <p:cNvSpPr>
            <a:spLocks noGrp="1"/>
          </p:cNvSpPr>
          <p:nvPr>
            <p:ph type="pic" sz="quarter" idx="16"/>
          </p:nvPr>
        </p:nvSpPr>
        <p:spPr>
          <a:xfrm>
            <a:off x="0" y="0"/>
            <a:ext cx="5915025" cy="6858000"/>
          </a:xfrm>
          <a:solidFill>
            <a:schemeClr val="bg2"/>
          </a:solidFill>
        </p:spPr>
        <p:txBody>
          <a:bodyPr anchor="ctr">
            <a:normAutofit/>
          </a:bodyPr>
          <a:lstStyle>
            <a:lvl1pPr marL="0" marR="0" indent="0" algn="ctr" defTabSz="457189" rtl="0" eaLnBrk="1" fontAlgn="base" latinLnBrk="0" hangingPunct="1">
              <a:lnSpc>
                <a:spcPct val="100000"/>
              </a:lnSpc>
              <a:spcBef>
                <a:spcPts val="800"/>
              </a:spcBef>
              <a:spcAft>
                <a:spcPct val="0"/>
              </a:spcAft>
              <a:buClr>
                <a:schemeClr val="accent6"/>
              </a:buClr>
              <a:buSzPct val="85000"/>
              <a:buFontTx/>
              <a:buNone/>
              <a:tabLst/>
              <a:defRPr sz="1333"/>
            </a:lvl1pPr>
          </a:lstStyle>
          <a:p>
            <a:r>
              <a:rPr lang="fi-FI"/>
              <a:t>Lisää kuva napsauttamalla kuvaketta</a:t>
            </a:r>
          </a:p>
        </p:txBody>
      </p:sp>
      <p:sp>
        <p:nvSpPr>
          <p:cNvPr id="9" name="Suorakulmio 8">
            <a:extLst>
              <a:ext uri="{FF2B5EF4-FFF2-40B4-BE49-F238E27FC236}">
                <a16:creationId xmlns:a16="http://schemas.microsoft.com/office/drawing/2014/main" id="{964F005B-65BD-FDC2-4CAA-3135E0A49C52}"/>
              </a:ext>
              <a:ext uri="{C183D7F6-B498-43B3-948B-1728B52AA6E4}">
                <adec:decorative xmlns:adec="http://schemas.microsoft.com/office/drawing/2017/decorative" val="1"/>
              </a:ext>
            </a:extLst>
          </p:cNvPr>
          <p:cNvSpPr/>
          <p:nvPr userDrawn="1"/>
        </p:nvSpPr>
        <p:spPr>
          <a:xfrm rot="16200000">
            <a:off x="9180211" y="3009595"/>
            <a:ext cx="5481638" cy="541947"/>
          </a:xfrm>
          <a:prstGeom prst="rect">
            <a:avLst/>
          </a:prstGeom>
          <a:solidFill>
            <a:schemeClr val="bg1">
              <a:alpha val="0"/>
            </a:schemeClr>
          </a:solidFill>
        </p:spPr>
        <p:txBody>
          <a:bodyPr lIns="0" tIns="0" rIns="0" bIns="0" anchor="t" anchorCtr="0">
            <a:noAutofit/>
          </a:bodyPr>
          <a:lstStyle/>
          <a:p>
            <a:pPr algn="l">
              <a:lnSpc>
                <a:spcPct val="90000"/>
              </a:lnSpc>
            </a:pPr>
            <a:r>
              <a:rPr lang="fi-FI" sz="1200" b="0" i="0" u="none" baseline="0" noProof="1">
                <a:solidFill>
                  <a:srgbClr val="555858"/>
                </a:solidFill>
                <a:effectLst/>
                <a:uFill>
                  <a:solidFill>
                    <a:schemeClr val="accent2"/>
                  </a:solidFill>
                </a:uFill>
                <a:latin typeface="Verdana" panose="020B0604030504040204" pitchFamily="34" charset="0"/>
                <a:ea typeface="Verdana" panose="020B0604030504040204" pitchFamily="34" charset="0"/>
                <a:cs typeface="Segoe UI" panose="020B0502040204020203" pitchFamily="34" charset="0"/>
              </a:rPr>
              <a:t>Länsi-Uudenmaan hyvinvointialue</a:t>
            </a:r>
            <a:endParaRPr lang="fi-FI" sz="1200" b="0" i="0" u="none" baseline="0" noProof="1">
              <a:solidFill>
                <a:srgbClr val="555858"/>
              </a:solidFill>
              <a:uFill>
                <a:solidFill>
                  <a:schemeClr val="accent2"/>
                </a:solidFill>
              </a:uFill>
              <a:latin typeface="Verdana" panose="020B0604030504040204" pitchFamily="34" charset="0"/>
              <a:ea typeface="Verdana" panose="020B0604030504040204" pitchFamily="34" charset="0"/>
              <a:cs typeface="Segoe UI" panose="020B0502040204020203" pitchFamily="34" charset="0"/>
            </a:endParaRPr>
          </a:p>
        </p:txBody>
      </p:sp>
    </p:spTree>
    <p:extLst>
      <p:ext uri="{BB962C8B-B14F-4D97-AF65-F5344CB8AC3E}">
        <p14:creationId xmlns:p14="http://schemas.microsoft.com/office/powerpoint/2010/main" val="16552875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tsikko ja sisältö kuvalla 3">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500939" y="539751"/>
            <a:ext cx="4149723" cy="866774"/>
          </a:xfrm>
        </p:spPr>
        <p:txBody>
          <a:bodyPr anchor="b">
            <a:noAutofit/>
          </a:bodyPr>
          <a:lstStyle>
            <a:lvl1pPr>
              <a:defRPr>
                <a:solidFill>
                  <a:schemeClr val="accent1"/>
                </a:solidFill>
              </a:defRPr>
            </a:lvl1pPr>
          </a:lstStyle>
          <a:p>
            <a:r>
              <a:rPr lang="fi-FI"/>
              <a:t>Muokkaa ots. perustyyl. napsautt.</a:t>
            </a:r>
            <a:endParaRPr lang="en-US"/>
          </a:p>
        </p:txBody>
      </p:sp>
      <p:sp>
        <p:nvSpPr>
          <p:cNvPr id="3" name="Content Placeholder 2"/>
          <p:cNvSpPr>
            <a:spLocks noGrp="1"/>
          </p:cNvSpPr>
          <p:nvPr>
            <p:ph idx="1"/>
          </p:nvPr>
        </p:nvSpPr>
        <p:spPr>
          <a:xfrm>
            <a:off x="7505486" y="1700213"/>
            <a:ext cx="4145178" cy="4314039"/>
          </a:xfrm>
        </p:spPr>
        <p:txBody>
          <a:bodyPr>
            <a:noAutofit/>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US"/>
          </a:p>
        </p:txBody>
      </p:sp>
      <p:sp>
        <p:nvSpPr>
          <p:cNvPr id="5" name="Footer Placeholder 4"/>
          <p:cNvSpPr>
            <a:spLocks noGrp="1"/>
          </p:cNvSpPr>
          <p:nvPr>
            <p:ph type="ftr" sz="quarter" idx="11"/>
          </p:nvPr>
        </p:nvSpPr>
        <p:spPr>
          <a:xfrm>
            <a:off x="7500939" y="6316663"/>
            <a:ext cx="2901772" cy="365125"/>
          </a:xfrm>
        </p:spPr>
        <p:txBody>
          <a:bodyPr anchor="b"/>
          <a:lstStyle>
            <a:lvl1pPr algn="l">
              <a:defRPr>
                <a:solidFill>
                  <a:srgbClr val="757575"/>
                </a:solidFill>
              </a:defRPr>
            </a:lvl1pPr>
          </a:lstStyle>
          <a:p>
            <a:endParaRPr lang="fi-FI"/>
          </a:p>
        </p:txBody>
      </p:sp>
      <p:sp>
        <p:nvSpPr>
          <p:cNvPr id="4" name="Date Placeholder 3"/>
          <p:cNvSpPr>
            <a:spLocks noGrp="1"/>
          </p:cNvSpPr>
          <p:nvPr>
            <p:ph type="dt" sz="half" idx="10"/>
          </p:nvPr>
        </p:nvSpPr>
        <p:spPr>
          <a:xfrm>
            <a:off x="10402711" y="6316663"/>
            <a:ext cx="1247951" cy="365125"/>
          </a:xfrm>
        </p:spPr>
        <p:txBody>
          <a:bodyPr/>
          <a:lstStyle>
            <a:lvl1pPr>
              <a:defRPr>
                <a:solidFill>
                  <a:srgbClr val="757575"/>
                </a:solidFill>
              </a:defRPr>
            </a:lvl1pPr>
          </a:lstStyle>
          <a:p>
            <a:fld id="{2D2EFCBC-A37D-47E5-B14A-B4604466F3D2}" type="datetime1">
              <a:rPr lang="fi-FI" smtClean="0"/>
              <a:t>14.10.2026</a:t>
            </a:fld>
            <a:endParaRPr lang="fi-FI"/>
          </a:p>
        </p:txBody>
      </p:sp>
      <p:sp>
        <p:nvSpPr>
          <p:cNvPr id="6" name="Slide Number Placeholder 5"/>
          <p:cNvSpPr>
            <a:spLocks noGrp="1"/>
          </p:cNvSpPr>
          <p:nvPr>
            <p:ph type="sldNum" sz="quarter" idx="12"/>
          </p:nvPr>
        </p:nvSpPr>
        <p:spPr/>
        <p:txBody>
          <a:bodyPr/>
          <a:lstStyle/>
          <a:p>
            <a:fld id="{07F0CC26-4241-4995-BDB3-9E0D3B0C702B}" type="slidenum">
              <a:rPr lang="fi-FI" smtClean="0"/>
              <a:t>‹#›</a:t>
            </a:fld>
            <a:endParaRPr lang="fi-FI"/>
          </a:p>
        </p:txBody>
      </p:sp>
      <p:sp>
        <p:nvSpPr>
          <p:cNvPr id="22" name="Kuvan paikkamerkki 2">
            <a:extLst>
              <a:ext uri="{FF2B5EF4-FFF2-40B4-BE49-F238E27FC236}">
                <a16:creationId xmlns:a16="http://schemas.microsoft.com/office/drawing/2014/main" id="{C484011D-E25A-0AED-D4C5-7DEC58B53FCF}"/>
              </a:ext>
            </a:extLst>
          </p:cNvPr>
          <p:cNvSpPr>
            <a:spLocks noGrp="1"/>
          </p:cNvSpPr>
          <p:nvPr>
            <p:ph type="pic" sz="quarter" idx="16"/>
          </p:nvPr>
        </p:nvSpPr>
        <p:spPr>
          <a:xfrm>
            <a:off x="0" y="0"/>
            <a:ext cx="7145867" cy="6858000"/>
          </a:xfrm>
          <a:solidFill>
            <a:schemeClr val="bg2"/>
          </a:solidFill>
        </p:spPr>
        <p:txBody>
          <a:bodyPr anchor="ctr">
            <a:normAutofit/>
          </a:bodyPr>
          <a:lstStyle>
            <a:lvl1pPr marL="0" marR="0" indent="0" algn="ctr" defTabSz="457189" rtl="0" eaLnBrk="1" fontAlgn="base" latinLnBrk="0" hangingPunct="1">
              <a:lnSpc>
                <a:spcPct val="100000"/>
              </a:lnSpc>
              <a:spcBef>
                <a:spcPts val="800"/>
              </a:spcBef>
              <a:spcAft>
                <a:spcPct val="0"/>
              </a:spcAft>
              <a:buClr>
                <a:schemeClr val="accent6"/>
              </a:buClr>
              <a:buSzPct val="85000"/>
              <a:buFontTx/>
              <a:buNone/>
              <a:tabLst/>
              <a:defRPr sz="1333"/>
            </a:lvl1pPr>
          </a:lstStyle>
          <a:p>
            <a:r>
              <a:rPr lang="fi-FI"/>
              <a:t>Lisää kuva napsauttamalla kuvaketta</a:t>
            </a:r>
          </a:p>
        </p:txBody>
      </p:sp>
      <p:grpSp>
        <p:nvGrpSpPr>
          <p:cNvPr id="7" name="Ryhmä 6">
            <a:extLst>
              <a:ext uri="{FF2B5EF4-FFF2-40B4-BE49-F238E27FC236}">
                <a16:creationId xmlns:a16="http://schemas.microsoft.com/office/drawing/2014/main" id="{25EC7D18-B2BB-1BBD-C6B8-6E40164ED235}"/>
              </a:ext>
              <a:ext uri="{C183D7F6-B498-43B3-948B-1728B52AA6E4}">
                <adec:decorative xmlns:adec="http://schemas.microsoft.com/office/drawing/2017/decorative" val="1"/>
              </a:ext>
            </a:extLst>
          </p:cNvPr>
          <p:cNvGrpSpPr/>
          <p:nvPr userDrawn="1"/>
        </p:nvGrpSpPr>
        <p:grpSpPr>
          <a:xfrm>
            <a:off x="-704072" y="4155441"/>
            <a:ext cx="4111096" cy="3425247"/>
            <a:chOff x="3805300" y="1933603"/>
            <a:chExt cx="1534425" cy="1278439"/>
          </a:xfrm>
          <a:solidFill>
            <a:schemeClr val="bg1"/>
          </a:solidFill>
        </p:grpSpPr>
        <p:sp>
          <p:nvSpPr>
            <p:cNvPr id="11" name="Vapaamuotoinen: Muoto 10">
              <a:extLst>
                <a:ext uri="{FF2B5EF4-FFF2-40B4-BE49-F238E27FC236}">
                  <a16:creationId xmlns:a16="http://schemas.microsoft.com/office/drawing/2014/main" id="{B7F23EB4-103A-35B4-D07F-4039D63D2E2D}"/>
                </a:ext>
                <a:ext uri="{C183D7F6-B498-43B3-948B-1728B52AA6E4}">
                  <adec:decorative xmlns:adec="http://schemas.microsoft.com/office/drawing/2017/decorative" val="1"/>
                </a:ext>
              </a:extLst>
            </p:cNvPr>
            <p:cNvSpPr/>
            <p:nvPr/>
          </p:nvSpPr>
          <p:spPr>
            <a:xfrm>
              <a:off x="4241165" y="2587710"/>
              <a:ext cx="391070" cy="217852"/>
            </a:xfrm>
            <a:custGeom>
              <a:avLst/>
              <a:gdLst>
                <a:gd name="connsiteX0" fmla="*/ 260349 w 391070"/>
                <a:gd name="connsiteY0" fmla="*/ 4423 h 217852"/>
                <a:gd name="connsiteX1" fmla="*/ 128237 w 391070"/>
                <a:gd name="connsiteY1" fmla="*/ 39570 h 217852"/>
                <a:gd name="connsiteX2" fmla="*/ 11651 w 391070"/>
                <a:gd name="connsiteY2" fmla="*/ 103197 h 217852"/>
                <a:gd name="connsiteX3" fmla="*/ 25938 w 391070"/>
                <a:gd name="connsiteY3" fmla="*/ 177873 h 217852"/>
                <a:gd name="connsiteX4" fmla="*/ 151668 w 391070"/>
                <a:gd name="connsiteY4" fmla="*/ 196733 h 217852"/>
                <a:gd name="connsiteX5" fmla="*/ 211866 w 391070"/>
                <a:gd name="connsiteY5" fmla="*/ 196638 h 217852"/>
                <a:gd name="connsiteX6" fmla="*/ 329786 w 391070"/>
                <a:gd name="connsiteY6" fmla="*/ 200638 h 217852"/>
                <a:gd name="connsiteX7" fmla="*/ 367124 w 391070"/>
                <a:gd name="connsiteY7" fmla="*/ 166729 h 217852"/>
                <a:gd name="connsiteX8" fmla="*/ 260444 w 391070"/>
                <a:gd name="connsiteY8" fmla="*/ 4423 h 217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1070" h="217852">
                  <a:moveTo>
                    <a:pt x="260349" y="4423"/>
                  </a:moveTo>
                  <a:cubicBezTo>
                    <a:pt x="216534" y="16996"/>
                    <a:pt x="171385" y="24711"/>
                    <a:pt x="128237" y="39570"/>
                  </a:cubicBezTo>
                  <a:cubicBezTo>
                    <a:pt x="86898" y="53763"/>
                    <a:pt x="39464" y="67479"/>
                    <a:pt x="11651" y="103197"/>
                  </a:cubicBezTo>
                  <a:cubicBezTo>
                    <a:pt x="-8161" y="128629"/>
                    <a:pt x="-2256" y="161776"/>
                    <a:pt x="25938" y="177873"/>
                  </a:cubicBezTo>
                  <a:cubicBezTo>
                    <a:pt x="63943" y="199590"/>
                    <a:pt x="109377" y="195209"/>
                    <a:pt x="151668" y="196733"/>
                  </a:cubicBezTo>
                  <a:cubicBezTo>
                    <a:pt x="171576" y="197495"/>
                    <a:pt x="191769" y="196923"/>
                    <a:pt x="211866" y="196638"/>
                  </a:cubicBezTo>
                  <a:cubicBezTo>
                    <a:pt x="245871" y="221117"/>
                    <a:pt x="295210" y="226927"/>
                    <a:pt x="329786" y="200638"/>
                  </a:cubicBezTo>
                  <a:cubicBezTo>
                    <a:pt x="343311" y="190351"/>
                    <a:pt x="356456" y="179969"/>
                    <a:pt x="367124" y="166729"/>
                  </a:cubicBezTo>
                  <a:cubicBezTo>
                    <a:pt x="430656" y="88243"/>
                    <a:pt x="358361" y="-23676"/>
                    <a:pt x="260444" y="4423"/>
                  </a:cubicBezTo>
                  <a:close/>
                </a:path>
              </a:pathLst>
            </a:custGeom>
            <a:grpFill/>
            <a:ln w="9525" cap="flat">
              <a:noFill/>
              <a:prstDash val="solid"/>
              <a:miter/>
            </a:ln>
          </p:spPr>
          <p:txBody>
            <a:bodyPr rtlCol="0" anchor="ctr"/>
            <a:lstStyle/>
            <a:p>
              <a:endParaRPr lang="fi-FI" sz="3200"/>
            </a:p>
          </p:txBody>
        </p:sp>
        <p:sp>
          <p:nvSpPr>
            <p:cNvPr id="12" name="Vapaamuotoinen: Muoto 11">
              <a:extLst>
                <a:ext uri="{FF2B5EF4-FFF2-40B4-BE49-F238E27FC236}">
                  <a16:creationId xmlns:a16="http://schemas.microsoft.com/office/drawing/2014/main" id="{65CE5B0E-0C89-7075-2F05-E4D09BACE72E}"/>
                </a:ext>
                <a:ext uri="{C183D7F6-B498-43B3-948B-1728B52AA6E4}">
                  <adec:decorative xmlns:adec="http://schemas.microsoft.com/office/drawing/2017/decorative" val="1"/>
                </a:ext>
              </a:extLst>
            </p:cNvPr>
            <p:cNvSpPr/>
            <p:nvPr/>
          </p:nvSpPr>
          <p:spPr>
            <a:xfrm>
              <a:off x="3805300" y="2770673"/>
              <a:ext cx="344049" cy="184753"/>
            </a:xfrm>
            <a:custGeom>
              <a:avLst/>
              <a:gdLst>
                <a:gd name="connsiteX0" fmla="*/ 343789 w 344049"/>
                <a:gd name="connsiteY0" fmla="*/ 86255 h 184753"/>
                <a:gd name="connsiteX1" fmla="*/ 245395 w 344049"/>
                <a:gd name="connsiteY1" fmla="*/ 149 h 184753"/>
                <a:gd name="connsiteX2" fmla="*/ 96901 w 344049"/>
                <a:gd name="connsiteY2" fmla="*/ 50631 h 184753"/>
                <a:gd name="connsiteX3" fmla="*/ 3270 w 344049"/>
                <a:gd name="connsiteY3" fmla="*/ 149882 h 184753"/>
                <a:gd name="connsiteX4" fmla="*/ 16414 w 344049"/>
                <a:gd name="connsiteY4" fmla="*/ 176837 h 184753"/>
                <a:gd name="connsiteX5" fmla="*/ 132905 w 344049"/>
                <a:gd name="connsiteY5" fmla="*/ 175504 h 184753"/>
                <a:gd name="connsiteX6" fmla="*/ 257778 w 344049"/>
                <a:gd name="connsiteY6" fmla="*/ 184648 h 184753"/>
                <a:gd name="connsiteX7" fmla="*/ 343884 w 344049"/>
                <a:gd name="connsiteY7" fmla="*/ 86255 h 184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4049" h="184753">
                  <a:moveTo>
                    <a:pt x="343789" y="86255"/>
                  </a:moveTo>
                  <a:cubicBezTo>
                    <a:pt x="340360" y="35963"/>
                    <a:pt x="295402" y="-2709"/>
                    <a:pt x="245395" y="149"/>
                  </a:cubicBezTo>
                  <a:cubicBezTo>
                    <a:pt x="193675" y="3197"/>
                    <a:pt x="142049" y="26533"/>
                    <a:pt x="96901" y="50631"/>
                  </a:cubicBezTo>
                  <a:cubicBezTo>
                    <a:pt x="53467" y="73777"/>
                    <a:pt x="31654" y="111496"/>
                    <a:pt x="3270" y="149882"/>
                  </a:cubicBezTo>
                  <a:cubicBezTo>
                    <a:pt x="-3969" y="159692"/>
                    <a:pt x="984" y="179885"/>
                    <a:pt x="16414" y="176837"/>
                  </a:cubicBezTo>
                  <a:cubicBezTo>
                    <a:pt x="55181" y="169217"/>
                    <a:pt x="93567" y="177790"/>
                    <a:pt x="132905" y="175504"/>
                  </a:cubicBezTo>
                  <a:cubicBezTo>
                    <a:pt x="175291" y="173123"/>
                    <a:pt x="215677" y="182171"/>
                    <a:pt x="257778" y="184648"/>
                  </a:cubicBezTo>
                  <a:cubicBezTo>
                    <a:pt x="307594" y="187505"/>
                    <a:pt x="346932" y="131594"/>
                    <a:pt x="343884" y="86255"/>
                  </a:cubicBezTo>
                  <a:close/>
                </a:path>
              </a:pathLst>
            </a:custGeom>
            <a:grpFill/>
            <a:ln w="9525" cap="flat">
              <a:noFill/>
              <a:prstDash val="solid"/>
              <a:miter/>
            </a:ln>
          </p:spPr>
          <p:txBody>
            <a:bodyPr rtlCol="0" anchor="ctr"/>
            <a:lstStyle/>
            <a:p>
              <a:endParaRPr lang="fi-FI" sz="3200"/>
            </a:p>
          </p:txBody>
        </p:sp>
        <p:sp>
          <p:nvSpPr>
            <p:cNvPr id="13" name="Vapaamuotoinen: Muoto 12">
              <a:extLst>
                <a:ext uri="{FF2B5EF4-FFF2-40B4-BE49-F238E27FC236}">
                  <a16:creationId xmlns:a16="http://schemas.microsoft.com/office/drawing/2014/main" id="{9C391CB0-B303-71DE-D879-A383FABB6ECD}"/>
                </a:ext>
                <a:ext uri="{C183D7F6-B498-43B3-948B-1728B52AA6E4}">
                  <adec:decorative xmlns:adec="http://schemas.microsoft.com/office/drawing/2017/decorative" val="1"/>
                </a:ext>
              </a:extLst>
            </p:cNvPr>
            <p:cNvSpPr/>
            <p:nvPr/>
          </p:nvSpPr>
          <p:spPr>
            <a:xfrm>
              <a:off x="4056327" y="3013610"/>
              <a:ext cx="458001" cy="198432"/>
            </a:xfrm>
            <a:custGeom>
              <a:avLst/>
              <a:gdLst>
                <a:gd name="connsiteX0" fmla="*/ 415469 w 458001"/>
                <a:gd name="connsiteY0" fmla="*/ 15721 h 198432"/>
                <a:gd name="connsiteX1" fmla="*/ 193727 w 458001"/>
                <a:gd name="connsiteY1" fmla="*/ 35438 h 198432"/>
                <a:gd name="connsiteX2" fmla="*/ 95524 w 458001"/>
                <a:gd name="connsiteY2" fmla="*/ 69251 h 198432"/>
                <a:gd name="connsiteX3" fmla="*/ 5418 w 458001"/>
                <a:gd name="connsiteY3" fmla="*/ 136212 h 198432"/>
                <a:gd name="connsiteX4" fmla="*/ 6656 w 458001"/>
                <a:gd name="connsiteY4" fmla="*/ 157548 h 198432"/>
                <a:gd name="connsiteX5" fmla="*/ 92762 w 458001"/>
                <a:gd name="connsiteY5" fmla="*/ 193743 h 198432"/>
                <a:gd name="connsiteX6" fmla="*/ 214015 w 458001"/>
                <a:gd name="connsiteY6" fmla="*/ 196410 h 198432"/>
                <a:gd name="connsiteX7" fmla="*/ 438615 w 458001"/>
                <a:gd name="connsiteY7" fmla="*/ 136117 h 198432"/>
                <a:gd name="connsiteX8" fmla="*/ 415564 w 458001"/>
                <a:gd name="connsiteY8" fmla="*/ 15626 h 198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001" h="198432">
                  <a:moveTo>
                    <a:pt x="415469" y="15721"/>
                  </a:moveTo>
                  <a:cubicBezTo>
                    <a:pt x="341555" y="-18760"/>
                    <a:pt x="266403" y="10673"/>
                    <a:pt x="193727" y="35438"/>
                  </a:cubicBezTo>
                  <a:cubicBezTo>
                    <a:pt x="161056" y="46582"/>
                    <a:pt x="127433" y="56012"/>
                    <a:pt x="95524" y="69251"/>
                  </a:cubicBezTo>
                  <a:cubicBezTo>
                    <a:pt x="58948" y="84396"/>
                    <a:pt x="35898" y="111828"/>
                    <a:pt x="5418" y="136212"/>
                  </a:cubicBezTo>
                  <a:cubicBezTo>
                    <a:pt x="-1250" y="141546"/>
                    <a:pt x="-2774" y="153738"/>
                    <a:pt x="6656" y="157548"/>
                  </a:cubicBezTo>
                  <a:cubicBezTo>
                    <a:pt x="34945" y="169073"/>
                    <a:pt x="62663" y="187171"/>
                    <a:pt x="92762" y="193743"/>
                  </a:cubicBezTo>
                  <a:cubicBezTo>
                    <a:pt x="130957" y="202125"/>
                    <a:pt x="175249" y="196791"/>
                    <a:pt x="214015" y="196410"/>
                  </a:cubicBezTo>
                  <a:cubicBezTo>
                    <a:pt x="294121" y="195743"/>
                    <a:pt x="379750" y="198220"/>
                    <a:pt x="438615" y="136117"/>
                  </a:cubicBezTo>
                  <a:cubicBezTo>
                    <a:pt x="472524" y="100303"/>
                    <a:pt x="460141" y="36390"/>
                    <a:pt x="415564" y="15626"/>
                  </a:cubicBezTo>
                  <a:close/>
                </a:path>
              </a:pathLst>
            </a:custGeom>
            <a:grpFill/>
            <a:ln w="9525" cap="flat">
              <a:noFill/>
              <a:prstDash val="solid"/>
              <a:miter/>
            </a:ln>
          </p:spPr>
          <p:txBody>
            <a:bodyPr rtlCol="0" anchor="ctr"/>
            <a:lstStyle/>
            <a:p>
              <a:endParaRPr lang="fi-FI" sz="3200"/>
            </a:p>
          </p:txBody>
        </p:sp>
        <p:sp>
          <p:nvSpPr>
            <p:cNvPr id="14" name="Vapaamuotoinen: Muoto 13">
              <a:extLst>
                <a:ext uri="{FF2B5EF4-FFF2-40B4-BE49-F238E27FC236}">
                  <a16:creationId xmlns:a16="http://schemas.microsoft.com/office/drawing/2014/main" id="{06543BBE-6C1F-C890-9626-60D0DF3FE7BA}"/>
                </a:ext>
                <a:ext uri="{C183D7F6-B498-43B3-948B-1728B52AA6E4}">
                  <adec:decorative xmlns:adec="http://schemas.microsoft.com/office/drawing/2017/decorative" val="1"/>
                </a:ext>
              </a:extLst>
            </p:cNvPr>
            <p:cNvSpPr/>
            <p:nvPr/>
          </p:nvSpPr>
          <p:spPr>
            <a:xfrm>
              <a:off x="4861957" y="2824493"/>
              <a:ext cx="317826" cy="162323"/>
            </a:xfrm>
            <a:custGeom>
              <a:avLst/>
              <a:gdLst>
                <a:gd name="connsiteX0" fmla="*/ 317642 w 317826"/>
                <a:gd name="connsiteY0" fmla="*/ 86537 h 162323"/>
                <a:gd name="connsiteX1" fmla="*/ 209914 w 317826"/>
                <a:gd name="connsiteY1" fmla="*/ 3289 h 162323"/>
                <a:gd name="connsiteX2" fmla="*/ 9318 w 317826"/>
                <a:gd name="connsiteY2" fmla="*/ 55200 h 162323"/>
                <a:gd name="connsiteX3" fmla="*/ 7508 w 317826"/>
                <a:gd name="connsiteY3" fmla="*/ 80822 h 162323"/>
                <a:gd name="connsiteX4" fmla="*/ 199342 w 317826"/>
                <a:gd name="connsiteY4" fmla="*/ 155213 h 162323"/>
                <a:gd name="connsiteX5" fmla="*/ 317642 w 317826"/>
                <a:gd name="connsiteY5" fmla="*/ 86633 h 162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7826" h="162323">
                  <a:moveTo>
                    <a:pt x="317642" y="86537"/>
                  </a:moveTo>
                  <a:cubicBezTo>
                    <a:pt x="321452" y="26911"/>
                    <a:pt x="265445" y="-11856"/>
                    <a:pt x="209914" y="3289"/>
                  </a:cubicBezTo>
                  <a:cubicBezTo>
                    <a:pt x="143525" y="21482"/>
                    <a:pt x="76564" y="40436"/>
                    <a:pt x="9318" y="55200"/>
                  </a:cubicBezTo>
                  <a:cubicBezTo>
                    <a:pt x="-1826" y="57677"/>
                    <a:pt x="-3636" y="76917"/>
                    <a:pt x="7508" y="80822"/>
                  </a:cubicBezTo>
                  <a:cubicBezTo>
                    <a:pt x="72088" y="103206"/>
                    <a:pt x="135905" y="129590"/>
                    <a:pt x="199342" y="155213"/>
                  </a:cubicBezTo>
                  <a:cubicBezTo>
                    <a:pt x="252777" y="176834"/>
                    <a:pt x="313737" y="147783"/>
                    <a:pt x="317642" y="86633"/>
                  </a:cubicBezTo>
                  <a:close/>
                </a:path>
              </a:pathLst>
            </a:custGeom>
            <a:grpFill/>
            <a:ln w="9525" cap="flat">
              <a:noFill/>
              <a:prstDash val="solid"/>
              <a:miter/>
            </a:ln>
          </p:spPr>
          <p:txBody>
            <a:bodyPr rtlCol="0" anchor="ctr"/>
            <a:lstStyle/>
            <a:p>
              <a:endParaRPr lang="fi-FI" sz="3200"/>
            </a:p>
          </p:txBody>
        </p:sp>
        <p:sp>
          <p:nvSpPr>
            <p:cNvPr id="15" name="Vapaamuotoinen: Muoto 14">
              <a:extLst>
                <a:ext uri="{FF2B5EF4-FFF2-40B4-BE49-F238E27FC236}">
                  <a16:creationId xmlns:a16="http://schemas.microsoft.com/office/drawing/2014/main" id="{CB177D20-F9B6-916F-7738-4D6180CBB87C}"/>
                </a:ext>
                <a:ext uri="{C183D7F6-B498-43B3-948B-1728B52AA6E4}">
                  <adec:decorative xmlns:adec="http://schemas.microsoft.com/office/drawing/2017/decorative" val="1"/>
                </a:ext>
              </a:extLst>
            </p:cNvPr>
            <p:cNvSpPr/>
            <p:nvPr/>
          </p:nvSpPr>
          <p:spPr>
            <a:xfrm>
              <a:off x="4844250" y="2519405"/>
              <a:ext cx="395470" cy="206724"/>
            </a:xfrm>
            <a:custGeom>
              <a:avLst/>
              <a:gdLst>
                <a:gd name="connsiteX0" fmla="*/ 382593 w 395470"/>
                <a:gd name="connsiteY0" fmla="*/ 80348 h 206724"/>
                <a:gd name="connsiteX1" fmla="*/ 191998 w 395470"/>
                <a:gd name="connsiteY1" fmla="*/ 4624 h 206724"/>
                <a:gd name="connsiteX2" fmla="*/ 98462 w 395470"/>
                <a:gd name="connsiteY2" fmla="*/ 433 h 206724"/>
                <a:gd name="connsiteX3" fmla="*/ 10547 w 395470"/>
                <a:gd name="connsiteY3" fmla="*/ 25388 h 206724"/>
                <a:gd name="connsiteX4" fmla="*/ 5117 w 395470"/>
                <a:gd name="connsiteY4" fmla="*/ 51487 h 206724"/>
                <a:gd name="connsiteX5" fmla="*/ 66839 w 395470"/>
                <a:gd name="connsiteY5" fmla="*/ 105589 h 206724"/>
                <a:gd name="connsiteX6" fmla="*/ 153517 w 395470"/>
                <a:gd name="connsiteY6" fmla="*/ 151309 h 206724"/>
                <a:gd name="connsiteX7" fmla="*/ 340112 w 395470"/>
                <a:gd name="connsiteY7" fmla="*/ 202649 h 206724"/>
                <a:gd name="connsiteX8" fmla="*/ 382498 w 395470"/>
                <a:gd name="connsiteY8" fmla="*/ 80348 h 206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5470" h="206724">
                  <a:moveTo>
                    <a:pt x="382593" y="80348"/>
                  </a:moveTo>
                  <a:cubicBezTo>
                    <a:pt x="337349" y="17102"/>
                    <a:pt x="264864" y="11482"/>
                    <a:pt x="191998" y="4624"/>
                  </a:cubicBezTo>
                  <a:cubicBezTo>
                    <a:pt x="160946" y="1671"/>
                    <a:pt x="129704" y="-1091"/>
                    <a:pt x="98462" y="433"/>
                  </a:cubicBezTo>
                  <a:cubicBezTo>
                    <a:pt x="64172" y="2052"/>
                    <a:pt x="42455" y="17006"/>
                    <a:pt x="10547" y="25388"/>
                  </a:cubicBezTo>
                  <a:cubicBezTo>
                    <a:pt x="-121" y="28151"/>
                    <a:pt x="-4027" y="44724"/>
                    <a:pt x="5117" y="51487"/>
                  </a:cubicBezTo>
                  <a:cubicBezTo>
                    <a:pt x="27596" y="68156"/>
                    <a:pt x="41884" y="90730"/>
                    <a:pt x="66839" y="105589"/>
                  </a:cubicBezTo>
                  <a:cubicBezTo>
                    <a:pt x="94938" y="122353"/>
                    <a:pt x="124561" y="136164"/>
                    <a:pt x="153517" y="151309"/>
                  </a:cubicBezTo>
                  <a:cubicBezTo>
                    <a:pt x="216477" y="184170"/>
                    <a:pt x="267245" y="218746"/>
                    <a:pt x="340112" y="202649"/>
                  </a:cubicBezTo>
                  <a:cubicBezTo>
                    <a:pt x="390880" y="191409"/>
                    <a:pt x="410882" y="119972"/>
                    <a:pt x="382498" y="80348"/>
                  </a:cubicBezTo>
                  <a:close/>
                </a:path>
              </a:pathLst>
            </a:custGeom>
            <a:grpFill/>
            <a:ln w="9525" cap="flat">
              <a:noFill/>
              <a:prstDash val="solid"/>
              <a:miter/>
            </a:ln>
          </p:spPr>
          <p:txBody>
            <a:bodyPr rtlCol="0" anchor="ctr"/>
            <a:lstStyle/>
            <a:p>
              <a:endParaRPr lang="fi-FI" sz="3200"/>
            </a:p>
          </p:txBody>
        </p:sp>
        <p:sp>
          <p:nvSpPr>
            <p:cNvPr id="16" name="Vapaamuotoinen: Muoto 15">
              <a:extLst>
                <a:ext uri="{FF2B5EF4-FFF2-40B4-BE49-F238E27FC236}">
                  <a16:creationId xmlns:a16="http://schemas.microsoft.com/office/drawing/2014/main" id="{BCEE1F6D-0C44-6DC2-6AFE-C05869F80E5E}"/>
                </a:ext>
                <a:ext uri="{C183D7F6-B498-43B3-948B-1728B52AA6E4}">
                  <adec:decorative xmlns:adec="http://schemas.microsoft.com/office/drawing/2017/decorative" val="1"/>
                </a:ext>
              </a:extLst>
            </p:cNvPr>
            <p:cNvSpPr/>
            <p:nvPr/>
          </p:nvSpPr>
          <p:spPr>
            <a:xfrm>
              <a:off x="4446189" y="2285056"/>
              <a:ext cx="304175" cy="162435"/>
            </a:xfrm>
            <a:custGeom>
              <a:avLst/>
              <a:gdLst>
                <a:gd name="connsiteX0" fmla="*/ 303928 w 304175"/>
                <a:gd name="connsiteY0" fmla="*/ 72953 h 162435"/>
                <a:gd name="connsiteX1" fmla="*/ 154004 w 304175"/>
                <a:gd name="connsiteY1" fmla="*/ 9992 h 162435"/>
                <a:gd name="connsiteX2" fmla="*/ 8653 w 304175"/>
                <a:gd name="connsiteY2" fmla="*/ 81906 h 162435"/>
                <a:gd name="connsiteX3" fmla="*/ 10272 w 304175"/>
                <a:gd name="connsiteY3" fmla="*/ 107243 h 162435"/>
                <a:gd name="connsiteX4" fmla="*/ 157243 w 304175"/>
                <a:gd name="connsiteY4" fmla="*/ 159916 h 162435"/>
                <a:gd name="connsiteX5" fmla="*/ 303928 w 304175"/>
                <a:gd name="connsiteY5" fmla="*/ 72953 h 162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175" h="162435">
                  <a:moveTo>
                    <a:pt x="303928" y="72953"/>
                  </a:moveTo>
                  <a:cubicBezTo>
                    <a:pt x="298594" y="-6200"/>
                    <a:pt x="210773" y="-9534"/>
                    <a:pt x="154004" y="9992"/>
                  </a:cubicBezTo>
                  <a:cubicBezTo>
                    <a:pt x="102283" y="27804"/>
                    <a:pt x="59135" y="61808"/>
                    <a:pt x="8653" y="81906"/>
                  </a:cubicBezTo>
                  <a:cubicBezTo>
                    <a:pt x="-4397" y="87050"/>
                    <a:pt x="-1730" y="103052"/>
                    <a:pt x="10272" y="107243"/>
                  </a:cubicBezTo>
                  <a:cubicBezTo>
                    <a:pt x="59611" y="124007"/>
                    <a:pt x="104950" y="152105"/>
                    <a:pt x="157243" y="159916"/>
                  </a:cubicBezTo>
                  <a:cubicBezTo>
                    <a:pt x="218488" y="169060"/>
                    <a:pt x="309547" y="156201"/>
                    <a:pt x="303928" y="72953"/>
                  </a:cubicBezTo>
                  <a:close/>
                </a:path>
              </a:pathLst>
            </a:custGeom>
            <a:grpFill/>
            <a:ln w="9525" cap="flat">
              <a:noFill/>
              <a:prstDash val="solid"/>
              <a:miter/>
            </a:ln>
          </p:spPr>
          <p:txBody>
            <a:bodyPr rtlCol="0" anchor="ctr"/>
            <a:lstStyle/>
            <a:p>
              <a:endParaRPr lang="fi-FI" sz="3200"/>
            </a:p>
          </p:txBody>
        </p:sp>
        <p:sp>
          <p:nvSpPr>
            <p:cNvPr id="17" name="Vapaamuotoinen: Muoto 16">
              <a:extLst>
                <a:ext uri="{FF2B5EF4-FFF2-40B4-BE49-F238E27FC236}">
                  <a16:creationId xmlns:a16="http://schemas.microsoft.com/office/drawing/2014/main" id="{B1381C45-7BD7-8B2E-DC91-47510A5A3E9A}"/>
                </a:ext>
                <a:ext uri="{C183D7F6-B498-43B3-948B-1728B52AA6E4}">
                  <adec:decorative xmlns:adec="http://schemas.microsoft.com/office/drawing/2017/decorative" val="1"/>
                </a:ext>
              </a:extLst>
            </p:cNvPr>
            <p:cNvSpPr/>
            <p:nvPr/>
          </p:nvSpPr>
          <p:spPr>
            <a:xfrm>
              <a:off x="4913183" y="2140755"/>
              <a:ext cx="426542" cy="192851"/>
            </a:xfrm>
            <a:custGeom>
              <a:avLst/>
              <a:gdLst>
                <a:gd name="connsiteX0" fmla="*/ 330424 w 426542"/>
                <a:gd name="connsiteY0" fmla="*/ 655 h 192851"/>
                <a:gd name="connsiteX1" fmla="*/ 14384 w 426542"/>
                <a:gd name="connsiteY1" fmla="*/ 40851 h 192851"/>
                <a:gd name="connsiteX2" fmla="*/ 8574 w 426542"/>
                <a:gd name="connsiteY2" fmla="*/ 69997 h 192851"/>
                <a:gd name="connsiteX3" fmla="*/ 294991 w 426542"/>
                <a:gd name="connsiteY3" fmla="*/ 178201 h 192851"/>
                <a:gd name="connsiteX4" fmla="*/ 330519 w 426542"/>
                <a:gd name="connsiteY4" fmla="*/ 655 h 1928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6542" h="192851">
                  <a:moveTo>
                    <a:pt x="330424" y="655"/>
                  </a:moveTo>
                  <a:cubicBezTo>
                    <a:pt x="223267" y="10847"/>
                    <a:pt x="120207" y="21134"/>
                    <a:pt x="14384" y="40851"/>
                  </a:cubicBezTo>
                  <a:cubicBezTo>
                    <a:pt x="668" y="43422"/>
                    <a:pt x="-6857" y="63139"/>
                    <a:pt x="8574" y="69997"/>
                  </a:cubicBezTo>
                  <a:cubicBezTo>
                    <a:pt x="102967" y="112383"/>
                    <a:pt x="197455" y="144959"/>
                    <a:pt x="294991" y="178201"/>
                  </a:cubicBezTo>
                  <a:cubicBezTo>
                    <a:pt x="424054" y="258021"/>
                    <a:pt x="495492" y="-15061"/>
                    <a:pt x="330519" y="655"/>
                  </a:cubicBezTo>
                  <a:close/>
                </a:path>
              </a:pathLst>
            </a:custGeom>
            <a:grpFill/>
            <a:ln w="9525" cap="flat">
              <a:noFill/>
              <a:prstDash val="solid"/>
              <a:miter/>
            </a:ln>
          </p:spPr>
          <p:txBody>
            <a:bodyPr rtlCol="0" anchor="ctr"/>
            <a:lstStyle/>
            <a:p>
              <a:endParaRPr lang="fi-FI" sz="3200"/>
            </a:p>
          </p:txBody>
        </p:sp>
        <p:sp>
          <p:nvSpPr>
            <p:cNvPr id="18" name="Vapaamuotoinen: Muoto 17">
              <a:extLst>
                <a:ext uri="{FF2B5EF4-FFF2-40B4-BE49-F238E27FC236}">
                  <a16:creationId xmlns:a16="http://schemas.microsoft.com/office/drawing/2014/main" id="{49557382-D542-5A14-42C5-53AD49AAC106}"/>
                </a:ext>
                <a:ext uri="{C183D7F6-B498-43B3-948B-1728B52AA6E4}">
                  <adec:decorative xmlns:adec="http://schemas.microsoft.com/office/drawing/2017/decorative" val="1"/>
                </a:ext>
              </a:extLst>
            </p:cNvPr>
            <p:cNvSpPr/>
            <p:nvPr/>
          </p:nvSpPr>
          <p:spPr>
            <a:xfrm>
              <a:off x="3902470" y="2487419"/>
              <a:ext cx="321642" cy="139966"/>
            </a:xfrm>
            <a:custGeom>
              <a:avLst/>
              <a:gdLst>
                <a:gd name="connsiteX0" fmla="*/ 270908 w 321642"/>
                <a:gd name="connsiteY0" fmla="*/ 10130 h 139966"/>
                <a:gd name="connsiteX1" fmla="*/ 126795 w 321642"/>
                <a:gd name="connsiteY1" fmla="*/ 15179 h 139966"/>
                <a:gd name="connsiteX2" fmla="*/ 8589 w 321642"/>
                <a:gd name="connsiteY2" fmla="*/ 73757 h 139966"/>
                <a:gd name="connsiteX3" fmla="*/ 19924 w 321642"/>
                <a:gd name="connsiteY3" fmla="*/ 107666 h 139966"/>
                <a:gd name="connsiteX4" fmla="*/ 138701 w 321642"/>
                <a:gd name="connsiteY4" fmla="*/ 126621 h 139966"/>
                <a:gd name="connsiteX5" fmla="*/ 262716 w 321642"/>
                <a:gd name="connsiteY5" fmla="*/ 139956 h 139966"/>
                <a:gd name="connsiteX6" fmla="*/ 270908 w 321642"/>
                <a:gd name="connsiteY6" fmla="*/ 10226 h 139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1642" h="139966">
                  <a:moveTo>
                    <a:pt x="270908" y="10130"/>
                  </a:moveTo>
                  <a:cubicBezTo>
                    <a:pt x="220425" y="-2633"/>
                    <a:pt x="175563" y="-5776"/>
                    <a:pt x="126795" y="15179"/>
                  </a:cubicBezTo>
                  <a:cubicBezTo>
                    <a:pt x="86504" y="32419"/>
                    <a:pt x="47166" y="53088"/>
                    <a:pt x="8589" y="73757"/>
                  </a:cubicBezTo>
                  <a:cubicBezTo>
                    <a:pt x="-8841" y="83092"/>
                    <a:pt x="2970" y="108047"/>
                    <a:pt x="19924" y="107666"/>
                  </a:cubicBezTo>
                  <a:cubicBezTo>
                    <a:pt x="61834" y="106904"/>
                    <a:pt x="98886" y="113667"/>
                    <a:pt x="138701" y="126621"/>
                  </a:cubicBezTo>
                  <a:cubicBezTo>
                    <a:pt x="180516" y="140242"/>
                    <a:pt x="219282" y="139194"/>
                    <a:pt x="262716" y="139956"/>
                  </a:cubicBezTo>
                  <a:cubicBezTo>
                    <a:pt x="340155" y="141194"/>
                    <a:pt x="339583" y="27656"/>
                    <a:pt x="270908" y="10226"/>
                  </a:cubicBezTo>
                  <a:close/>
                </a:path>
              </a:pathLst>
            </a:custGeom>
            <a:grpFill/>
            <a:ln w="9525" cap="flat">
              <a:noFill/>
              <a:prstDash val="solid"/>
              <a:miter/>
            </a:ln>
          </p:spPr>
          <p:txBody>
            <a:bodyPr rtlCol="0" anchor="ctr"/>
            <a:lstStyle/>
            <a:p>
              <a:endParaRPr lang="fi-FI" sz="3200"/>
            </a:p>
          </p:txBody>
        </p:sp>
        <p:sp>
          <p:nvSpPr>
            <p:cNvPr id="19" name="Vapaamuotoinen: Muoto 18">
              <a:extLst>
                <a:ext uri="{FF2B5EF4-FFF2-40B4-BE49-F238E27FC236}">
                  <a16:creationId xmlns:a16="http://schemas.microsoft.com/office/drawing/2014/main" id="{E1E9CE9E-54C5-1B84-018F-4C5809EC27DE}"/>
                </a:ext>
                <a:ext uri="{C183D7F6-B498-43B3-948B-1728B52AA6E4}">
                  <adec:decorative xmlns:adec="http://schemas.microsoft.com/office/drawing/2017/decorative" val="1"/>
                </a:ext>
              </a:extLst>
            </p:cNvPr>
            <p:cNvSpPr/>
            <p:nvPr/>
          </p:nvSpPr>
          <p:spPr>
            <a:xfrm>
              <a:off x="4187134" y="2170059"/>
              <a:ext cx="262237" cy="104856"/>
            </a:xfrm>
            <a:custGeom>
              <a:avLst/>
              <a:gdLst>
                <a:gd name="connsiteX0" fmla="*/ 226559 w 262237"/>
                <a:gd name="connsiteY0" fmla="*/ 4498 h 104856"/>
                <a:gd name="connsiteX1" fmla="*/ 8151 w 262237"/>
                <a:gd name="connsiteY1" fmla="*/ 53456 h 104856"/>
                <a:gd name="connsiteX2" fmla="*/ 9675 w 262237"/>
                <a:gd name="connsiteY2" fmla="*/ 77269 h 104856"/>
                <a:gd name="connsiteX3" fmla="*/ 232274 w 262237"/>
                <a:gd name="connsiteY3" fmla="*/ 92318 h 104856"/>
                <a:gd name="connsiteX4" fmla="*/ 226559 w 262237"/>
                <a:gd name="connsiteY4" fmla="*/ 4498 h 1048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237" h="104856">
                  <a:moveTo>
                    <a:pt x="226559" y="4498"/>
                  </a:moveTo>
                  <a:cubicBezTo>
                    <a:pt x="148264" y="-13885"/>
                    <a:pt x="80255" y="28406"/>
                    <a:pt x="8151" y="53456"/>
                  </a:cubicBezTo>
                  <a:cubicBezTo>
                    <a:pt x="-3279" y="57457"/>
                    <a:pt x="-2612" y="75078"/>
                    <a:pt x="9675" y="77269"/>
                  </a:cubicBezTo>
                  <a:cubicBezTo>
                    <a:pt x="84256" y="90794"/>
                    <a:pt x="158265" y="122322"/>
                    <a:pt x="232274" y="92318"/>
                  </a:cubicBezTo>
                  <a:cubicBezTo>
                    <a:pt x="274184" y="75269"/>
                    <a:pt x="271993" y="15166"/>
                    <a:pt x="226559" y="4498"/>
                  </a:cubicBezTo>
                  <a:close/>
                </a:path>
              </a:pathLst>
            </a:custGeom>
            <a:grpFill/>
            <a:ln w="9525" cap="flat">
              <a:noFill/>
              <a:prstDash val="solid"/>
              <a:miter/>
            </a:ln>
          </p:spPr>
          <p:txBody>
            <a:bodyPr rtlCol="0" anchor="ctr"/>
            <a:lstStyle/>
            <a:p>
              <a:endParaRPr lang="fi-FI" sz="3200"/>
            </a:p>
          </p:txBody>
        </p:sp>
        <p:sp>
          <p:nvSpPr>
            <p:cNvPr id="20" name="Vapaamuotoinen: Muoto 19">
              <a:extLst>
                <a:ext uri="{FF2B5EF4-FFF2-40B4-BE49-F238E27FC236}">
                  <a16:creationId xmlns:a16="http://schemas.microsoft.com/office/drawing/2014/main" id="{BFE2337B-550A-700B-9879-274A75C7C4F6}"/>
                </a:ext>
                <a:ext uri="{C183D7F6-B498-43B3-948B-1728B52AA6E4}">
                  <adec:decorative xmlns:adec="http://schemas.microsoft.com/office/drawing/2017/decorative" val="1"/>
                </a:ext>
              </a:extLst>
            </p:cNvPr>
            <p:cNvSpPr/>
            <p:nvPr/>
          </p:nvSpPr>
          <p:spPr>
            <a:xfrm>
              <a:off x="4613634" y="1933603"/>
              <a:ext cx="373344" cy="178099"/>
            </a:xfrm>
            <a:custGeom>
              <a:avLst/>
              <a:gdLst>
                <a:gd name="connsiteX0" fmla="*/ 303551 w 373344"/>
                <a:gd name="connsiteY0" fmla="*/ 1781 h 178099"/>
                <a:gd name="connsiteX1" fmla="*/ 136673 w 373344"/>
                <a:gd name="connsiteY1" fmla="*/ 20355 h 178099"/>
                <a:gd name="connsiteX2" fmla="*/ 8467 w 373344"/>
                <a:gd name="connsiteY2" fmla="*/ 77791 h 178099"/>
                <a:gd name="connsiteX3" fmla="*/ 11039 w 373344"/>
                <a:gd name="connsiteY3" fmla="*/ 125892 h 178099"/>
                <a:gd name="connsiteX4" fmla="*/ 137245 w 373344"/>
                <a:gd name="connsiteY4" fmla="*/ 159896 h 178099"/>
                <a:gd name="connsiteX5" fmla="*/ 292407 w 373344"/>
                <a:gd name="connsiteY5" fmla="*/ 177803 h 178099"/>
                <a:gd name="connsiteX6" fmla="*/ 303551 w 373344"/>
                <a:gd name="connsiteY6" fmla="*/ 1876 h 178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3344" h="178099">
                  <a:moveTo>
                    <a:pt x="303551" y="1781"/>
                  </a:moveTo>
                  <a:cubicBezTo>
                    <a:pt x="246973" y="-4220"/>
                    <a:pt x="191442" y="5686"/>
                    <a:pt x="136673" y="20355"/>
                  </a:cubicBezTo>
                  <a:cubicBezTo>
                    <a:pt x="93716" y="31880"/>
                    <a:pt x="36947" y="41119"/>
                    <a:pt x="8467" y="77791"/>
                  </a:cubicBezTo>
                  <a:cubicBezTo>
                    <a:pt x="-2296" y="91602"/>
                    <a:pt x="-4201" y="113890"/>
                    <a:pt x="11039" y="125892"/>
                  </a:cubicBezTo>
                  <a:cubicBezTo>
                    <a:pt x="46567" y="153895"/>
                    <a:pt x="94001" y="152467"/>
                    <a:pt x="137245" y="159896"/>
                  </a:cubicBezTo>
                  <a:cubicBezTo>
                    <a:pt x="188204" y="168659"/>
                    <a:pt x="240496" y="180089"/>
                    <a:pt x="292407" y="177803"/>
                  </a:cubicBezTo>
                  <a:cubicBezTo>
                    <a:pt x="390515" y="173517"/>
                    <a:pt x="405564" y="12640"/>
                    <a:pt x="303551" y="1876"/>
                  </a:cubicBezTo>
                  <a:close/>
                </a:path>
              </a:pathLst>
            </a:custGeom>
            <a:grpFill/>
            <a:ln w="9525" cap="flat">
              <a:noFill/>
              <a:prstDash val="solid"/>
              <a:miter/>
            </a:ln>
          </p:spPr>
          <p:txBody>
            <a:bodyPr rtlCol="0" anchor="ctr"/>
            <a:lstStyle/>
            <a:p>
              <a:endParaRPr lang="fi-FI" sz="3200"/>
            </a:p>
          </p:txBody>
        </p:sp>
      </p:grpSp>
      <p:sp>
        <p:nvSpPr>
          <p:cNvPr id="9" name="Suorakulmio 8">
            <a:extLst>
              <a:ext uri="{FF2B5EF4-FFF2-40B4-BE49-F238E27FC236}">
                <a16:creationId xmlns:a16="http://schemas.microsoft.com/office/drawing/2014/main" id="{C0B108E5-25E6-BFDF-E378-5C4868BD7152}"/>
              </a:ext>
              <a:ext uri="{C183D7F6-B498-43B3-948B-1728B52AA6E4}">
                <adec:decorative xmlns:adec="http://schemas.microsoft.com/office/drawing/2017/decorative" val="1"/>
              </a:ext>
            </a:extLst>
          </p:cNvPr>
          <p:cNvSpPr/>
          <p:nvPr userDrawn="1"/>
        </p:nvSpPr>
        <p:spPr>
          <a:xfrm rot="16200000">
            <a:off x="9180211" y="3009595"/>
            <a:ext cx="5481638" cy="541947"/>
          </a:xfrm>
          <a:prstGeom prst="rect">
            <a:avLst/>
          </a:prstGeom>
          <a:solidFill>
            <a:schemeClr val="bg1">
              <a:alpha val="0"/>
            </a:schemeClr>
          </a:solidFill>
        </p:spPr>
        <p:txBody>
          <a:bodyPr lIns="0" tIns="0" rIns="0" bIns="0" anchor="t" anchorCtr="0">
            <a:noAutofit/>
          </a:bodyPr>
          <a:lstStyle/>
          <a:p>
            <a:pPr algn="l">
              <a:lnSpc>
                <a:spcPct val="90000"/>
              </a:lnSpc>
            </a:pPr>
            <a:r>
              <a:rPr lang="fi-FI" sz="1200" b="0" i="0" u="none" baseline="0" noProof="1">
                <a:solidFill>
                  <a:srgbClr val="555858"/>
                </a:solidFill>
                <a:effectLst/>
                <a:uFill>
                  <a:solidFill>
                    <a:schemeClr val="accent2"/>
                  </a:solidFill>
                </a:uFill>
                <a:latin typeface="Verdana" panose="020B0604030504040204" pitchFamily="34" charset="0"/>
                <a:ea typeface="Verdana" panose="020B0604030504040204" pitchFamily="34" charset="0"/>
                <a:cs typeface="Segoe UI" panose="020B0502040204020203" pitchFamily="34" charset="0"/>
              </a:rPr>
              <a:t>Länsi-Uudenmaan hyvinvointialue</a:t>
            </a:r>
            <a:endParaRPr lang="fi-FI" sz="1200" b="0" i="0" u="none" baseline="0" noProof="1">
              <a:solidFill>
                <a:srgbClr val="555858"/>
              </a:solidFill>
              <a:uFill>
                <a:solidFill>
                  <a:schemeClr val="accent2"/>
                </a:solidFill>
              </a:uFill>
              <a:latin typeface="Verdana" panose="020B0604030504040204" pitchFamily="34" charset="0"/>
              <a:ea typeface="Verdana" panose="020B0604030504040204" pitchFamily="34" charset="0"/>
              <a:cs typeface="Segoe UI" panose="020B0502040204020203" pitchFamily="34" charset="0"/>
            </a:endParaRPr>
          </a:p>
        </p:txBody>
      </p:sp>
    </p:spTree>
    <p:extLst>
      <p:ext uri="{BB962C8B-B14F-4D97-AF65-F5344CB8AC3E}">
        <p14:creationId xmlns:p14="http://schemas.microsoft.com/office/powerpoint/2010/main" val="2758842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DCECCB84-F9BA-43D5-87BE-67443E8EF086}">
      <p15:sldGuideLst xmlns:p15="http://schemas.microsoft.com/office/powerpoint/2012/main">
        <p15:guide id="1" pos="4725"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Vain kuva">
    <p:spTree>
      <p:nvGrpSpPr>
        <p:cNvPr id="1" name=""/>
        <p:cNvGrpSpPr/>
        <p:nvPr/>
      </p:nvGrpSpPr>
      <p:grpSpPr>
        <a:xfrm>
          <a:off x="0" y="0"/>
          <a:ext cx="0" cy="0"/>
          <a:chOff x="0" y="0"/>
          <a:chExt cx="0" cy="0"/>
        </a:xfrm>
      </p:grpSpPr>
      <p:sp>
        <p:nvSpPr>
          <p:cNvPr id="5" name="Kuvan paikkamerkki 2">
            <a:extLst>
              <a:ext uri="{FF2B5EF4-FFF2-40B4-BE49-F238E27FC236}">
                <a16:creationId xmlns:a16="http://schemas.microsoft.com/office/drawing/2014/main" id="{72E8C8B2-99B5-4BB7-8951-204A0B967187}"/>
              </a:ext>
            </a:extLst>
          </p:cNvPr>
          <p:cNvSpPr>
            <a:spLocks noGrp="1"/>
          </p:cNvSpPr>
          <p:nvPr>
            <p:ph type="pic" sz="quarter" idx="15"/>
          </p:nvPr>
        </p:nvSpPr>
        <p:spPr>
          <a:xfrm>
            <a:off x="0" y="0"/>
            <a:ext cx="12192000" cy="6858000"/>
          </a:xfrm>
          <a:solidFill>
            <a:schemeClr val="bg2"/>
          </a:solidFill>
        </p:spPr>
        <p:txBody>
          <a:bodyPr anchor="ctr">
            <a:normAutofit/>
          </a:bodyPr>
          <a:lstStyle>
            <a:lvl1pPr marL="0" marR="0" indent="0" algn="ctr" defTabSz="457189" rtl="0" eaLnBrk="1" fontAlgn="base" latinLnBrk="0" hangingPunct="1">
              <a:lnSpc>
                <a:spcPct val="100000"/>
              </a:lnSpc>
              <a:spcBef>
                <a:spcPts val="800"/>
              </a:spcBef>
              <a:spcAft>
                <a:spcPct val="0"/>
              </a:spcAft>
              <a:buClr>
                <a:schemeClr val="accent6"/>
              </a:buClr>
              <a:buSzPct val="85000"/>
              <a:buFontTx/>
              <a:buNone/>
              <a:tabLst/>
              <a:defRPr sz="1333"/>
            </a:lvl1pPr>
          </a:lstStyle>
          <a:p>
            <a:r>
              <a:rPr lang="fi-FI"/>
              <a:t>Lisää kuva napsauttamalla kuvaketta</a:t>
            </a:r>
          </a:p>
        </p:txBody>
      </p:sp>
      <p:sp>
        <p:nvSpPr>
          <p:cNvPr id="3" name="Footer Placeholder 2"/>
          <p:cNvSpPr>
            <a:spLocks noGrp="1"/>
          </p:cNvSpPr>
          <p:nvPr>
            <p:ph type="ftr" sz="quarter" idx="11"/>
          </p:nvPr>
        </p:nvSpPr>
        <p:spPr/>
        <p:txBody>
          <a:bodyPr/>
          <a:lstStyle>
            <a:lvl1pPr>
              <a:defRPr>
                <a:solidFill>
                  <a:srgbClr val="555858"/>
                </a:solidFill>
              </a:defRPr>
            </a:lvl1pPr>
          </a:lstStyle>
          <a:p>
            <a:endParaRPr lang="fi-FI"/>
          </a:p>
        </p:txBody>
      </p:sp>
      <p:sp>
        <p:nvSpPr>
          <p:cNvPr id="2" name="Date Placeholder 1"/>
          <p:cNvSpPr>
            <a:spLocks noGrp="1"/>
          </p:cNvSpPr>
          <p:nvPr>
            <p:ph type="dt" sz="half" idx="10"/>
          </p:nvPr>
        </p:nvSpPr>
        <p:spPr/>
        <p:txBody>
          <a:bodyPr/>
          <a:lstStyle>
            <a:lvl1pPr>
              <a:defRPr>
                <a:solidFill>
                  <a:srgbClr val="555858"/>
                </a:solidFill>
              </a:defRPr>
            </a:lvl1pPr>
          </a:lstStyle>
          <a:p>
            <a:fld id="{A144193F-85A9-473A-8ED5-03E1C2633C3C}" type="datetime1">
              <a:rPr lang="fi-FI" smtClean="0"/>
              <a:pPr/>
              <a:t>14.10.2026</a:t>
            </a:fld>
            <a:endParaRPr lang="fi-FI"/>
          </a:p>
        </p:txBody>
      </p:sp>
      <p:sp>
        <p:nvSpPr>
          <p:cNvPr id="4" name="Slide Number Placeholder 3"/>
          <p:cNvSpPr>
            <a:spLocks noGrp="1"/>
          </p:cNvSpPr>
          <p:nvPr>
            <p:ph type="sldNum" sz="quarter" idx="12"/>
          </p:nvPr>
        </p:nvSpPr>
        <p:spPr/>
        <p:txBody>
          <a:bodyPr/>
          <a:lstStyle/>
          <a:p>
            <a:fld id="{07F0CC26-4241-4995-BDB3-9E0D3B0C702B}" type="slidenum">
              <a:rPr lang="fi-FI" smtClean="0"/>
              <a:t>‹#›</a:t>
            </a:fld>
            <a:endParaRPr lang="fi-FI"/>
          </a:p>
        </p:txBody>
      </p:sp>
    </p:spTree>
    <p:extLst>
      <p:ext uri="{BB962C8B-B14F-4D97-AF65-F5344CB8AC3E}">
        <p14:creationId xmlns:p14="http://schemas.microsoft.com/office/powerpoint/2010/main" val="22242309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Hengähdysdia Vaalea">
    <p:bg>
      <p:bgPr>
        <a:solidFill>
          <a:schemeClr val="accent4"/>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E3E468B-518E-5646-9A41-48B1B5B2E315}"/>
              </a:ext>
            </a:extLst>
          </p:cNvPr>
          <p:cNvSpPr>
            <a:spLocks noGrp="1"/>
          </p:cNvSpPr>
          <p:nvPr>
            <p:ph type="title"/>
          </p:nvPr>
        </p:nvSpPr>
        <p:spPr>
          <a:xfrm>
            <a:off x="539750" y="1709740"/>
            <a:ext cx="11108099" cy="2871787"/>
          </a:xfrm>
        </p:spPr>
        <p:txBody>
          <a:bodyPr wrap="square" anchor="b">
            <a:noAutofit/>
          </a:bodyPr>
          <a:lstStyle>
            <a:lvl1pPr>
              <a:defRPr sz="6000">
                <a:solidFill>
                  <a:schemeClr val="tx1"/>
                </a:solidFill>
              </a:defRPr>
            </a:lvl1pPr>
          </a:lstStyle>
          <a:p>
            <a:r>
              <a:rPr lang="fi-FI"/>
              <a:t>Muokkaa ots. perustyyl. napsautt.</a:t>
            </a:r>
            <a:endParaRPr lang="en-US"/>
          </a:p>
        </p:txBody>
      </p:sp>
      <p:sp>
        <p:nvSpPr>
          <p:cNvPr id="10" name="Text Placeholder 2">
            <a:extLst>
              <a:ext uri="{FF2B5EF4-FFF2-40B4-BE49-F238E27FC236}">
                <a16:creationId xmlns:a16="http://schemas.microsoft.com/office/drawing/2014/main" id="{9E810529-8A61-7EB7-2FF7-B7B526F97D5E}"/>
              </a:ext>
            </a:extLst>
          </p:cNvPr>
          <p:cNvSpPr>
            <a:spLocks noGrp="1"/>
          </p:cNvSpPr>
          <p:nvPr>
            <p:ph type="body" idx="1"/>
          </p:nvPr>
        </p:nvSpPr>
        <p:spPr>
          <a:xfrm>
            <a:off x="541950" y="4872039"/>
            <a:ext cx="11108099" cy="1155700"/>
          </a:xfrm>
        </p:spPr>
        <p:txBody>
          <a:bodyPr wrap="square">
            <a:noAutofit/>
          </a:bodyPr>
          <a:lstStyle>
            <a:lvl1pPr marL="0" indent="0">
              <a:buNone/>
              <a:defRPr sz="2400">
                <a:solidFill>
                  <a:schemeClr val="tx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fi-FI"/>
              <a:t>Muokkaa tekstin perustyylejä napsauttamalla</a:t>
            </a:r>
          </a:p>
        </p:txBody>
      </p:sp>
      <p:sp>
        <p:nvSpPr>
          <p:cNvPr id="6" name="Footer Placeholder 5"/>
          <p:cNvSpPr>
            <a:spLocks noGrp="1"/>
          </p:cNvSpPr>
          <p:nvPr>
            <p:ph type="ftr" sz="quarter" idx="11"/>
          </p:nvPr>
        </p:nvSpPr>
        <p:spPr>
          <a:xfrm>
            <a:off x="541950" y="6318251"/>
            <a:ext cx="8419135" cy="365125"/>
          </a:xfrm>
        </p:spPr>
        <p:txBody>
          <a:bodyPr/>
          <a:lstStyle>
            <a:lvl1pPr algn="l">
              <a:defRPr>
                <a:solidFill>
                  <a:schemeClr val="tx1"/>
                </a:solidFill>
              </a:defRPr>
            </a:lvl1pPr>
          </a:lstStyle>
          <a:p>
            <a:endParaRPr lang="fi-FI"/>
          </a:p>
        </p:txBody>
      </p:sp>
      <p:sp>
        <p:nvSpPr>
          <p:cNvPr id="5" name="Date Placeholder 4"/>
          <p:cNvSpPr>
            <a:spLocks noGrp="1"/>
          </p:cNvSpPr>
          <p:nvPr>
            <p:ph type="dt" sz="half" idx="10"/>
          </p:nvPr>
        </p:nvSpPr>
        <p:spPr/>
        <p:txBody>
          <a:bodyPr/>
          <a:lstStyle>
            <a:lvl1pPr>
              <a:defRPr>
                <a:solidFill>
                  <a:schemeClr val="tx1"/>
                </a:solidFill>
              </a:defRPr>
            </a:lvl1pPr>
          </a:lstStyle>
          <a:p>
            <a:fld id="{A6B70788-A3AE-43D2-86FD-10DDA28C89A9}" type="datetime1">
              <a:rPr lang="fi-FI" smtClean="0"/>
              <a:t>14.10.2026</a:t>
            </a:fld>
            <a:endParaRPr lang="fi-FI"/>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07F0CC26-4241-4995-BDB3-9E0D3B0C702B}" type="slidenum">
              <a:rPr lang="fi-FI" smtClean="0"/>
              <a:pPr/>
              <a:t>‹#›</a:t>
            </a:fld>
            <a:endParaRPr lang="fi-FI"/>
          </a:p>
        </p:txBody>
      </p:sp>
      <p:pic>
        <p:nvPicPr>
          <p:cNvPr id="8" name="Kuva 7">
            <a:extLst>
              <a:ext uri="{FF2B5EF4-FFF2-40B4-BE49-F238E27FC236}">
                <a16:creationId xmlns:a16="http://schemas.microsoft.com/office/drawing/2014/main" id="{18C680C2-A4CF-A9B6-7EA8-7D7AFBBE554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9408903">
            <a:off x="7774482" y="118732"/>
            <a:ext cx="673100" cy="812800"/>
          </a:xfrm>
          <a:prstGeom prst="rect">
            <a:avLst/>
          </a:prstGeom>
        </p:spPr>
      </p:pic>
      <p:pic>
        <p:nvPicPr>
          <p:cNvPr id="9" name="Kuva 8">
            <a:extLst>
              <a:ext uri="{FF2B5EF4-FFF2-40B4-BE49-F238E27FC236}">
                <a16:creationId xmlns:a16="http://schemas.microsoft.com/office/drawing/2014/main" id="{782E804C-06E1-FFEE-E002-7A38B974645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8609914">
            <a:off x="8791071" y="1092063"/>
            <a:ext cx="673100" cy="812800"/>
          </a:xfrm>
          <a:prstGeom prst="rect">
            <a:avLst/>
          </a:prstGeom>
        </p:spPr>
      </p:pic>
      <p:pic>
        <p:nvPicPr>
          <p:cNvPr id="11" name="Kuva 10">
            <a:extLst>
              <a:ext uri="{FF2B5EF4-FFF2-40B4-BE49-F238E27FC236}">
                <a16:creationId xmlns:a16="http://schemas.microsoft.com/office/drawing/2014/main" id="{7A75B477-C967-53BB-2A8B-5B0B0D8E36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7887535">
            <a:off x="10049449" y="1780148"/>
            <a:ext cx="673100" cy="812800"/>
          </a:xfrm>
          <a:prstGeom prst="rect">
            <a:avLst/>
          </a:prstGeom>
        </p:spPr>
      </p:pic>
      <p:pic>
        <p:nvPicPr>
          <p:cNvPr id="12" name="Kuva 11">
            <a:extLst>
              <a:ext uri="{FF2B5EF4-FFF2-40B4-BE49-F238E27FC236}">
                <a16:creationId xmlns:a16="http://schemas.microsoft.com/office/drawing/2014/main" id="{A8A43C9D-A17A-1786-4269-25B5F320949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7817727">
            <a:off x="11327825" y="2259861"/>
            <a:ext cx="673100" cy="812800"/>
          </a:xfrm>
          <a:prstGeom prst="rect">
            <a:avLst/>
          </a:prstGeom>
        </p:spPr>
      </p:pic>
      <p:pic>
        <p:nvPicPr>
          <p:cNvPr id="13" name="Kuva 12">
            <a:extLst>
              <a:ext uri="{FF2B5EF4-FFF2-40B4-BE49-F238E27FC236}">
                <a16:creationId xmlns:a16="http://schemas.microsoft.com/office/drawing/2014/main" id="{5413631F-77E2-724F-7A04-6F0B831739B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8609914">
            <a:off x="8883113" y="139528"/>
            <a:ext cx="673100" cy="812800"/>
          </a:xfrm>
          <a:prstGeom prst="rect">
            <a:avLst/>
          </a:prstGeom>
        </p:spPr>
      </p:pic>
      <p:pic>
        <p:nvPicPr>
          <p:cNvPr id="14" name="Kuva 13">
            <a:extLst>
              <a:ext uri="{FF2B5EF4-FFF2-40B4-BE49-F238E27FC236}">
                <a16:creationId xmlns:a16="http://schemas.microsoft.com/office/drawing/2014/main" id="{AB02C2D9-46BB-A393-4944-AAE16400206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7342281">
            <a:off x="9864742" y="884592"/>
            <a:ext cx="673100" cy="812800"/>
          </a:xfrm>
          <a:prstGeom prst="rect">
            <a:avLst/>
          </a:prstGeom>
        </p:spPr>
      </p:pic>
      <p:pic>
        <p:nvPicPr>
          <p:cNvPr id="15" name="Kuva 14">
            <a:extLst>
              <a:ext uri="{FF2B5EF4-FFF2-40B4-BE49-F238E27FC236}">
                <a16:creationId xmlns:a16="http://schemas.microsoft.com/office/drawing/2014/main" id="{9E5DB3B5-5E7B-20FD-0D25-5B9892FEE57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7136788">
            <a:off x="11050617" y="1284588"/>
            <a:ext cx="673100" cy="812800"/>
          </a:xfrm>
          <a:prstGeom prst="rect">
            <a:avLst/>
          </a:prstGeom>
        </p:spPr>
      </p:pic>
      <p:pic>
        <p:nvPicPr>
          <p:cNvPr id="2" name="Graphic 4" descr="Länsi-Uudenmaan hyvinvointialueen tunnus.">
            <a:extLst>
              <a:ext uri="{FF2B5EF4-FFF2-40B4-BE49-F238E27FC236}">
                <a16:creationId xmlns:a16="http://schemas.microsoft.com/office/drawing/2014/main" id="{74CCFCE0-30DA-99BC-5AE5-2BA10E5DA53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39750" y="539750"/>
            <a:ext cx="4272631" cy="540000"/>
          </a:xfrm>
          <a:prstGeom prst="rect">
            <a:avLst/>
          </a:prstGeom>
        </p:spPr>
      </p:pic>
    </p:spTree>
    <p:extLst>
      <p:ext uri="{BB962C8B-B14F-4D97-AF65-F5344CB8AC3E}">
        <p14:creationId xmlns:p14="http://schemas.microsoft.com/office/powerpoint/2010/main" val="3509829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249"/>
                                          </p:stCondLst>
                                        </p:cTn>
                                        <p:tgtEl>
                                          <p:spTgt spid="8"/>
                                        </p:tgtEl>
                                        <p:attrNameLst>
                                          <p:attrName>style.visibility</p:attrName>
                                        </p:attrNameLst>
                                      </p:cBhvr>
                                      <p:to>
                                        <p:strVal val="visible"/>
                                      </p:to>
                                    </p:set>
                                  </p:childTnLst>
                                </p:cTn>
                              </p:par>
                            </p:childTnLst>
                          </p:cTn>
                        </p:par>
                        <p:par>
                          <p:cTn id="7" fill="hold">
                            <p:stCondLst>
                              <p:cond delay="250"/>
                            </p:stCondLst>
                            <p:childTnLst>
                              <p:par>
                                <p:cTn id="8" presetID="1" presetClass="exit" presetSubtype="0" fill="hold" nodeType="afterEffect">
                                  <p:stCondLst>
                                    <p:cond delay="500"/>
                                  </p:stCondLst>
                                  <p:childTnLst>
                                    <p:set>
                                      <p:cBhvr>
                                        <p:cTn id="9" dur="1" fill="hold">
                                          <p:stCondLst>
                                            <p:cond delay="9"/>
                                          </p:stCondLst>
                                        </p:cTn>
                                        <p:tgtEl>
                                          <p:spTgt spid="8"/>
                                        </p:tgtEl>
                                        <p:attrNameLst>
                                          <p:attrName>style.visibility</p:attrName>
                                        </p:attrNameLst>
                                      </p:cBhvr>
                                      <p:to>
                                        <p:strVal val="hidden"/>
                                      </p:to>
                                    </p:set>
                                  </p:childTnLst>
                                </p:cTn>
                              </p:par>
                              <p:par>
                                <p:cTn id="10" presetID="1" presetClass="entr" presetSubtype="0" fill="hold" nodeType="withEffect">
                                  <p:stCondLst>
                                    <p:cond delay="0"/>
                                  </p:stCondLst>
                                  <p:childTnLst>
                                    <p:set>
                                      <p:cBhvr>
                                        <p:cTn id="11" dur="1" fill="hold">
                                          <p:stCondLst>
                                            <p:cond delay="249"/>
                                          </p:stCondLst>
                                        </p:cTn>
                                        <p:tgtEl>
                                          <p:spTgt spid="13"/>
                                        </p:tgtEl>
                                        <p:attrNameLst>
                                          <p:attrName>style.visibility</p:attrName>
                                        </p:attrNameLst>
                                      </p:cBhvr>
                                      <p:to>
                                        <p:strVal val="visible"/>
                                      </p:to>
                                    </p:set>
                                  </p:childTnLst>
                                </p:cTn>
                              </p:par>
                            </p:childTnLst>
                          </p:cTn>
                        </p:par>
                        <p:par>
                          <p:cTn id="12" fill="hold">
                            <p:stCondLst>
                              <p:cond delay="760"/>
                            </p:stCondLst>
                            <p:childTnLst>
                              <p:par>
                                <p:cTn id="13" presetID="1" presetClass="exit" presetSubtype="0" fill="hold" nodeType="afterEffect">
                                  <p:stCondLst>
                                    <p:cond delay="500"/>
                                  </p:stCondLst>
                                  <p:childTnLst>
                                    <p:set>
                                      <p:cBhvr>
                                        <p:cTn id="14" dur="1" fill="hold">
                                          <p:stCondLst>
                                            <p:cond delay="9"/>
                                          </p:stCondLst>
                                        </p:cTn>
                                        <p:tgtEl>
                                          <p:spTgt spid="13"/>
                                        </p:tgtEl>
                                        <p:attrNameLst>
                                          <p:attrName>style.visibility</p:attrName>
                                        </p:attrNameLst>
                                      </p:cBhvr>
                                      <p:to>
                                        <p:strVal val="hidden"/>
                                      </p:to>
                                    </p:set>
                                  </p:childTnLst>
                                </p:cTn>
                              </p:par>
                              <p:par>
                                <p:cTn id="15" presetID="1" presetClass="entr" presetSubtype="0" fill="hold" nodeType="withEffect">
                                  <p:stCondLst>
                                    <p:cond delay="0"/>
                                  </p:stCondLst>
                                  <p:childTnLst>
                                    <p:set>
                                      <p:cBhvr>
                                        <p:cTn id="16" dur="1" fill="hold">
                                          <p:stCondLst>
                                            <p:cond delay="249"/>
                                          </p:stCondLst>
                                        </p:cTn>
                                        <p:tgtEl>
                                          <p:spTgt spid="9"/>
                                        </p:tgtEl>
                                        <p:attrNameLst>
                                          <p:attrName>style.visibility</p:attrName>
                                        </p:attrNameLst>
                                      </p:cBhvr>
                                      <p:to>
                                        <p:strVal val="visible"/>
                                      </p:to>
                                    </p:set>
                                  </p:childTnLst>
                                </p:cTn>
                              </p:par>
                            </p:childTnLst>
                          </p:cTn>
                        </p:par>
                        <p:par>
                          <p:cTn id="17" fill="hold">
                            <p:stCondLst>
                              <p:cond delay="1270"/>
                            </p:stCondLst>
                            <p:childTnLst>
                              <p:par>
                                <p:cTn id="18" presetID="1" presetClass="exit" presetSubtype="0" fill="hold" nodeType="afterEffect">
                                  <p:stCondLst>
                                    <p:cond delay="500"/>
                                  </p:stCondLst>
                                  <p:childTnLst>
                                    <p:set>
                                      <p:cBhvr>
                                        <p:cTn id="19" dur="1" fill="hold">
                                          <p:stCondLst>
                                            <p:cond delay="9"/>
                                          </p:stCondLst>
                                        </p:cTn>
                                        <p:tgtEl>
                                          <p:spTgt spid="9"/>
                                        </p:tgtEl>
                                        <p:attrNameLst>
                                          <p:attrName>style.visibility</p:attrName>
                                        </p:attrNameLst>
                                      </p:cBhvr>
                                      <p:to>
                                        <p:strVal val="hidden"/>
                                      </p:to>
                                    </p:set>
                                  </p:childTnLst>
                                </p:cTn>
                              </p:par>
                              <p:par>
                                <p:cTn id="20" presetID="1" presetClass="entr" presetSubtype="0" fill="hold" nodeType="withEffect">
                                  <p:stCondLst>
                                    <p:cond delay="0"/>
                                  </p:stCondLst>
                                  <p:childTnLst>
                                    <p:set>
                                      <p:cBhvr>
                                        <p:cTn id="21" dur="1" fill="hold">
                                          <p:stCondLst>
                                            <p:cond delay="249"/>
                                          </p:stCondLst>
                                        </p:cTn>
                                        <p:tgtEl>
                                          <p:spTgt spid="14"/>
                                        </p:tgtEl>
                                        <p:attrNameLst>
                                          <p:attrName>style.visibility</p:attrName>
                                        </p:attrNameLst>
                                      </p:cBhvr>
                                      <p:to>
                                        <p:strVal val="visible"/>
                                      </p:to>
                                    </p:set>
                                  </p:childTnLst>
                                </p:cTn>
                              </p:par>
                            </p:childTnLst>
                          </p:cTn>
                        </p:par>
                        <p:par>
                          <p:cTn id="22" fill="hold">
                            <p:stCondLst>
                              <p:cond delay="1780"/>
                            </p:stCondLst>
                            <p:childTnLst>
                              <p:par>
                                <p:cTn id="23" presetID="1" presetClass="exit" presetSubtype="0" fill="hold" nodeType="afterEffect">
                                  <p:stCondLst>
                                    <p:cond delay="500"/>
                                  </p:stCondLst>
                                  <p:childTnLst>
                                    <p:set>
                                      <p:cBhvr>
                                        <p:cTn id="24" dur="1" fill="hold">
                                          <p:stCondLst>
                                            <p:cond delay="9"/>
                                          </p:stCondLst>
                                        </p:cTn>
                                        <p:tgtEl>
                                          <p:spTgt spid="14"/>
                                        </p:tgtEl>
                                        <p:attrNameLst>
                                          <p:attrName>style.visibility</p:attrName>
                                        </p:attrNameLst>
                                      </p:cBhvr>
                                      <p:to>
                                        <p:strVal val="hidden"/>
                                      </p:to>
                                    </p:set>
                                  </p:childTnLst>
                                </p:cTn>
                              </p:par>
                              <p:par>
                                <p:cTn id="25" presetID="1" presetClass="entr" presetSubtype="0" fill="hold" nodeType="withEffect">
                                  <p:stCondLst>
                                    <p:cond delay="0"/>
                                  </p:stCondLst>
                                  <p:childTnLst>
                                    <p:set>
                                      <p:cBhvr>
                                        <p:cTn id="26" dur="1" fill="hold">
                                          <p:stCondLst>
                                            <p:cond delay="249"/>
                                          </p:stCondLst>
                                        </p:cTn>
                                        <p:tgtEl>
                                          <p:spTgt spid="11"/>
                                        </p:tgtEl>
                                        <p:attrNameLst>
                                          <p:attrName>style.visibility</p:attrName>
                                        </p:attrNameLst>
                                      </p:cBhvr>
                                      <p:to>
                                        <p:strVal val="visible"/>
                                      </p:to>
                                    </p:set>
                                  </p:childTnLst>
                                </p:cTn>
                              </p:par>
                            </p:childTnLst>
                          </p:cTn>
                        </p:par>
                        <p:par>
                          <p:cTn id="27" fill="hold">
                            <p:stCondLst>
                              <p:cond delay="2290"/>
                            </p:stCondLst>
                            <p:childTnLst>
                              <p:par>
                                <p:cTn id="28" presetID="1" presetClass="exit" presetSubtype="0" fill="hold" nodeType="afterEffect">
                                  <p:stCondLst>
                                    <p:cond delay="500"/>
                                  </p:stCondLst>
                                  <p:childTnLst>
                                    <p:set>
                                      <p:cBhvr>
                                        <p:cTn id="29" dur="1" fill="hold">
                                          <p:stCondLst>
                                            <p:cond delay="9"/>
                                          </p:stCondLst>
                                        </p:cTn>
                                        <p:tgtEl>
                                          <p:spTgt spid="11"/>
                                        </p:tgtEl>
                                        <p:attrNameLst>
                                          <p:attrName>style.visibility</p:attrName>
                                        </p:attrNameLst>
                                      </p:cBhvr>
                                      <p:to>
                                        <p:strVal val="hidden"/>
                                      </p:to>
                                    </p:set>
                                  </p:childTnLst>
                                </p:cTn>
                              </p:par>
                              <p:par>
                                <p:cTn id="30" presetID="1" presetClass="entr" presetSubtype="0" fill="hold" nodeType="withEffect">
                                  <p:stCondLst>
                                    <p:cond delay="0"/>
                                  </p:stCondLst>
                                  <p:childTnLst>
                                    <p:set>
                                      <p:cBhvr>
                                        <p:cTn id="31" dur="1" fill="hold">
                                          <p:stCondLst>
                                            <p:cond delay="249"/>
                                          </p:stCondLst>
                                        </p:cTn>
                                        <p:tgtEl>
                                          <p:spTgt spid="15"/>
                                        </p:tgtEl>
                                        <p:attrNameLst>
                                          <p:attrName>style.visibility</p:attrName>
                                        </p:attrNameLst>
                                      </p:cBhvr>
                                      <p:to>
                                        <p:strVal val="visible"/>
                                      </p:to>
                                    </p:set>
                                  </p:childTnLst>
                                </p:cTn>
                              </p:par>
                            </p:childTnLst>
                          </p:cTn>
                        </p:par>
                        <p:par>
                          <p:cTn id="32" fill="hold">
                            <p:stCondLst>
                              <p:cond delay="2800"/>
                            </p:stCondLst>
                            <p:childTnLst>
                              <p:par>
                                <p:cTn id="33" presetID="1" presetClass="exit" presetSubtype="0" fill="hold" nodeType="afterEffect">
                                  <p:stCondLst>
                                    <p:cond delay="500"/>
                                  </p:stCondLst>
                                  <p:childTnLst>
                                    <p:set>
                                      <p:cBhvr>
                                        <p:cTn id="34" dur="1" fill="hold">
                                          <p:stCondLst>
                                            <p:cond delay="9"/>
                                          </p:stCondLst>
                                        </p:cTn>
                                        <p:tgtEl>
                                          <p:spTgt spid="15"/>
                                        </p:tgtEl>
                                        <p:attrNameLst>
                                          <p:attrName>style.visibility</p:attrName>
                                        </p:attrNameLst>
                                      </p:cBhvr>
                                      <p:to>
                                        <p:strVal val="hidden"/>
                                      </p:to>
                                    </p:set>
                                  </p:childTnLst>
                                </p:cTn>
                              </p:par>
                              <p:par>
                                <p:cTn id="35" presetID="1" presetClass="entr" presetSubtype="0" fill="hold" nodeType="withEffect">
                                  <p:stCondLst>
                                    <p:cond delay="0"/>
                                  </p:stCondLst>
                                  <p:childTnLst>
                                    <p:set>
                                      <p:cBhvr>
                                        <p:cTn id="36" dur="1" fill="hold">
                                          <p:stCondLst>
                                            <p:cond delay="249"/>
                                          </p:stCondLst>
                                        </p:cTn>
                                        <p:tgtEl>
                                          <p:spTgt spid="12"/>
                                        </p:tgtEl>
                                        <p:attrNameLst>
                                          <p:attrName>style.visibility</p:attrName>
                                        </p:attrNameLst>
                                      </p:cBhvr>
                                      <p:to>
                                        <p:strVal val="visible"/>
                                      </p:to>
                                    </p:set>
                                  </p:childTnLst>
                                </p:cTn>
                              </p:par>
                            </p:childTnLst>
                          </p:cTn>
                        </p:par>
                        <p:par>
                          <p:cTn id="37" fill="hold">
                            <p:stCondLst>
                              <p:cond delay="3310"/>
                            </p:stCondLst>
                            <p:childTnLst>
                              <p:par>
                                <p:cTn id="38" presetID="1" presetClass="exit" presetSubtype="0" fill="hold" nodeType="afterEffect">
                                  <p:stCondLst>
                                    <p:cond delay="500"/>
                                  </p:stCondLst>
                                  <p:childTnLst>
                                    <p:set>
                                      <p:cBhvr>
                                        <p:cTn id="39" dur="1" fill="hold">
                                          <p:stCondLst>
                                            <p:cond delay="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Hengähdysdia Tumma">
    <p:bg>
      <p:bgPr>
        <a:solidFill>
          <a:schemeClr val="accent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E3E468B-518E-5646-9A41-48B1B5B2E315}"/>
              </a:ext>
            </a:extLst>
          </p:cNvPr>
          <p:cNvSpPr>
            <a:spLocks noGrp="1"/>
          </p:cNvSpPr>
          <p:nvPr>
            <p:ph type="title"/>
          </p:nvPr>
        </p:nvSpPr>
        <p:spPr>
          <a:xfrm>
            <a:off x="539751" y="1709740"/>
            <a:ext cx="11110912" cy="2873373"/>
          </a:xfrm>
        </p:spPr>
        <p:txBody>
          <a:bodyPr wrap="square" anchor="b">
            <a:noAutofit/>
          </a:bodyPr>
          <a:lstStyle>
            <a:lvl1pPr>
              <a:defRPr sz="6000">
                <a:solidFill>
                  <a:schemeClr val="bg1"/>
                </a:solidFill>
              </a:defRPr>
            </a:lvl1pPr>
          </a:lstStyle>
          <a:p>
            <a:r>
              <a:rPr lang="fi-FI"/>
              <a:t>Muokkaa ots. perustyyl. napsautt.</a:t>
            </a:r>
            <a:endParaRPr lang="en-US"/>
          </a:p>
        </p:txBody>
      </p:sp>
      <p:sp>
        <p:nvSpPr>
          <p:cNvPr id="10" name="Text Placeholder 2">
            <a:extLst>
              <a:ext uri="{FF2B5EF4-FFF2-40B4-BE49-F238E27FC236}">
                <a16:creationId xmlns:a16="http://schemas.microsoft.com/office/drawing/2014/main" id="{9E810529-8A61-7EB7-2FF7-B7B526F97D5E}"/>
              </a:ext>
            </a:extLst>
          </p:cNvPr>
          <p:cNvSpPr>
            <a:spLocks noGrp="1"/>
          </p:cNvSpPr>
          <p:nvPr>
            <p:ph type="body" idx="1"/>
          </p:nvPr>
        </p:nvSpPr>
        <p:spPr>
          <a:xfrm>
            <a:off x="539750" y="4872038"/>
            <a:ext cx="11110299" cy="1155701"/>
          </a:xfrm>
        </p:spPr>
        <p:txBody>
          <a:bodyPr wrap="square">
            <a:noAutofit/>
          </a:bodyPr>
          <a:lstStyle>
            <a:lvl1pPr marL="0" indent="0">
              <a:buNone/>
              <a:defRPr sz="2400">
                <a:solidFill>
                  <a:schemeClr val="bg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fi-FI"/>
              <a:t>Muokkaa tekstin perustyylejä napsauttamalla</a:t>
            </a:r>
          </a:p>
        </p:txBody>
      </p:sp>
      <p:sp>
        <p:nvSpPr>
          <p:cNvPr id="6" name="Footer Placeholder 5"/>
          <p:cNvSpPr>
            <a:spLocks noGrp="1"/>
          </p:cNvSpPr>
          <p:nvPr>
            <p:ph type="ftr" sz="quarter" idx="11"/>
          </p:nvPr>
        </p:nvSpPr>
        <p:spPr>
          <a:xfrm>
            <a:off x="539750" y="6316663"/>
            <a:ext cx="8419135" cy="365125"/>
          </a:xfrm>
        </p:spPr>
        <p:txBody>
          <a:bodyPr/>
          <a:lstStyle>
            <a:lvl1pPr algn="l">
              <a:defRPr>
                <a:solidFill>
                  <a:schemeClr val="bg1"/>
                </a:solidFill>
              </a:defRPr>
            </a:lvl1pPr>
          </a:lstStyle>
          <a:p>
            <a:endParaRPr lang="fi-FI"/>
          </a:p>
        </p:txBody>
      </p:sp>
      <p:sp>
        <p:nvSpPr>
          <p:cNvPr id="5" name="Date Placeholder 4"/>
          <p:cNvSpPr>
            <a:spLocks noGrp="1"/>
          </p:cNvSpPr>
          <p:nvPr>
            <p:ph type="dt" sz="half" idx="10"/>
          </p:nvPr>
        </p:nvSpPr>
        <p:spPr/>
        <p:txBody>
          <a:bodyPr/>
          <a:lstStyle>
            <a:lvl1pPr>
              <a:defRPr>
                <a:solidFill>
                  <a:schemeClr val="bg1"/>
                </a:solidFill>
              </a:defRPr>
            </a:lvl1pPr>
          </a:lstStyle>
          <a:p>
            <a:fld id="{C6F93EB4-7588-42E3-AB28-1A922D29352B}" type="datetime1">
              <a:rPr lang="fi-FI" smtClean="0"/>
              <a:pPr/>
              <a:t>14.10.2026</a:t>
            </a:fld>
            <a:endParaRPr lang="fi-FI"/>
          </a:p>
        </p:txBody>
      </p:sp>
      <p:sp>
        <p:nvSpPr>
          <p:cNvPr id="7" name="Slide Number Placeholder 6"/>
          <p:cNvSpPr>
            <a:spLocks noGrp="1"/>
          </p:cNvSpPr>
          <p:nvPr>
            <p:ph type="sldNum" sz="quarter" idx="12"/>
          </p:nvPr>
        </p:nvSpPr>
        <p:spPr>
          <a:solidFill>
            <a:schemeClr val="accent1"/>
          </a:solidFill>
        </p:spPr>
        <p:txBody>
          <a:bodyPr/>
          <a:lstStyle>
            <a:lvl1pPr>
              <a:defRPr>
                <a:solidFill>
                  <a:srgbClr val="F4CDD4"/>
                </a:solidFill>
              </a:defRPr>
            </a:lvl1pPr>
          </a:lstStyle>
          <a:p>
            <a:fld id="{07F0CC26-4241-4995-BDB3-9E0D3B0C702B}" type="slidenum">
              <a:rPr lang="fi-FI" smtClean="0"/>
              <a:pPr/>
              <a:t>‹#›</a:t>
            </a:fld>
            <a:endParaRPr lang="fi-FI"/>
          </a:p>
        </p:txBody>
      </p:sp>
      <p:sp>
        <p:nvSpPr>
          <p:cNvPr id="2" name="Kuva 9">
            <a:extLst>
              <a:ext uri="{FF2B5EF4-FFF2-40B4-BE49-F238E27FC236}">
                <a16:creationId xmlns:a16="http://schemas.microsoft.com/office/drawing/2014/main" id="{05479D6A-ACF2-066E-332A-C529BAEB3F92}"/>
              </a:ext>
              <a:ext uri="{C183D7F6-B498-43B3-948B-1728B52AA6E4}">
                <adec:decorative xmlns:adec="http://schemas.microsoft.com/office/drawing/2017/decorative" val="1"/>
              </a:ext>
            </a:extLst>
          </p:cNvPr>
          <p:cNvSpPr/>
          <p:nvPr userDrawn="1"/>
        </p:nvSpPr>
        <p:spPr>
          <a:xfrm rot="16737956">
            <a:off x="5188433" y="-1121781"/>
            <a:ext cx="921737" cy="689856"/>
          </a:xfrm>
          <a:custGeom>
            <a:avLst/>
            <a:gdLst>
              <a:gd name="connsiteX0" fmla="*/ 577261 w 1279638"/>
              <a:gd name="connsiteY0" fmla="*/ 32627 h 957720"/>
              <a:gd name="connsiteX1" fmla="*/ 596311 w 1279638"/>
              <a:gd name="connsiteY1" fmla="*/ 116828 h 957720"/>
              <a:gd name="connsiteX2" fmla="*/ 463723 w 1279638"/>
              <a:gd name="connsiteY2" fmla="*/ 107113 h 957720"/>
              <a:gd name="connsiteX3" fmla="*/ 314657 w 1279638"/>
              <a:gd name="connsiteY3" fmla="*/ 151214 h 957720"/>
              <a:gd name="connsiteX4" fmla="*/ 321324 w 1279638"/>
              <a:gd name="connsiteY4" fmla="*/ 277325 h 957720"/>
              <a:gd name="connsiteX5" fmla="*/ 364758 w 1279638"/>
              <a:gd name="connsiteY5" fmla="*/ 304852 h 957720"/>
              <a:gd name="connsiteX6" fmla="*/ 247982 w 1279638"/>
              <a:gd name="connsiteY6" fmla="*/ 341999 h 957720"/>
              <a:gd name="connsiteX7" fmla="*/ 119966 w 1279638"/>
              <a:gd name="connsiteY7" fmla="*/ 397244 h 957720"/>
              <a:gd name="connsiteX8" fmla="*/ 27288 w 1279638"/>
              <a:gd name="connsiteY8" fmla="*/ 456680 h 957720"/>
              <a:gd name="connsiteX9" fmla="*/ 47671 w 1279638"/>
              <a:gd name="connsiteY9" fmla="*/ 599079 h 957720"/>
              <a:gd name="connsiteX10" fmla="*/ 174544 w 1279638"/>
              <a:gd name="connsiteY10" fmla="*/ 618891 h 957720"/>
              <a:gd name="connsiteX11" fmla="*/ 72912 w 1279638"/>
              <a:gd name="connsiteY11" fmla="*/ 798342 h 957720"/>
              <a:gd name="connsiteX12" fmla="*/ 65673 w 1279638"/>
              <a:gd name="connsiteY12" fmla="*/ 913880 h 957720"/>
              <a:gd name="connsiteX13" fmla="*/ 167972 w 1279638"/>
              <a:gd name="connsiteY13" fmla="*/ 956933 h 957720"/>
              <a:gd name="connsiteX14" fmla="*/ 516587 w 1279638"/>
              <a:gd name="connsiteY14" fmla="*/ 729286 h 957720"/>
              <a:gd name="connsiteX15" fmla="*/ 586596 w 1279638"/>
              <a:gd name="connsiteY15" fmla="*/ 873209 h 957720"/>
              <a:gd name="connsiteX16" fmla="*/ 766332 w 1279638"/>
              <a:gd name="connsiteY16" fmla="*/ 922739 h 957720"/>
              <a:gd name="connsiteX17" fmla="*/ 931020 w 1279638"/>
              <a:gd name="connsiteY17" fmla="*/ 590792 h 957720"/>
              <a:gd name="connsiteX18" fmla="*/ 1054178 w 1279638"/>
              <a:gd name="connsiteY18" fmla="*/ 776816 h 957720"/>
              <a:gd name="connsiteX19" fmla="*/ 1235248 w 1279638"/>
              <a:gd name="connsiteY19" fmla="*/ 777101 h 957720"/>
              <a:gd name="connsiteX20" fmla="*/ 1143332 w 1279638"/>
              <a:gd name="connsiteY20" fmla="*/ 283611 h 957720"/>
              <a:gd name="connsiteX21" fmla="*/ 613266 w 1279638"/>
              <a:gd name="connsiteY21" fmla="*/ 52 h 957720"/>
              <a:gd name="connsiteX22" fmla="*/ 577261 w 1279638"/>
              <a:gd name="connsiteY22" fmla="*/ 32532 h 957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79638" h="957720">
                <a:moveTo>
                  <a:pt x="577261" y="32627"/>
                </a:moveTo>
                <a:cubicBezTo>
                  <a:pt x="579166" y="62726"/>
                  <a:pt x="585357" y="90825"/>
                  <a:pt x="596311" y="116828"/>
                </a:cubicBezTo>
                <a:cubicBezTo>
                  <a:pt x="552591" y="109208"/>
                  <a:pt x="508205" y="105684"/>
                  <a:pt x="463723" y="107113"/>
                </a:cubicBezTo>
                <a:cubicBezTo>
                  <a:pt x="412764" y="108827"/>
                  <a:pt x="352471" y="111780"/>
                  <a:pt x="314657" y="151214"/>
                </a:cubicBezTo>
                <a:cubicBezTo>
                  <a:pt x="279129" y="188266"/>
                  <a:pt x="286177" y="242654"/>
                  <a:pt x="321324" y="277325"/>
                </a:cubicBezTo>
                <a:cubicBezTo>
                  <a:pt x="334564" y="290374"/>
                  <a:pt x="349233" y="298946"/>
                  <a:pt x="364758" y="304852"/>
                </a:cubicBezTo>
                <a:cubicBezTo>
                  <a:pt x="325325" y="315425"/>
                  <a:pt x="286368" y="327807"/>
                  <a:pt x="247982" y="341999"/>
                </a:cubicBezTo>
                <a:cubicBezTo>
                  <a:pt x="204357" y="358097"/>
                  <a:pt x="161590" y="376480"/>
                  <a:pt x="119966" y="397244"/>
                </a:cubicBezTo>
                <a:cubicBezTo>
                  <a:pt x="87581" y="413342"/>
                  <a:pt x="52434" y="429820"/>
                  <a:pt x="27288" y="456680"/>
                </a:cubicBezTo>
                <a:cubicBezTo>
                  <a:pt x="-15670" y="502591"/>
                  <a:pt x="-7193" y="567170"/>
                  <a:pt x="47671" y="599079"/>
                </a:cubicBezTo>
                <a:cubicBezTo>
                  <a:pt x="85295" y="620891"/>
                  <a:pt x="130443" y="624701"/>
                  <a:pt x="174544" y="618891"/>
                </a:cubicBezTo>
                <a:cubicBezTo>
                  <a:pt x="131872" y="672993"/>
                  <a:pt x="97201" y="733191"/>
                  <a:pt x="72912" y="798342"/>
                </a:cubicBezTo>
                <a:cubicBezTo>
                  <a:pt x="59673" y="833775"/>
                  <a:pt x="48528" y="877400"/>
                  <a:pt x="65673" y="913880"/>
                </a:cubicBezTo>
                <a:cubicBezTo>
                  <a:pt x="85009" y="954838"/>
                  <a:pt x="127681" y="960172"/>
                  <a:pt x="167972" y="956933"/>
                </a:cubicBezTo>
                <a:cubicBezTo>
                  <a:pt x="313514" y="945122"/>
                  <a:pt x="444864" y="855111"/>
                  <a:pt x="516587" y="729286"/>
                </a:cubicBezTo>
                <a:cubicBezTo>
                  <a:pt x="528303" y="782435"/>
                  <a:pt x="548019" y="833204"/>
                  <a:pt x="586596" y="873209"/>
                </a:cubicBezTo>
                <a:cubicBezTo>
                  <a:pt x="633744" y="921977"/>
                  <a:pt x="701181" y="945789"/>
                  <a:pt x="766332" y="922739"/>
                </a:cubicBezTo>
                <a:cubicBezTo>
                  <a:pt x="905969" y="873304"/>
                  <a:pt x="916827" y="722428"/>
                  <a:pt x="931020" y="590792"/>
                </a:cubicBezTo>
                <a:cubicBezTo>
                  <a:pt x="964167" y="658420"/>
                  <a:pt x="1003505" y="726143"/>
                  <a:pt x="1054178" y="776816"/>
                </a:cubicBezTo>
                <a:cubicBezTo>
                  <a:pt x="1106470" y="829203"/>
                  <a:pt x="1187433" y="843205"/>
                  <a:pt x="1235248" y="777101"/>
                </a:cubicBezTo>
                <a:cubicBezTo>
                  <a:pt x="1340880" y="631274"/>
                  <a:pt x="1236772" y="408008"/>
                  <a:pt x="1143332" y="283611"/>
                </a:cubicBezTo>
                <a:cubicBezTo>
                  <a:pt x="1018364" y="117114"/>
                  <a:pt x="819387" y="12911"/>
                  <a:pt x="613266" y="52"/>
                </a:cubicBezTo>
                <a:cubicBezTo>
                  <a:pt x="596406" y="-996"/>
                  <a:pt x="576023" y="13958"/>
                  <a:pt x="577261" y="32532"/>
                </a:cubicBezTo>
                <a:close/>
              </a:path>
            </a:pathLst>
          </a:custGeom>
          <a:solidFill>
            <a:srgbClr val="F4CDD4"/>
          </a:solidFill>
          <a:ln w="9525" cap="flat">
            <a:noFill/>
            <a:prstDash val="solid"/>
            <a:miter/>
          </a:ln>
        </p:spPr>
        <p:txBody>
          <a:bodyPr rtlCol="0" anchor="ctr"/>
          <a:lstStyle/>
          <a:p>
            <a:endParaRPr lang="fi-FI" sz="3200"/>
          </a:p>
        </p:txBody>
      </p:sp>
      <p:sp>
        <p:nvSpPr>
          <p:cNvPr id="4" name="Kuva 9">
            <a:extLst>
              <a:ext uri="{FF2B5EF4-FFF2-40B4-BE49-F238E27FC236}">
                <a16:creationId xmlns:a16="http://schemas.microsoft.com/office/drawing/2014/main" id="{484F097B-8EFF-1277-4259-8E875E533A68}"/>
              </a:ext>
              <a:ext uri="{C183D7F6-B498-43B3-948B-1728B52AA6E4}">
                <adec:decorative xmlns:adec="http://schemas.microsoft.com/office/drawing/2017/decorative" val="1"/>
              </a:ext>
            </a:extLst>
          </p:cNvPr>
          <p:cNvSpPr/>
          <p:nvPr userDrawn="1"/>
        </p:nvSpPr>
        <p:spPr>
          <a:xfrm rot="3415384">
            <a:off x="8435178" y="-2255177"/>
            <a:ext cx="1482151" cy="1109287"/>
          </a:xfrm>
          <a:custGeom>
            <a:avLst/>
            <a:gdLst>
              <a:gd name="connsiteX0" fmla="*/ 577261 w 1279638"/>
              <a:gd name="connsiteY0" fmla="*/ 32627 h 957720"/>
              <a:gd name="connsiteX1" fmla="*/ 596311 w 1279638"/>
              <a:gd name="connsiteY1" fmla="*/ 116828 h 957720"/>
              <a:gd name="connsiteX2" fmla="*/ 463723 w 1279638"/>
              <a:gd name="connsiteY2" fmla="*/ 107113 h 957720"/>
              <a:gd name="connsiteX3" fmla="*/ 314657 w 1279638"/>
              <a:gd name="connsiteY3" fmla="*/ 151214 h 957720"/>
              <a:gd name="connsiteX4" fmla="*/ 321324 w 1279638"/>
              <a:gd name="connsiteY4" fmla="*/ 277325 h 957720"/>
              <a:gd name="connsiteX5" fmla="*/ 364758 w 1279638"/>
              <a:gd name="connsiteY5" fmla="*/ 304852 h 957720"/>
              <a:gd name="connsiteX6" fmla="*/ 247982 w 1279638"/>
              <a:gd name="connsiteY6" fmla="*/ 341999 h 957720"/>
              <a:gd name="connsiteX7" fmla="*/ 119966 w 1279638"/>
              <a:gd name="connsiteY7" fmla="*/ 397244 h 957720"/>
              <a:gd name="connsiteX8" fmla="*/ 27288 w 1279638"/>
              <a:gd name="connsiteY8" fmla="*/ 456680 h 957720"/>
              <a:gd name="connsiteX9" fmla="*/ 47671 w 1279638"/>
              <a:gd name="connsiteY9" fmla="*/ 599079 h 957720"/>
              <a:gd name="connsiteX10" fmla="*/ 174544 w 1279638"/>
              <a:gd name="connsiteY10" fmla="*/ 618891 h 957720"/>
              <a:gd name="connsiteX11" fmla="*/ 72912 w 1279638"/>
              <a:gd name="connsiteY11" fmla="*/ 798342 h 957720"/>
              <a:gd name="connsiteX12" fmla="*/ 65673 w 1279638"/>
              <a:gd name="connsiteY12" fmla="*/ 913880 h 957720"/>
              <a:gd name="connsiteX13" fmla="*/ 167972 w 1279638"/>
              <a:gd name="connsiteY13" fmla="*/ 956933 h 957720"/>
              <a:gd name="connsiteX14" fmla="*/ 516587 w 1279638"/>
              <a:gd name="connsiteY14" fmla="*/ 729286 h 957720"/>
              <a:gd name="connsiteX15" fmla="*/ 586596 w 1279638"/>
              <a:gd name="connsiteY15" fmla="*/ 873209 h 957720"/>
              <a:gd name="connsiteX16" fmla="*/ 766332 w 1279638"/>
              <a:gd name="connsiteY16" fmla="*/ 922739 h 957720"/>
              <a:gd name="connsiteX17" fmla="*/ 931020 w 1279638"/>
              <a:gd name="connsiteY17" fmla="*/ 590792 h 957720"/>
              <a:gd name="connsiteX18" fmla="*/ 1054178 w 1279638"/>
              <a:gd name="connsiteY18" fmla="*/ 776816 h 957720"/>
              <a:gd name="connsiteX19" fmla="*/ 1235248 w 1279638"/>
              <a:gd name="connsiteY19" fmla="*/ 777101 h 957720"/>
              <a:gd name="connsiteX20" fmla="*/ 1143332 w 1279638"/>
              <a:gd name="connsiteY20" fmla="*/ 283611 h 957720"/>
              <a:gd name="connsiteX21" fmla="*/ 613266 w 1279638"/>
              <a:gd name="connsiteY21" fmla="*/ 52 h 957720"/>
              <a:gd name="connsiteX22" fmla="*/ 577261 w 1279638"/>
              <a:gd name="connsiteY22" fmla="*/ 32532 h 957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79638" h="957720">
                <a:moveTo>
                  <a:pt x="577261" y="32627"/>
                </a:moveTo>
                <a:cubicBezTo>
                  <a:pt x="579166" y="62726"/>
                  <a:pt x="585357" y="90825"/>
                  <a:pt x="596311" y="116828"/>
                </a:cubicBezTo>
                <a:cubicBezTo>
                  <a:pt x="552591" y="109208"/>
                  <a:pt x="508205" y="105684"/>
                  <a:pt x="463723" y="107113"/>
                </a:cubicBezTo>
                <a:cubicBezTo>
                  <a:pt x="412764" y="108827"/>
                  <a:pt x="352471" y="111780"/>
                  <a:pt x="314657" y="151214"/>
                </a:cubicBezTo>
                <a:cubicBezTo>
                  <a:pt x="279129" y="188266"/>
                  <a:pt x="286177" y="242654"/>
                  <a:pt x="321324" y="277325"/>
                </a:cubicBezTo>
                <a:cubicBezTo>
                  <a:pt x="334564" y="290374"/>
                  <a:pt x="349233" y="298946"/>
                  <a:pt x="364758" y="304852"/>
                </a:cubicBezTo>
                <a:cubicBezTo>
                  <a:pt x="325325" y="315425"/>
                  <a:pt x="286368" y="327807"/>
                  <a:pt x="247982" y="341999"/>
                </a:cubicBezTo>
                <a:cubicBezTo>
                  <a:pt x="204357" y="358097"/>
                  <a:pt x="161590" y="376480"/>
                  <a:pt x="119966" y="397244"/>
                </a:cubicBezTo>
                <a:cubicBezTo>
                  <a:pt x="87581" y="413342"/>
                  <a:pt x="52434" y="429820"/>
                  <a:pt x="27288" y="456680"/>
                </a:cubicBezTo>
                <a:cubicBezTo>
                  <a:pt x="-15670" y="502591"/>
                  <a:pt x="-7193" y="567170"/>
                  <a:pt x="47671" y="599079"/>
                </a:cubicBezTo>
                <a:cubicBezTo>
                  <a:pt x="85295" y="620891"/>
                  <a:pt x="130443" y="624701"/>
                  <a:pt x="174544" y="618891"/>
                </a:cubicBezTo>
                <a:cubicBezTo>
                  <a:pt x="131872" y="672993"/>
                  <a:pt x="97201" y="733191"/>
                  <a:pt x="72912" y="798342"/>
                </a:cubicBezTo>
                <a:cubicBezTo>
                  <a:pt x="59673" y="833775"/>
                  <a:pt x="48528" y="877400"/>
                  <a:pt x="65673" y="913880"/>
                </a:cubicBezTo>
                <a:cubicBezTo>
                  <a:pt x="85009" y="954838"/>
                  <a:pt x="127681" y="960172"/>
                  <a:pt x="167972" y="956933"/>
                </a:cubicBezTo>
                <a:cubicBezTo>
                  <a:pt x="313514" y="945122"/>
                  <a:pt x="444864" y="855111"/>
                  <a:pt x="516587" y="729286"/>
                </a:cubicBezTo>
                <a:cubicBezTo>
                  <a:pt x="528303" y="782435"/>
                  <a:pt x="548019" y="833204"/>
                  <a:pt x="586596" y="873209"/>
                </a:cubicBezTo>
                <a:cubicBezTo>
                  <a:pt x="633744" y="921977"/>
                  <a:pt x="701181" y="945789"/>
                  <a:pt x="766332" y="922739"/>
                </a:cubicBezTo>
                <a:cubicBezTo>
                  <a:pt x="905969" y="873304"/>
                  <a:pt x="916827" y="722428"/>
                  <a:pt x="931020" y="590792"/>
                </a:cubicBezTo>
                <a:cubicBezTo>
                  <a:pt x="964167" y="658420"/>
                  <a:pt x="1003505" y="726143"/>
                  <a:pt x="1054178" y="776816"/>
                </a:cubicBezTo>
                <a:cubicBezTo>
                  <a:pt x="1106470" y="829203"/>
                  <a:pt x="1187433" y="843205"/>
                  <a:pt x="1235248" y="777101"/>
                </a:cubicBezTo>
                <a:cubicBezTo>
                  <a:pt x="1340880" y="631274"/>
                  <a:pt x="1236772" y="408008"/>
                  <a:pt x="1143332" y="283611"/>
                </a:cubicBezTo>
                <a:cubicBezTo>
                  <a:pt x="1018364" y="117114"/>
                  <a:pt x="819387" y="12911"/>
                  <a:pt x="613266" y="52"/>
                </a:cubicBezTo>
                <a:cubicBezTo>
                  <a:pt x="596406" y="-996"/>
                  <a:pt x="576023" y="13958"/>
                  <a:pt x="577261" y="32532"/>
                </a:cubicBezTo>
                <a:close/>
              </a:path>
            </a:pathLst>
          </a:custGeom>
          <a:solidFill>
            <a:srgbClr val="F3A0BA"/>
          </a:solidFill>
          <a:ln w="9525" cap="flat">
            <a:noFill/>
            <a:prstDash val="solid"/>
            <a:miter/>
          </a:ln>
        </p:spPr>
        <p:txBody>
          <a:bodyPr rtlCol="0" anchor="ctr"/>
          <a:lstStyle/>
          <a:p>
            <a:endParaRPr lang="fi-FI" sz="3200"/>
          </a:p>
        </p:txBody>
      </p:sp>
      <p:sp>
        <p:nvSpPr>
          <p:cNvPr id="8" name="Kuva 9">
            <a:extLst>
              <a:ext uri="{FF2B5EF4-FFF2-40B4-BE49-F238E27FC236}">
                <a16:creationId xmlns:a16="http://schemas.microsoft.com/office/drawing/2014/main" id="{93AA1765-5174-0CF9-03F1-71586A936A0B}"/>
              </a:ext>
              <a:ext uri="{C183D7F6-B498-43B3-948B-1728B52AA6E4}">
                <adec:decorative xmlns:adec="http://schemas.microsoft.com/office/drawing/2017/decorative" val="1"/>
              </a:ext>
            </a:extLst>
          </p:cNvPr>
          <p:cNvSpPr/>
          <p:nvPr userDrawn="1"/>
        </p:nvSpPr>
        <p:spPr>
          <a:xfrm rot="11775413">
            <a:off x="7386514" y="-981824"/>
            <a:ext cx="921737" cy="689856"/>
          </a:xfrm>
          <a:custGeom>
            <a:avLst/>
            <a:gdLst>
              <a:gd name="connsiteX0" fmla="*/ 577261 w 1279638"/>
              <a:gd name="connsiteY0" fmla="*/ 32627 h 957720"/>
              <a:gd name="connsiteX1" fmla="*/ 596311 w 1279638"/>
              <a:gd name="connsiteY1" fmla="*/ 116828 h 957720"/>
              <a:gd name="connsiteX2" fmla="*/ 463723 w 1279638"/>
              <a:gd name="connsiteY2" fmla="*/ 107113 h 957720"/>
              <a:gd name="connsiteX3" fmla="*/ 314657 w 1279638"/>
              <a:gd name="connsiteY3" fmla="*/ 151214 h 957720"/>
              <a:gd name="connsiteX4" fmla="*/ 321324 w 1279638"/>
              <a:gd name="connsiteY4" fmla="*/ 277325 h 957720"/>
              <a:gd name="connsiteX5" fmla="*/ 364758 w 1279638"/>
              <a:gd name="connsiteY5" fmla="*/ 304852 h 957720"/>
              <a:gd name="connsiteX6" fmla="*/ 247982 w 1279638"/>
              <a:gd name="connsiteY6" fmla="*/ 341999 h 957720"/>
              <a:gd name="connsiteX7" fmla="*/ 119966 w 1279638"/>
              <a:gd name="connsiteY7" fmla="*/ 397244 h 957720"/>
              <a:gd name="connsiteX8" fmla="*/ 27288 w 1279638"/>
              <a:gd name="connsiteY8" fmla="*/ 456680 h 957720"/>
              <a:gd name="connsiteX9" fmla="*/ 47671 w 1279638"/>
              <a:gd name="connsiteY9" fmla="*/ 599079 h 957720"/>
              <a:gd name="connsiteX10" fmla="*/ 174544 w 1279638"/>
              <a:gd name="connsiteY10" fmla="*/ 618891 h 957720"/>
              <a:gd name="connsiteX11" fmla="*/ 72912 w 1279638"/>
              <a:gd name="connsiteY11" fmla="*/ 798342 h 957720"/>
              <a:gd name="connsiteX12" fmla="*/ 65673 w 1279638"/>
              <a:gd name="connsiteY12" fmla="*/ 913880 h 957720"/>
              <a:gd name="connsiteX13" fmla="*/ 167972 w 1279638"/>
              <a:gd name="connsiteY13" fmla="*/ 956933 h 957720"/>
              <a:gd name="connsiteX14" fmla="*/ 516587 w 1279638"/>
              <a:gd name="connsiteY14" fmla="*/ 729286 h 957720"/>
              <a:gd name="connsiteX15" fmla="*/ 586596 w 1279638"/>
              <a:gd name="connsiteY15" fmla="*/ 873209 h 957720"/>
              <a:gd name="connsiteX16" fmla="*/ 766332 w 1279638"/>
              <a:gd name="connsiteY16" fmla="*/ 922739 h 957720"/>
              <a:gd name="connsiteX17" fmla="*/ 931020 w 1279638"/>
              <a:gd name="connsiteY17" fmla="*/ 590792 h 957720"/>
              <a:gd name="connsiteX18" fmla="*/ 1054178 w 1279638"/>
              <a:gd name="connsiteY18" fmla="*/ 776816 h 957720"/>
              <a:gd name="connsiteX19" fmla="*/ 1235248 w 1279638"/>
              <a:gd name="connsiteY19" fmla="*/ 777101 h 957720"/>
              <a:gd name="connsiteX20" fmla="*/ 1143332 w 1279638"/>
              <a:gd name="connsiteY20" fmla="*/ 283611 h 957720"/>
              <a:gd name="connsiteX21" fmla="*/ 613266 w 1279638"/>
              <a:gd name="connsiteY21" fmla="*/ 52 h 957720"/>
              <a:gd name="connsiteX22" fmla="*/ 577261 w 1279638"/>
              <a:gd name="connsiteY22" fmla="*/ 32532 h 957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79638" h="957720">
                <a:moveTo>
                  <a:pt x="577261" y="32627"/>
                </a:moveTo>
                <a:cubicBezTo>
                  <a:pt x="579166" y="62726"/>
                  <a:pt x="585357" y="90825"/>
                  <a:pt x="596311" y="116828"/>
                </a:cubicBezTo>
                <a:cubicBezTo>
                  <a:pt x="552591" y="109208"/>
                  <a:pt x="508205" y="105684"/>
                  <a:pt x="463723" y="107113"/>
                </a:cubicBezTo>
                <a:cubicBezTo>
                  <a:pt x="412764" y="108827"/>
                  <a:pt x="352471" y="111780"/>
                  <a:pt x="314657" y="151214"/>
                </a:cubicBezTo>
                <a:cubicBezTo>
                  <a:pt x="279129" y="188266"/>
                  <a:pt x="286177" y="242654"/>
                  <a:pt x="321324" y="277325"/>
                </a:cubicBezTo>
                <a:cubicBezTo>
                  <a:pt x="334564" y="290374"/>
                  <a:pt x="349233" y="298946"/>
                  <a:pt x="364758" y="304852"/>
                </a:cubicBezTo>
                <a:cubicBezTo>
                  <a:pt x="325325" y="315425"/>
                  <a:pt x="286368" y="327807"/>
                  <a:pt x="247982" y="341999"/>
                </a:cubicBezTo>
                <a:cubicBezTo>
                  <a:pt x="204357" y="358097"/>
                  <a:pt x="161590" y="376480"/>
                  <a:pt x="119966" y="397244"/>
                </a:cubicBezTo>
                <a:cubicBezTo>
                  <a:pt x="87581" y="413342"/>
                  <a:pt x="52434" y="429820"/>
                  <a:pt x="27288" y="456680"/>
                </a:cubicBezTo>
                <a:cubicBezTo>
                  <a:pt x="-15670" y="502591"/>
                  <a:pt x="-7193" y="567170"/>
                  <a:pt x="47671" y="599079"/>
                </a:cubicBezTo>
                <a:cubicBezTo>
                  <a:pt x="85295" y="620891"/>
                  <a:pt x="130443" y="624701"/>
                  <a:pt x="174544" y="618891"/>
                </a:cubicBezTo>
                <a:cubicBezTo>
                  <a:pt x="131872" y="672993"/>
                  <a:pt x="97201" y="733191"/>
                  <a:pt x="72912" y="798342"/>
                </a:cubicBezTo>
                <a:cubicBezTo>
                  <a:pt x="59673" y="833775"/>
                  <a:pt x="48528" y="877400"/>
                  <a:pt x="65673" y="913880"/>
                </a:cubicBezTo>
                <a:cubicBezTo>
                  <a:pt x="85009" y="954838"/>
                  <a:pt x="127681" y="960172"/>
                  <a:pt x="167972" y="956933"/>
                </a:cubicBezTo>
                <a:cubicBezTo>
                  <a:pt x="313514" y="945122"/>
                  <a:pt x="444864" y="855111"/>
                  <a:pt x="516587" y="729286"/>
                </a:cubicBezTo>
                <a:cubicBezTo>
                  <a:pt x="528303" y="782435"/>
                  <a:pt x="548019" y="833204"/>
                  <a:pt x="586596" y="873209"/>
                </a:cubicBezTo>
                <a:cubicBezTo>
                  <a:pt x="633744" y="921977"/>
                  <a:pt x="701181" y="945789"/>
                  <a:pt x="766332" y="922739"/>
                </a:cubicBezTo>
                <a:cubicBezTo>
                  <a:pt x="905969" y="873304"/>
                  <a:pt x="916827" y="722428"/>
                  <a:pt x="931020" y="590792"/>
                </a:cubicBezTo>
                <a:cubicBezTo>
                  <a:pt x="964167" y="658420"/>
                  <a:pt x="1003505" y="726143"/>
                  <a:pt x="1054178" y="776816"/>
                </a:cubicBezTo>
                <a:cubicBezTo>
                  <a:pt x="1106470" y="829203"/>
                  <a:pt x="1187433" y="843205"/>
                  <a:pt x="1235248" y="777101"/>
                </a:cubicBezTo>
                <a:cubicBezTo>
                  <a:pt x="1340880" y="631274"/>
                  <a:pt x="1236772" y="408008"/>
                  <a:pt x="1143332" y="283611"/>
                </a:cubicBezTo>
                <a:cubicBezTo>
                  <a:pt x="1018364" y="117114"/>
                  <a:pt x="819387" y="12911"/>
                  <a:pt x="613266" y="52"/>
                </a:cubicBezTo>
                <a:cubicBezTo>
                  <a:pt x="596406" y="-996"/>
                  <a:pt x="576023" y="13958"/>
                  <a:pt x="577261" y="32532"/>
                </a:cubicBezTo>
                <a:close/>
              </a:path>
            </a:pathLst>
          </a:custGeom>
          <a:solidFill>
            <a:srgbClr val="FAE7EA"/>
          </a:solidFill>
          <a:ln w="9525" cap="flat">
            <a:noFill/>
            <a:prstDash val="solid"/>
            <a:miter/>
          </a:ln>
        </p:spPr>
        <p:txBody>
          <a:bodyPr rtlCol="0" anchor="ctr"/>
          <a:lstStyle/>
          <a:p>
            <a:endParaRPr lang="fi-FI" sz="3200"/>
          </a:p>
        </p:txBody>
      </p:sp>
      <p:pic>
        <p:nvPicPr>
          <p:cNvPr id="9" name="Graphic 4" descr="Länsi-Uudenmaan hyvinvointialueen tunnus.">
            <a:extLst>
              <a:ext uri="{FF2B5EF4-FFF2-40B4-BE49-F238E27FC236}">
                <a16:creationId xmlns:a16="http://schemas.microsoft.com/office/drawing/2014/main" id="{85D4EBAD-1EF9-BA76-7685-1329EBAE0AB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39750" y="539750"/>
            <a:ext cx="4272631" cy="540000"/>
          </a:xfrm>
          <a:prstGeom prst="rect">
            <a:avLst/>
          </a:prstGeom>
        </p:spPr>
      </p:pic>
    </p:spTree>
    <p:extLst>
      <p:ext uri="{BB962C8B-B14F-4D97-AF65-F5344CB8AC3E}">
        <p14:creationId xmlns:p14="http://schemas.microsoft.com/office/powerpoint/2010/main" val="2801724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fill="hold" grpId="0" nodeType="withEffect">
                                  <p:stCondLst>
                                    <p:cond delay="0"/>
                                  </p:stCondLst>
                                  <p:childTnLst>
                                    <p:animMotion origin="layout" path="M -0.03524 -0.04383 C -0.04132 0.29506 0.00746 0.49228 0.31666 0.50617 C 0.31215 0.6895 0.16528 0.96173 0.01944 0.97963 " pathEditMode="relative" rAng="0" ptsTypes="AAA">
                                      <p:cBhvr>
                                        <p:cTn id="6" dur="10000" fill="hold"/>
                                        <p:tgtEl>
                                          <p:spTgt spid="2"/>
                                        </p:tgtEl>
                                        <p:attrNameLst>
                                          <p:attrName>ppt_x</p:attrName>
                                          <p:attrName>ppt_y</p:attrName>
                                        </p:attrNameLst>
                                      </p:cBhvr>
                                      <p:rCtr x="17569" y="51173"/>
                                    </p:animMotion>
                                  </p:childTnLst>
                                </p:cTn>
                              </p:par>
                              <p:par>
                                <p:cTn id="7" presetID="8" presetClass="emph" presetSubtype="0" fill="hold" grpId="1" nodeType="withEffect">
                                  <p:stCondLst>
                                    <p:cond delay="0"/>
                                  </p:stCondLst>
                                  <p:childTnLst>
                                    <p:animRot by="-15600000">
                                      <p:cBhvr>
                                        <p:cTn id="8" dur="10000" fill="hold"/>
                                        <p:tgtEl>
                                          <p:spTgt spid="2"/>
                                        </p:tgtEl>
                                        <p:attrNameLst>
                                          <p:attrName>r</p:attrName>
                                        </p:attrNameLst>
                                      </p:cBhvr>
                                    </p:animRot>
                                  </p:childTnLst>
                                </p:cTn>
                              </p:par>
                              <p:par>
                                <p:cTn id="9" presetID="0" presetClass="path" presetSubtype="0" fill="hold" grpId="0" nodeType="withEffect">
                                  <p:stCondLst>
                                    <p:cond delay="500"/>
                                  </p:stCondLst>
                                  <p:childTnLst>
                                    <p:animMotion origin="layout" path="M 0.06928 0.06975 C 0.10191 0.43735 -0.09739 0.74043 -0.27604 0.80586 C -0.17465 0.96636 -0.10191 1.05154 0.13368 1.05401 " pathEditMode="relative" rAng="0" ptsTypes="AAA">
                                      <p:cBhvr>
                                        <p:cTn id="10" dur="9500" fill="hold"/>
                                        <p:tgtEl>
                                          <p:spTgt spid="4"/>
                                        </p:tgtEl>
                                        <p:attrNameLst>
                                          <p:attrName>ppt_x</p:attrName>
                                          <p:attrName>ppt_y</p:attrName>
                                        </p:attrNameLst>
                                      </p:cBhvr>
                                      <p:rCtr x="-14045" y="49198"/>
                                    </p:animMotion>
                                  </p:childTnLst>
                                </p:cTn>
                              </p:par>
                              <p:par>
                                <p:cTn id="11" presetID="8" presetClass="emph" presetSubtype="0" fill="hold" grpId="1" nodeType="withEffect">
                                  <p:stCondLst>
                                    <p:cond delay="0"/>
                                  </p:stCondLst>
                                  <p:childTnLst>
                                    <p:animRot by="-15600000">
                                      <p:cBhvr>
                                        <p:cTn id="12" dur="10000" fill="hold"/>
                                        <p:tgtEl>
                                          <p:spTgt spid="4"/>
                                        </p:tgtEl>
                                        <p:attrNameLst>
                                          <p:attrName>r</p:attrName>
                                        </p:attrNameLst>
                                      </p:cBhvr>
                                    </p:animRot>
                                  </p:childTnLst>
                                </p:cTn>
                              </p:par>
                              <p:par>
                                <p:cTn id="13" presetID="0" presetClass="path" presetSubtype="0" fill="hold" grpId="0" nodeType="withEffect">
                                  <p:stCondLst>
                                    <p:cond delay="500"/>
                                  </p:stCondLst>
                                  <p:childTnLst>
                                    <p:animMotion origin="layout" path="M -0.05556 0.00494 C 0.00625 0.29475 0.16562 0.39228 0.28003 0.37994 C 0.29635 0.75401 0.13264 0.96296 0.0177 0.98981 " pathEditMode="relative" rAng="0" ptsTypes="AAA">
                                      <p:cBhvr>
                                        <p:cTn id="14" dur="9000" fill="hold"/>
                                        <p:tgtEl>
                                          <p:spTgt spid="8"/>
                                        </p:tgtEl>
                                        <p:attrNameLst>
                                          <p:attrName>ppt_x</p:attrName>
                                          <p:attrName>ppt_y</p:attrName>
                                        </p:attrNameLst>
                                      </p:cBhvr>
                                      <p:rCtr x="16840" y="49228"/>
                                    </p:animMotion>
                                  </p:childTnLst>
                                </p:cTn>
                              </p:par>
                              <p:par>
                                <p:cTn id="15" presetID="8" presetClass="emph" presetSubtype="0" fill="hold" grpId="1" nodeType="withEffect">
                                  <p:stCondLst>
                                    <p:cond delay="0"/>
                                  </p:stCondLst>
                                  <p:childTnLst>
                                    <p:animRot by="-15600000">
                                      <p:cBhvr>
                                        <p:cTn id="16" dur="9000" fill="hold"/>
                                        <p:tgtEl>
                                          <p:spTgt spid="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4" grpId="0" animBg="1"/>
      <p:bldP spid="4" grpId="1" animBg="1"/>
      <p:bldP spid="8" grpId="0" animBg="1"/>
      <p:bldP spid="8" grpId="1" animBg="1"/>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Osan ylätunniste">
    <p:spTree>
      <p:nvGrpSpPr>
        <p:cNvPr id="1" name=""/>
        <p:cNvGrpSpPr/>
        <p:nvPr/>
      </p:nvGrpSpPr>
      <p:grpSpPr>
        <a:xfrm>
          <a:off x="0" y="0"/>
          <a:ext cx="0" cy="0"/>
          <a:chOff x="0" y="0"/>
          <a:chExt cx="0" cy="0"/>
        </a:xfrm>
      </p:grpSpPr>
      <p:sp>
        <p:nvSpPr>
          <p:cNvPr id="2" name="Title 1"/>
          <p:cNvSpPr>
            <a:spLocks noGrp="1"/>
          </p:cNvSpPr>
          <p:nvPr>
            <p:ph type="title"/>
          </p:nvPr>
        </p:nvSpPr>
        <p:spPr>
          <a:xfrm>
            <a:off x="539751" y="1700214"/>
            <a:ext cx="11110298" cy="2882900"/>
          </a:xfrm>
        </p:spPr>
        <p:txBody>
          <a:bodyPr wrap="square" anchor="b">
            <a:noAutofit/>
          </a:bodyPr>
          <a:lstStyle>
            <a:lvl1pPr>
              <a:defRPr sz="6000">
                <a:solidFill>
                  <a:schemeClr val="accent1"/>
                </a:solidFill>
              </a:defRPr>
            </a:lvl1pPr>
          </a:lstStyle>
          <a:p>
            <a:r>
              <a:rPr lang="fi-FI"/>
              <a:t>Muokkaa ots. perustyyl. napsautt.</a:t>
            </a:r>
            <a:endParaRPr lang="en-US"/>
          </a:p>
        </p:txBody>
      </p:sp>
      <p:sp>
        <p:nvSpPr>
          <p:cNvPr id="3" name="Text Placeholder 2"/>
          <p:cNvSpPr>
            <a:spLocks noGrp="1"/>
          </p:cNvSpPr>
          <p:nvPr>
            <p:ph type="body" idx="1"/>
          </p:nvPr>
        </p:nvSpPr>
        <p:spPr>
          <a:xfrm>
            <a:off x="539750" y="4872039"/>
            <a:ext cx="11110299" cy="1155700"/>
          </a:xfrm>
        </p:spPr>
        <p:txBody>
          <a:bodyPr wrap="square">
            <a:noAutofit/>
          </a:bodyPr>
          <a:lstStyle>
            <a:lvl1pPr marL="0" indent="0">
              <a:buNone/>
              <a:defRPr sz="2400">
                <a:solidFill>
                  <a:schemeClr val="tx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fi-FI"/>
              <a:t>Muokkaa tekstin perustyylejä napsauttamalla</a:t>
            </a:r>
          </a:p>
        </p:txBody>
      </p:sp>
      <p:sp>
        <p:nvSpPr>
          <p:cNvPr id="5" name="Footer Placeholder 4"/>
          <p:cNvSpPr>
            <a:spLocks noGrp="1"/>
          </p:cNvSpPr>
          <p:nvPr>
            <p:ph type="ftr" sz="quarter" idx="11"/>
          </p:nvPr>
        </p:nvSpPr>
        <p:spPr>
          <a:xfrm>
            <a:off x="539750" y="6330952"/>
            <a:ext cx="8427072" cy="365125"/>
          </a:xfrm>
        </p:spPr>
        <p:txBody>
          <a:bodyPr/>
          <a:lstStyle>
            <a:lvl1pPr algn="l">
              <a:defRPr/>
            </a:lvl1pPr>
          </a:lstStyle>
          <a:p>
            <a:endParaRPr lang="fi-FI"/>
          </a:p>
        </p:txBody>
      </p:sp>
      <p:sp>
        <p:nvSpPr>
          <p:cNvPr id="4" name="Date Placeholder 3"/>
          <p:cNvSpPr>
            <a:spLocks noGrp="1"/>
          </p:cNvSpPr>
          <p:nvPr>
            <p:ph type="dt" sz="half" idx="10"/>
          </p:nvPr>
        </p:nvSpPr>
        <p:spPr/>
        <p:txBody>
          <a:bodyPr/>
          <a:lstStyle/>
          <a:p>
            <a:fld id="{88B8BBC3-180A-41FA-98CA-261AC0FBE681}" type="datetime1">
              <a:rPr lang="fi-FI" smtClean="0"/>
              <a:t>14.10.2026</a:t>
            </a:fld>
            <a:endParaRPr lang="fi-FI"/>
          </a:p>
        </p:txBody>
      </p:sp>
      <p:sp>
        <p:nvSpPr>
          <p:cNvPr id="6" name="Slide Number Placeholder 5"/>
          <p:cNvSpPr>
            <a:spLocks noGrp="1"/>
          </p:cNvSpPr>
          <p:nvPr>
            <p:ph type="sldNum" sz="quarter" idx="12"/>
          </p:nvPr>
        </p:nvSpPr>
        <p:spPr/>
        <p:txBody>
          <a:bodyPr/>
          <a:lstStyle/>
          <a:p>
            <a:fld id="{07F0CC26-4241-4995-BDB3-9E0D3B0C702B}" type="slidenum">
              <a:rPr lang="fi-FI" smtClean="0"/>
              <a:t>‹#›</a:t>
            </a:fld>
            <a:endParaRPr lang="fi-FI"/>
          </a:p>
        </p:txBody>
      </p:sp>
      <p:pic>
        <p:nvPicPr>
          <p:cNvPr id="7" name="Graphic 4" descr="Länsi-Uudenmaan hyvinvointialueen tunnus.">
            <a:extLst>
              <a:ext uri="{FF2B5EF4-FFF2-40B4-BE49-F238E27FC236}">
                <a16:creationId xmlns:a16="http://schemas.microsoft.com/office/drawing/2014/main" id="{A50D06FF-8EA2-5303-1309-5B8D802D556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39750" y="539750"/>
            <a:ext cx="4272631" cy="540000"/>
          </a:xfrm>
          <a:prstGeom prst="rect">
            <a:avLst/>
          </a:prstGeom>
        </p:spPr>
      </p:pic>
    </p:spTree>
    <p:extLst>
      <p:ext uri="{BB962C8B-B14F-4D97-AF65-F5344CB8AC3E}">
        <p14:creationId xmlns:p14="http://schemas.microsoft.com/office/powerpoint/2010/main" val="12649816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Kaksikielinen osan ylätunniste">
    <p:bg>
      <p:bgPr>
        <a:solidFill>
          <a:srgbClr val="FAE7EA"/>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39751" y="1700214"/>
            <a:ext cx="5416549" cy="2882900"/>
          </a:xfrm>
        </p:spPr>
        <p:txBody>
          <a:bodyPr wrap="square" anchor="b">
            <a:noAutofit/>
          </a:bodyPr>
          <a:lstStyle>
            <a:lvl1pPr>
              <a:defRPr sz="3000">
                <a:solidFill>
                  <a:schemeClr val="accent1"/>
                </a:solidFill>
              </a:defRPr>
            </a:lvl1pPr>
          </a:lstStyle>
          <a:p>
            <a:r>
              <a:rPr lang="fi-FI"/>
              <a:t>Muokkaa ots. perustyyl. napsautt.</a:t>
            </a:r>
            <a:endParaRPr lang="en-US"/>
          </a:p>
        </p:txBody>
      </p:sp>
      <p:sp>
        <p:nvSpPr>
          <p:cNvPr id="3" name="Text Placeholder 2"/>
          <p:cNvSpPr>
            <a:spLocks noGrp="1"/>
          </p:cNvSpPr>
          <p:nvPr>
            <p:ph type="body" idx="1"/>
          </p:nvPr>
        </p:nvSpPr>
        <p:spPr>
          <a:xfrm>
            <a:off x="539751" y="4872039"/>
            <a:ext cx="5416549" cy="1155700"/>
          </a:xfrm>
        </p:spPr>
        <p:txBody>
          <a:bodyPr wrap="square">
            <a:noAutofit/>
          </a:bodyPr>
          <a:lstStyle>
            <a:lvl1pPr marL="0" indent="0">
              <a:buNone/>
              <a:defRPr sz="2000">
                <a:solidFill>
                  <a:schemeClr val="tx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fi-FI"/>
              <a:t>Muokkaa tekstin perustyylejä napsauttamalla</a:t>
            </a:r>
          </a:p>
        </p:txBody>
      </p:sp>
      <p:sp>
        <p:nvSpPr>
          <p:cNvPr id="5" name="Footer Placeholder 4"/>
          <p:cNvSpPr>
            <a:spLocks noGrp="1"/>
          </p:cNvSpPr>
          <p:nvPr>
            <p:ph type="ftr" sz="quarter" idx="11"/>
          </p:nvPr>
        </p:nvSpPr>
        <p:spPr>
          <a:xfrm>
            <a:off x="539750" y="6330952"/>
            <a:ext cx="8427072" cy="365125"/>
          </a:xfrm>
        </p:spPr>
        <p:txBody>
          <a:bodyPr/>
          <a:lstStyle>
            <a:lvl1pPr algn="l">
              <a:defRPr/>
            </a:lvl1pPr>
          </a:lstStyle>
          <a:p>
            <a:endParaRPr lang="fi-FI"/>
          </a:p>
        </p:txBody>
      </p:sp>
      <p:sp>
        <p:nvSpPr>
          <p:cNvPr id="4" name="Date Placeholder 3"/>
          <p:cNvSpPr>
            <a:spLocks noGrp="1"/>
          </p:cNvSpPr>
          <p:nvPr>
            <p:ph type="dt" sz="half" idx="10"/>
          </p:nvPr>
        </p:nvSpPr>
        <p:spPr/>
        <p:txBody>
          <a:bodyPr/>
          <a:lstStyle/>
          <a:p>
            <a:fld id="{88B8BBC3-180A-41FA-98CA-261AC0FBE681}" type="datetime1">
              <a:rPr lang="fi-FI" smtClean="0"/>
              <a:t>14.10.2026</a:t>
            </a:fld>
            <a:endParaRPr lang="fi-FI"/>
          </a:p>
        </p:txBody>
      </p:sp>
      <p:sp>
        <p:nvSpPr>
          <p:cNvPr id="6" name="Slide Number Placeholder 5"/>
          <p:cNvSpPr>
            <a:spLocks noGrp="1"/>
          </p:cNvSpPr>
          <p:nvPr>
            <p:ph type="sldNum" sz="quarter" idx="12"/>
          </p:nvPr>
        </p:nvSpPr>
        <p:spPr/>
        <p:txBody>
          <a:bodyPr/>
          <a:lstStyle/>
          <a:p>
            <a:fld id="{07F0CC26-4241-4995-BDB3-9E0D3B0C702B}" type="slidenum">
              <a:rPr lang="fi-FI" smtClean="0"/>
              <a:t>‹#›</a:t>
            </a:fld>
            <a:endParaRPr lang="fi-FI"/>
          </a:p>
        </p:txBody>
      </p:sp>
      <p:pic>
        <p:nvPicPr>
          <p:cNvPr id="7" name="Graphic 4" descr="Länsi-Uudenmaan hyvinvointialueen tunnus.">
            <a:extLst>
              <a:ext uri="{FF2B5EF4-FFF2-40B4-BE49-F238E27FC236}">
                <a16:creationId xmlns:a16="http://schemas.microsoft.com/office/drawing/2014/main" id="{A50D06FF-8EA2-5303-1309-5B8D802D556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39750" y="539750"/>
            <a:ext cx="4272631" cy="540000"/>
          </a:xfrm>
          <a:prstGeom prst="rect">
            <a:avLst/>
          </a:prstGeom>
        </p:spPr>
      </p:pic>
      <p:sp>
        <p:nvSpPr>
          <p:cNvPr id="9" name="Tekstin paikkamerkki 8">
            <a:extLst>
              <a:ext uri="{FF2B5EF4-FFF2-40B4-BE49-F238E27FC236}">
                <a16:creationId xmlns:a16="http://schemas.microsoft.com/office/drawing/2014/main" id="{8CC7BC47-2231-B0CC-4060-925687226462}"/>
              </a:ext>
            </a:extLst>
          </p:cNvPr>
          <p:cNvSpPr>
            <a:spLocks noGrp="1"/>
          </p:cNvSpPr>
          <p:nvPr>
            <p:ph type="body" sz="quarter" idx="13" hasCustomPrompt="1"/>
          </p:nvPr>
        </p:nvSpPr>
        <p:spPr>
          <a:xfrm>
            <a:off x="6375400" y="1700213"/>
            <a:ext cx="5416548" cy="2882900"/>
          </a:xfrm>
        </p:spPr>
        <p:txBody>
          <a:bodyPr anchor="b"/>
          <a:lstStyle>
            <a:lvl1pPr marL="0" indent="0">
              <a:buNone/>
              <a:defRPr sz="3000" b="1">
                <a:solidFill>
                  <a:schemeClr val="accent1"/>
                </a:solidFill>
              </a:defRPr>
            </a:lvl1pPr>
          </a:lstStyle>
          <a:p>
            <a:pPr lvl="0"/>
            <a:r>
              <a:rPr lang="fi-FI"/>
              <a:t>Lisää otsikko napsauttamalla</a:t>
            </a:r>
          </a:p>
        </p:txBody>
      </p:sp>
      <p:sp>
        <p:nvSpPr>
          <p:cNvPr id="11" name="Tekstin paikkamerkki 10">
            <a:extLst>
              <a:ext uri="{FF2B5EF4-FFF2-40B4-BE49-F238E27FC236}">
                <a16:creationId xmlns:a16="http://schemas.microsoft.com/office/drawing/2014/main" id="{F4B3AA66-F007-A147-C192-1CB6FBEB1225}"/>
              </a:ext>
            </a:extLst>
          </p:cNvPr>
          <p:cNvSpPr>
            <a:spLocks noGrp="1"/>
          </p:cNvSpPr>
          <p:nvPr>
            <p:ph type="body" sz="quarter" idx="14" hasCustomPrompt="1"/>
          </p:nvPr>
        </p:nvSpPr>
        <p:spPr>
          <a:xfrm>
            <a:off x="6375400" y="4872038"/>
            <a:ext cx="5416548" cy="1155700"/>
          </a:xfrm>
        </p:spPr>
        <p:txBody>
          <a:bodyPr/>
          <a:lstStyle>
            <a:lvl1pPr marL="0" indent="0">
              <a:buNone/>
              <a:defRPr sz="2000"/>
            </a:lvl1pPr>
          </a:lstStyle>
          <a:p>
            <a:pPr lvl="0"/>
            <a:r>
              <a:rPr lang="fi-FI"/>
              <a:t>Lisää otsikko napsauttamalla</a:t>
            </a:r>
          </a:p>
        </p:txBody>
      </p:sp>
    </p:spTree>
    <p:extLst>
      <p:ext uri="{BB962C8B-B14F-4D97-AF65-F5344CB8AC3E}">
        <p14:creationId xmlns:p14="http://schemas.microsoft.com/office/powerpoint/2010/main" val="7821643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Vertailu">
    <p:spTree>
      <p:nvGrpSpPr>
        <p:cNvPr id="1" name=""/>
        <p:cNvGrpSpPr/>
        <p:nvPr/>
      </p:nvGrpSpPr>
      <p:grpSpPr>
        <a:xfrm>
          <a:off x="0" y="0"/>
          <a:ext cx="0" cy="0"/>
          <a:chOff x="0" y="0"/>
          <a:chExt cx="0" cy="0"/>
        </a:xfrm>
      </p:grpSpPr>
      <p:sp>
        <p:nvSpPr>
          <p:cNvPr id="2" name="Title 1"/>
          <p:cNvSpPr>
            <a:spLocks noGrp="1"/>
          </p:cNvSpPr>
          <p:nvPr>
            <p:ph type="title"/>
          </p:nvPr>
        </p:nvSpPr>
        <p:spPr>
          <a:xfrm>
            <a:off x="539750" y="539750"/>
            <a:ext cx="11110300" cy="577850"/>
          </a:xfrm>
        </p:spPr>
        <p:txBody>
          <a:bodyPr wrap="square" anchor="b">
            <a:noAutofit/>
          </a:bodyPr>
          <a:lstStyle>
            <a:lvl1pPr>
              <a:defRPr>
                <a:solidFill>
                  <a:schemeClr val="accent1"/>
                </a:solidFill>
              </a:defRPr>
            </a:lvl1pPr>
          </a:lstStyle>
          <a:p>
            <a:r>
              <a:rPr lang="fi-FI"/>
              <a:t>Muokkaa ots. perustyyl. napsautt.</a:t>
            </a:r>
            <a:endParaRPr lang="en-US"/>
          </a:p>
        </p:txBody>
      </p:sp>
      <p:sp>
        <p:nvSpPr>
          <p:cNvPr id="3" name="Text Placeholder 2"/>
          <p:cNvSpPr>
            <a:spLocks noGrp="1"/>
          </p:cNvSpPr>
          <p:nvPr>
            <p:ph type="body" idx="1"/>
          </p:nvPr>
        </p:nvSpPr>
        <p:spPr>
          <a:xfrm>
            <a:off x="539750" y="1117601"/>
            <a:ext cx="5374662" cy="866774"/>
          </a:xfrm>
        </p:spPr>
        <p:txBody>
          <a:bodyPr wrap="square" anchor="b">
            <a:noAutofit/>
          </a:bodyPr>
          <a:lstStyle>
            <a:lvl1pPr marL="0" indent="0">
              <a:buNone/>
              <a:defRPr sz="20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fi-FI"/>
              <a:t>Muokkaa tekstin perustyylejä napsauttamalla</a:t>
            </a:r>
          </a:p>
        </p:txBody>
      </p:sp>
      <p:sp>
        <p:nvSpPr>
          <p:cNvPr id="4" name="Content Placeholder 3"/>
          <p:cNvSpPr>
            <a:spLocks noGrp="1"/>
          </p:cNvSpPr>
          <p:nvPr>
            <p:ph sz="half" idx="2"/>
          </p:nvPr>
        </p:nvSpPr>
        <p:spPr>
          <a:xfrm>
            <a:off x="539751" y="2273301"/>
            <a:ext cx="5375274" cy="3748087"/>
          </a:xfrm>
        </p:spPr>
        <p:txBody>
          <a:bodyPr wrap="square">
            <a:noAutofit/>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US"/>
          </a:p>
        </p:txBody>
      </p:sp>
      <p:sp>
        <p:nvSpPr>
          <p:cNvPr id="5" name="Text Placeholder 4"/>
          <p:cNvSpPr>
            <a:spLocks noGrp="1"/>
          </p:cNvSpPr>
          <p:nvPr>
            <p:ph type="body" sz="quarter" idx="3"/>
          </p:nvPr>
        </p:nvSpPr>
        <p:spPr>
          <a:xfrm>
            <a:off x="6275388" y="1117600"/>
            <a:ext cx="5374662" cy="866775"/>
          </a:xfrm>
        </p:spPr>
        <p:txBody>
          <a:bodyPr wrap="square" anchor="b">
            <a:noAutofit/>
          </a:bodyPr>
          <a:lstStyle>
            <a:lvl1pPr marL="0" indent="0">
              <a:buNone/>
              <a:defRPr sz="20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fi-FI"/>
              <a:t>Muokkaa tekstin perustyylejä napsauttamalla</a:t>
            </a:r>
          </a:p>
        </p:txBody>
      </p:sp>
      <p:sp>
        <p:nvSpPr>
          <p:cNvPr id="6" name="Content Placeholder 5"/>
          <p:cNvSpPr>
            <a:spLocks noGrp="1"/>
          </p:cNvSpPr>
          <p:nvPr>
            <p:ph sz="quarter" idx="4"/>
          </p:nvPr>
        </p:nvSpPr>
        <p:spPr>
          <a:xfrm>
            <a:off x="6275388" y="2297113"/>
            <a:ext cx="5374662" cy="3724275"/>
          </a:xfrm>
        </p:spPr>
        <p:txBody>
          <a:bodyPr wrap="square">
            <a:noAutofit/>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US"/>
          </a:p>
        </p:txBody>
      </p:sp>
      <p:sp>
        <p:nvSpPr>
          <p:cNvPr id="8" name="Footer Placeholder 7"/>
          <p:cNvSpPr>
            <a:spLocks noGrp="1"/>
          </p:cNvSpPr>
          <p:nvPr>
            <p:ph type="ftr" sz="quarter" idx="11"/>
          </p:nvPr>
        </p:nvSpPr>
        <p:spPr>
          <a:xfrm>
            <a:off x="6274989" y="6318251"/>
            <a:ext cx="2687377" cy="365125"/>
          </a:xfrm>
        </p:spPr>
        <p:txBody>
          <a:bodyPr/>
          <a:lstStyle>
            <a:lvl1pPr algn="l">
              <a:defRPr/>
            </a:lvl1pPr>
          </a:lstStyle>
          <a:p>
            <a:endParaRPr lang="fi-FI"/>
          </a:p>
        </p:txBody>
      </p:sp>
      <p:sp>
        <p:nvSpPr>
          <p:cNvPr id="7" name="Date Placeholder 6"/>
          <p:cNvSpPr>
            <a:spLocks noGrp="1"/>
          </p:cNvSpPr>
          <p:nvPr>
            <p:ph type="dt" sz="half" idx="10"/>
          </p:nvPr>
        </p:nvSpPr>
        <p:spPr/>
        <p:txBody>
          <a:bodyPr/>
          <a:lstStyle/>
          <a:p>
            <a:fld id="{E18AEC8B-7DE7-4725-ADD5-60689C9DA047}" type="datetime1">
              <a:rPr lang="fi-FI" smtClean="0"/>
              <a:t>14.10.2026</a:t>
            </a:fld>
            <a:endParaRPr lang="fi-FI"/>
          </a:p>
        </p:txBody>
      </p:sp>
      <p:sp>
        <p:nvSpPr>
          <p:cNvPr id="9" name="Slide Number Placeholder 8"/>
          <p:cNvSpPr>
            <a:spLocks noGrp="1"/>
          </p:cNvSpPr>
          <p:nvPr>
            <p:ph type="sldNum" sz="quarter" idx="12"/>
          </p:nvPr>
        </p:nvSpPr>
        <p:spPr/>
        <p:txBody>
          <a:bodyPr/>
          <a:lstStyle/>
          <a:p>
            <a:fld id="{07F0CC26-4241-4995-BDB3-9E0D3B0C702B}" type="slidenum">
              <a:rPr lang="fi-FI" smtClean="0"/>
              <a:t>‹#›</a:t>
            </a:fld>
            <a:endParaRPr lang="fi-FI"/>
          </a:p>
        </p:txBody>
      </p:sp>
      <p:pic>
        <p:nvPicPr>
          <p:cNvPr id="11" name="Graphic 4" descr="Länsi-Uudenmaan hyvinvointialueen tunnus.">
            <a:extLst>
              <a:ext uri="{FF2B5EF4-FFF2-40B4-BE49-F238E27FC236}">
                <a16:creationId xmlns:a16="http://schemas.microsoft.com/office/drawing/2014/main" id="{23BFD629-3655-9FEC-0C89-DE88473F4B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33027" y="6305225"/>
            <a:ext cx="2808869" cy="355001"/>
          </a:xfrm>
          <a:prstGeom prst="rect">
            <a:avLst/>
          </a:prstGeom>
        </p:spPr>
      </p:pic>
    </p:spTree>
    <p:extLst>
      <p:ext uri="{BB962C8B-B14F-4D97-AF65-F5344CB8AC3E}">
        <p14:creationId xmlns:p14="http://schemas.microsoft.com/office/powerpoint/2010/main" val="14303557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Kaksikielinen dia 1">
    <p:spTree>
      <p:nvGrpSpPr>
        <p:cNvPr id="1" name=""/>
        <p:cNvGrpSpPr/>
        <p:nvPr/>
      </p:nvGrpSpPr>
      <p:grpSpPr>
        <a:xfrm>
          <a:off x="0" y="0"/>
          <a:ext cx="0" cy="0"/>
          <a:chOff x="0" y="0"/>
          <a:chExt cx="0" cy="0"/>
        </a:xfrm>
      </p:grpSpPr>
      <p:sp>
        <p:nvSpPr>
          <p:cNvPr id="2" name="Title 1"/>
          <p:cNvSpPr>
            <a:spLocks noGrp="1"/>
          </p:cNvSpPr>
          <p:nvPr>
            <p:ph type="title"/>
          </p:nvPr>
        </p:nvSpPr>
        <p:spPr>
          <a:xfrm>
            <a:off x="539750" y="539750"/>
            <a:ext cx="5374662" cy="577850"/>
          </a:xfrm>
        </p:spPr>
        <p:txBody>
          <a:bodyPr wrap="square" anchor="b">
            <a:noAutofit/>
          </a:bodyPr>
          <a:lstStyle>
            <a:lvl1pPr>
              <a:defRPr sz="2300">
                <a:solidFill>
                  <a:schemeClr val="accent1"/>
                </a:solidFill>
              </a:defRPr>
            </a:lvl1pPr>
          </a:lstStyle>
          <a:p>
            <a:r>
              <a:rPr lang="fi-FI"/>
              <a:t>Muokkaa ots. perustyyl. napsautt.</a:t>
            </a:r>
            <a:endParaRPr lang="en-US"/>
          </a:p>
        </p:txBody>
      </p:sp>
      <p:sp>
        <p:nvSpPr>
          <p:cNvPr id="3" name="Text Placeholder 2"/>
          <p:cNvSpPr>
            <a:spLocks noGrp="1"/>
          </p:cNvSpPr>
          <p:nvPr>
            <p:ph type="body" idx="1"/>
          </p:nvPr>
        </p:nvSpPr>
        <p:spPr>
          <a:xfrm>
            <a:off x="539750" y="1117601"/>
            <a:ext cx="5374662" cy="866774"/>
          </a:xfrm>
        </p:spPr>
        <p:txBody>
          <a:bodyPr wrap="square" anchor="b">
            <a:noAutofit/>
          </a:bodyPr>
          <a:lstStyle>
            <a:lvl1pPr marL="0" indent="0">
              <a:buNone/>
              <a:defRPr sz="20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fi-FI"/>
              <a:t>Muokkaa tekstin perustyylejä napsauttamalla</a:t>
            </a:r>
          </a:p>
        </p:txBody>
      </p:sp>
      <p:sp>
        <p:nvSpPr>
          <p:cNvPr id="4" name="Content Placeholder 3"/>
          <p:cNvSpPr>
            <a:spLocks noGrp="1"/>
          </p:cNvSpPr>
          <p:nvPr>
            <p:ph sz="half" idx="2"/>
          </p:nvPr>
        </p:nvSpPr>
        <p:spPr>
          <a:xfrm>
            <a:off x="539751" y="2273301"/>
            <a:ext cx="5374657" cy="3748087"/>
          </a:xfrm>
        </p:spPr>
        <p:txBody>
          <a:bodyPr wrap="square">
            <a:noAutofit/>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US"/>
          </a:p>
        </p:txBody>
      </p:sp>
      <p:sp>
        <p:nvSpPr>
          <p:cNvPr id="5" name="Text Placeholder 4"/>
          <p:cNvSpPr>
            <a:spLocks noGrp="1"/>
          </p:cNvSpPr>
          <p:nvPr>
            <p:ph type="body" sz="quarter" idx="3"/>
          </p:nvPr>
        </p:nvSpPr>
        <p:spPr>
          <a:xfrm>
            <a:off x="6275388" y="1117600"/>
            <a:ext cx="5374662" cy="866775"/>
          </a:xfrm>
        </p:spPr>
        <p:txBody>
          <a:bodyPr wrap="square" anchor="b">
            <a:noAutofit/>
          </a:bodyPr>
          <a:lstStyle>
            <a:lvl1pPr marL="0" indent="0">
              <a:buNone/>
              <a:defRPr sz="20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fi-FI"/>
              <a:t>Muokkaa tekstin perustyylejä napsauttamalla</a:t>
            </a:r>
          </a:p>
        </p:txBody>
      </p:sp>
      <p:sp>
        <p:nvSpPr>
          <p:cNvPr id="6" name="Content Placeholder 5"/>
          <p:cNvSpPr>
            <a:spLocks noGrp="1"/>
          </p:cNvSpPr>
          <p:nvPr>
            <p:ph sz="quarter" idx="4"/>
          </p:nvPr>
        </p:nvSpPr>
        <p:spPr>
          <a:xfrm>
            <a:off x="6275388" y="2297113"/>
            <a:ext cx="5374662" cy="3724275"/>
          </a:xfrm>
        </p:spPr>
        <p:txBody>
          <a:bodyPr wrap="square">
            <a:noAutofit/>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US"/>
          </a:p>
        </p:txBody>
      </p:sp>
      <p:sp>
        <p:nvSpPr>
          <p:cNvPr id="8" name="Footer Placeholder 7"/>
          <p:cNvSpPr>
            <a:spLocks noGrp="1"/>
          </p:cNvSpPr>
          <p:nvPr>
            <p:ph type="ftr" sz="quarter" idx="11"/>
          </p:nvPr>
        </p:nvSpPr>
        <p:spPr>
          <a:xfrm>
            <a:off x="6274989" y="6318251"/>
            <a:ext cx="2687377" cy="365125"/>
          </a:xfrm>
        </p:spPr>
        <p:txBody>
          <a:bodyPr/>
          <a:lstStyle>
            <a:lvl1pPr algn="l">
              <a:defRPr/>
            </a:lvl1pPr>
          </a:lstStyle>
          <a:p>
            <a:endParaRPr lang="fi-FI"/>
          </a:p>
        </p:txBody>
      </p:sp>
      <p:sp>
        <p:nvSpPr>
          <p:cNvPr id="7" name="Date Placeholder 6"/>
          <p:cNvSpPr>
            <a:spLocks noGrp="1"/>
          </p:cNvSpPr>
          <p:nvPr>
            <p:ph type="dt" sz="half" idx="10"/>
          </p:nvPr>
        </p:nvSpPr>
        <p:spPr/>
        <p:txBody>
          <a:bodyPr/>
          <a:lstStyle/>
          <a:p>
            <a:fld id="{E18AEC8B-7DE7-4725-ADD5-60689C9DA047}" type="datetime1">
              <a:rPr lang="fi-FI" smtClean="0"/>
              <a:t>14.10.2026</a:t>
            </a:fld>
            <a:endParaRPr lang="fi-FI"/>
          </a:p>
        </p:txBody>
      </p:sp>
      <p:sp>
        <p:nvSpPr>
          <p:cNvPr id="9" name="Slide Number Placeholder 8"/>
          <p:cNvSpPr>
            <a:spLocks noGrp="1"/>
          </p:cNvSpPr>
          <p:nvPr>
            <p:ph type="sldNum" sz="quarter" idx="12"/>
          </p:nvPr>
        </p:nvSpPr>
        <p:spPr/>
        <p:txBody>
          <a:bodyPr/>
          <a:lstStyle/>
          <a:p>
            <a:fld id="{07F0CC26-4241-4995-BDB3-9E0D3B0C702B}" type="slidenum">
              <a:rPr lang="fi-FI" smtClean="0"/>
              <a:t>‹#›</a:t>
            </a:fld>
            <a:endParaRPr lang="fi-FI"/>
          </a:p>
        </p:txBody>
      </p:sp>
      <p:pic>
        <p:nvPicPr>
          <p:cNvPr id="11" name="Graphic 4" descr="Länsi-Uudenmaan hyvinvointialueen tunnus.">
            <a:extLst>
              <a:ext uri="{FF2B5EF4-FFF2-40B4-BE49-F238E27FC236}">
                <a16:creationId xmlns:a16="http://schemas.microsoft.com/office/drawing/2014/main" id="{23BFD629-3655-9FEC-0C89-DE88473F4B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33027" y="6305225"/>
            <a:ext cx="2808869" cy="355001"/>
          </a:xfrm>
          <a:prstGeom prst="rect">
            <a:avLst/>
          </a:prstGeom>
        </p:spPr>
      </p:pic>
      <p:sp>
        <p:nvSpPr>
          <p:cNvPr id="12" name="Tekstin paikkamerkki 11">
            <a:extLst>
              <a:ext uri="{FF2B5EF4-FFF2-40B4-BE49-F238E27FC236}">
                <a16:creationId xmlns:a16="http://schemas.microsoft.com/office/drawing/2014/main" id="{33159130-5143-B766-35EC-4FE6CF41CD93}"/>
              </a:ext>
            </a:extLst>
          </p:cNvPr>
          <p:cNvSpPr>
            <a:spLocks noGrp="1"/>
          </p:cNvSpPr>
          <p:nvPr>
            <p:ph type="body" sz="quarter" idx="13" hasCustomPrompt="1"/>
          </p:nvPr>
        </p:nvSpPr>
        <p:spPr>
          <a:xfrm>
            <a:off x="6275388" y="539750"/>
            <a:ext cx="5375275" cy="577850"/>
          </a:xfrm>
        </p:spPr>
        <p:txBody>
          <a:bodyPr anchor="b"/>
          <a:lstStyle>
            <a:lvl1pPr marL="0" indent="0">
              <a:buNone/>
              <a:defRPr sz="2300" b="1">
                <a:solidFill>
                  <a:schemeClr val="accent1"/>
                </a:solidFill>
              </a:defRPr>
            </a:lvl1pPr>
            <a:lvl2pPr marL="360000" indent="0" algn="l">
              <a:buFont typeface="Arial" panose="020B0604020202020204" pitchFamily="34" charset="0"/>
              <a:buNone/>
              <a:defRPr b="1">
                <a:solidFill>
                  <a:schemeClr val="accent1"/>
                </a:solidFill>
              </a:defRPr>
            </a:lvl2pPr>
          </a:lstStyle>
          <a:p>
            <a:pPr lvl="0"/>
            <a:r>
              <a:rPr lang="fi-FI"/>
              <a:t>Lisää otsikko napsauttamalla</a:t>
            </a:r>
          </a:p>
        </p:txBody>
      </p:sp>
      <p:cxnSp>
        <p:nvCxnSpPr>
          <p:cNvPr id="18" name="Suora yhdysviiva 17">
            <a:extLst>
              <a:ext uri="{FF2B5EF4-FFF2-40B4-BE49-F238E27FC236}">
                <a16:creationId xmlns:a16="http://schemas.microsoft.com/office/drawing/2014/main" id="{4375F011-6839-6038-F203-77B8E74B62AA}"/>
              </a:ext>
            </a:extLst>
          </p:cNvPr>
          <p:cNvCxnSpPr>
            <a:cxnSpLocks/>
          </p:cNvCxnSpPr>
          <p:nvPr userDrawn="1"/>
        </p:nvCxnSpPr>
        <p:spPr>
          <a:xfrm>
            <a:off x="6046384" y="532238"/>
            <a:ext cx="0" cy="5481638"/>
          </a:xfrm>
          <a:prstGeom prst="line">
            <a:avLst/>
          </a:prstGeom>
          <a:ln w="12700" cap="rnd">
            <a:solidFill>
              <a:srgbClr val="888B8D"/>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339754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Kaksi sisältökohdetta">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219DD687-B8FC-4DC0-85D8-E831ACB9055D}"/>
              </a:ext>
            </a:extLst>
          </p:cNvPr>
          <p:cNvSpPr>
            <a:spLocks noGrp="1"/>
          </p:cNvSpPr>
          <p:nvPr>
            <p:ph type="title"/>
          </p:nvPr>
        </p:nvSpPr>
        <p:spPr>
          <a:xfrm>
            <a:off x="539750" y="539751"/>
            <a:ext cx="11110913" cy="577850"/>
          </a:xfrm>
        </p:spPr>
        <p:txBody>
          <a:bodyPr wrap="square" anchor="b"/>
          <a:lstStyle>
            <a:lvl1pPr>
              <a:defRPr>
                <a:solidFill>
                  <a:schemeClr val="accent1"/>
                </a:solidFill>
              </a:defRPr>
            </a:lvl1pPr>
          </a:lstStyle>
          <a:p>
            <a:r>
              <a:rPr lang="fi-FI"/>
              <a:t>Muokkaa ots. perustyyl. napsautt.</a:t>
            </a:r>
          </a:p>
        </p:txBody>
      </p:sp>
      <p:sp>
        <p:nvSpPr>
          <p:cNvPr id="3" name="Sisällön paikkamerkki 2">
            <a:extLst>
              <a:ext uri="{FF2B5EF4-FFF2-40B4-BE49-F238E27FC236}">
                <a16:creationId xmlns:a16="http://schemas.microsoft.com/office/drawing/2014/main" id="{1668BF22-F147-43B0-BCE5-E272BDAC28F2}"/>
              </a:ext>
            </a:extLst>
          </p:cNvPr>
          <p:cNvSpPr>
            <a:spLocks noGrp="1"/>
          </p:cNvSpPr>
          <p:nvPr>
            <p:ph sz="half" idx="1"/>
          </p:nvPr>
        </p:nvSpPr>
        <p:spPr>
          <a:xfrm>
            <a:off x="539750" y="1406525"/>
            <a:ext cx="5375275" cy="4614863"/>
          </a:xfrm>
        </p:spPr>
        <p:txBody>
          <a:bodyPr wrap="square"/>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p>
        </p:txBody>
      </p:sp>
      <p:sp>
        <p:nvSpPr>
          <p:cNvPr id="4" name="Sisällön paikkamerkki 3">
            <a:extLst>
              <a:ext uri="{FF2B5EF4-FFF2-40B4-BE49-F238E27FC236}">
                <a16:creationId xmlns:a16="http://schemas.microsoft.com/office/drawing/2014/main" id="{C91E1FCE-0143-4CA0-A72A-AEC7FBA1904E}"/>
              </a:ext>
            </a:extLst>
          </p:cNvPr>
          <p:cNvSpPr>
            <a:spLocks noGrp="1"/>
          </p:cNvSpPr>
          <p:nvPr>
            <p:ph sz="half" idx="2"/>
          </p:nvPr>
        </p:nvSpPr>
        <p:spPr>
          <a:xfrm>
            <a:off x="6276976" y="1406525"/>
            <a:ext cx="5373073" cy="4614863"/>
          </a:xfrm>
        </p:spPr>
        <p:txBody>
          <a:bodyPr wrap="square"/>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p>
        </p:txBody>
      </p:sp>
      <p:sp>
        <p:nvSpPr>
          <p:cNvPr id="6" name="Alatunnisteen paikkamerkki 5">
            <a:extLst>
              <a:ext uri="{FF2B5EF4-FFF2-40B4-BE49-F238E27FC236}">
                <a16:creationId xmlns:a16="http://schemas.microsoft.com/office/drawing/2014/main" id="{A9C0AA7C-C2F3-4B78-A231-54372C74AA0A}"/>
              </a:ext>
            </a:extLst>
          </p:cNvPr>
          <p:cNvSpPr>
            <a:spLocks noGrp="1"/>
          </p:cNvSpPr>
          <p:nvPr>
            <p:ph type="ftr" sz="quarter" idx="11"/>
          </p:nvPr>
        </p:nvSpPr>
        <p:spPr>
          <a:xfrm>
            <a:off x="6274683" y="6318251"/>
            <a:ext cx="2687377" cy="365125"/>
          </a:xfrm>
        </p:spPr>
        <p:txBody>
          <a:bodyPr/>
          <a:lstStyle>
            <a:lvl1pPr algn="l">
              <a:defRPr/>
            </a:lvl1pPr>
          </a:lstStyle>
          <a:p>
            <a:endParaRPr lang="fi-FI"/>
          </a:p>
        </p:txBody>
      </p:sp>
      <p:sp>
        <p:nvSpPr>
          <p:cNvPr id="5" name="Päivämäärän paikkamerkki 4">
            <a:extLst>
              <a:ext uri="{FF2B5EF4-FFF2-40B4-BE49-F238E27FC236}">
                <a16:creationId xmlns:a16="http://schemas.microsoft.com/office/drawing/2014/main" id="{ABB3D087-0932-4DF2-8BF7-61EB0EAA5CD8}"/>
              </a:ext>
            </a:extLst>
          </p:cNvPr>
          <p:cNvSpPr>
            <a:spLocks noGrp="1"/>
          </p:cNvSpPr>
          <p:nvPr>
            <p:ph type="dt" sz="half" idx="10"/>
          </p:nvPr>
        </p:nvSpPr>
        <p:spPr/>
        <p:txBody>
          <a:bodyPr/>
          <a:lstStyle/>
          <a:p>
            <a:fld id="{F4607B7D-5D81-4962-94AD-649B004A4915}" type="datetime1">
              <a:rPr lang="fi-FI" smtClean="0"/>
              <a:t>14.10.2026</a:t>
            </a:fld>
            <a:endParaRPr lang="fi-FI"/>
          </a:p>
        </p:txBody>
      </p:sp>
      <p:sp>
        <p:nvSpPr>
          <p:cNvPr id="7" name="Dian numeron paikkamerkki 6">
            <a:extLst>
              <a:ext uri="{FF2B5EF4-FFF2-40B4-BE49-F238E27FC236}">
                <a16:creationId xmlns:a16="http://schemas.microsoft.com/office/drawing/2014/main" id="{EA001C22-C689-4195-8C76-98D1693FC4C3}"/>
              </a:ext>
            </a:extLst>
          </p:cNvPr>
          <p:cNvSpPr>
            <a:spLocks noGrp="1"/>
          </p:cNvSpPr>
          <p:nvPr>
            <p:ph type="sldNum" sz="quarter" idx="12"/>
          </p:nvPr>
        </p:nvSpPr>
        <p:spPr/>
        <p:txBody>
          <a:bodyPr/>
          <a:lstStyle/>
          <a:p>
            <a:fld id="{07F0CC26-4241-4995-BDB3-9E0D3B0C702B}" type="slidenum">
              <a:rPr lang="fi-FI" smtClean="0"/>
              <a:pPr/>
              <a:t>‹#›</a:t>
            </a:fld>
            <a:endParaRPr lang="fi-FI"/>
          </a:p>
        </p:txBody>
      </p:sp>
      <p:pic>
        <p:nvPicPr>
          <p:cNvPr id="9" name="Graphic 4" descr="Länsi-Uudenmaan hyvinvointialueen tunnus.">
            <a:extLst>
              <a:ext uri="{FF2B5EF4-FFF2-40B4-BE49-F238E27FC236}">
                <a16:creationId xmlns:a16="http://schemas.microsoft.com/office/drawing/2014/main" id="{155D76E8-6749-2561-2C0F-8184C822F20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33027" y="6305225"/>
            <a:ext cx="2808869" cy="355001"/>
          </a:xfrm>
          <a:prstGeom prst="rect">
            <a:avLst/>
          </a:prstGeom>
        </p:spPr>
      </p:pic>
    </p:spTree>
    <p:extLst>
      <p:ext uri="{BB962C8B-B14F-4D97-AF65-F5344CB8AC3E}">
        <p14:creationId xmlns:p14="http://schemas.microsoft.com/office/powerpoint/2010/main" val="29925781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Kaksikielinen dia 2">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219DD687-B8FC-4DC0-85D8-E831ACB9055D}"/>
              </a:ext>
            </a:extLst>
          </p:cNvPr>
          <p:cNvSpPr>
            <a:spLocks noGrp="1"/>
          </p:cNvSpPr>
          <p:nvPr>
            <p:ph type="title"/>
          </p:nvPr>
        </p:nvSpPr>
        <p:spPr>
          <a:xfrm>
            <a:off x="539750" y="539751"/>
            <a:ext cx="5375275" cy="577850"/>
          </a:xfrm>
        </p:spPr>
        <p:txBody>
          <a:bodyPr wrap="square" anchor="b"/>
          <a:lstStyle>
            <a:lvl1pPr>
              <a:defRPr sz="2300">
                <a:solidFill>
                  <a:schemeClr val="accent1"/>
                </a:solidFill>
              </a:defRPr>
            </a:lvl1pPr>
          </a:lstStyle>
          <a:p>
            <a:r>
              <a:rPr lang="fi-FI"/>
              <a:t>Muokkaa ots. perustyyl. napsautt.</a:t>
            </a:r>
          </a:p>
        </p:txBody>
      </p:sp>
      <p:sp>
        <p:nvSpPr>
          <p:cNvPr id="3" name="Sisällön paikkamerkki 2">
            <a:extLst>
              <a:ext uri="{FF2B5EF4-FFF2-40B4-BE49-F238E27FC236}">
                <a16:creationId xmlns:a16="http://schemas.microsoft.com/office/drawing/2014/main" id="{1668BF22-F147-43B0-BCE5-E272BDAC28F2}"/>
              </a:ext>
            </a:extLst>
          </p:cNvPr>
          <p:cNvSpPr>
            <a:spLocks noGrp="1"/>
          </p:cNvSpPr>
          <p:nvPr>
            <p:ph sz="half" idx="1"/>
          </p:nvPr>
        </p:nvSpPr>
        <p:spPr>
          <a:xfrm>
            <a:off x="539750" y="1406525"/>
            <a:ext cx="5375275" cy="4614863"/>
          </a:xfrm>
        </p:spPr>
        <p:txBody>
          <a:bodyPr wrap="square"/>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p>
        </p:txBody>
      </p:sp>
      <p:sp>
        <p:nvSpPr>
          <p:cNvPr id="4" name="Sisällön paikkamerkki 3">
            <a:extLst>
              <a:ext uri="{FF2B5EF4-FFF2-40B4-BE49-F238E27FC236}">
                <a16:creationId xmlns:a16="http://schemas.microsoft.com/office/drawing/2014/main" id="{C91E1FCE-0143-4CA0-A72A-AEC7FBA1904E}"/>
              </a:ext>
            </a:extLst>
          </p:cNvPr>
          <p:cNvSpPr>
            <a:spLocks noGrp="1"/>
          </p:cNvSpPr>
          <p:nvPr>
            <p:ph sz="half" idx="2"/>
          </p:nvPr>
        </p:nvSpPr>
        <p:spPr>
          <a:xfrm>
            <a:off x="6276977" y="1406525"/>
            <a:ext cx="5373072" cy="4614863"/>
          </a:xfrm>
        </p:spPr>
        <p:txBody>
          <a:bodyPr wrap="square"/>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p>
        </p:txBody>
      </p:sp>
      <p:sp>
        <p:nvSpPr>
          <p:cNvPr id="6" name="Alatunnisteen paikkamerkki 5">
            <a:extLst>
              <a:ext uri="{FF2B5EF4-FFF2-40B4-BE49-F238E27FC236}">
                <a16:creationId xmlns:a16="http://schemas.microsoft.com/office/drawing/2014/main" id="{A9C0AA7C-C2F3-4B78-A231-54372C74AA0A}"/>
              </a:ext>
            </a:extLst>
          </p:cNvPr>
          <p:cNvSpPr>
            <a:spLocks noGrp="1"/>
          </p:cNvSpPr>
          <p:nvPr>
            <p:ph type="ftr" sz="quarter" idx="11"/>
          </p:nvPr>
        </p:nvSpPr>
        <p:spPr>
          <a:xfrm>
            <a:off x="6274683" y="6318251"/>
            <a:ext cx="2687377" cy="365125"/>
          </a:xfrm>
        </p:spPr>
        <p:txBody>
          <a:bodyPr/>
          <a:lstStyle>
            <a:lvl1pPr algn="l">
              <a:defRPr/>
            </a:lvl1pPr>
          </a:lstStyle>
          <a:p>
            <a:endParaRPr lang="fi-FI"/>
          </a:p>
        </p:txBody>
      </p:sp>
      <p:sp>
        <p:nvSpPr>
          <p:cNvPr id="5" name="Päivämäärän paikkamerkki 4">
            <a:extLst>
              <a:ext uri="{FF2B5EF4-FFF2-40B4-BE49-F238E27FC236}">
                <a16:creationId xmlns:a16="http://schemas.microsoft.com/office/drawing/2014/main" id="{ABB3D087-0932-4DF2-8BF7-61EB0EAA5CD8}"/>
              </a:ext>
            </a:extLst>
          </p:cNvPr>
          <p:cNvSpPr>
            <a:spLocks noGrp="1"/>
          </p:cNvSpPr>
          <p:nvPr>
            <p:ph type="dt" sz="half" idx="10"/>
          </p:nvPr>
        </p:nvSpPr>
        <p:spPr/>
        <p:txBody>
          <a:bodyPr/>
          <a:lstStyle/>
          <a:p>
            <a:fld id="{F4607B7D-5D81-4962-94AD-649B004A4915}" type="datetime1">
              <a:rPr lang="fi-FI" smtClean="0"/>
              <a:t>14.10.2026</a:t>
            </a:fld>
            <a:endParaRPr lang="fi-FI"/>
          </a:p>
        </p:txBody>
      </p:sp>
      <p:sp>
        <p:nvSpPr>
          <p:cNvPr id="7" name="Dian numeron paikkamerkki 6">
            <a:extLst>
              <a:ext uri="{FF2B5EF4-FFF2-40B4-BE49-F238E27FC236}">
                <a16:creationId xmlns:a16="http://schemas.microsoft.com/office/drawing/2014/main" id="{EA001C22-C689-4195-8C76-98D1693FC4C3}"/>
              </a:ext>
            </a:extLst>
          </p:cNvPr>
          <p:cNvSpPr>
            <a:spLocks noGrp="1"/>
          </p:cNvSpPr>
          <p:nvPr>
            <p:ph type="sldNum" sz="quarter" idx="12"/>
          </p:nvPr>
        </p:nvSpPr>
        <p:spPr/>
        <p:txBody>
          <a:bodyPr/>
          <a:lstStyle/>
          <a:p>
            <a:fld id="{07F0CC26-4241-4995-BDB3-9E0D3B0C702B}" type="slidenum">
              <a:rPr lang="fi-FI" smtClean="0"/>
              <a:pPr/>
              <a:t>‹#›</a:t>
            </a:fld>
            <a:endParaRPr lang="fi-FI"/>
          </a:p>
        </p:txBody>
      </p:sp>
      <p:pic>
        <p:nvPicPr>
          <p:cNvPr id="9" name="Graphic 4" descr="Länsi-Uudenmaan hyvinvointialueen tunnus.">
            <a:extLst>
              <a:ext uri="{FF2B5EF4-FFF2-40B4-BE49-F238E27FC236}">
                <a16:creationId xmlns:a16="http://schemas.microsoft.com/office/drawing/2014/main" id="{155D76E8-6749-2561-2C0F-8184C822F20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33027" y="6305225"/>
            <a:ext cx="2808869" cy="355001"/>
          </a:xfrm>
          <a:prstGeom prst="rect">
            <a:avLst/>
          </a:prstGeom>
        </p:spPr>
      </p:pic>
      <p:sp>
        <p:nvSpPr>
          <p:cNvPr id="12" name="Tekstin paikkamerkki 11">
            <a:extLst>
              <a:ext uri="{FF2B5EF4-FFF2-40B4-BE49-F238E27FC236}">
                <a16:creationId xmlns:a16="http://schemas.microsoft.com/office/drawing/2014/main" id="{61E046FC-C429-F7A3-29D1-ADBFB8E47165}"/>
              </a:ext>
            </a:extLst>
          </p:cNvPr>
          <p:cNvSpPr>
            <a:spLocks noGrp="1"/>
          </p:cNvSpPr>
          <p:nvPr>
            <p:ph type="body" sz="quarter" idx="13" hasCustomPrompt="1"/>
          </p:nvPr>
        </p:nvSpPr>
        <p:spPr>
          <a:xfrm>
            <a:off x="6275388" y="539750"/>
            <a:ext cx="5375275" cy="577850"/>
          </a:xfrm>
        </p:spPr>
        <p:txBody>
          <a:bodyPr anchor="b"/>
          <a:lstStyle>
            <a:lvl1pPr marL="0" indent="0">
              <a:buNone/>
              <a:defRPr sz="2300" b="1">
                <a:solidFill>
                  <a:schemeClr val="accent1"/>
                </a:solidFill>
              </a:defRPr>
            </a:lvl1pPr>
          </a:lstStyle>
          <a:p>
            <a:pPr lvl="0"/>
            <a:r>
              <a:rPr lang="fi-FI"/>
              <a:t>Lisää otsikko napsauttamalla</a:t>
            </a:r>
          </a:p>
        </p:txBody>
      </p:sp>
      <p:cxnSp>
        <p:nvCxnSpPr>
          <p:cNvPr id="14" name="Suora yhdysviiva 13">
            <a:extLst>
              <a:ext uri="{FF2B5EF4-FFF2-40B4-BE49-F238E27FC236}">
                <a16:creationId xmlns:a16="http://schemas.microsoft.com/office/drawing/2014/main" id="{74724178-32C1-266E-A775-C2805864C4C0}"/>
              </a:ext>
            </a:extLst>
          </p:cNvPr>
          <p:cNvCxnSpPr>
            <a:cxnSpLocks/>
          </p:cNvCxnSpPr>
          <p:nvPr userDrawn="1"/>
        </p:nvCxnSpPr>
        <p:spPr>
          <a:xfrm>
            <a:off x="6046384" y="532238"/>
            <a:ext cx="0" cy="5481638"/>
          </a:xfrm>
          <a:prstGeom prst="line">
            <a:avLst/>
          </a:prstGeom>
          <a:ln w="12700" cap="rnd">
            <a:solidFill>
              <a:srgbClr val="888B8D"/>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88372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Kuvatekstillinen kuva">
    <p:spTree>
      <p:nvGrpSpPr>
        <p:cNvPr id="1" name=""/>
        <p:cNvGrpSpPr/>
        <p:nvPr/>
      </p:nvGrpSpPr>
      <p:grpSpPr>
        <a:xfrm>
          <a:off x="0" y="0"/>
          <a:ext cx="0" cy="0"/>
          <a:chOff x="0" y="0"/>
          <a:chExt cx="0" cy="0"/>
        </a:xfrm>
      </p:grpSpPr>
      <p:sp>
        <p:nvSpPr>
          <p:cNvPr id="2" name="Title 1"/>
          <p:cNvSpPr>
            <a:spLocks noGrp="1"/>
          </p:cNvSpPr>
          <p:nvPr>
            <p:ph type="title"/>
          </p:nvPr>
        </p:nvSpPr>
        <p:spPr>
          <a:xfrm>
            <a:off x="539750" y="539750"/>
            <a:ext cx="5375275" cy="866775"/>
          </a:xfrm>
        </p:spPr>
        <p:txBody>
          <a:bodyPr wrap="square" anchor="b">
            <a:noAutofit/>
          </a:bodyPr>
          <a:lstStyle>
            <a:lvl1pPr>
              <a:defRPr sz="3200">
                <a:solidFill>
                  <a:schemeClr val="accent1"/>
                </a:solidFill>
              </a:defRPr>
            </a:lvl1pPr>
          </a:lstStyle>
          <a:p>
            <a:r>
              <a:rPr lang="fi-FI"/>
              <a:t>Muokkaa ots. perustyyl. napsautt.</a:t>
            </a:r>
            <a:endParaRPr lang="en-US"/>
          </a:p>
        </p:txBody>
      </p:sp>
      <p:sp>
        <p:nvSpPr>
          <p:cNvPr id="4" name="Text Placeholder 3"/>
          <p:cNvSpPr>
            <a:spLocks noGrp="1"/>
          </p:cNvSpPr>
          <p:nvPr>
            <p:ph type="body" sz="half" idx="2"/>
          </p:nvPr>
        </p:nvSpPr>
        <p:spPr>
          <a:xfrm>
            <a:off x="539750" y="1700213"/>
            <a:ext cx="5374662" cy="4318817"/>
          </a:xfrm>
        </p:spPr>
        <p:txBody>
          <a:bodyPr wrap="square">
            <a:noAutofit/>
          </a:bodyPr>
          <a:lstStyle>
            <a:lvl1pPr marL="0" indent="0">
              <a:buNone/>
              <a:defRPr sz="1733"/>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fi-FI"/>
              <a:t>Muokkaa tekstin perustyylejä napsauttamalla</a:t>
            </a:r>
          </a:p>
        </p:txBody>
      </p:sp>
      <p:sp>
        <p:nvSpPr>
          <p:cNvPr id="3" name="Picture Placeholder 2"/>
          <p:cNvSpPr>
            <a:spLocks noGrp="1"/>
          </p:cNvSpPr>
          <p:nvPr>
            <p:ph type="pic" idx="1"/>
          </p:nvPr>
        </p:nvSpPr>
        <p:spPr>
          <a:xfrm>
            <a:off x="6275388" y="539750"/>
            <a:ext cx="5374662" cy="5479280"/>
          </a:xfrm>
          <a:solidFill>
            <a:schemeClr val="bg2"/>
          </a:solidFill>
        </p:spPr>
        <p:txBody>
          <a:bodyPr anchor="t">
            <a:noAutofit/>
          </a:bodyPr>
          <a:lstStyle>
            <a:lvl1pPr marL="0" indent="0">
              <a:buNone/>
              <a:defRPr sz="1867"/>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fi-FI"/>
              <a:t>Lisää kuva napsauttamalla kuvaketta</a:t>
            </a:r>
            <a:endParaRPr lang="en-US"/>
          </a:p>
        </p:txBody>
      </p:sp>
      <p:sp>
        <p:nvSpPr>
          <p:cNvPr id="6" name="Footer Placeholder 5"/>
          <p:cNvSpPr>
            <a:spLocks noGrp="1"/>
          </p:cNvSpPr>
          <p:nvPr>
            <p:ph type="ftr" sz="quarter" idx="11"/>
          </p:nvPr>
        </p:nvSpPr>
        <p:spPr>
          <a:xfrm>
            <a:off x="6271507" y="6316663"/>
            <a:ext cx="2687377" cy="365125"/>
          </a:xfrm>
        </p:spPr>
        <p:txBody>
          <a:bodyPr/>
          <a:lstStyle>
            <a:lvl1pPr algn="l">
              <a:defRPr>
                <a:solidFill>
                  <a:srgbClr val="888B8D"/>
                </a:solidFill>
              </a:defRPr>
            </a:lvl1pPr>
          </a:lstStyle>
          <a:p>
            <a:endParaRPr lang="fi-FI"/>
          </a:p>
        </p:txBody>
      </p:sp>
      <p:sp>
        <p:nvSpPr>
          <p:cNvPr id="5" name="Date Placeholder 4"/>
          <p:cNvSpPr>
            <a:spLocks noGrp="1"/>
          </p:cNvSpPr>
          <p:nvPr>
            <p:ph type="dt" sz="half" idx="10"/>
          </p:nvPr>
        </p:nvSpPr>
        <p:spPr/>
        <p:txBody>
          <a:bodyPr/>
          <a:lstStyle/>
          <a:p>
            <a:fld id="{194936B3-60BC-459C-89DC-9C2FE65170F1}" type="datetime1">
              <a:rPr lang="fi-FI" smtClean="0"/>
              <a:t>14.10.2026</a:t>
            </a:fld>
            <a:endParaRPr lang="fi-FI"/>
          </a:p>
        </p:txBody>
      </p:sp>
      <p:sp>
        <p:nvSpPr>
          <p:cNvPr id="7" name="Slide Number Placeholder 6"/>
          <p:cNvSpPr>
            <a:spLocks noGrp="1"/>
          </p:cNvSpPr>
          <p:nvPr>
            <p:ph type="sldNum" sz="quarter" idx="12"/>
          </p:nvPr>
        </p:nvSpPr>
        <p:spPr/>
        <p:txBody>
          <a:bodyPr/>
          <a:lstStyle/>
          <a:p>
            <a:fld id="{07F0CC26-4241-4995-BDB3-9E0D3B0C702B}" type="slidenum">
              <a:rPr lang="fi-FI" smtClean="0"/>
              <a:t>‹#›</a:t>
            </a:fld>
            <a:endParaRPr lang="fi-FI"/>
          </a:p>
        </p:txBody>
      </p:sp>
      <p:pic>
        <p:nvPicPr>
          <p:cNvPr id="9" name="Graphic 4" descr="Länsi-Uudenmaan hyvinvointialueen tunnus.">
            <a:extLst>
              <a:ext uri="{FF2B5EF4-FFF2-40B4-BE49-F238E27FC236}">
                <a16:creationId xmlns:a16="http://schemas.microsoft.com/office/drawing/2014/main" id="{552DD289-AAC1-6061-0136-25D63E0627A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33027" y="6305225"/>
            <a:ext cx="2808869" cy="355001"/>
          </a:xfrm>
          <a:prstGeom prst="rect">
            <a:avLst/>
          </a:prstGeom>
        </p:spPr>
      </p:pic>
    </p:spTree>
    <p:extLst>
      <p:ext uri="{BB962C8B-B14F-4D97-AF65-F5344CB8AC3E}">
        <p14:creationId xmlns:p14="http://schemas.microsoft.com/office/powerpoint/2010/main" val="27429115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Vain otsikko">
    <p:spTree>
      <p:nvGrpSpPr>
        <p:cNvPr id="1" name=""/>
        <p:cNvGrpSpPr/>
        <p:nvPr/>
      </p:nvGrpSpPr>
      <p:grpSpPr>
        <a:xfrm>
          <a:off x="0" y="0"/>
          <a:ext cx="0" cy="0"/>
          <a:chOff x="0" y="0"/>
          <a:chExt cx="0" cy="0"/>
        </a:xfrm>
      </p:grpSpPr>
      <p:sp>
        <p:nvSpPr>
          <p:cNvPr id="2" name="Title 1"/>
          <p:cNvSpPr>
            <a:spLocks noGrp="1"/>
          </p:cNvSpPr>
          <p:nvPr>
            <p:ph type="title"/>
          </p:nvPr>
        </p:nvSpPr>
        <p:spPr>
          <a:xfrm>
            <a:off x="539750" y="539751"/>
            <a:ext cx="10569005" cy="577850"/>
          </a:xfrm>
        </p:spPr>
        <p:txBody>
          <a:bodyPr wrap="square">
            <a:noAutofit/>
          </a:bodyPr>
          <a:lstStyle>
            <a:lvl1pPr>
              <a:defRPr>
                <a:solidFill>
                  <a:schemeClr val="accent1"/>
                </a:solidFill>
              </a:defRPr>
            </a:lvl1pPr>
          </a:lstStyle>
          <a:p>
            <a:r>
              <a:rPr lang="fi-FI"/>
              <a:t>Muokkaa ots. perustyyl. napsautt.</a:t>
            </a:r>
            <a:endParaRPr lang="en-US"/>
          </a:p>
        </p:txBody>
      </p:sp>
      <p:sp>
        <p:nvSpPr>
          <p:cNvPr id="4" name="Footer Placeholder 3"/>
          <p:cNvSpPr>
            <a:spLocks noGrp="1"/>
          </p:cNvSpPr>
          <p:nvPr>
            <p:ph type="ftr" sz="quarter" idx="11"/>
          </p:nvPr>
        </p:nvSpPr>
        <p:spPr>
          <a:xfrm>
            <a:off x="5915024" y="6316663"/>
            <a:ext cx="4615815" cy="365125"/>
          </a:xfrm>
        </p:spPr>
        <p:txBody>
          <a:bodyPr/>
          <a:lstStyle>
            <a:lvl1pPr algn="l">
              <a:defRPr/>
            </a:lvl1pPr>
          </a:lstStyle>
          <a:p>
            <a:endParaRPr lang="fi-FI"/>
          </a:p>
        </p:txBody>
      </p:sp>
      <p:sp>
        <p:nvSpPr>
          <p:cNvPr id="3" name="Date Placeholder 2"/>
          <p:cNvSpPr>
            <a:spLocks noGrp="1"/>
          </p:cNvSpPr>
          <p:nvPr>
            <p:ph type="dt" sz="half" idx="10"/>
          </p:nvPr>
        </p:nvSpPr>
        <p:spPr/>
        <p:txBody>
          <a:bodyPr/>
          <a:lstStyle/>
          <a:p>
            <a:fld id="{24350F47-645D-402B-A8BB-CD8F8293EEB7}" type="datetime1">
              <a:rPr lang="fi-FI" smtClean="0"/>
              <a:t>14.10.2026</a:t>
            </a:fld>
            <a:endParaRPr lang="fi-FI"/>
          </a:p>
        </p:txBody>
      </p:sp>
      <p:sp>
        <p:nvSpPr>
          <p:cNvPr id="5" name="Slide Number Placeholder 4"/>
          <p:cNvSpPr>
            <a:spLocks noGrp="1"/>
          </p:cNvSpPr>
          <p:nvPr>
            <p:ph type="sldNum" sz="quarter" idx="12"/>
          </p:nvPr>
        </p:nvSpPr>
        <p:spPr/>
        <p:txBody>
          <a:bodyPr/>
          <a:lstStyle/>
          <a:p>
            <a:fld id="{07F0CC26-4241-4995-BDB3-9E0D3B0C702B}" type="slidenum">
              <a:rPr lang="fi-FI" smtClean="0"/>
              <a:t>‹#›</a:t>
            </a:fld>
            <a:endParaRPr lang="fi-FI"/>
          </a:p>
        </p:txBody>
      </p:sp>
      <p:pic>
        <p:nvPicPr>
          <p:cNvPr id="6" name="Graphic 4" descr="Länsi-Uudenmaan hyvinvointialueen tunnus.">
            <a:extLst>
              <a:ext uri="{FF2B5EF4-FFF2-40B4-BE49-F238E27FC236}">
                <a16:creationId xmlns:a16="http://schemas.microsoft.com/office/drawing/2014/main" id="{B87C6938-4CCF-CBE2-BD92-787F44BCFDA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33027" y="6305225"/>
            <a:ext cx="2808869" cy="355001"/>
          </a:xfrm>
          <a:prstGeom prst="rect">
            <a:avLst/>
          </a:prstGeom>
        </p:spPr>
      </p:pic>
    </p:spTree>
    <p:extLst>
      <p:ext uri="{BB962C8B-B14F-4D97-AF65-F5344CB8AC3E}">
        <p14:creationId xmlns:p14="http://schemas.microsoft.com/office/powerpoint/2010/main" val="424418201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yhjä">
    <p:spTree>
      <p:nvGrpSpPr>
        <p:cNvPr id="1" name=""/>
        <p:cNvGrpSpPr/>
        <p:nvPr/>
      </p:nvGrpSpPr>
      <p:grpSpPr>
        <a:xfrm>
          <a:off x="0" y="0"/>
          <a:ext cx="0" cy="0"/>
          <a:chOff x="0" y="0"/>
          <a:chExt cx="0" cy="0"/>
        </a:xfrm>
      </p:grpSpPr>
      <p:sp>
        <p:nvSpPr>
          <p:cNvPr id="3" name="Alatunnisteen paikkamerkki 2">
            <a:extLst>
              <a:ext uri="{FF2B5EF4-FFF2-40B4-BE49-F238E27FC236}">
                <a16:creationId xmlns:a16="http://schemas.microsoft.com/office/drawing/2014/main" id="{574C2FEB-3061-4F56-B1CF-14019E673D92}"/>
              </a:ext>
            </a:extLst>
          </p:cNvPr>
          <p:cNvSpPr>
            <a:spLocks noGrp="1"/>
          </p:cNvSpPr>
          <p:nvPr>
            <p:ph type="ftr" sz="quarter" idx="11"/>
          </p:nvPr>
        </p:nvSpPr>
        <p:spPr>
          <a:xfrm>
            <a:off x="5915024" y="6318251"/>
            <a:ext cx="3101053" cy="365125"/>
          </a:xfrm>
        </p:spPr>
        <p:txBody>
          <a:bodyPr/>
          <a:lstStyle>
            <a:lvl1pPr algn="l">
              <a:defRPr/>
            </a:lvl1pPr>
          </a:lstStyle>
          <a:p>
            <a:endParaRPr lang="fi-FI"/>
          </a:p>
        </p:txBody>
      </p:sp>
      <p:sp>
        <p:nvSpPr>
          <p:cNvPr id="2" name="Päivämäärän paikkamerkki 1">
            <a:extLst>
              <a:ext uri="{FF2B5EF4-FFF2-40B4-BE49-F238E27FC236}">
                <a16:creationId xmlns:a16="http://schemas.microsoft.com/office/drawing/2014/main" id="{85EE21B5-BA6E-49CE-8237-BF193E32FF22}"/>
              </a:ext>
            </a:extLst>
          </p:cNvPr>
          <p:cNvSpPr>
            <a:spLocks noGrp="1"/>
          </p:cNvSpPr>
          <p:nvPr>
            <p:ph type="dt" sz="half" idx="10"/>
          </p:nvPr>
        </p:nvSpPr>
        <p:spPr>
          <a:xfrm>
            <a:off x="8962673" y="6318251"/>
            <a:ext cx="2687990" cy="365125"/>
          </a:xfrm>
        </p:spPr>
        <p:txBody>
          <a:bodyPr/>
          <a:lstStyle/>
          <a:p>
            <a:fld id="{D27666DB-AC83-4EEB-AC82-1DDC9CA86713}" type="datetime1">
              <a:rPr lang="fi-FI" smtClean="0"/>
              <a:t>14.10.2026</a:t>
            </a:fld>
            <a:endParaRPr lang="fi-FI"/>
          </a:p>
        </p:txBody>
      </p:sp>
      <p:sp>
        <p:nvSpPr>
          <p:cNvPr id="4" name="Dian numeron paikkamerkki 3">
            <a:extLst>
              <a:ext uri="{FF2B5EF4-FFF2-40B4-BE49-F238E27FC236}">
                <a16:creationId xmlns:a16="http://schemas.microsoft.com/office/drawing/2014/main" id="{91F5BDF4-969A-4E8D-A4A7-F4CDDFAE467B}"/>
              </a:ext>
            </a:extLst>
          </p:cNvPr>
          <p:cNvSpPr>
            <a:spLocks noGrp="1"/>
          </p:cNvSpPr>
          <p:nvPr>
            <p:ph type="sldNum" sz="quarter" idx="12"/>
          </p:nvPr>
        </p:nvSpPr>
        <p:spPr/>
        <p:txBody>
          <a:bodyPr/>
          <a:lstStyle/>
          <a:p>
            <a:fld id="{07F0CC26-4241-4995-BDB3-9E0D3B0C702B}" type="slidenum">
              <a:rPr lang="fi-FI" smtClean="0"/>
              <a:pPr/>
              <a:t>‹#›</a:t>
            </a:fld>
            <a:endParaRPr lang="fi-FI"/>
          </a:p>
        </p:txBody>
      </p:sp>
      <p:sp>
        <p:nvSpPr>
          <p:cNvPr id="5" name="Otsikko 4">
            <a:extLst>
              <a:ext uri="{FF2B5EF4-FFF2-40B4-BE49-F238E27FC236}">
                <a16:creationId xmlns:a16="http://schemas.microsoft.com/office/drawing/2014/main" id="{AF406130-25A9-45AE-FE6A-40CB9B9404AB}"/>
              </a:ext>
            </a:extLst>
          </p:cNvPr>
          <p:cNvSpPr>
            <a:spLocks noGrp="1"/>
          </p:cNvSpPr>
          <p:nvPr>
            <p:ph type="title"/>
          </p:nvPr>
        </p:nvSpPr>
        <p:spPr>
          <a:xfrm>
            <a:off x="539751" y="-889000"/>
            <a:ext cx="11110300" cy="577850"/>
          </a:xfrm>
        </p:spPr>
        <p:txBody>
          <a:bodyPr/>
          <a:lstStyle>
            <a:lvl1pPr>
              <a:defRPr>
                <a:solidFill>
                  <a:schemeClr val="accent1"/>
                </a:solidFill>
              </a:defRPr>
            </a:lvl1pPr>
          </a:lstStyle>
          <a:p>
            <a:r>
              <a:rPr lang="fi-FI"/>
              <a:t>Muokkaa ots. perustyyl. napsautt.</a:t>
            </a:r>
          </a:p>
        </p:txBody>
      </p:sp>
      <p:pic>
        <p:nvPicPr>
          <p:cNvPr id="6" name="Graphic 4" descr="Länsi-Uudenmaan hyvinvointialueen tunnus.">
            <a:extLst>
              <a:ext uri="{FF2B5EF4-FFF2-40B4-BE49-F238E27FC236}">
                <a16:creationId xmlns:a16="http://schemas.microsoft.com/office/drawing/2014/main" id="{A66194F4-4E0D-91BB-2FD2-2F31646517B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33027" y="6305225"/>
            <a:ext cx="2808869" cy="355001"/>
          </a:xfrm>
          <a:prstGeom prst="rect">
            <a:avLst/>
          </a:prstGeom>
        </p:spPr>
      </p:pic>
    </p:spTree>
    <p:extLst>
      <p:ext uri="{BB962C8B-B14F-4D97-AF65-F5344CB8AC3E}">
        <p14:creationId xmlns:p14="http://schemas.microsoft.com/office/powerpoint/2010/main" val="286363920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unnus 1">
    <p:bg>
      <p:bgPr>
        <a:solidFill>
          <a:schemeClr val="accent1"/>
        </a:solidFill>
        <a:effectLst/>
      </p:bgPr>
    </p:bg>
    <p:spTree>
      <p:nvGrpSpPr>
        <p:cNvPr id="1" name=""/>
        <p:cNvGrpSpPr/>
        <p:nvPr/>
      </p:nvGrpSpPr>
      <p:grpSpPr>
        <a:xfrm>
          <a:off x="0" y="0"/>
          <a:ext cx="0" cy="0"/>
          <a:chOff x="0" y="0"/>
          <a:chExt cx="0" cy="0"/>
        </a:xfrm>
      </p:grpSpPr>
      <p:pic>
        <p:nvPicPr>
          <p:cNvPr id="2" name="Graphic 4" descr="Länsi-Uudenmaan hyvinvointialueen tunnus.">
            <a:extLst>
              <a:ext uri="{FF2B5EF4-FFF2-40B4-BE49-F238E27FC236}">
                <a16:creationId xmlns:a16="http://schemas.microsoft.com/office/drawing/2014/main" id="{96ABFFF4-3073-A7BD-A8E4-D7BAC11C0CF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39750" y="6027738"/>
            <a:ext cx="3473451" cy="438995"/>
          </a:xfrm>
          <a:prstGeom prst="rect">
            <a:avLst/>
          </a:prstGeom>
        </p:spPr>
      </p:pic>
      <p:sp>
        <p:nvSpPr>
          <p:cNvPr id="4" name="Otsikko 3">
            <a:extLst>
              <a:ext uri="{FF2B5EF4-FFF2-40B4-BE49-F238E27FC236}">
                <a16:creationId xmlns:a16="http://schemas.microsoft.com/office/drawing/2014/main" id="{709F6E0B-B36B-9D58-DE13-36DF2D78E281}"/>
              </a:ext>
            </a:extLst>
          </p:cNvPr>
          <p:cNvSpPr>
            <a:spLocks noGrp="1"/>
          </p:cNvSpPr>
          <p:nvPr>
            <p:ph type="title"/>
          </p:nvPr>
        </p:nvSpPr>
        <p:spPr>
          <a:xfrm>
            <a:off x="539751" y="539750"/>
            <a:ext cx="11110300" cy="577850"/>
          </a:xfrm>
        </p:spPr>
        <p:txBody>
          <a:bodyPr/>
          <a:lstStyle>
            <a:lvl1pPr>
              <a:defRPr>
                <a:solidFill>
                  <a:schemeClr val="bg1"/>
                </a:solidFill>
              </a:defRPr>
            </a:lvl1pPr>
          </a:lstStyle>
          <a:p>
            <a:r>
              <a:rPr lang="fi-FI"/>
              <a:t>Muokkaa ots. perustyyl. napsautt.</a:t>
            </a:r>
          </a:p>
        </p:txBody>
      </p:sp>
      <p:sp>
        <p:nvSpPr>
          <p:cNvPr id="5" name="Päivämäärän paikkamerkki 4">
            <a:extLst>
              <a:ext uri="{FF2B5EF4-FFF2-40B4-BE49-F238E27FC236}">
                <a16:creationId xmlns:a16="http://schemas.microsoft.com/office/drawing/2014/main" id="{E7E66329-7CFD-5E6C-83DD-521C176BD09F}"/>
              </a:ext>
            </a:extLst>
          </p:cNvPr>
          <p:cNvSpPr>
            <a:spLocks noGrp="1"/>
          </p:cNvSpPr>
          <p:nvPr>
            <p:ph type="dt" sz="half" idx="10"/>
          </p:nvPr>
        </p:nvSpPr>
        <p:spPr/>
        <p:txBody>
          <a:bodyPr/>
          <a:lstStyle>
            <a:lvl1pPr>
              <a:defRPr>
                <a:solidFill>
                  <a:schemeClr val="bg1"/>
                </a:solidFill>
              </a:defRPr>
            </a:lvl1pPr>
          </a:lstStyle>
          <a:p>
            <a:fld id="{2D890117-4CCF-45D4-9D20-F983783C0E48}" type="datetime1">
              <a:rPr lang="fi-FI" smtClean="0"/>
              <a:pPr/>
              <a:t>14.10.2026</a:t>
            </a:fld>
            <a:endParaRPr lang="fi-FI"/>
          </a:p>
        </p:txBody>
      </p:sp>
      <p:sp>
        <p:nvSpPr>
          <p:cNvPr id="6" name="Alatunnisteen paikkamerkki 5">
            <a:extLst>
              <a:ext uri="{FF2B5EF4-FFF2-40B4-BE49-F238E27FC236}">
                <a16:creationId xmlns:a16="http://schemas.microsoft.com/office/drawing/2014/main" id="{43A2C9FF-77DB-EB46-054F-79C32862754B}"/>
              </a:ext>
            </a:extLst>
          </p:cNvPr>
          <p:cNvSpPr>
            <a:spLocks noGrp="1"/>
          </p:cNvSpPr>
          <p:nvPr>
            <p:ph type="ftr" sz="quarter" idx="11"/>
          </p:nvPr>
        </p:nvSpPr>
        <p:spPr>
          <a:xfrm>
            <a:off x="5915025" y="6318251"/>
            <a:ext cx="3047648" cy="365125"/>
          </a:xfrm>
        </p:spPr>
        <p:txBody>
          <a:bodyPr/>
          <a:lstStyle>
            <a:lvl1pPr>
              <a:defRPr>
                <a:solidFill>
                  <a:schemeClr val="bg1"/>
                </a:solidFill>
              </a:defRPr>
            </a:lvl1pPr>
          </a:lstStyle>
          <a:p>
            <a:endParaRPr lang="fi-FI"/>
          </a:p>
        </p:txBody>
      </p:sp>
      <p:sp>
        <p:nvSpPr>
          <p:cNvPr id="7" name="Dian numeron paikkamerkki 6">
            <a:extLst>
              <a:ext uri="{FF2B5EF4-FFF2-40B4-BE49-F238E27FC236}">
                <a16:creationId xmlns:a16="http://schemas.microsoft.com/office/drawing/2014/main" id="{B58ADF6C-49B1-0F4F-1E1A-71E87AD1A922}"/>
              </a:ext>
            </a:extLst>
          </p:cNvPr>
          <p:cNvSpPr>
            <a:spLocks noGrp="1"/>
          </p:cNvSpPr>
          <p:nvPr>
            <p:ph type="sldNum" sz="quarter" idx="12"/>
          </p:nvPr>
        </p:nvSpPr>
        <p:spPr/>
        <p:txBody>
          <a:bodyPr/>
          <a:lstStyle>
            <a:lvl1pPr>
              <a:defRPr>
                <a:solidFill>
                  <a:schemeClr val="bg1"/>
                </a:solidFill>
              </a:defRPr>
            </a:lvl1pPr>
          </a:lstStyle>
          <a:p>
            <a:fld id="{07F0CC26-4241-4995-BDB3-9E0D3B0C702B}" type="slidenum">
              <a:rPr lang="fi-FI" smtClean="0"/>
              <a:pPr/>
              <a:t>‹#›</a:t>
            </a:fld>
            <a:endParaRPr lang="fi-FI"/>
          </a:p>
        </p:txBody>
      </p:sp>
    </p:spTree>
    <p:extLst>
      <p:ext uri="{BB962C8B-B14F-4D97-AF65-F5344CB8AC3E}">
        <p14:creationId xmlns:p14="http://schemas.microsoft.com/office/powerpoint/2010/main" val="109439370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unnus 2">
    <p:bg>
      <p:bgPr>
        <a:solidFill>
          <a:schemeClr val="bg2"/>
        </a:solidFill>
        <a:effectLst/>
      </p:bgPr>
    </p:bg>
    <p:spTree>
      <p:nvGrpSpPr>
        <p:cNvPr id="1" name=""/>
        <p:cNvGrpSpPr/>
        <p:nvPr/>
      </p:nvGrpSpPr>
      <p:grpSpPr>
        <a:xfrm>
          <a:off x="0" y="0"/>
          <a:ext cx="0" cy="0"/>
          <a:chOff x="0" y="0"/>
          <a:chExt cx="0" cy="0"/>
        </a:xfrm>
      </p:grpSpPr>
      <p:pic>
        <p:nvPicPr>
          <p:cNvPr id="3" name="Graphic 4" descr="Länsi-Uudenmaan hyvinvointialueen tunnus.">
            <a:extLst>
              <a:ext uri="{FF2B5EF4-FFF2-40B4-BE49-F238E27FC236}">
                <a16:creationId xmlns:a16="http://schemas.microsoft.com/office/drawing/2014/main" id="{B8F32025-9E58-2241-C10E-8028DAA1236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39750" y="539750"/>
            <a:ext cx="4272631" cy="540000"/>
          </a:xfrm>
          <a:prstGeom prst="rect">
            <a:avLst/>
          </a:prstGeom>
        </p:spPr>
      </p:pic>
      <p:sp>
        <p:nvSpPr>
          <p:cNvPr id="4" name="Päivämäärän paikkamerkki 3">
            <a:extLst>
              <a:ext uri="{FF2B5EF4-FFF2-40B4-BE49-F238E27FC236}">
                <a16:creationId xmlns:a16="http://schemas.microsoft.com/office/drawing/2014/main" id="{A88690EF-2127-5C59-40D1-29709AB7E00B}"/>
              </a:ext>
            </a:extLst>
          </p:cNvPr>
          <p:cNvSpPr>
            <a:spLocks noGrp="1"/>
          </p:cNvSpPr>
          <p:nvPr>
            <p:ph type="dt" sz="half" idx="10"/>
          </p:nvPr>
        </p:nvSpPr>
        <p:spPr/>
        <p:txBody>
          <a:bodyPr/>
          <a:lstStyle/>
          <a:p>
            <a:fld id="{2D890117-4CCF-45D4-9D20-F983783C0E48}" type="datetime1">
              <a:rPr lang="fi-FI" smtClean="0"/>
              <a:t>14.10.2026</a:t>
            </a:fld>
            <a:endParaRPr lang="fi-FI"/>
          </a:p>
        </p:txBody>
      </p:sp>
      <p:sp>
        <p:nvSpPr>
          <p:cNvPr id="5" name="Alatunnisteen paikkamerkki 4">
            <a:extLst>
              <a:ext uri="{FF2B5EF4-FFF2-40B4-BE49-F238E27FC236}">
                <a16:creationId xmlns:a16="http://schemas.microsoft.com/office/drawing/2014/main" id="{CD3E1C23-2FC3-9196-3209-1650874FB62D}"/>
              </a:ext>
            </a:extLst>
          </p:cNvPr>
          <p:cNvSpPr>
            <a:spLocks noGrp="1"/>
          </p:cNvSpPr>
          <p:nvPr>
            <p:ph type="ftr" sz="quarter" idx="11"/>
          </p:nvPr>
        </p:nvSpPr>
        <p:spPr/>
        <p:txBody>
          <a:bodyPr/>
          <a:lstStyle/>
          <a:p>
            <a:endParaRPr lang="fi-FI"/>
          </a:p>
        </p:txBody>
      </p:sp>
      <p:sp>
        <p:nvSpPr>
          <p:cNvPr id="6" name="Dian numeron paikkamerkki 5">
            <a:extLst>
              <a:ext uri="{FF2B5EF4-FFF2-40B4-BE49-F238E27FC236}">
                <a16:creationId xmlns:a16="http://schemas.microsoft.com/office/drawing/2014/main" id="{7EA4633F-CEA7-8D5E-6C53-9B4D2777D011}"/>
              </a:ext>
            </a:extLst>
          </p:cNvPr>
          <p:cNvSpPr>
            <a:spLocks noGrp="1"/>
          </p:cNvSpPr>
          <p:nvPr>
            <p:ph type="sldNum" sz="quarter" idx="12"/>
          </p:nvPr>
        </p:nvSpPr>
        <p:spPr/>
        <p:txBody>
          <a:bodyPr/>
          <a:lstStyle/>
          <a:p>
            <a:fld id="{07F0CC26-4241-4995-BDB3-9E0D3B0C702B}" type="slidenum">
              <a:rPr lang="fi-FI" smtClean="0"/>
              <a:pPr/>
              <a:t>‹#›</a:t>
            </a:fld>
            <a:endParaRPr lang="fi-FI"/>
          </a:p>
        </p:txBody>
      </p:sp>
      <p:sp>
        <p:nvSpPr>
          <p:cNvPr id="7" name="Otsikko 6">
            <a:extLst>
              <a:ext uri="{FF2B5EF4-FFF2-40B4-BE49-F238E27FC236}">
                <a16:creationId xmlns:a16="http://schemas.microsoft.com/office/drawing/2014/main" id="{E48E61BD-4A21-7E3E-645C-5600D935A7D9}"/>
              </a:ext>
            </a:extLst>
          </p:cNvPr>
          <p:cNvSpPr>
            <a:spLocks noGrp="1"/>
          </p:cNvSpPr>
          <p:nvPr>
            <p:ph type="title"/>
          </p:nvPr>
        </p:nvSpPr>
        <p:spPr>
          <a:xfrm>
            <a:off x="539751" y="1700213"/>
            <a:ext cx="11110300" cy="866776"/>
          </a:xfrm>
        </p:spPr>
        <p:txBody>
          <a:bodyPr/>
          <a:lstStyle>
            <a:lvl1pPr>
              <a:defRPr>
                <a:solidFill>
                  <a:schemeClr val="accent1"/>
                </a:solidFill>
              </a:defRPr>
            </a:lvl1pPr>
          </a:lstStyle>
          <a:p>
            <a:r>
              <a:rPr lang="fi-FI"/>
              <a:t>Muokkaa ots. perustyyl. napsautt.</a:t>
            </a:r>
          </a:p>
        </p:txBody>
      </p:sp>
    </p:spTree>
    <p:extLst>
      <p:ext uri="{BB962C8B-B14F-4D97-AF65-F5344CB8AC3E}">
        <p14:creationId xmlns:p14="http://schemas.microsoft.com/office/powerpoint/2010/main" val="17401473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Lopetussivu Kuvalla">
    <p:bg>
      <p:bgPr>
        <a:solidFill>
          <a:schemeClr val="bg2"/>
        </a:solidFill>
        <a:effectLst/>
      </p:bgPr>
    </p:bg>
    <p:spTree>
      <p:nvGrpSpPr>
        <p:cNvPr id="1" name=""/>
        <p:cNvGrpSpPr/>
        <p:nvPr/>
      </p:nvGrpSpPr>
      <p:grpSpPr>
        <a:xfrm>
          <a:off x="0" y="0"/>
          <a:ext cx="0" cy="0"/>
          <a:chOff x="0" y="0"/>
          <a:chExt cx="0" cy="0"/>
        </a:xfrm>
      </p:grpSpPr>
      <p:sp>
        <p:nvSpPr>
          <p:cNvPr id="4" name="Suorakulmio 7">
            <a:extLst>
              <a:ext uri="{FF2B5EF4-FFF2-40B4-BE49-F238E27FC236}">
                <a16:creationId xmlns:a16="http://schemas.microsoft.com/office/drawing/2014/main" id="{F91A4ED4-75FB-8099-97ED-AEF906347138}"/>
              </a:ext>
              <a:ext uri="{C183D7F6-B498-43B3-948B-1728B52AA6E4}">
                <adec:decorative xmlns:adec="http://schemas.microsoft.com/office/drawing/2017/decorative" val="1"/>
              </a:ext>
            </a:extLst>
          </p:cNvPr>
          <p:cNvSpPr/>
          <p:nvPr userDrawn="1"/>
        </p:nvSpPr>
        <p:spPr>
          <a:xfrm rot="10800000">
            <a:off x="-3" y="-1"/>
            <a:ext cx="11706579" cy="6857996"/>
          </a:xfrm>
          <a:prstGeom prst="rect">
            <a:avLst/>
          </a:prstGeom>
          <a:gradFill>
            <a:gsLst>
              <a:gs pos="48000">
                <a:schemeClr val="tx1">
                  <a:alpha val="18000"/>
                </a:schemeClr>
              </a:gs>
              <a:gs pos="29000">
                <a:schemeClr val="tx1">
                  <a:alpha val="0"/>
                </a:schemeClr>
              </a:gs>
              <a:gs pos="68000">
                <a:schemeClr val="tx1">
                  <a:alpha val="38000"/>
                </a:schemeClr>
              </a:gs>
            </a:gsLst>
            <a:lin ang="195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i-FI" sz="3200"/>
          </a:p>
        </p:txBody>
      </p:sp>
      <p:sp>
        <p:nvSpPr>
          <p:cNvPr id="12" name="Suorakulmio 11">
            <a:extLst>
              <a:ext uri="{FF2B5EF4-FFF2-40B4-BE49-F238E27FC236}">
                <a16:creationId xmlns:a16="http://schemas.microsoft.com/office/drawing/2014/main" id="{E2E1068A-A76C-4B04-A7BB-034EC831A08C}"/>
              </a:ext>
              <a:ext uri="{C183D7F6-B498-43B3-948B-1728B52AA6E4}">
                <adec:decorative xmlns:adec="http://schemas.microsoft.com/office/drawing/2017/decorative" val="1"/>
              </a:ext>
            </a:extLst>
          </p:cNvPr>
          <p:cNvSpPr/>
          <p:nvPr userDrawn="1"/>
        </p:nvSpPr>
        <p:spPr>
          <a:xfrm rot="10800000">
            <a:off x="-2685" y="4327141"/>
            <a:ext cx="12194685" cy="2530859"/>
          </a:xfrm>
          <a:prstGeom prst="rect">
            <a:avLst/>
          </a:prstGeom>
          <a:gradFill>
            <a:gsLst>
              <a:gs pos="34000">
                <a:srgbClr val="000000">
                  <a:alpha val="31000"/>
                </a:srgbClr>
              </a:gs>
              <a:gs pos="0">
                <a:schemeClr val="tx1">
                  <a:alpha val="45000"/>
                </a:schemeClr>
              </a:gs>
              <a:gs pos="85000">
                <a:srgbClr val="000000">
                  <a:alpha val="0"/>
                </a:srgbClr>
              </a:gs>
              <a:gs pos="100000">
                <a:schemeClr val="tx1">
                  <a:alpha val="0"/>
                </a:scheme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i-FI" sz="3200"/>
          </a:p>
        </p:txBody>
      </p:sp>
      <p:sp>
        <p:nvSpPr>
          <p:cNvPr id="6" name="Suorakulmio 18">
            <a:extLst>
              <a:ext uri="{FF2B5EF4-FFF2-40B4-BE49-F238E27FC236}">
                <a16:creationId xmlns:a16="http://schemas.microsoft.com/office/drawing/2014/main" id="{F3DB60CB-7CD8-4251-0100-D164F2BADC2B}"/>
              </a:ext>
              <a:ext uri="{C183D7F6-B498-43B3-948B-1728B52AA6E4}">
                <adec:decorative xmlns:adec="http://schemas.microsoft.com/office/drawing/2017/decorative" val="1"/>
              </a:ext>
            </a:extLst>
          </p:cNvPr>
          <p:cNvSpPr>
            <a:spLocks noChangeAspect="1"/>
          </p:cNvSpPr>
          <p:nvPr userDrawn="1"/>
        </p:nvSpPr>
        <p:spPr>
          <a:xfrm>
            <a:off x="3131820" y="5825896"/>
            <a:ext cx="2783205" cy="532042"/>
          </a:xfrm>
          <a:prstGeom prst="rect">
            <a:avLst/>
          </a:prstGeom>
          <a:solidFill>
            <a:schemeClr val="tx1">
              <a:alpha val="0"/>
            </a:schemeClr>
          </a:solidFill>
        </p:spPr>
        <p:txBody>
          <a:bodyPr lIns="0" tIns="0" rIns="0" bIns="0" anchor="b">
            <a:noAutofit/>
          </a:bodyPr>
          <a:lstStyle/>
          <a:p>
            <a:pPr algn="l">
              <a:lnSpc>
                <a:spcPct val="90000"/>
              </a:lnSpc>
            </a:pPr>
            <a:r>
              <a:rPr lang="fi-FI" sz="1600" b="0" i="0" noProof="1">
                <a:solidFill>
                  <a:schemeClr val="bg1"/>
                </a:solidFill>
                <a:effectLst/>
                <a:latin typeface="Verdana" panose="020B0604030504040204" pitchFamily="34" charset="0"/>
                <a:ea typeface="Verdana" panose="020B0604030504040204" pitchFamily="34" charset="0"/>
                <a:cs typeface="Segoe UI" panose="020B0502040204020203" pitchFamily="34" charset="0"/>
              </a:rPr>
              <a:t>www.</a:t>
            </a:r>
            <a:r>
              <a:rPr lang="en-FI" sz="1600" b="0" i="0" noProof="1">
                <a:solidFill>
                  <a:schemeClr val="bg1"/>
                </a:solidFill>
                <a:effectLst/>
                <a:latin typeface="Verdana" panose="020B0604030504040204" pitchFamily="34" charset="0"/>
                <a:ea typeface="Verdana" panose="020B0604030504040204" pitchFamily="34" charset="0"/>
                <a:cs typeface="Segoe UI" panose="020B0502040204020203" pitchFamily="34" charset="0"/>
              </a:rPr>
              <a:t>luvn</a:t>
            </a:r>
            <a:r>
              <a:rPr lang="fi-FI" sz="1600" b="0" i="0" noProof="1">
                <a:solidFill>
                  <a:schemeClr val="bg1"/>
                </a:solidFill>
                <a:effectLst/>
                <a:latin typeface="Verdana" panose="020B0604030504040204" pitchFamily="34" charset="0"/>
                <a:ea typeface="Verdana" panose="020B0604030504040204" pitchFamily="34" charset="0"/>
                <a:cs typeface="Segoe UI" panose="020B0502040204020203" pitchFamily="34" charset="0"/>
              </a:rPr>
              <a:t>.fi</a:t>
            </a:r>
            <a:endParaRPr lang="fi-FI" sz="1600" b="0" i="0" noProof="1">
              <a:solidFill>
                <a:schemeClr val="bg1"/>
              </a:solidFill>
              <a:latin typeface="Verdana" panose="020B0604030504040204" pitchFamily="34" charset="0"/>
              <a:ea typeface="Verdana" panose="020B0604030504040204" pitchFamily="34" charset="0"/>
              <a:cs typeface="Segoe UI" panose="020B0502040204020203" pitchFamily="34" charset="0"/>
            </a:endParaRPr>
          </a:p>
        </p:txBody>
      </p:sp>
      <p:pic>
        <p:nvPicPr>
          <p:cNvPr id="7" name="Kuva 6">
            <a:extLst>
              <a:ext uri="{FF2B5EF4-FFF2-40B4-BE49-F238E27FC236}">
                <a16:creationId xmlns:a16="http://schemas.microsoft.com/office/drawing/2014/main" id="{154637DA-AFC4-D9F0-0E67-2871E41C3D01}"/>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547369" y="6031189"/>
            <a:ext cx="288000" cy="288000"/>
          </a:xfrm>
          <a:prstGeom prst="rect">
            <a:avLst/>
          </a:prstGeom>
        </p:spPr>
      </p:pic>
      <p:pic>
        <p:nvPicPr>
          <p:cNvPr id="11" name="Kuva 10">
            <a:extLst>
              <a:ext uri="{FF2B5EF4-FFF2-40B4-BE49-F238E27FC236}">
                <a16:creationId xmlns:a16="http://schemas.microsoft.com/office/drawing/2014/main" id="{0471DB1A-8B80-45D5-3E33-7DE499D93DFF}"/>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16794" y="6031189"/>
            <a:ext cx="288000" cy="288000"/>
          </a:xfrm>
          <a:prstGeom prst="rect">
            <a:avLst/>
          </a:prstGeom>
        </p:spPr>
      </p:pic>
      <p:sp>
        <p:nvSpPr>
          <p:cNvPr id="8" name="Kuva 4">
            <a:extLst>
              <a:ext uri="{FF2B5EF4-FFF2-40B4-BE49-F238E27FC236}">
                <a16:creationId xmlns:a16="http://schemas.microsoft.com/office/drawing/2014/main" id="{03E09D78-E84A-3DFA-EB1B-4A72D50DF6E0}"/>
              </a:ext>
            </a:extLst>
          </p:cNvPr>
          <p:cNvSpPr>
            <a:spLocks noChangeAspect="1"/>
          </p:cNvSpPr>
          <p:nvPr userDrawn="1"/>
        </p:nvSpPr>
        <p:spPr>
          <a:xfrm>
            <a:off x="1953678" y="6028026"/>
            <a:ext cx="288000" cy="294327"/>
          </a:xfrm>
          <a:custGeom>
            <a:avLst/>
            <a:gdLst>
              <a:gd name="connsiteX0" fmla="*/ 3994869 w 6712616"/>
              <a:gd name="connsiteY0" fmla="*/ 2904749 h 6860069"/>
              <a:gd name="connsiteX1" fmla="*/ 6493788 w 6712616"/>
              <a:gd name="connsiteY1" fmla="*/ 0 h 6860069"/>
              <a:gd name="connsiteX2" fmla="*/ 5901628 w 6712616"/>
              <a:gd name="connsiteY2" fmla="*/ 0 h 6860069"/>
              <a:gd name="connsiteX3" fmla="*/ 3731848 w 6712616"/>
              <a:gd name="connsiteY3" fmla="*/ 2522189 h 6860069"/>
              <a:gd name="connsiteX4" fmla="*/ 1998833 w 6712616"/>
              <a:gd name="connsiteY4" fmla="*/ 0 h 6860069"/>
              <a:gd name="connsiteX5" fmla="*/ 0 w 6712616"/>
              <a:gd name="connsiteY5" fmla="*/ 0 h 6860069"/>
              <a:gd name="connsiteX6" fmla="*/ 2620640 w 6712616"/>
              <a:gd name="connsiteY6" fmla="*/ 3813966 h 6860069"/>
              <a:gd name="connsiteX7" fmla="*/ 0 w 6712616"/>
              <a:gd name="connsiteY7" fmla="*/ 6860070 h 6860069"/>
              <a:gd name="connsiteX8" fmla="*/ 592216 w 6712616"/>
              <a:gd name="connsiteY8" fmla="*/ 6860070 h 6860069"/>
              <a:gd name="connsiteX9" fmla="*/ 2883604 w 6712616"/>
              <a:gd name="connsiteY9" fmla="*/ 4196581 h 6860069"/>
              <a:gd name="connsiteX10" fmla="*/ 4713784 w 6712616"/>
              <a:gd name="connsiteY10" fmla="*/ 6860070 h 6860069"/>
              <a:gd name="connsiteX11" fmla="*/ 6712617 w 6712616"/>
              <a:gd name="connsiteY11" fmla="*/ 6860070 h 6860069"/>
              <a:gd name="connsiteX12" fmla="*/ 3994813 w 6712616"/>
              <a:gd name="connsiteY12" fmla="*/ 2904749 h 6860069"/>
              <a:gd name="connsiteX13" fmla="*/ 3994981 w 6712616"/>
              <a:gd name="connsiteY13" fmla="*/ 2904749 h 6860069"/>
              <a:gd name="connsiteX14" fmla="*/ 3183768 w 6712616"/>
              <a:gd name="connsiteY14" fmla="*/ 3847584 h 6860069"/>
              <a:gd name="connsiteX15" fmla="*/ 2918230 w 6712616"/>
              <a:gd name="connsiteY15" fmla="*/ 3467821 h 6860069"/>
              <a:gd name="connsiteX16" fmla="*/ 805563 w 6712616"/>
              <a:gd name="connsiteY16" fmla="*/ 445770 h 6860069"/>
              <a:gd name="connsiteX17" fmla="*/ 1715115 w 6712616"/>
              <a:gd name="connsiteY17" fmla="*/ 445770 h 6860069"/>
              <a:gd name="connsiteX18" fmla="*/ 3420106 w 6712616"/>
              <a:gd name="connsiteY18" fmla="*/ 2884611 h 6860069"/>
              <a:gd name="connsiteX19" fmla="*/ 3685644 w 6712616"/>
              <a:gd name="connsiteY19" fmla="*/ 3264375 h 6860069"/>
              <a:gd name="connsiteX20" fmla="*/ 5901907 w 6712616"/>
              <a:gd name="connsiteY20" fmla="*/ 6434494 h 6860069"/>
              <a:gd name="connsiteX21" fmla="*/ 4992356 w 6712616"/>
              <a:gd name="connsiteY21" fmla="*/ 6434494 h 6860069"/>
              <a:gd name="connsiteX22" fmla="*/ 3183824 w 6712616"/>
              <a:gd name="connsiteY22" fmla="*/ 3847640 h 6860069"/>
              <a:gd name="connsiteX23" fmla="*/ 3183824 w 6712616"/>
              <a:gd name="connsiteY23" fmla="*/ 3847472 h 6860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712616" h="6860069">
                <a:moveTo>
                  <a:pt x="3994869" y="2904749"/>
                </a:moveTo>
                <a:lnTo>
                  <a:pt x="6493788" y="0"/>
                </a:lnTo>
                <a:lnTo>
                  <a:pt x="5901628" y="0"/>
                </a:lnTo>
                <a:lnTo>
                  <a:pt x="3731848" y="2522189"/>
                </a:lnTo>
                <a:lnTo>
                  <a:pt x="1998833" y="0"/>
                </a:lnTo>
                <a:lnTo>
                  <a:pt x="0" y="0"/>
                </a:lnTo>
                <a:lnTo>
                  <a:pt x="2620640" y="3813966"/>
                </a:lnTo>
                <a:lnTo>
                  <a:pt x="0" y="6860070"/>
                </a:lnTo>
                <a:lnTo>
                  <a:pt x="592216" y="6860070"/>
                </a:lnTo>
                <a:lnTo>
                  <a:pt x="2883604" y="4196581"/>
                </a:lnTo>
                <a:lnTo>
                  <a:pt x="4713784" y="6860070"/>
                </a:lnTo>
                <a:lnTo>
                  <a:pt x="6712617" y="6860070"/>
                </a:lnTo>
                <a:lnTo>
                  <a:pt x="3994813" y="2904749"/>
                </a:lnTo>
                <a:lnTo>
                  <a:pt x="3994981" y="2904749"/>
                </a:lnTo>
                <a:close/>
                <a:moveTo>
                  <a:pt x="3183768" y="3847584"/>
                </a:moveTo>
                <a:lnTo>
                  <a:pt x="2918230" y="3467821"/>
                </a:lnTo>
                <a:lnTo>
                  <a:pt x="805563" y="445770"/>
                </a:lnTo>
                <a:lnTo>
                  <a:pt x="1715115" y="445770"/>
                </a:lnTo>
                <a:lnTo>
                  <a:pt x="3420106" y="2884611"/>
                </a:lnTo>
                <a:lnTo>
                  <a:pt x="3685644" y="3264375"/>
                </a:lnTo>
                <a:lnTo>
                  <a:pt x="5901907" y="6434494"/>
                </a:lnTo>
                <a:lnTo>
                  <a:pt x="4992356" y="6434494"/>
                </a:lnTo>
                <a:lnTo>
                  <a:pt x="3183824" y="3847640"/>
                </a:lnTo>
                <a:lnTo>
                  <a:pt x="3183824" y="3847472"/>
                </a:lnTo>
                <a:close/>
              </a:path>
            </a:pathLst>
          </a:custGeom>
          <a:solidFill>
            <a:schemeClr val="bg1"/>
          </a:solidFill>
          <a:ln w="5588" cap="flat">
            <a:noFill/>
            <a:prstDash val="solid"/>
            <a:miter/>
          </a:ln>
        </p:spPr>
        <p:txBody>
          <a:bodyPr rtlCol="0" anchor="ctr"/>
          <a:lstStyle/>
          <a:p>
            <a:endParaRPr lang="fi-FI"/>
          </a:p>
        </p:txBody>
      </p:sp>
      <p:pic>
        <p:nvPicPr>
          <p:cNvPr id="14" name="Kuva 13" descr="LinkedIn-ikoni.">
            <a:extLst>
              <a:ext uri="{FF2B5EF4-FFF2-40B4-BE49-F238E27FC236}">
                <a16:creationId xmlns:a16="http://schemas.microsoft.com/office/drawing/2014/main" id="{586F233C-E119-26D8-EF08-CF35BCAEED0C}"/>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1488609" y="6031190"/>
            <a:ext cx="287999" cy="287999"/>
          </a:xfrm>
          <a:prstGeom prst="rect">
            <a:avLst/>
          </a:prstGeom>
        </p:spPr>
      </p:pic>
      <p:pic>
        <p:nvPicPr>
          <p:cNvPr id="15" name="Kuva 14" descr="Youtube-ikoni.">
            <a:extLst>
              <a:ext uri="{FF2B5EF4-FFF2-40B4-BE49-F238E27FC236}">
                <a16:creationId xmlns:a16="http://schemas.microsoft.com/office/drawing/2014/main" id="{2514CFF2-CD9F-870D-9DDB-C0DCE3C2F422}"/>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2418747" y="6031189"/>
            <a:ext cx="403198" cy="288000"/>
          </a:xfrm>
          <a:prstGeom prst="rect">
            <a:avLst/>
          </a:prstGeom>
        </p:spPr>
      </p:pic>
      <p:pic>
        <p:nvPicPr>
          <p:cNvPr id="17" name="Graphic 4" descr="Länsi-Uudenmaan hyvinvointialueen tunnus.">
            <a:extLst>
              <a:ext uri="{FF2B5EF4-FFF2-40B4-BE49-F238E27FC236}">
                <a16:creationId xmlns:a16="http://schemas.microsoft.com/office/drawing/2014/main" id="{9FAE5886-9166-AA8C-05CB-30EF54597209}"/>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539750" y="539750"/>
            <a:ext cx="4272631" cy="540000"/>
          </a:xfrm>
          <a:prstGeom prst="rect">
            <a:avLst/>
          </a:prstGeom>
        </p:spPr>
      </p:pic>
      <p:sp>
        <p:nvSpPr>
          <p:cNvPr id="18" name="Päivämäärän paikkamerkki 17">
            <a:extLst>
              <a:ext uri="{FF2B5EF4-FFF2-40B4-BE49-F238E27FC236}">
                <a16:creationId xmlns:a16="http://schemas.microsoft.com/office/drawing/2014/main" id="{0A9E179D-FA64-3A05-2867-B4432A6AF540}"/>
              </a:ext>
            </a:extLst>
          </p:cNvPr>
          <p:cNvSpPr>
            <a:spLocks noGrp="1"/>
          </p:cNvSpPr>
          <p:nvPr>
            <p:ph type="dt" sz="half" idx="10"/>
          </p:nvPr>
        </p:nvSpPr>
        <p:spPr/>
        <p:txBody>
          <a:bodyPr/>
          <a:lstStyle>
            <a:lvl1pPr>
              <a:defRPr>
                <a:solidFill>
                  <a:schemeClr val="bg1"/>
                </a:solidFill>
              </a:defRPr>
            </a:lvl1pPr>
          </a:lstStyle>
          <a:p>
            <a:fld id="{2D890117-4CCF-45D4-9D20-F983783C0E48}" type="datetime1">
              <a:rPr lang="fi-FI" smtClean="0"/>
              <a:pPr/>
              <a:t>14.10.2026</a:t>
            </a:fld>
            <a:endParaRPr lang="fi-FI"/>
          </a:p>
        </p:txBody>
      </p:sp>
      <p:sp>
        <p:nvSpPr>
          <p:cNvPr id="20" name="Alatunnisteen paikkamerkki 19">
            <a:extLst>
              <a:ext uri="{FF2B5EF4-FFF2-40B4-BE49-F238E27FC236}">
                <a16:creationId xmlns:a16="http://schemas.microsoft.com/office/drawing/2014/main" id="{FFA42971-7BBD-DCE3-F119-CF7A42BB6863}"/>
              </a:ext>
            </a:extLst>
          </p:cNvPr>
          <p:cNvSpPr>
            <a:spLocks noGrp="1"/>
          </p:cNvSpPr>
          <p:nvPr>
            <p:ph type="ftr" sz="quarter" idx="11"/>
          </p:nvPr>
        </p:nvSpPr>
        <p:spPr>
          <a:xfrm>
            <a:off x="5915026" y="6318251"/>
            <a:ext cx="3047648" cy="365125"/>
          </a:xfrm>
        </p:spPr>
        <p:txBody>
          <a:bodyPr/>
          <a:lstStyle>
            <a:lvl1pPr>
              <a:defRPr>
                <a:solidFill>
                  <a:schemeClr val="bg1"/>
                </a:solidFill>
              </a:defRPr>
            </a:lvl1pPr>
          </a:lstStyle>
          <a:p>
            <a:endParaRPr lang="fi-FI"/>
          </a:p>
        </p:txBody>
      </p:sp>
      <p:sp>
        <p:nvSpPr>
          <p:cNvPr id="21" name="Dian numeron paikkamerkki 20">
            <a:extLst>
              <a:ext uri="{FF2B5EF4-FFF2-40B4-BE49-F238E27FC236}">
                <a16:creationId xmlns:a16="http://schemas.microsoft.com/office/drawing/2014/main" id="{1E9B50A1-E167-1983-F60F-6DE40282D910}"/>
              </a:ext>
            </a:extLst>
          </p:cNvPr>
          <p:cNvSpPr>
            <a:spLocks noGrp="1"/>
          </p:cNvSpPr>
          <p:nvPr>
            <p:ph type="sldNum" sz="quarter" idx="12"/>
          </p:nvPr>
        </p:nvSpPr>
        <p:spPr/>
        <p:txBody>
          <a:bodyPr/>
          <a:lstStyle>
            <a:lvl1pPr>
              <a:defRPr>
                <a:solidFill>
                  <a:schemeClr val="bg1"/>
                </a:solidFill>
              </a:defRPr>
            </a:lvl1pPr>
          </a:lstStyle>
          <a:p>
            <a:fld id="{07F0CC26-4241-4995-BDB3-9E0D3B0C702B}" type="slidenum">
              <a:rPr lang="fi-FI" smtClean="0"/>
              <a:pPr/>
              <a:t>‹#›</a:t>
            </a:fld>
            <a:endParaRPr lang="fi-FI"/>
          </a:p>
        </p:txBody>
      </p:sp>
      <p:sp>
        <p:nvSpPr>
          <p:cNvPr id="22" name="Otsikko 21">
            <a:extLst>
              <a:ext uri="{FF2B5EF4-FFF2-40B4-BE49-F238E27FC236}">
                <a16:creationId xmlns:a16="http://schemas.microsoft.com/office/drawing/2014/main" id="{EB120490-DF27-3CD2-F086-FC6C93992A02}"/>
              </a:ext>
            </a:extLst>
          </p:cNvPr>
          <p:cNvSpPr>
            <a:spLocks noGrp="1"/>
          </p:cNvSpPr>
          <p:nvPr>
            <p:ph type="title"/>
          </p:nvPr>
        </p:nvSpPr>
        <p:spPr>
          <a:xfrm>
            <a:off x="539750" y="1422399"/>
            <a:ext cx="5735637" cy="2293939"/>
          </a:xfrm>
        </p:spPr>
        <p:txBody>
          <a:bodyPr/>
          <a:lstStyle>
            <a:lvl1pPr>
              <a:defRPr sz="4400">
                <a:solidFill>
                  <a:schemeClr val="bg1"/>
                </a:solidFill>
              </a:defRPr>
            </a:lvl1pPr>
          </a:lstStyle>
          <a:p>
            <a:r>
              <a:rPr lang="fi-FI"/>
              <a:t>Muokkaa ots. perustyyl. napsautt.</a:t>
            </a:r>
          </a:p>
        </p:txBody>
      </p:sp>
    </p:spTree>
    <p:extLst>
      <p:ext uri="{BB962C8B-B14F-4D97-AF65-F5344CB8AC3E}">
        <p14:creationId xmlns:p14="http://schemas.microsoft.com/office/powerpoint/2010/main" val="210687195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Lopetussivu Leima ja Kuva">
    <p:bg>
      <p:bgPr>
        <a:solidFill>
          <a:schemeClr val="bg2"/>
        </a:solidFill>
        <a:effectLst/>
      </p:bgPr>
    </p:bg>
    <p:spTree>
      <p:nvGrpSpPr>
        <p:cNvPr id="1" name=""/>
        <p:cNvGrpSpPr/>
        <p:nvPr/>
      </p:nvGrpSpPr>
      <p:grpSpPr>
        <a:xfrm>
          <a:off x="0" y="0"/>
          <a:ext cx="0" cy="0"/>
          <a:chOff x="0" y="0"/>
          <a:chExt cx="0" cy="0"/>
        </a:xfrm>
      </p:grpSpPr>
      <p:sp>
        <p:nvSpPr>
          <p:cNvPr id="2" name="Suorakulmio 1">
            <a:extLst>
              <a:ext uri="{FF2B5EF4-FFF2-40B4-BE49-F238E27FC236}">
                <a16:creationId xmlns:a16="http://schemas.microsoft.com/office/drawing/2014/main" id="{B8B68E7B-2BC3-2745-8179-56C5898B253C}"/>
              </a:ext>
              <a:ext uri="{C183D7F6-B498-43B3-948B-1728B52AA6E4}">
                <adec:decorative xmlns:adec="http://schemas.microsoft.com/office/drawing/2017/decorative" val="1"/>
              </a:ext>
            </a:extLst>
          </p:cNvPr>
          <p:cNvSpPr/>
          <p:nvPr userDrawn="1"/>
        </p:nvSpPr>
        <p:spPr>
          <a:xfrm rot="5400000">
            <a:off x="-331470" y="331469"/>
            <a:ext cx="6858000" cy="6195061"/>
          </a:xfrm>
          <a:prstGeom prst="rect">
            <a:avLst/>
          </a:prstGeom>
          <a:gradFill>
            <a:gsLst>
              <a:gs pos="100000">
                <a:schemeClr val="bg1"/>
              </a:gs>
              <a:gs pos="24000">
                <a:schemeClr val="bg1">
                  <a:alpha val="0"/>
                </a:schemeClr>
              </a:gs>
            </a:gsLst>
            <a:lin ang="4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i-FI" sz="3200"/>
          </a:p>
        </p:txBody>
      </p:sp>
      <p:sp>
        <p:nvSpPr>
          <p:cNvPr id="3" name="Suorakulmio 2">
            <a:extLst>
              <a:ext uri="{FF2B5EF4-FFF2-40B4-BE49-F238E27FC236}">
                <a16:creationId xmlns:a16="http://schemas.microsoft.com/office/drawing/2014/main" id="{097090AD-F0BE-05F2-E230-5F98AF704108}"/>
              </a:ext>
              <a:ext uri="{C183D7F6-B498-43B3-948B-1728B52AA6E4}">
                <adec:decorative xmlns:adec="http://schemas.microsoft.com/office/drawing/2017/decorative" val="1"/>
              </a:ext>
            </a:extLst>
          </p:cNvPr>
          <p:cNvSpPr/>
          <p:nvPr userDrawn="1"/>
        </p:nvSpPr>
        <p:spPr>
          <a:xfrm rot="4402027">
            <a:off x="-3560089" y="671176"/>
            <a:ext cx="9284544" cy="6049049"/>
          </a:xfrm>
          <a:prstGeom prst="rect">
            <a:avLst/>
          </a:prstGeom>
          <a:gradFill>
            <a:gsLst>
              <a:gs pos="0">
                <a:schemeClr val="bg1">
                  <a:alpha val="0"/>
                </a:schemeClr>
              </a:gs>
              <a:gs pos="100000">
                <a:schemeClr val="bg1">
                  <a:alpha val="0"/>
                </a:schemeClr>
              </a:gs>
            </a:gsLst>
            <a:lin ang="48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i-FI" sz="3200"/>
          </a:p>
        </p:txBody>
      </p:sp>
      <p:pic>
        <p:nvPicPr>
          <p:cNvPr id="7" name="Kuva 6" descr="Länsi-Uudenmaan hyvinvointialueen ympyränmuotoinen leimasintunnus, teksti: Jotta länsiuusimaalaiset voivat hyvin.">
            <a:extLst>
              <a:ext uri="{FF2B5EF4-FFF2-40B4-BE49-F238E27FC236}">
                <a16:creationId xmlns:a16="http://schemas.microsoft.com/office/drawing/2014/main" id="{3A8BC66B-D146-4548-F1A8-73144B3DCF97}"/>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539750" y="539750"/>
            <a:ext cx="2362032" cy="2422020"/>
          </a:xfrm>
          <a:prstGeom prst="rect">
            <a:avLst/>
          </a:prstGeom>
        </p:spPr>
      </p:pic>
      <p:pic>
        <p:nvPicPr>
          <p:cNvPr id="4" name="Graphic 4" descr="Länsi-Uudenmaan hyvinvointialueen tunnus.">
            <a:extLst>
              <a:ext uri="{FF2B5EF4-FFF2-40B4-BE49-F238E27FC236}">
                <a16:creationId xmlns:a16="http://schemas.microsoft.com/office/drawing/2014/main" id="{A099D704-F6D0-C049-BBA5-2B722BAEDD2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39750" y="6027738"/>
            <a:ext cx="3473451" cy="438995"/>
          </a:xfrm>
          <a:prstGeom prst="rect">
            <a:avLst/>
          </a:prstGeom>
        </p:spPr>
      </p:pic>
      <p:sp>
        <p:nvSpPr>
          <p:cNvPr id="5" name="Otsikko 4">
            <a:extLst>
              <a:ext uri="{FF2B5EF4-FFF2-40B4-BE49-F238E27FC236}">
                <a16:creationId xmlns:a16="http://schemas.microsoft.com/office/drawing/2014/main" id="{997A7363-BDCF-B638-A8EB-3C2EF77D8885}"/>
              </a:ext>
            </a:extLst>
          </p:cNvPr>
          <p:cNvSpPr>
            <a:spLocks noGrp="1"/>
          </p:cNvSpPr>
          <p:nvPr>
            <p:ph type="title"/>
          </p:nvPr>
        </p:nvSpPr>
        <p:spPr>
          <a:xfrm>
            <a:off x="539751" y="-1030289"/>
            <a:ext cx="11110300" cy="866776"/>
          </a:xfrm>
        </p:spPr>
        <p:txBody>
          <a:bodyPr/>
          <a:lstStyle>
            <a:lvl1pPr>
              <a:defRPr>
                <a:solidFill>
                  <a:schemeClr val="accent1"/>
                </a:solidFill>
              </a:defRPr>
            </a:lvl1pPr>
          </a:lstStyle>
          <a:p>
            <a:r>
              <a:rPr lang="fi-FI"/>
              <a:t>Muokkaa ots. perustyyl. napsautt.</a:t>
            </a:r>
          </a:p>
        </p:txBody>
      </p:sp>
      <p:sp>
        <p:nvSpPr>
          <p:cNvPr id="6" name="Päivämäärän paikkamerkki 5">
            <a:extLst>
              <a:ext uri="{FF2B5EF4-FFF2-40B4-BE49-F238E27FC236}">
                <a16:creationId xmlns:a16="http://schemas.microsoft.com/office/drawing/2014/main" id="{D4170F2F-CDD2-F9B1-60EB-61C7AC66F41F}"/>
              </a:ext>
            </a:extLst>
          </p:cNvPr>
          <p:cNvSpPr>
            <a:spLocks noGrp="1"/>
          </p:cNvSpPr>
          <p:nvPr>
            <p:ph type="dt" sz="half" idx="10"/>
          </p:nvPr>
        </p:nvSpPr>
        <p:spPr/>
        <p:txBody>
          <a:bodyPr/>
          <a:lstStyle/>
          <a:p>
            <a:fld id="{2D890117-4CCF-45D4-9D20-F983783C0E48}" type="datetime1">
              <a:rPr lang="fi-FI" smtClean="0"/>
              <a:t>14.10.2026</a:t>
            </a:fld>
            <a:endParaRPr lang="fi-FI"/>
          </a:p>
        </p:txBody>
      </p:sp>
      <p:sp>
        <p:nvSpPr>
          <p:cNvPr id="8" name="Alatunnisteen paikkamerkki 7">
            <a:extLst>
              <a:ext uri="{FF2B5EF4-FFF2-40B4-BE49-F238E27FC236}">
                <a16:creationId xmlns:a16="http://schemas.microsoft.com/office/drawing/2014/main" id="{C7044A52-03A9-1691-E11D-C545213C7837}"/>
              </a:ext>
            </a:extLst>
          </p:cNvPr>
          <p:cNvSpPr>
            <a:spLocks noGrp="1"/>
          </p:cNvSpPr>
          <p:nvPr>
            <p:ph type="ftr" sz="quarter" idx="11"/>
          </p:nvPr>
        </p:nvSpPr>
        <p:spPr>
          <a:xfrm>
            <a:off x="5915024" y="6318251"/>
            <a:ext cx="4448175" cy="365125"/>
          </a:xfrm>
        </p:spPr>
        <p:txBody>
          <a:bodyPr/>
          <a:lstStyle/>
          <a:p>
            <a:endParaRPr lang="fi-FI"/>
          </a:p>
        </p:txBody>
      </p:sp>
      <p:sp>
        <p:nvSpPr>
          <p:cNvPr id="9" name="Dian numeron paikkamerkki 8">
            <a:extLst>
              <a:ext uri="{FF2B5EF4-FFF2-40B4-BE49-F238E27FC236}">
                <a16:creationId xmlns:a16="http://schemas.microsoft.com/office/drawing/2014/main" id="{578B4022-0755-849B-D237-EA0B295C4FFD}"/>
              </a:ext>
            </a:extLst>
          </p:cNvPr>
          <p:cNvSpPr>
            <a:spLocks noGrp="1"/>
          </p:cNvSpPr>
          <p:nvPr>
            <p:ph type="sldNum" sz="quarter" idx="12"/>
          </p:nvPr>
        </p:nvSpPr>
        <p:spPr/>
        <p:txBody>
          <a:bodyPr/>
          <a:lstStyle/>
          <a:p>
            <a:fld id="{07F0CC26-4241-4995-BDB3-9E0D3B0C702B}" type="slidenum">
              <a:rPr lang="fi-FI" smtClean="0"/>
              <a:pPr/>
              <a:t>‹#›</a:t>
            </a:fld>
            <a:endParaRPr lang="fi-FI"/>
          </a:p>
        </p:txBody>
      </p:sp>
    </p:spTree>
    <p:extLst>
      <p:ext uri="{BB962C8B-B14F-4D97-AF65-F5344CB8AC3E}">
        <p14:creationId xmlns:p14="http://schemas.microsoft.com/office/powerpoint/2010/main" val="242114717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Lopetussivu Väritaustalla">
    <p:bg>
      <p:bgPr>
        <a:solidFill>
          <a:schemeClr val="accent1"/>
        </a:solidFill>
        <a:effectLst/>
      </p:bgPr>
    </p:bg>
    <p:spTree>
      <p:nvGrpSpPr>
        <p:cNvPr id="1" name=""/>
        <p:cNvGrpSpPr/>
        <p:nvPr/>
      </p:nvGrpSpPr>
      <p:grpSpPr>
        <a:xfrm>
          <a:off x="0" y="0"/>
          <a:ext cx="0" cy="0"/>
          <a:chOff x="0" y="0"/>
          <a:chExt cx="0" cy="0"/>
        </a:xfrm>
      </p:grpSpPr>
      <p:sp>
        <p:nvSpPr>
          <p:cNvPr id="9" name="Otsikko 8">
            <a:extLst>
              <a:ext uri="{FF2B5EF4-FFF2-40B4-BE49-F238E27FC236}">
                <a16:creationId xmlns:a16="http://schemas.microsoft.com/office/drawing/2014/main" id="{2DC5F32E-F837-F801-E03E-33127A733CCF}"/>
              </a:ext>
            </a:extLst>
          </p:cNvPr>
          <p:cNvSpPr>
            <a:spLocks noGrp="1"/>
          </p:cNvSpPr>
          <p:nvPr userDrawn="1">
            <p:ph type="title"/>
          </p:nvPr>
        </p:nvSpPr>
        <p:spPr>
          <a:xfrm>
            <a:off x="539751" y="1984375"/>
            <a:ext cx="11110300" cy="866776"/>
          </a:xfrm>
        </p:spPr>
        <p:txBody>
          <a:bodyPr/>
          <a:lstStyle>
            <a:lvl1pPr>
              <a:defRPr sz="4400">
                <a:solidFill>
                  <a:schemeClr val="bg1"/>
                </a:solidFill>
              </a:defRPr>
            </a:lvl1pPr>
          </a:lstStyle>
          <a:p>
            <a:r>
              <a:rPr lang="fi-FI"/>
              <a:t>Muokkaa ots. perustyyl. napsautt.</a:t>
            </a:r>
          </a:p>
        </p:txBody>
      </p:sp>
      <p:sp>
        <p:nvSpPr>
          <p:cNvPr id="13" name="Vapaamuotoinen: Muoto 12" descr="Länsi-Uudenmaan hyvinvointialueen tunnus.">
            <a:extLst>
              <a:ext uri="{FF2B5EF4-FFF2-40B4-BE49-F238E27FC236}">
                <a16:creationId xmlns:a16="http://schemas.microsoft.com/office/drawing/2014/main" id="{A5CE971C-43C2-C93D-1E4F-9FAFA4E5A127}"/>
              </a:ext>
            </a:extLst>
          </p:cNvPr>
          <p:cNvSpPr>
            <a:spLocks noChangeAspect="1"/>
          </p:cNvSpPr>
          <p:nvPr userDrawn="1"/>
        </p:nvSpPr>
        <p:spPr>
          <a:xfrm>
            <a:off x="547369" y="546240"/>
            <a:ext cx="4243160" cy="540000"/>
          </a:xfrm>
          <a:custGeom>
            <a:avLst/>
            <a:gdLst>
              <a:gd name="connsiteX0" fmla="*/ 1690184 w 2906005"/>
              <a:gd name="connsiteY0" fmla="*/ 254217 h 369828"/>
              <a:gd name="connsiteX1" fmla="*/ 1678333 w 2906005"/>
              <a:gd name="connsiteY1" fmla="*/ 257373 h 369828"/>
              <a:gd name="connsiteX2" fmla="*/ 1669509 w 2906005"/>
              <a:gd name="connsiteY2" fmla="*/ 266519 h 369828"/>
              <a:gd name="connsiteX3" fmla="*/ 1666160 w 2906005"/>
              <a:gd name="connsiteY3" fmla="*/ 280753 h 369828"/>
              <a:gd name="connsiteX4" fmla="*/ 1669509 w 2906005"/>
              <a:gd name="connsiteY4" fmla="*/ 295180 h 369828"/>
              <a:gd name="connsiteX5" fmla="*/ 1678397 w 2906005"/>
              <a:gd name="connsiteY5" fmla="*/ 304648 h 369828"/>
              <a:gd name="connsiteX6" fmla="*/ 1690184 w 2906005"/>
              <a:gd name="connsiteY6" fmla="*/ 307933 h 369828"/>
              <a:gd name="connsiteX7" fmla="*/ 1702228 w 2906005"/>
              <a:gd name="connsiteY7" fmla="*/ 304713 h 369828"/>
              <a:gd name="connsiteX8" fmla="*/ 1711116 w 2906005"/>
              <a:gd name="connsiteY8" fmla="*/ 295502 h 369828"/>
              <a:gd name="connsiteX9" fmla="*/ 1714401 w 2906005"/>
              <a:gd name="connsiteY9" fmla="*/ 281075 h 369828"/>
              <a:gd name="connsiteX10" fmla="*/ 1711116 w 2906005"/>
              <a:gd name="connsiteY10" fmla="*/ 266648 h 369828"/>
              <a:gd name="connsiteX11" fmla="*/ 1702228 w 2906005"/>
              <a:gd name="connsiteY11" fmla="*/ 257437 h 369828"/>
              <a:gd name="connsiteX12" fmla="*/ 1690184 w 2906005"/>
              <a:gd name="connsiteY12" fmla="*/ 254217 h 369828"/>
              <a:gd name="connsiteX13" fmla="*/ 1476028 w 2906005"/>
              <a:gd name="connsiteY13" fmla="*/ 254217 h 369828"/>
              <a:gd name="connsiteX14" fmla="*/ 1464177 w 2906005"/>
              <a:gd name="connsiteY14" fmla="*/ 257373 h 369828"/>
              <a:gd name="connsiteX15" fmla="*/ 1455353 w 2906005"/>
              <a:gd name="connsiteY15" fmla="*/ 266519 h 369828"/>
              <a:gd name="connsiteX16" fmla="*/ 1452004 w 2906005"/>
              <a:gd name="connsiteY16" fmla="*/ 280753 h 369828"/>
              <a:gd name="connsiteX17" fmla="*/ 1455353 w 2906005"/>
              <a:gd name="connsiteY17" fmla="*/ 295180 h 369828"/>
              <a:gd name="connsiteX18" fmla="*/ 1464241 w 2906005"/>
              <a:gd name="connsiteY18" fmla="*/ 304648 h 369828"/>
              <a:gd name="connsiteX19" fmla="*/ 1476028 w 2906005"/>
              <a:gd name="connsiteY19" fmla="*/ 307933 h 369828"/>
              <a:gd name="connsiteX20" fmla="*/ 1488072 w 2906005"/>
              <a:gd name="connsiteY20" fmla="*/ 304713 h 369828"/>
              <a:gd name="connsiteX21" fmla="*/ 1496960 w 2906005"/>
              <a:gd name="connsiteY21" fmla="*/ 295502 h 369828"/>
              <a:gd name="connsiteX22" fmla="*/ 1500245 w 2906005"/>
              <a:gd name="connsiteY22" fmla="*/ 281075 h 369828"/>
              <a:gd name="connsiteX23" fmla="*/ 1496960 w 2906005"/>
              <a:gd name="connsiteY23" fmla="*/ 266648 h 369828"/>
              <a:gd name="connsiteX24" fmla="*/ 1488072 w 2906005"/>
              <a:gd name="connsiteY24" fmla="*/ 257437 h 369828"/>
              <a:gd name="connsiteX25" fmla="*/ 1476028 w 2906005"/>
              <a:gd name="connsiteY25" fmla="*/ 254217 h 369828"/>
              <a:gd name="connsiteX26" fmla="*/ 916520 w 2906005"/>
              <a:gd name="connsiteY26" fmla="*/ 254217 h 369828"/>
              <a:gd name="connsiteX27" fmla="*/ 904669 w 2906005"/>
              <a:gd name="connsiteY27" fmla="*/ 257373 h 369828"/>
              <a:gd name="connsiteX28" fmla="*/ 895845 w 2906005"/>
              <a:gd name="connsiteY28" fmla="*/ 266519 h 369828"/>
              <a:gd name="connsiteX29" fmla="*/ 892496 w 2906005"/>
              <a:gd name="connsiteY29" fmla="*/ 280753 h 369828"/>
              <a:gd name="connsiteX30" fmla="*/ 895845 w 2906005"/>
              <a:gd name="connsiteY30" fmla="*/ 295180 h 369828"/>
              <a:gd name="connsiteX31" fmla="*/ 904733 w 2906005"/>
              <a:gd name="connsiteY31" fmla="*/ 304648 h 369828"/>
              <a:gd name="connsiteX32" fmla="*/ 916520 w 2906005"/>
              <a:gd name="connsiteY32" fmla="*/ 307933 h 369828"/>
              <a:gd name="connsiteX33" fmla="*/ 928564 w 2906005"/>
              <a:gd name="connsiteY33" fmla="*/ 304712 h 369828"/>
              <a:gd name="connsiteX34" fmla="*/ 937452 w 2906005"/>
              <a:gd name="connsiteY34" fmla="*/ 295502 h 369828"/>
              <a:gd name="connsiteX35" fmla="*/ 940737 w 2906005"/>
              <a:gd name="connsiteY35" fmla="*/ 281075 h 369828"/>
              <a:gd name="connsiteX36" fmla="*/ 937452 w 2906005"/>
              <a:gd name="connsiteY36" fmla="*/ 266648 h 369828"/>
              <a:gd name="connsiteX37" fmla="*/ 928564 w 2906005"/>
              <a:gd name="connsiteY37" fmla="*/ 257437 h 369828"/>
              <a:gd name="connsiteX38" fmla="*/ 916520 w 2906005"/>
              <a:gd name="connsiteY38" fmla="*/ 254217 h 369828"/>
              <a:gd name="connsiteX39" fmla="*/ 499416 w 2906005"/>
              <a:gd name="connsiteY39" fmla="*/ 254217 h 369828"/>
              <a:gd name="connsiteX40" fmla="*/ 487565 w 2906005"/>
              <a:gd name="connsiteY40" fmla="*/ 257373 h 369828"/>
              <a:gd name="connsiteX41" fmla="*/ 478741 w 2906005"/>
              <a:gd name="connsiteY41" fmla="*/ 266519 h 369828"/>
              <a:gd name="connsiteX42" fmla="*/ 475392 w 2906005"/>
              <a:gd name="connsiteY42" fmla="*/ 280753 h 369828"/>
              <a:gd name="connsiteX43" fmla="*/ 478741 w 2906005"/>
              <a:gd name="connsiteY43" fmla="*/ 295180 h 369828"/>
              <a:gd name="connsiteX44" fmla="*/ 487629 w 2906005"/>
              <a:gd name="connsiteY44" fmla="*/ 304648 h 369828"/>
              <a:gd name="connsiteX45" fmla="*/ 499416 w 2906005"/>
              <a:gd name="connsiteY45" fmla="*/ 307933 h 369828"/>
              <a:gd name="connsiteX46" fmla="*/ 511460 w 2906005"/>
              <a:gd name="connsiteY46" fmla="*/ 304712 h 369828"/>
              <a:gd name="connsiteX47" fmla="*/ 520348 w 2906005"/>
              <a:gd name="connsiteY47" fmla="*/ 295502 h 369828"/>
              <a:gd name="connsiteX48" fmla="*/ 523633 w 2906005"/>
              <a:gd name="connsiteY48" fmla="*/ 281075 h 369828"/>
              <a:gd name="connsiteX49" fmla="*/ 520348 w 2906005"/>
              <a:gd name="connsiteY49" fmla="*/ 266648 h 369828"/>
              <a:gd name="connsiteX50" fmla="*/ 511460 w 2906005"/>
              <a:gd name="connsiteY50" fmla="*/ 257437 h 369828"/>
              <a:gd name="connsiteX51" fmla="*/ 499416 w 2906005"/>
              <a:gd name="connsiteY51" fmla="*/ 254217 h 369828"/>
              <a:gd name="connsiteX52" fmla="*/ 167717 w 2906005"/>
              <a:gd name="connsiteY52" fmla="*/ 254217 h 369828"/>
              <a:gd name="connsiteX53" fmla="*/ 155866 w 2906005"/>
              <a:gd name="connsiteY53" fmla="*/ 257373 h 369828"/>
              <a:gd name="connsiteX54" fmla="*/ 147042 w 2906005"/>
              <a:gd name="connsiteY54" fmla="*/ 266519 h 369828"/>
              <a:gd name="connsiteX55" fmla="*/ 143693 w 2906005"/>
              <a:gd name="connsiteY55" fmla="*/ 280753 h 369828"/>
              <a:gd name="connsiteX56" fmla="*/ 147042 w 2906005"/>
              <a:gd name="connsiteY56" fmla="*/ 295180 h 369828"/>
              <a:gd name="connsiteX57" fmla="*/ 155930 w 2906005"/>
              <a:gd name="connsiteY57" fmla="*/ 304648 h 369828"/>
              <a:gd name="connsiteX58" fmla="*/ 167717 w 2906005"/>
              <a:gd name="connsiteY58" fmla="*/ 307933 h 369828"/>
              <a:gd name="connsiteX59" fmla="*/ 179761 w 2906005"/>
              <a:gd name="connsiteY59" fmla="*/ 304713 h 369828"/>
              <a:gd name="connsiteX60" fmla="*/ 188649 w 2906005"/>
              <a:gd name="connsiteY60" fmla="*/ 295502 h 369828"/>
              <a:gd name="connsiteX61" fmla="*/ 191934 w 2906005"/>
              <a:gd name="connsiteY61" fmla="*/ 281075 h 369828"/>
              <a:gd name="connsiteX62" fmla="*/ 188649 w 2906005"/>
              <a:gd name="connsiteY62" fmla="*/ 266648 h 369828"/>
              <a:gd name="connsiteX63" fmla="*/ 179761 w 2906005"/>
              <a:gd name="connsiteY63" fmla="*/ 257437 h 369828"/>
              <a:gd name="connsiteX64" fmla="*/ 167717 w 2906005"/>
              <a:gd name="connsiteY64" fmla="*/ 254217 h 369828"/>
              <a:gd name="connsiteX65" fmla="*/ 2525292 w 2906005"/>
              <a:gd name="connsiteY65" fmla="*/ 254216 h 369828"/>
              <a:gd name="connsiteX66" fmla="*/ 2513441 w 2906005"/>
              <a:gd name="connsiteY66" fmla="*/ 257372 h 369828"/>
              <a:gd name="connsiteX67" fmla="*/ 2504617 w 2906005"/>
              <a:gd name="connsiteY67" fmla="*/ 266518 h 369828"/>
              <a:gd name="connsiteX68" fmla="*/ 2501268 w 2906005"/>
              <a:gd name="connsiteY68" fmla="*/ 280752 h 369828"/>
              <a:gd name="connsiteX69" fmla="*/ 2504617 w 2906005"/>
              <a:gd name="connsiteY69" fmla="*/ 295179 h 369828"/>
              <a:gd name="connsiteX70" fmla="*/ 2513505 w 2906005"/>
              <a:gd name="connsiteY70" fmla="*/ 304647 h 369828"/>
              <a:gd name="connsiteX71" fmla="*/ 2525292 w 2906005"/>
              <a:gd name="connsiteY71" fmla="*/ 307932 h 369828"/>
              <a:gd name="connsiteX72" fmla="*/ 2537336 w 2906005"/>
              <a:gd name="connsiteY72" fmla="*/ 304712 h 369828"/>
              <a:gd name="connsiteX73" fmla="*/ 2546224 w 2906005"/>
              <a:gd name="connsiteY73" fmla="*/ 295501 h 369828"/>
              <a:gd name="connsiteX74" fmla="*/ 2549509 w 2906005"/>
              <a:gd name="connsiteY74" fmla="*/ 281074 h 369828"/>
              <a:gd name="connsiteX75" fmla="*/ 2546224 w 2906005"/>
              <a:gd name="connsiteY75" fmla="*/ 266647 h 369828"/>
              <a:gd name="connsiteX76" fmla="*/ 2537336 w 2906005"/>
              <a:gd name="connsiteY76" fmla="*/ 257437 h 369828"/>
              <a:gd name="connsiteX77" fmla="*/ 2525292 w 2906005"/>
              <a:gd name="connsiteY77" fmla="*/ 254216 h 369828"/>
              <a:gd name="connsiteX78" fmla="*/ 2413674 w 2906005"/>
              <a:gd name="connsiteY78" fmla="*/ 254216 h 369828"/>
              <a:gd name="connsiteX79" fmla="*/ 2401823 w 2906005"/>
              <a:gd name="connsiteY79" fmla="*/ 257372 h 369828"/>
              <a:gd name="connsiteX80" fmla="*/ 2392999 w 2906005"/>
              <a:gd name="connsiteY80" fmla="*/ 266518 h 369828"/>
              <a:gd name="connsiteX81" fmla="*/ 2389649 w 2906005"/>
              <a:gd name="connsiteY81" fmla="*/ 280752 h 369828"/>
              <a:gd name="connsiteX82" fmla="*/ 2392999 w 2906005"/>
              <a:gd name="connsiteY82" fmla="*/ 295180 h 369828"/>
              <a:gd name="connsiteX83" fmla="*/ 2401887 w 2906005"/>
              <a:gd name="connsiteY83" fmla="*/ 304647 h 369828"/>
              <a:gd name="connsiteX84" fmla="*/ 2413674 w 2906005"/>
              <a:gd name="connsiteY84" fmla="*/ 307932 h 369828"/>
              <a:gd name="connsiteX85" fmla="*/ 2425718 w 2906005"/>
              <a:gd name="connsiteY85" fmla="*/ 304712 h 369828"/>
              <a:gd name="connsiteX86" fmla="*/ 2434606 w 2906005"/>
              <a:gd name="connsiteY86" fmla="*/ 295502 h 369828"/>
              <a:gd name="connsiteX87" fmla="*/ 2437891 w 2906005"/>
              <a:gd name="connsiteY87" fmla="*/ 281074 h 369828"/>
              <a:gd name="connsiteX88" fmla="*/ 2434606 w 2906005"/>
              <a:gd name="connsiteY88" fmla="*/ 266647 h 369828"/>
              <a:gd name="connsiteX89" fmla="*/ 2425718 w 2906005"/>
              <a:gd name="connsiteY89" fmla="*/ 257437 h 369828"/>
              <a:gd name="connsiteX90" fmla="*/ 2413674 w 2906005"/>
              <a:gd name="connsiteY90" fmla="*/ 254216 h 369828"/>
              <a:gd name="connsiteX91" fmla="*/ 1868335 w 2906005"/>
              <a:gd name="connsiteY91" fmla="*/ 254216 h 369828"/>
              <a:gd name="connsiteX92" fmla="*/ 1856484 w 2906005"/>
              <a:gd name="connsiteY92" fmla="*/ 257372 h 369828"/>
              <a:gd name="connsiteX93" fmla="*/ 1847660 w 2906005"/>
              <a:gd name="connsiteY93" fmla="*/ 266518 h 369828"/>
              <a:gd name="connsiteX94" fmla="*/ 1844311 w 2906005"/>
              <a:gd name="connsiteY94" fmla="*/ 280752 h 369828"/>
              <a:gd name="connsiteX95" fmla="*/ 1847660 w 2906005"/>
              <a:gd name="connsiteY95" fmla="*/ 295179 h 369828"/>
              <a:gd name="connsiteX96" fmla="*/ 1856548 w 2906005"/>
              <a:gd name="connsiteY96" fmla="*/ 304647 h 369828"/>
              <a:gd name="connsiteX97" fmla="*/ 1868335 w 2906005"/>
              <a:gd name="connsiteY97" fmla="*/ 307932 h 369828"/>
              <a:gd name="connsiteX98" fmla="*/ 1880379 w 2906005"/>
              <a:gd name="connsiteY98" fmla="*/ 304712 h 369828"/>
              <a:gd name="connsiteX99" fmla="*/ 1889267 w 2906005"/>
              <a:gd name="connsiteY99" fmla="*/ 295501 h 369828"/>
              <a:gd name="connsiteX100" fmla="*/ 1892552 w 2906005"/>
              <a:gd name="connsiteY100" fmla="*/ 281074 h 369828"/>
              <a:gd name="connsiteX101" fmla="*/ 1889267 w 2906005"/>
              <a:gd name="connsiteY101" fmla="*/ 266647 h 369828"/>
              <a:gd name="connsiteX102" fmla="*/ 1880379 w 2906005"/>
              <a:gd name="connsiteY102" fmla="*/ 257437 h 369828"/>
              <a:gd name="connsiteX103" fmla="*/ 1868335 w 2906005"/>
              <a:gd name="connsiteY103" fmla="*/ 254216 h 369828"/>
              <a:gd name="connsiteX104" fmla="*/ 1136987 w 2906005"/>
              <a:gd name="connsiteY104" fmla="*/ 254216 h 369828"/>
              <a:gd name="connsiteX105" fmla="*/ 1125136 w 2906005"/>
              <a:gd name="connsiteY105" fmla="*/ 257372 h 369828"/>
              <a:gd name="connsiteX106" fmla="*/ 1116312 w 2906005"/>
              <a:gd name="connsiteY106" fmla="*/ 266518 h 369828"/>
              <a:gd name="connsiteX107" fmla="*/ 1112963 w 2906005"/>
              <a:gd name="connsiteY107" fmla="*/ 280752 h 369828"/>
              <a:gd name="connsiteX108" fmla="*/ 1116312 w 2906005"/>
              <a:gd name="connsiteY108" fmla="*/ 295179 h 369828"/>
              <a:gd name="connsiteX109" fmla="*/ 1125200 w 2906005"/>
              <a:gd name="connsiteY109" fmla="*/ 304647 h 369828"/>
              <a:gd name="connsiteX110" fmla="*/ 1136987 w 2906005"/>
              <a:gd name="connsiteY110" fmla="*/ 307932 h 369828"/>
              <a:gd name="connsiteX111" fmla="*/ 1149031 w 2906005"/>
              <a:gd name="connsiteY111" fmla="*/ 304712 h 369828"/>
              <a:gd name="connsiteX112" fmla="*/ 1157919 w 2906005"/>
              <a:gd name="connsiteY112" fmla="*/ 295501 h 369828"/>
              <a:gd name="connsiteX113" fmla="*/ 1161204 w 2906005"/>
              <a:gd name="connsiteY113" fmla="*/ 281074 h 369828"/>
              <a:gd name="connsiteX114" fmla="*/ 1157919 w 2906005"/>
              <a:gd name="connsiteY114" fmla="*/ 266647 h 369828"/>
              <a:gd name="connsiteX115" fmla="*/ 1149031 w 2906005"/>
              <a:gd name="connsiteY115" fmla="*/ 257437 h 369828"/>
              <a:gd name="connsiteX116" fmla="*/ 1136987 w 2906005"/>
              <a:gd name="connsiteY116" fmla="*/ 254216 h 369828"/>
              <a:gd name="connsiteX117" fmla="*/ 2068835 w 2906005"/>
              <a:gd name="connsiteY117" fmla="*/ 254088 h 369828"/>
              <a:gd name="connsiteX118" fmla="*/ 2052282 w 2906005"/>
              <a:gd name="connsiteY118" fmla="*/ 261109 h 369828"/>
              <a:gd name="connsiteX119" fmla="*/ 2045584 w 2906005"/>
              <a:gd name="connsiteY119" fmla="*/ 281075 h 369828"/>
              <a:gd name="connsiteX120" fmla="*/ 2052089 w 2906005"/>
              <a:gd name="connsiteY120" fmla="*/ 301106 h 369828"/>
              <a:gd name="connsiteX121" fmla="*/ 2068449 w 2906005"/>
              <a:gd name="connsiteY121" fmla="*/ 308126 h 369828"/>
              <a:gd name="connsiteX122" fmla="*/ 2080235 w 2906005"/>
              <a:gd name="connsiteY122" fmla="*/ 305099 h 369828"/>
              <a:gd name="connsiteX123" fmla="*/ 2080235 w 2906005"/>
              <a:gd name="connsiteY123" fmla="*/ 305035 h 369828"/>
              <a:gd name="connsiteX124" fmla="*/ 2089059 w 2906005"/>
              <a:gd name="connsiteY124" fmla="*/ 295889 h 369828"/>
              <a:gd name="connsiteX125" fmla="*/ 2092344 w 2906005"/>
              <a:gd name="connsiteY125" fmla="*/ 281075 h 369828"/>
              <a:gd name="connsiteX126" fmla="*/ 2085517 w 2906005"/>
              <a:gd name="connsiteY126" fmla="*/ 261109 h 369828"/>
              <a:gd name="connsiteX127" fmla="*/ 2068835 w 2906005"/>
              <a:gd name="connsiteY127" fmla="*/ 254088 h 369828"/>
              <a:gd name="connsiteX128" fmla="*/ 2634398 w 2906005"/>
              <a:gd name="connsiteY128" fmla="*/ 252929 h 369828"/>
              <a:gd name="connsiteX129" fmla="*/ 2619971 w 2906005"/>
              <a:gd name="connsiteY129" fmla="*/ 258146 h 369828"/>
              <a:gd name="connsiteX130" fmla="*/ 2612822 w 2906005"/>
              <a:gd name="connsiteY130" fmla="*/ 272573 h 369828"/>
              <a:gd name="connsiteX131" fmla="*/ 2656104 w 2906005"/>
              <a:gd name="connsiteY131" fmla="*/ 272573 h 369828"/>
              <a:gd name="connsiteX132" fmla="*/ 2656168 w 2906005"/>
              <a:gd name="connsiteY132" fmla="*/ 272509 h 369828"/>
              <a:gd name="connsiteX133" fmla="*/ 2649727 w 2906005"/>
              <a:gd name="connsiteY133" fmla="*/ 258275 h 369828"/>
              <a:gd name="connsiteX134" fmla="*/ 2634398 w 2906005"/>
              <a:gd name="connsiteY134" fmla="*/ 252929 h 369828"/>
              <a:gd name="connsiteX135" fmla="*/ 719046 w 2906005"/>
              <a:gd name="connsiteY135" fmla="*/ 235538 h 369828"/>
              <a:gd name="connsiteX136" fmla="*/ 744873 w 2906005"/>
              <a:gd name="connsiteY136" fmla="*/ 235538 h 369828"/>
              <a:gd name="connsiteX137" fmla="*/ 768382 w 2906005"/>
              <a:gd name="connsiteY137" fmla="*/ 299237 h 369828"/>
              <a:gd name="connsiteX138" fmla="*/ 792277 w 2906005"/>
              <a:gd name="connsiteY138" fmla="*/ 235538 h 369828"/>
              <a:gd name="connsiteX139" fmla="*/ 816790 w 2906005"/>
              <a:gd name="connsiteY139" fmla="*/ 235538 h 369828"/>
              <a:gd name="connsiteX140" fmla="*/ 760331 w 2906005"/>
              <a:gd name="connsiteY140" fmla="*/ 369828 h 369828"/>
              <a:gd name="connsiteX141" fmla="*/ 735792 w 2906005"/>
              <a:gd name="connsiteY141" fmla="*/ 369828 h 369828"/>
              <a:gd name="connsiteX142" fmla="*/ 755565 w 2906005"/>
              <a:gd name="connsiteY142" fmla="*/ 324421 h 369828"/>
              <a:gd name="connsiteX143" fmla="*/ 1326152 w 2906005"/>
              <a:gd name="connsiteY143" fmla="*/ 235474 h 369828"/>
              <a:gd name="connsiteX144" fmla="*/ 1350820 w 2906005"/>
              <a:gd name="connsiteY144" fmla="*/ 235474 h 369828"/>
              <a:gd name="connsiteX145" fmla="*/ 1373846 w 2906005"/>
              <a:gd name="connsiteY145" fmla="*/ 305324 h 369828"/>
              <a:gd name="connsiteX146" fmla="*/ 1373814 w 2906005"/>
              <a:gd name="connsiteY146" fmla="*/ 305421 h 369828"/>
              <a:gd name="connsiteX147" fmla="*/ 1373878 w 2906005"/>
              <a:gd name="connsiteY147" fmla="*/ 305421 h 369828"/>
              <a:gd name="connsiteX148" fmla="*/ 1373846 w 2906005"/>
              <a:gd name="connsiteY148" fmla="*/ 305324 h 369828"/>
              <a:gd name="connsiteX149" fmla="*/ 1396872 w 2906005"/>
              <a:gd name="connsiteY149" fmla="*/ 235474 h 369828"/>
              <a:gd name="connsiteX150" fmla="*/ 1421411 w 2906005"/>
              <a:gd name="connsiteY150" fmla="*/ 235474 h 369828"/>
              <a:gd name="connsiteX151" fmla="*/ 1387661 w 2906005"/>
              <a:gd name="connsiteY151" fmla="*/ 326675 h 369828"/>
              <a:gd name="connsiteX152" fmla="*/ 1359708 w 2906005"/>
              <a:gd name="connsiteY152" fmla="*/ 326675 h 369828"/>
              <a:gd name="connsiteX153" fmla="*/ 816817 w 2906005"/>
              <a:gd name="connsiteY153" fmla="*/ 235474 h 369828"/>
              <a:gd name="connsiteX154" fmla="*/ 816817 w 2906005"/>
              <a:gd name="connsiteY154" fmla="*/ 235538 h 369828"/>
              <a:gd name="connsiteX155" fmla="*/ 816790 w 2906005"/>
              <a:gd name="connsiteY155" fmla="*/ 235538 h 369828"/>
              <a:gd name="connsiteX156" fmla="*/ 1037026 w 2906005"/>
              <a:gd name="connsiteY156" fmla="*/ 234186 h 369828"/>
              <a:gd name="connsiteX157" fmla="*/ 1063369 w 2906005"/>
              <a:gd name="connsiteY157" fmla="*/ 244491 h 369828"/>
              <a:gd name="connsiteX158" fmla="*/ 1063369 w 2906005"/>
              <a:gd name="connsiteY158" fmla="*/ 244427 h 369828"/>
              <a:gd name="connsiteX159" fmla="*/ 1073416 w 2906005"/>
              <a:gd name="connsiteY159" fmla="*/ 273153 h 369828"/>
              <a:gd name="connsiteX160" fmla="*/ 1073416 w 2906005"/>
              <a:gd name="connsiteY160" fmla="*/ 326675 h 369828"/>
              <a:gd name="connsiteX161" fmla="*/ 1050358 w 2906005"/>
              <a:gd name="connsiteY161" fmla="*/ 326675 h 369828"/>
              <a:gd name="connsiteX162" fmla="*/ 1050358 w 2906005"/>
              <a:gd name="connsiteY162" fmla="*/ 276309 h 369828"/>
              <a:gd name="connsiteX163" fmla="*/ 1044948 w 2906005"/>
              <a:gd name="connsiteY163" fmla="*/ 259627 h 369828"/>
              <a:gd name="connsiteX164" fmla="*/ 1030134 w 2906005"/>
              <a:gd name="connsiteY164" fmla="*/ 253766 h 369828"/>
              <a:gd name="connsiteX165" fmla="*/ 1015063 w 2906005"/>
              <a:gd name="connsiteY165" fmla="*/ 259627 h 369828"/>
              <a:gd name="connsiteX166" fmla="*/ 1009524 w 2906005"/>
              <a:gd name="connsiteY166" fmla="*/ 276309 h 369828"/>
              <a:gd name="connsiteX167" fmla="*/ 1009524 w 2906005"/>
              <a:gd name="connsiteY167" fmla="*/ 326675 h 369828"/>
              <a:gd name="connsiteX168" fmla="*/ 986466 w 2906005"/>
              <a:gd name="connsiteY168" fmla="*/ 326675 h 369828"/>
              <a:gd name="connsiteX169" fmla="*/ 986466 w 2906005"/>
              <a:gd name="connsiteY169" fmla="*/ 235474 h 369828"/>
              <a:gd name="connsiteX170" fmla="*/ 1009524 w 2906005"/>
              <a:gd name="connsiteY170" fmla="*/ 235474 h 369828"/>
              <a:gd name="connsiteX171" fmla="*/ 1009524 w 2906005"/>
              <a:gd name="connsiteY171" fmla="*/ 246810 h 369828"/>
              <a:gd name="connsiteX172" fmla="*/ 1021311 w 2906005"/>
              <a:gd name="connsiteY172" fmla="*/ 237535 h 369828"/>
              <a:gd name="connsiteX173" fmla="*/ 1037026 w 2906005"/>
              <a:gd name="connsiteY173" fmla="*/ 234186 h 369828"/>
              <a:gd name="connsiteX174" fmla="*/ 2356544 w 2906005"/>
              <a:gd name="connsiteY174" fmla="*/ 234122 h 369828"/>
              <a:gd name="connsiteX175" fmla="*/ 2356544 w 2906005"/>
              <a:gd name="connsiteY175" fmla="*/ 258339 h 369828"/>
              <a:gd name="connsiteX176" fmla="*/ 2350425 w 2906005"/>
              <a:gd name="connsiteY176" fmla="*/ 258339 h 369828"/>
              <a:gd name="connsiteX177" fmla="*/ 2334066 w 2906005"/>
              <a:gd name="connsiteY177" fmla="*/ 263427 h 369828"/>
              <a:gd name="connsiteX178" fmla="*/ 2328527 w 2906005"/>
              <a:gd name="connsiteY178" fmla="*/ 281204 h 369828"/>
              <a:gd name="connsiteX179" fmla="*/ 2328527 w 2906005"/>
              <a:gd name="connsiteY179" fmla="*/ 326611 h 369828"/>
              <a:gd name="connsiteX180" fmla="*/ 2305469 w 2906005"/>
              <a:gd name="connsiteY180" fmla="*/ 326611 h 369828"/>
              <a:gd name="connsiteX181" fmla="*/ 2305469 w 2906005"/>
              <a:gd name="connsiteY181" fmla="*/ 235410 h 369828"/>
              <a:gd name="connsiteX182" fmla="*/ 2328527 w 2906005"/>
              <a:gd name="connsiteY182" fmla="*/ 235410 h 369828"/>
              <a:gd name="connsiteX183" fmla="*/ 2328527 w 2906005"/>
              <a:gd name="connsiteY183" fmla="*/ 249580 h 369828"/>
              <a:gd name="connsiteX184" fmla="*/ 2340120 w 2906005"/>
              <a:gd name="connsiteY184" fmla="*/ 238244 h 369828"/>
              <a:gd name="connsiteX185" fmla="*/ 2340185 w 2906005"/>
              <a:gd name="connsiteY185" fmla="*/ 238244 h 369828"/>
              <a:gd name="connsiteX186" fmla="*/ 2356544 w 2906005"/>
              <a:gd name="connsiteY186" fmla="*/ 234122 h 369828"/>
              <a:gd name="connsiteX187" fmla="*/ 2182902 w 2906005"/>
              <a:gd name="connsiteY187" fmla="*/ 234122 h 369828"/>
              <a:gd name="connsiteX188" fmla="*/ 2201966 w 2906005"/>
              <a:gd name="connsiteY188" fmla="*/ 238631 h 369828"/>
              <a:gd name="connsiteX189" fmla="*/ 2214977 w 2906005"/>
              <a:gd name="connsiteY189" fmla="*/ 251576 h 369828"/>
              <a:gd name="connsiteX190" fmla="*/ 2227923 w 2906005"/>
              <a:gd name="connsiteY190" fmla="*/ 238888 h 369828"/>
              <a:gd name="connsiteX191" fmla="*/ 2246279 w 2906005"/>
              <a:gd name="connsiteY191" fmla="*/ 234122 h 369828"/>
              <a:gd name="connsiteX192" fmla="*/ 2273330 w 2906005"/>
              <a:gd name="connsiteY192" fmla="*/ 244427 h 369828"/>
              <a:gd name="connsiteX193" fmla="*/ 2283635 w 2906005"/>
              <a:gd name="connsiteY193" fmla="*/ 273153 h 369828"/>
              <a:gd name="connsiteX194" fmla="*/ 2283635 w 2906005"/>
              <a:gd name="connsiteY194" fmla="*/ 326676 h 369828"/>
              <a:gd name="connsiteX195" fmla="*/ 2260577 w 2906005"/>
              <a:gd name="connsiteY195" fmla="*/ 326676 h 369828"/>
              <a:gd name="connsiteX196" fmla="*/ 2260577 w 2906005"/>
              <a:gd name="connsiteY196" fmla="*/ 276309 h 369828"/>
              <a:gd name="connsiteX197" fmla="*/ 2255167 w 2906005"/>
              <a:gd name="connsiteY197" fmla="*/ 259949 h 369828"/>
              <a:gd name="connsiteX198" fmla="*/ 2240353 w 2906005"/>
              <a:gd name="connsiteY198" fmla="*/ 254282 h 369828"/>
              <a:gd name="connsiteX199" fmla="*/ 2225475 w 2906005"/>
              <a:gd name="connsiteY199" fmla="*/ 259949 h 369828"/>
              <a:gd name="connsiteX200" fmla="*/ 2219936 w 2906005"/>
              <a:gd name="connsiteY200" fmla="*/ 276309 h 369828"/>
              <a:gd name="connsiteX201" fmla="*/ 2219936 w 2906005"/>
              <a:gd name="connsiteY201" fmla="*/ 326676 h 369828"/>
              <a:gd name="connsiteX202" fmla="*/ 2196878 w 2906005"/>
              <a:gd name="connsiteY202" fmla="*/ 326676 h 369828"/>
              <a:gd name="connsiteX203" fmla="*/ 2196878 w 2906005"/>
              <a:gd name="connsiteY203" fmla="*/ 276309 h 369828"/>
              <a:gd name="connsiteX204" fmla="*/ 2191468 w 2906005"/>
              <a:gd name="connsiteY204" fmla="*/ 259949 h 369828"/>
              <a:gd name="connsiteX205" fmla="*/ 2176654 w 2906005"/>
              <a:gd name="connsiteY205" fmla="*/ 254282 h 369828"/>
              <a:gd name="connsiteX206" fmla="*/ 2161583 w 2906005"/>
              <a:gd name="connsiteY206" fmla="*/ 259949 h 369828"/>
              <a:gd name="connsiteX207" fmla="*/ 2156044 w 2906005"/>
              <a:gd name="connsiteY207" fmla="*/ 276309 h 369828"/>
              <a:gd name="connsiteX208" fmla="*/ 2156044 w 2906005"/>
              <a:gd name="connsiteY208" fmla="*/ 326676 h 369828"/>
              <a:gd name="connsiteX209" fmla="*/ 2132986 w 2906005"/>
              <a:gd name="connsiteY209" fmla="*/ 326676 h 369828"/>
              <a:gd name="connsiteX210" fmla="*/ 2132986 w 2906005"/>
              <a:gd name="connsiteY210" fmla="*/ 235475 h 369828"/>
              <a:gd name="connsiteX211" fmla="*/ 2156044 w 2906005"/>
              <a:gd name="connsiteY211" fmla="*/ 235475 h 369828"/>
              <a:gd name="connsiteX212" fmla="*/ 2156044 w 2906005"/>
              <a:gd name="connsiteY212" fmla="*/ 246488 h 369828"/>
              <a:gd name="connsiteX213" fmla="*/ 2167508 w 2906005"/>
              <a:gd name="connsiteY213" fmla="*/ 237407 h 369828"/>
              <a:gd name="connsiteX214" fmla="*/ 2182902 w 2906005"/>
              <a:gd name="connsiteY214" fmla="*/ 234122 h 369828"/>
              <a:gd name="connsiteX215" fmla="*/ 1811205 w 2906005"/>
              <a:gd name="connsiteY215" fmla="*/ 234122 h 369828"/>
              <a:gd name="connsiteX216" fmla="*/ 1811205 w 2906005"/>
              <a:gd name="connsiteY216" fmla="*/ 258339 h 369828"/>
              <a:gd name="connsiteX217" fmla="*/ 1805087 w 2906005"/>
              <a:gd name="connsiteY217" fmla="*/ 258339 h 369828"/>
              <a:gd name="connsiteX218" fmla="*/ 1788727 w 2906005"/>
              <a:gd name="connsiteY218" fmla="*/ 263427 h 369828"/>
              <a:gd name="connsiteX219" fmla="*/ 1783188 w 2906005"/>
              <a:gd name="connsiteY219" fmla="*/ 281204 h 369828"/>
              <a:gd name="connsiteX220" fmla="*/ 1783188 w 2906005"/>
              <a:gd name="connsiteY220" fmla="*/ 326611 h 369828"/>
              <a:gd name="connsiteX221" fmla="*/ 1760130 w 2906005"/>
              <a:gd name="connsiteY221" fmla="*/ 326611 h 369828"/>
              <a:gd name="connsiteX222" fmla="*/ 1760130 w 2906005"/>
              <a:gd name="connsiteY222" fmla="*/ 235410 h 369828"/>
              <a:gd name="connsiteX223" fmla="*/ 1783188 w 2906005"/>
              <a:gd name="connsiteY223" fmla="*/ 235410 h 369828"/>
              <a:gd name="connsiteX224" fmla="*/ 1783188 w 2906005"/>
              <a:gd name="connsiteY224" fmla="*/ 249580 h 369828"/>
              <a:gd name="connsiteX225" fmla="*/ 1794781 w 2906005"/>
              <a:gd name="connsiteY225" fmla="*/ 238244 h 369828"/>
              <a:gd name="connsiteX226" fmla="*/ 1794846 w 2906005"/>
              <a:gd name="connsiteY226" fmla="*/ 238244 h 369828"/>
              <a:gd name="connsiteX227" fmla="*/ 1811205 w 2906005"/>
              <a:gd name="connsiteY227" fmla="*/ 234122 h 369828"/>
              <a:gd name="connsiteX228" fmla="*/ 442286 w 2906005"/>
              <a:gd name="connsiteY228" fmla="*/ 234122 h 369828"/>
              <a:gd name="connsiteX229" fmla="*/ 442286 w 2906005"/>
              <a:gd name="connsiteY229" fmla="*/ 258339 h 369828"/>
              <a:gd name="connsiteX230" fmla="*/ 436167 w 2906005"/>
              <a:gd name="connsiteY230" fmla="*/ 258339 h 369828"/>
              <a:gd name="connsiteX231" fmla="*/ 419808 w 2906005"/>
              <a:gd name="connsiteY231" fmla="*/ 263427 h 369828"/>
              <a:gd name="connsiteX232" fmla="*/ 414269 w 2906005"/>
              <a:gd name="connsiteY232" fmla="*/ 281204 h 369828"/>
              <a:gd name="connsiteX233" fmla="*/ 414269 w 2906005"/>
              <a:gd name="connsiteY233" fmla="*/ 326611 h 369828"/>
              <a:gd name="connsiteX234" fmla="*/ 391211 w 2906005"/>
              <a:gd name="connsiteY234" fmla="*/ 326611 h 369828"/>
              <a:gd name="connsiteX235" fmla="*/ 391211 w 2906005"/>
              <a:gd name="connsiteY235" fmla="*/ 235410 h 369828"/>
              <a:gd name="connsiteX236" fmla="*/ 414269 w 2906005"/>
              <a:gd name="connsiteY236" fmla="*/ 235410 h 369828"/>
              <a:gd name="connsiteX237" fmla="*/ 414269 w 2906005"/>
              <a:gd name="connsiteY237" fmla="*/ 249580 h 369828"/>
              <a:gd name="connsiteX238" fmla="*/ 425862 w 2906005"/>
              <a:gd name="connsiteY238" fmla="*/ 238244 h 369828"/>
              <a:gd name="connsiteX239" fmla="*/ 425927 w 2906005"/>
              <a:gd name="connsiteY239" fmla="*/ 238244 h 369828"/>
              <a:gd name="connsiteX240" fmla="*/ 442286 w 2906005"/>
              <a:gd name="connsiteY240" fmla="*/ 234122 h 369828"/>
              <a:gd name="connsiteX241" fmla="*/ 2635042 w 2906005"/>
              <a:gd name="connsiteY241" fmla="*/ 233993 h 369828"/>
              <a:gd name="connsiteX242" fmla="*/ 2658358 w 2906005"/>
              <a:gd name="connsiteY242" fmla="*/ 239596 h 369828"/>
              <a:gd name="connsiteX243" fmla="*/ 2674331 w 2906005"/>
              <a:gd name="connsiteY243" fmla="*/ 255505 h 369828"/>
              <a:gd name="connsiteX244" fmla="*/ 2679999 w 2906005"/>
              <a:gd name="connsiteY244" fmla="*/ 279143 h 369828"/>
              <a:gd name="connsiteX245" fmla="*/ 2679355 w 2906005"/>
              <a:gd name="connsiteY245" fmla="*/ 288031 h 369828"/>
              <a:gd name="connsiteX246" fmla="*/ 2679355 w 2906005"/>
              <a:gd name="connsiteY246" fmla="*/ 287967 h 369828"/>
              <a:gd name="connsiteX247" fmla="*/ 2612693 w 2906005"/>
              <a:gd name="connsiteY247" fmla="*/ 287967 h 369828"/>
              <a:gd name="connsiteX248" fmla="*/ 2619585 w 2906005"/>
              <a:gd name="connsiteY248" fmla="*/ 303424 h 369828"/>
              <a:gd name="connsiteX249" fmla="*/ 2634592 w 2906005"/>
              <a:gd name="connsiteY249" fmla="*/ 309028 h 369828"/>
              <a:gd name="connsiteX250" fmla="*/ 2652883 w 2906005"/>
              <a:gd name="connsiteY250" fmla="*/ 298014 h 369828"/>
              <a:gd name="connsiteX251" fmla="*/ 2677745 w 2906005"/>
              <a:gd name="connsiteY251" fmla="*/ 298014 h 369828"/>
              <a:gd name="connsiteX252" fmla="*/ 2662609 w 2906005"/>
              <a:gd name="connsiteY252" fmla="*/ 319655 h 369828"/>
              <a:gd name="connsiteX253" fmla="*/ 2635107 w 2906005"/>
              <a:gd name="connsiteY253" fmla="*/ 328157 h 369828"/>
              <a:gd name="connsiteX254" fmla="*/ 2611469 w 2906005"/>
              <a:gd name="connsiteY254" fmla="*/ 322296 h 369828"/>
              <a:gd name="connsiteX255" fmla="*/ 2595174 w 2906005"/>
              <a:gd name="connsiteY255" fmla="*/ 305743 h 369828"/>
              <a:gd name="connsiteX256" fmla="*/ 2589313 w 2906005"/>
              <a:gd name="connsiteY256" fmla="*/ 281075 h 369828"/>
              <a:gd name="connsiteX257" fmla="*/ 2595045 w 2906005"/>
              <a:gd name="connsiteY257" fmla="*/ 256214 h 369828"/>
              <a:gd name="connsiteX258" fmla="*/ 2611147 w 2906005"/>
              <a:gd name="connsiteY258" fmla="*/ 239725 h 369828"/>
              <a:gd name="connsiteX259" fmla="*/ 2635042 w 2906005"/>
              <a:gd name="connsiteY259" fmla="*/ 233993 h 369828"/>
              <a:gd name="connsiteX260" fmla="*/ 2069157 w 2906005"/>
              <a:gd name="connsiteY260" fmla="*/ 233993 h 369828"/>
              <a:gd name="connsiteX261" fmla="*/ 2093052 w 2906005"/>
              <a:gd name="connsiteY261" fmla="*/ 239854 h 369828"/>
              <a:gd name="connsiteX262" fmla="*/ 2109927 w 2906005"/>
              <a:gd name="connsiteY262" fmla="*/ 256407 h 369828"/>
              <a:gd name="connsiteX263" fmla="*/ 2116110 w 2906005"/>
              <a:gd name="connsiteY263" fmla="*/ 281075 h 369828"/>
              <a:gd name="connsiteX264" fmla="*/ 2109798 w 2906005"/>
              <a:gd name="connsiteY264" fmla="*/ 305743 h 369828"/>
              <a:gd name="connsiteX265" fmla="*/ 2092666 w 2906005"/>
              <a:gd name="connsiteY265" fmla="*/ 322296 h 369828"/>
              <a:gd name="connsiteX266" fmla="*/ 2068578 w 2906005"/>
              <a:gd name="connsiteY266" fmla="*/ 328157 h 369828"/>
              <a:gd name="connsiteX267" fmla="*/ 2044875 w 2906005"/>
              <a:gd name="connsiteY267" fmla="*/ 322296 h 369828"/>
              <a:gd name="connsiteX268" fmla="*/ 2044747 w 2906005"/>
              <a:gd name="connsiteY268" fmla="*/ 322296 h 369828"/>
              <a:gd name="connsiteX269" fmla="*/ 2028194 w 2906005"/>
              <a:gd name="connsiteY269" fmla="*/ 305743 h 369828"/>
              <a:gd name="connsiteX270" fmla="*/ 2022204 w 2906005"/>
              <a:gd name="connsiteY270" fmla="*/ 281075 h 369828"/>
              <a:gd name="connsiteX271" fmla="*/ 2028387 w 2906005"/>
              <a:gd name="connsiteY271" fmla="*/ 256407 h 369828"/>
              <a:gd name="connsiteX272" fmla="*/ 2045262 w 2906005"/>
              <a:gd name="connsiteY272" fmla="*/ 239854 h 369828"/>
              <a:gd name="connsiteX273" fmla="*/ 2069157 w 2906005"/>
              <a:gd name="connsiteY273" fmla="*/ 233993 h 369828"/>
              <a:gd name="connsiteX274" fmla="*/ 1971516 w 2906005"/>
              <a:gd name="connsiteY274" fmla="*/ 233993 h 369828"/>
              <a:gd name="connsiteX275" fmla="*/ 1997536 w 2906005"/>
              <a:gd name="connsiteY275" fmla="*/ 242173 h 369828"/>
              <a:gd name="connsiteX276" fmla="*/ 2008228 w 2906005"/>
              <a:gd name="connsiteY276" fmla="*/ 264136 h 369828"/>
              <a:gd name="connsiteX277" fmla="*/ 1986201 w 2906005"/>
              <a:gd name="connsiteY277" fmla="*/ 264136 h 369828"/>
              <a:gd name="connsiteX278" fmla="*/ 1981692 w 2906005"/>
              <a:gd name="connsiteY278" fmla="*/ 255505 h 369828"/>
              <a:gd name="connsiteX279" fmla="*/ 1970936 w 2906005"/>
              <a:gd name="connsiteY279" fmla="*/ 252285 h 369828"/>
              <a:gd name="connsiteX280" fmla="*/ 1961275 w 2906005"/>
              <a:gd name="connsiteY280" fmla="*/ 254603 h 369828"/>
              <a:gd name="connsiteX281" fmla="*/ 1957926 w 2906005"/>
              <a:gd name="connsiteY281" fmla="*/ 261044 h 369828"/>
              <a:gd name="connsiteX282" fmla="*/ 1962563 w 2906005"/>
              <a:gd name="connsiteY282" fmla="*/ 268065 h 369828"/>
              <a:gd name="connsiteX283" fmla="*/ 1976861 w 2906005"/>
              <a:gd name="connsiteY283" fmla="*/ 272895 h 369828"/>
              <a:gd name="connsiteX284" fmla="*/ 1993157 w 2906005"/>
              <a:gd name="connsiteY284" fmla="*/ 277983 h 369828"/>
              <a:gd name="connsiteX285" fmla="*/ 2004299 w 2906005"/>
              <a:gd name="connsiteY285" fmla="*/ 286163 h 369828"/>
              <a:gd name="connsiteX286" fmla="*/ 2009130 w 2906005"/>
              <a:gd name="connsiteY286" fmla="*/ 300719 h 369828"/>
              <a:gd name="connsiteX287" fmla="*/ 2004750 w 2906005"/>
              <a:gd name="connsiteY287" fmla="*/ 314889 h 369828"/>
              <a:gd name="connsiteX288" fmla="*/ 1992255 w 2906005"/>
              <a:gd name="connsiteY288" fmla="*/ 324679 h 369828"/>
              <a:gd name="connsiteX289" fmla="*/ 1973255 w 2906005"/>
              <a:gd name="connsiteY289" fmla="*/ 328221 h 369828"/>
              <a:gd name="connsiteX290" fmla="*/ 1953159 w 2906005"/>
              <a:gd name="connsiteY290" fmla="*/ 324164 h 369828"/>
              <a:gd name="connsiteX291" fmla="*/ 1953095 w 2906005"/>
              <a:gd name="connsiteY291" fmla="*/ 324099 h 369828"/>
              <a:gd name="connsiteX292" fmla="*/ 1938990 w 2906005"/>
              <a:gd name="connsiteY292" fmla="*/ 313150 h 369828"/>
              <a:gd name="connsiteX293" fmla="*/ 1933322 w 2906005"/>
              <a:gd name="connsiteY293" fmla="*/ 297821 h 369828"/>
              <a:gd name="connsiteX294" fmla="*/ 1956509 w 2906005"/>
              <a:gd name="connsiteY294" fmla="*/ 297821 h 369828"/>
              <a:gd name="connsiteX295" fmla="*/ 1961661 w 2906005"/>
              <a:gd name="connsiteY295" fmla="*/ 306516 h 369828"/>
              <a:gd name="connsiteX296" fmla="*/ 1972933 w 2906005"/>
              <a:gd name="connsiteY296" fmla="*/ 309994 h 369828"/>
              <a:gd name="connsiteX297" fmla="*/ 1983238 w 2906005"/>
              <a:gd name="connsiteY297" fmla="*/ 307353 h 369828"/>
              <a:gd name="connsiteX298" fmla="*/ 1986973 w 2906005"/>
              <a:gd name="connsiteY298" fmla="*/ 300590 h 369828"/>
              <a:gd name="connsiteX299" fmla="*/ 1982465 w 2906005"/>
              <a:gd name="connsiteY299" fmla="*/ 293892 h 369828"/>
              <a:gd name="connsiteX300" fmla="*/ 1968038 w 2906005"/>
              <a:gd name="connsiteY300" fmla="*/ 289061 h 369828"/>
              <a:gd name="connsiteX301" fmla="*/ 1951356 w 2906005"/>
              <a:gd name="connsiteY301" fmla="*/ 283973 h 369828"/>
              <a:gd name="connsiteX302" fmla="*/ 1940149 w 2906005"/>
              <a:gd name="connsiteY302" fmla="*/ 275922 h 369828"/>
              <a:gd name="connsiteX303" fmla="*/ 1935447 w 2906005"/>
              <a:gd name="connsiteY303" fmla="*/ 261302 h 369828"/>
              <a:gd name="connsiteX304" fmla="*/ 1939827 w 2906005"/>
              <a:gd name="connsiteY304" fmla="*/ 247454 h 369828"/>
              <a:gd name="connsiteX305" fmla="*/ 1952322 w 2906005"/>
              <a:gd name="connsiteY305" fmla="*/ 237600 h 369828"/>
              <a:gd name="connsiteX306" fmla="*/ 1971516 w 2906005"/>
              <a:gd name="connsiteY306" fmla="*/ 233993 h 369828"/>
              <a:gd name="connsiteX307" fmla="*/ 1684258 w 2906005"/>
              <a:gd name="connsiteY307" fmla="*/ 233993 h 369828"/>
              <a:gd name="connsiteX308" fmla="*/ 1702099 w 2906005"/>
              <a:gd name="connsiteY308" fmla="*/ 238115 h 369828"/>
              <a:gd name="connsiteX309" fmla="*/ 1714337 w 2906005"/>
              <a:gd name="connsiteY309" fmla="*/ 248485 h 369828"/>
              <a:gd name="connsiteX310" fmla="*/ 1714337 w 2906005"/>
              <a:gd name="connsiteY310" fmla="*/ 235474 h 369828"/>
              <a:gd name="connsiteX311" fmla="*/ 1737523 w 2906005"/>
              <a:gd name="connsiteY311" fmla="*/ 235474 h 369828"/>
              <a:gd name="connsiteX312" fmla="*/ 1737523 w 2906005"/>
              <a:gd name="connsiteY312" fmla="*/ 326676 h 369828"/>
              <a:gd name="connsiteX313" fmla="*/ 1714337 w 2906005"/>
              <a:gd name="connsiteY313" fmla="*/ 326676 h 369828"/>
              <a:gd name="connsiteX314" fmla="*/ 1714337 w 2906005"/>
              <a:gd name="connsiteY314" fmla="*/ 313343 h 369828"/>
              <a:gd name="connsiteX315" fmla="*/ 1702099 w 2906005"/>
              <a:gd name="connsiteY315" fmla="*/ 323970 h 369828"/>
              <a:gd name="connsiteX316" fmla="*/ 1684065 w 2906005"/>
              <a:gd name="connsiteY316" fmla="*/ 328157 h 369828"/>
              <a:gd name="connsiteX317" fmla="*/ 1663068 w 2906005"/>
              <a:gd name="connsiteY317" fmla="*/ 322231 h 369828"/>
              <a:gd name="connsiteX318" fmla="*/ 1648061 w 2906005"/>
              <a:gd name="connsiteY318" fmla="*/ 305550 h 369828"/>
              <a:gd name="connsiteX319" fmla="*/ 1642522 w 2906005"/>
              <a:gd name="connsiteY319" fmla="*/ 280753 h 369828"/>
              <a:gd name="connsiteX320" fmla="*/ 1648061 w 2906005"/>
              <a:gd name="connsiteY320" fmla="*/ 256214 h 369828"/>
              <a:gd name="connsiteX321" fmla="*/ 1648125 w 2906005"/>
              <a:gd name="connsiteY321" fmla="*/ 256214 h 369828"/>
              <a:gd name="connsiteX322" fmla="*/ 1663132 w 2906005"/>
              <a:gd name="connsiteY322" fmla="*/ 239725 h 369828"/>
              <a:gd name="connsiteX323" fmla="*/ 1684258 w 2906005"/>
              <a:gd name="connsiteY323" fmla="*/ 233993 h 369828"/>
              <a:gd name="connsiteX324" fmla="*/ 1470102 w 2906005"/>
              <a:gd name="connsiteY324" fmla="*/ 233993 h 369828"/>
              <a:gd name="connsiteX325" fmla="*/ 1487943 w 2906005"/>
              <a:gd name="connsiteY325" fmla="*/ 238115 h 369828"/>
              <a:gd name="connsiteX326" fmla="*/ 1500180 w 2906005"/>
              <a:gd name="connsiteY326" fmla="*/ 248485 h 369828"/>
              <a:gd name="connsiteX327" fmla="*/ 1500180 w 2906005"/>
              <a:gd name="connsiteY327" fmla="*/ 235474 h 369828"/>
              <a:gd name="connsiteX328" fmla="*/ 1523367 w 2906005"/>
              <a:gd name="connsiteY328" fmla="*/ 235474 h 369828"/>
              <a:gd name="connsiteX329" fmla="*/ 1523367 w 2906005"/>
              <a:gd name="connsiteY329" fmla="*/ 326676 h 369828"/>
              <a:gd name="connsiteX330" fmla="*/ 1500180 w 2906005"/>
              <a:gd name="connsiteY330" fmla="*/ 326676 h 369828"/>
              <a:gd name="connsiteX331" fmla="*/ 1500180 w 2906005"/>
              <a:gd name="connsiteY331" fmla="*/ 313343 h 369828"/>
              <a:gd name="connsiteX332" fmla="*/ 1487943 w 2906005"/>
              <a:gd name="connsiteY332" fmla="*/ 323970 h 369828"/>
              <a:gd name="connsiteX333" fmla="*/ 1469909 w 2906005"/>
              <a:gd name="connsiteY333" fmla="*/ 328157 h 369828"/>
              <a:gd name="connsiteX334" fmla="*/ 1448912 w 2906005"/>
              <a:gd name="connsiteY334" fmla="*/ 322231 h 369828"/>
              <a:gd name="connsiteX335" fmla="*/ 1433905 w 2906005"/>
              <a:gd name="connsiteY335" fmla="*/ 305550 h 369828"/>
              <a:gd name="connsiteX336" fmla="*/ 1428366 w 2906005"/>
              <a:gd name="connsiteY336" fmla="*/ 280753 h 369828"/>
              <a:gd name="connsiteX337" fmla="*/ 1433905 w 2906005"/>
              <a:gd name="connsiteY337" fmla="*/ 256214 h 369828"/>
              <a:gd name="connsiteX338" fmla="*/ 1433969 w 2906005"/>
              <a:gd name="connsiteY338" fmla="*/ 256214 h 369828"/>
              <a:gd name="connsiteX339" fmla="*/ 1448976 w 2906005"/>
              <a:gd name="connsiteY339" fmla="*/ 239725 h 369828"/>
              <a:gd name="connsiteX340" fmla="*/ 1470102 w 2906005"/>
              <a:gd name="connsiteY340" fmla="*/ 233993 h 369828"/>
              <a:gd name="connsiteX341" fmla="*/ 1240168 w 2906005"/>
              <a:gd name="connsiteY341" fmla="*/ 233993 h 369828"/>
              <a:gd name="connsiteX342" fmla="*/ 1266188 w 2906005"/>
              <a:gd name="connsiteY342" fmla="*/ 242173 h 369828"/>
              <a:gd name="connsiteX343" fmla="*/ 1276880 w 2906005"/>
              <a:gd name="connsiteY343" fmla="*/ 264136 h 369828"/>
              <a:gd name="connsiteX344" fmla="*/ 1254853 w 2906005"/>
              <a:gd name="connsiteY344" fmla="*/ 264136 h 369828"/>
              <a:gd name="connsiteX345" fmla="*/ 1250344 w 2906005"/>
              <a:gd name="connsiteY345" fmla="*/ 255505 h 369828"/>
              <a:gd name="connsiteX346" fmla="*/ 1239588 w 2906005"/>
              <a:gd name="connsiteY346" fmla="*/ 252285 h 369828"/>
              <a:gd name="connsiteX347" fmla="*/ 1229927 w 2906005"/>
              <a:gd name="connsiteY347" fmla="*/ 254603 h 369828"/>
              <a:gd name="connsiteX348" fmla="*/ 1226578 w 2906005"/>
              <a:gd name="connsiteY348" fmla="*/ 261044 h 369828"/>
              <a:gd name="connsiteX349" fmla="*/ 1231215 w 2906005"/>
              <a:gd name="connsiteY349" fmla="*/ 268065 h 369828"/>
              <a:gd name="connsiteX350" fmla="*/ 1245514 w 2906005"/>
              <a:gd name="connsiteY350" fmla="*/ 272895 h 369828"/>
              <a:gd name="connsiteX351" fmla="*/ 1261809 w 2906005"/>
              <a:gd name="connsiteY351" fmla="*/ 277983 h 369828"/>
              <a:gd name="connsiteX352" fmla="*/ 1272951 w 2906005"/>
              <a:gd name="connsiteY352" fmla="*/ 286163 h 369828"/>
              <a:gd name="connsiteX353" fmla="*/ 1277782 w 2906005"/>
              <a:gd name="connsiteY353" fmla="*/ 300719 h 369828"/>
              <a:gd name="connsiteX354" fmla="*/ 1273402 w 2906005"/>
              <a:gd name="connsiteY354" fmla="*/ 314889 h 369828"/>
              <a:gd name="connsiteX355" fmla="*/ 1260907 w 2906005"/>
              <a:gd name="connsiteY355" fmla="*/ 324679 h 369828"/>
              <a:gd name="connsiteX356" fmla="*/ 1241907 w 2906005"/>
              <a:gd name="connsiteY356" fmla="*/ 328221 h 369828"/>
              <a:gd name="connsiteX357" fmla="*/ 1221812 w 2906005"/>
              <a:gd name="connsiteY357" fmla="*/ 324164 h 369828"/>
              <a:gd name="connsiteX358" fmla="*/ 1221747 w 2906005"/>
              <a:gd name="connsiteY358" fmla="*/ 324099 h 369828"/>
              <a:gd name="connsiteX359" fmla="*/ 1207642 w 2906005"/>
              <a:gd name="connsiteY359" fmla="*/ 313150 h 369828"/>
              <a:gd name="connsiteX360" fmla="*/ 1201974 w 2906005"/>
              <a:gd name="connsiteY360" fmla="*/ 297821 h 369828"/>
              <a:gd name="connsiteX361" fmla="*/ 1225161 w 2906005"/>
              <a:gd name="connsiteY361" fmla="*/ 297821 h 369828"/>
              <a:gd name="connsiteX362" fmla="*/ 1230313 w 2906005"/>
              <a:gd name="connsiteY362" fmla="*/ 306516 h 369828"/>
              <a:gd name="connsiteX363" fmla="*/ 1241585 w 2906005"/>
              <a:gd name="connsiteY363" fmla="*/ 309994 h 369828"/>
              <a:gd name="connsiteX364" fmla="*/ 1251890 w 2906005"/>
              <a:gd name="connsiteY364" fmla="*/ 307353 h 369828"/>
              <a:gd name="connsiteX365" fmla="*/ 1255626 w 2906005"/>
              <a:gd name="connsiteY365" fmla="*/ 300590 h 369828"/>
              <a:gd name="connsiteX366" fmla="*/ 1251117 w 2906005"/>
              <a:gd name="connsiteY366" fmla="*/ 293892 h 369828"/>
              <a:gd name="connsiteX367" fmla="*/ 1236690 w 2906005"/>
              <a:gd name="connsiteY367" fmla="*/ 289061 h 369828"/>
              <a:gd name="connsiteX368" fmla="*/ 1220008 w 2906005"/>
              <a:gd name="connsiteY368" fmla="*/ 283973 h 369828"/>
              <a:gd name="connsiteX369" fmla="*/ 1208801 w 2906005"/>
              <a:gd name="connsiteY369" fmla="*/ 275922 h 369828"/>
              <a:gd name="connsiteX370" fmla="*/ 1204099 w 2906005"/>
              <a:gd name="connsiteY370" fmla="*/ 261302 h 369828"/>
              <a:gd name="connsiteX371" fmla="*/ 1208479 w 2906005"/>
              <a:gd name="connsiteY371" fmla="*/ 247454 h 369828"/>
              <a:gd name="connsiteX372" fmla="*/ 1220974 w 2906005"/>
              <a:gd name="connsiteY372" fmla="*/ 237600 h 369828"/>
              <a:gd name="connsiteX373" fmla="*/ 1240168 w 2906005"/>
              <a:gd name="connsiteY373" fmla="*/ 233993 h 369828"/>
              <a:gd name="connsiteX374" fmla="*/ 910594 w 2906005"/>
              <a:gd name="connsiteY374" fmla="*/ 233993 h 369828"/>
              <a:gd name="connsiteX375" fmla="*/ 928435 w 2906005"/>
              <a:gd name="connsiteY375" fmla="*/ 238115 h 369828"/>
              <a:gd name="connsiteX376" fmla="*/ 940673 w 2906005"/>
              <a:gd name="connsiteY376" fmla="*/ 248485 h 369828"/>
              <a:gd name="connsiteX377" fmla="*/ 940673 w 2906005"/>
              <a:gd name="connsiteY377" fmla="*/ 235474 h 369828"/>
              <a:gd name="connsiteX378" fmla="*/ 963859 w 2906005"/>
              <a:gd name="connsiteY378" fmla="*/ 235474 h 369828"/>
              <a:gd name="connsiteX379" fmla="*/ 963859 w 2906005"/>
              <a:gd name="connsiteY379" fmla="*/ 326675 h 369828"/>
              <a:gd name="connsiteX380" fmla="*/ 940673 w 2906005"/>
              <a:gd name="connsiteY380" fmla="*/ 326675 h 369828"/>
              <a:gd name="connsiteX381" fmla="*/ 940673 w 2906005"/>
              <a:gd name="connsiteY381" fmla="*/ 313343 h 369828"/>
              <a:gd name="connsiteX382" fmla="*/ 928435 w 2906005"/>
              <a:gd name="connsiteY382" fmla="*/ 323970 h 369828"/>
              <a:gd name="connsiteX383" fmla="*/ 910401 w 2906005"/>
              <a:gd name="connsiteY383" fmla="*/ 328157 h 369828"/>
              <a:gd name="connsiteX384" fmla="*/ 889404 w 2906005"/>
              <a:gd name="connsiteY384" fmla="*/ 322231 h 369828"/>
              <a:gd name="connsiteX385" fmla="*/ 874397 w 2906005"/>
              <a:gd name="connsiteY385" fmla="*/ 305550 h 369828"/>
              <a:gd name="connsiteX386" fmla="*/ 868858 w 2906005"/>
              <a:gd name="connsiteY386" fmla="*/ 280753 h 369828"/>
              <a:gd name="connsiteX387" fmla="*/ 874397 w 2906005"/>
              <a:gd name="connsiteY387" fmla="*/ 256214 h 369828"/>
              <a:gd name="connsiteX388" fmla="*/ 874462 w 2906005"/>
              <a:gd name="connsiteY388" fmla="*/ 256214 h 369828"/>
              <a:gd name="connsiteX389" fmla="*/ 889469 w 2906005"/>
              <a:gd name="connsiteY389" fmla="*/ 239725 h 369828"/>
              <a:gd name="connsiteX390" fmla="*/ 910594 w 2906005"/>
              <a:gd name="connsiteY390" fmla="*/ 233993 h 369828"/>
              <a:gd name="connsiteX391" fmla="*/ 493490 w 2906005"/>
              <a:gd name="connsiteY391" fmla="*/ 233993 h 369828"/>
              <a:gd name="connsiteX392" fmla="*/ 511331 w 2906005"/>
              <a:gd name="connsiteY392" fmla="*/ 238115 h 369828"/>
              <a:gd name="connsiteX393" fmla="*/ 523568 w 2906005"/>
              <a:gd name="connsiteY393" fmla="*/ 248485 h 369828"/>
              <a:gd name="connsiteX394" fmla="*/ 523568 w 2906005"/>
              <a:gd name="connsiteY394" fmla="*/ 235474 h 369828"/>
              <a:gd name="connsiteX395" fmla="*/ 546755 w 2906005"/>
              <a:gd name="connsiteY395" fmla="*/ 235474 h 369828"/>
              <a:gd name="connsiteX396" fmla="*/ 546755 w 2906005"/>
              <a:gd name="connsiteY396" fmla="*/ 326675 h 369828"/>
              <a:gd name="connsiteX397" fmla="*/ 523568 w 2906005"/>
              <a:gd name="connsiteY397" fmla="*/ 326675 h 369828"/>
              <a:gd name="connsiteX398" fmla="*/ 523568 w 2906005"/>
              <a:gd name="connsiteY398" fmla="*/ 313343 h 369828"/>
              <a:gd name="connsiteX399" fmla="*/ 511331 w 2906005"/>
              <a:gd name="connsiteY399" fmla="*/ 323970 h 369828"/>
              <a:gd name="connsiteX400" fmla="*/ 493297 w 2906005"/>
              <a:gd name="connsiteY400" fmla="*/ 328157 h 369828"/>
              <a:gd name="connsiteX401" fmla="*/ 472300 w 2906005"/>
              <a:gd name="connsiteY401" fmla="*/ 322231 h 369828"/>
              <a:gd name="connsiteX402" fmla="*/ 457293 w 2906005"/>
              <a:gd name="connsiteY402" fmla="*/ 305550 h 369828"/>
              <a:gd name="connsiteX403" fmla="*/ 451754 w 2906005"/>
              <a:gd name="connsiteY403" fmla="*/ 280753 h 369828"/>
              <a:gd name="connsiteX404" fmla="*/ 457293 w 2906005"/>
              <a:gd name="connsiteY404" fmla="*/ 256214 h 369828"/>
              <a:gd name="connsiteX405" fmla="*/ 457357 w 2906005"/>
              <a:gd name="connsiteY405" fmla="*/ 256214 h 369828"/>
              <a:gd name="connsiteX406" fmla="*/ 472364 w 2906005"/>
              <a:gd name="connsiteY406" fmla="*/ 239725 h 369828"/>
              <a:gd name="connsiteX407" fmla="*/ 493490 w 2906005"/>
              <a:gd name="connsiteY407" fmla="*/ 233993 h 369828"/>
              <a:gd name="connsiteX408" fmla="*/ 270963 w 2906005"/>
              <a:gd name="connsiteY408" fmla="*/ 233993 h 369828"/>
              <a:gd name="connsiteX409" fmla="*/ 296983 w 2906005"/>
              <a:gd name="connsiteY409" fmla="*/ 242173 h 369828"/>
              <a:gd name="connsiteX410" fmla="*/ 307675 w 2906005"/>
              <a:gd name="connsiteY410" fmla="*/ 264136 h 369828"/>
              <a:gd name="connsiteX411" fmla="*/ 285648 w 2906005"/>
              <a:gd name="connsiteY411" fmla="*/ 264136 h 369828"/>
              <a:gd name="connsiteX412" fmla="*/ 281139 w 2906005"/>
              <a:gd name="connsiteY412" fmla="*/ 255505 h 369828"/>
              <a:gd name="connsiteX413" fmla="*/ 270383 w 2906005"/>
              <a:gd name="connsiteY413" fmla="*/ 252285 h 369828"/>
              <a:gd name="connsiteX414" fmla="*/ 260722 w 2906005"/>
              <a:gd name="connsiteY414" fmla="*/ 254603 h 369828"/>
              <a:gd name="connsiteX415" fmla="*/ 257373 w 2906005"/>
              <a:gd name="connsiteY415" fmla="*/ 261044 h 369828"/>
              <a:gd name="connsiteX416" fmla="*/ 262010 w 2906005"/>
              <a:gd name="connsiteY416" fmla="*/ 268065 h 369828"/>
              <a:gd name="connsiteX417" fmla="*/ 276309 w 2906005"/>
              <a:gd name="connsiteY417" fmla="*/ 272895 h 369828"/>
              <a:gd name="connsiteX418" fmla="*/ 292604 w 2906005"/>
              <a:gd name="connsiteY418" fmla="*/ 277983 h 369828"/>
              <a:gd name="connsiteX419" fmla="*/ 303746 w 2906005"/>
              <a:gd name="connsiteY419" fmla="*/ 286163 h 369828"/>
              <a:gd name="connsiteX420" fmla="*/ 308577 w 2906005"/>
              <a:gd name="connsiteY420" fmla="*/ 300719 h 369828"/>
              <a:gd name="connsiteX421" fmla="*/ 304197 w 2906005"/>
              <a:gd name="connsiteY421" fmla="*/ 314889 h 369828"/>
              <a:gd name="connsiteX422" fmla="*/ 291702 w 2906005"/>
              <a:gd name="connsiteY422" fmla="*/ 324679 h 369828"/>
              <a:gd name="connsiteX423" fmla="*/ 272702 w 2906005"/>
              <a:gd name="connsiteY423" fmla="*/ 328221 h 369828"/>
              <a:gd name="connsiteX424" fmla="*/ 252607 w 2906005"/>
              <a:gd name="connsiteY424" fmla="*/ 324164 h 369828"/>
              <a:gd name="connsiteX425" fmla="*/ 252542 w 2906005"/>
              <a:gd name="connsiteY425" fmla="*/ 324099 h 369828"/>
              <a:gd name="connsiteX426" fmla="*/ 238437 w 2906005"/>
              <a:gd name="connsiteY426" fmla="*/ 313150 h 369828"/>
              <a:gd name="connsiteX427" fmla="*/ 232769 w 2906005"/>
              <a:gd name="connsiteY427" fmla="*/ 297821 h 369828"/>
              <a:gd name="connsiteX428" fmla="*/ 255956 w 2906005"/>
              <a:gd name="connsiteY428" fmla="*/ 297821 h 369828"/>
              <a:gd name="connsiteX429" fmla="*/ 261108 w 2906005"/>
              <a:gd name="connsiteY429" fmla="*/ 306516 h 369828"/>
              <a:gd name="connsiteX430" fmla="*/ 272380 w 2906005"/>
              <a:gd name="connsiteY430" fmla="*/ 309994 h 369828"/>
              <a:gd name="connsiteX431" fmla="*/ 282685 w 2906005"/>
              <a:gd name="connsiteY431" fmla="*/ 307353 h 369828"/>
              <a:gd name="connsiteX432" fmla="*/ 286421 w 2906005"/>
              <a:gd name="connsiteY432" fmla="*/ 300590 h 369828"/>
              <a:gd name="connsiteX433" fmla="*/ 281912 w 2906005"/>
              <a:gd name="connsiteY433" fmla="*/ 293892 h 369828"/>
              <a:gd name="connsiteX434" fmla="*/ 267485 w 2906005"/>
              <a:gd name="connsiteY434" fmla="*/ 289061 h 369828"/>
              <a:gd name="connsiteX435" fmla="*/ 250803 w 2906005"/>
              <a:gd name="connsiteY435" fmla="*/ 283973 h 369828"/>
              <a:gd name="connsiteX436" fmla="*/ 239596 w 2906005"/>
              <a:gd name="connsiteY436" fmla="*/ 275922 h 369828"/>
              <a:gd name="connsiteX437" fmla="*/ 234894 w 2906005"/>
              <a:gd name="connsiteY437" fmla="*/ 261302 h 369828"/>
              <a:gd name="connsiteX438" fmla="*/ 239274 w 2906005"/>
              <a:gd name="connsiteY438" fmla="*/ 247454 h 369828"/>
              <a:gd name="connsiteX439" fmla="*/ 251769 w 2906005"/>
              <a:gd name="connsiteY439" fmla="*/ 237600 h 369828"/>
              <a:gd name="connsiteX440" fmla="*/ 270963 w 2906005"/>
              <a:gd name="connsiteY440" fmla="*/ 233993 h 369828"/>
              <a:gd name="connsiteX441" fmla="*/ 161791 w 2906005"/>
              <a:gd name="connsiteY441" fmla="*/ 233993 h 369828"/>
              <a:gd name="connsiteX442" fmla="*/ 179632 w 2906005"/>
              <a:gd name="connsiteY442" fmla="*/ 238115 h 369828"/>
              <a:gd name="connsiteX443" fmla="*/ 191869 w 2906005"/>
              <a:gd name="connsiteY443" fmla="*/ 248485 h 369828"/>
              <a:gd name="connsiteX444" fmla="*/ 191869 w 2906005"/>
              <a:gd name="connsiteY444" fmla="*/ 235474 h 369828"/>
              <a:gd name="connsiteX445" fmla="*/ 215056 w 2906005"/>
              <a:gd name="connsiteY445" fmla="*/ 235474 h 369828"/>
              <a:gd name="connsiteX446" fmla="*/ 215056 w 2906005"/>
              <a:gd name="connsiteY446" fmla="*/ 326676 h 369828"/>
              <a:gd name="connsiteX447" fmla="*/ 191869 w 2906005"/>
              <a:gd name="connsiteY447" fmla="*/ 326676 h 369828"/>
              <a:gd name="connsiteX448" fmla="*/ 191869 w 2906005"/>
              <a:gd name="connsiteY448" fmla="*/ 313343 h 369828"/>
              <a:gd name="connsiteX449" fmla="*/ 179632 w 2906005"/>
              <a:gd name="connsiteY449" fmla="*/ 323970 h 369828"/>
              <a:gd name="connsiteX450" fmla="*/ 161598 w 2906005"/>
              <a:gd name="connsiteY450" fmla="*/ 328157 h 369828"/>
              <a:gd name="connsiteX451" fmla="*/ 140601 w 2906005"/>
              <a:gd name="connsiteY451" fmla="*/ 322231 h 369828"/>
              <a:gd name="connsiteX452" fmla="*/ 125594 w 2906005"/>
              <a:gd name="connsiteY452" fmla="*/ 305550 h 369828"/>
              <a:gd name="connsiteX453" fmla="*/ 120055 w 2906005"/>
              <a:gd name="connsiteY453" fmla="*/ 280753 h 369828"/>
              <a:gd name="connsiteX454" fmla="*/ 125594 w 2906005"/>
              <a:gd name="connsiteY454" fmla="*/ 256214 h 369828"/>
              <a:gd name="connsiteX455" fmla="*/ 125658 w 2906005"/>
              <a:gd name="connsiteY455" fmla="*/ 256214 h 369828"/>
              <a:gd name="connsiteX456" fmla="*/ 140665 w 2906005"/>
              <a:gd name="connsiteY456" fmla="*/ 239725 h 369828"/>
              <a:gd name="connsiteX457" fmla="*/ 161791 w 2906005"/>
              <a:gd name="connsiteY457" fmla="*/ 233993 h 369828"/>
              <a:gd name="connsiteX458" fmla="*/ 2407748 w 2906005"/>
              <a:gd name="connsiteY458" fmla="*/ 233992 h 369828"/>
              <a:gd name="connsiteX459" fmla="*/ 2425589 w 2906005"/>
              <a:gd name="connsiteY459" fmla="*/ 238114 h 369828"/>
              <a:gd name="connsiteX460" fmla="*/ 2437826 w 2906005"/>
              <a:gd name="connsiteY460" fmla="*/ 248484 h 369828"/>
              <a:gd name="connsiteX461" fmla="*/ 2437826 w 2906005"/>
              <a:gd name="connsiteY461" fmla="*/ 235474 h 369828"/>
              <a:gd name="connsiteX462" fmla="*/ 2461013 w 2906005"/>
              <a:gd name="connsiteY462" fmla="*/ 235474 h 369828"/>
              <a:gd name="connsiteX463" fmla="*/ 2461013 w 2906005"/>
              <a:gd name="connsiteY463" fmla="*/ 326675 h 369828"/>
              <a:gd name="connsiteX464" fmla="*/ 2437826 w 2906005"/>
              <a:gd name="connsiteY464" fmla="*/ 326675 h 369828"/>
              <a:gd name="connsiteX465" fmla="*/ 2437826 w 2906005"/>
              <a:gd name="connsiteY465" fmla="*/ 313342 h 369828"/>
              <a:gd name="connsiteX466" fmla="*/ 2425589 w 2906005"/>
              <a:gd name="connsiteY466" fmla="*/ 323970 h 369828"/>
              <a:gd name="connsiteX467" fmla="*/ 2407555 w 2906005"/>
              <a:gd name="connsiteY467" fmla="*/ 328156 h 369828"/>
              <a:gd name="connsiteX468" fmla="*/ 2386558 w 2906005"/>
              <a:gd name="connsiteY468" fmla="*/ 322231 h 369828"/>
              <a:gd name="connsiteX469" fmla="*/ 2371551 w 2906005"/>
              <a:gd name="connsiteY469" fmla="*/ 305549 h 369828"/>
              <a:gd name="connsiteX470" fmla="*/ 2366012 w 2906005"/>
              <a:gd name="connsiteY470" fmla="*/ 280752 h 369828"/>
              <a:gd name="connsiteX471" fmla="*/ 2371551 w 2906005"/>
              <a:gd name="connsiteY471" fmla="*/ 256213 h 369828"/>
              <a:gd name="connsiteX472" fmla="*/ 2371615 w 2906005"/>
              <a:gd name="connsiteY472" fmla="*/ 256213 h 369828"/>
              <a:gd name="connsiteX473" fmla="*/ 2386622 w 2906005"/>
              <a:gd name="connsiteY473" fmla="*/ 239725 h 369828"/>
              <a:gd name="connsiteX474" fmla="*/ 2407748 w 2906005"/>
              <a:gd name="connsiteY474" fmla="*/ 233992 h 369828"/>
              <a:gd name="connsiteX475" fmla="*/ 331055 w 2906005"/>
              <a:gd name="connsiteY475" fmla="*/ 212996 h 369828"/>
              <a:gd name="connsiteX476" fmla="*/ 354242 w 2906005"/>
              <a:gd name="connsiteY476" fmla="*/ 212996 h 369828"/>
              <a:gd name="connsiteX477" fmla="*/ 354242 w 2906005"/>
              <a:gd name="connsiteY477" fmla="*/ 235539 h 369828"/>
              <a:gd name="connsiteX478" fmla="*/ 374659 w 2906005"/>
              <a:gd name="connsiteY478" fmla="*/ 235539 h 369828"/>
              <a:gd name="connsiteX479" fmla="*/ 374659 w 2906005"/>
              <a:gd name="connsiteY479" fmla="*/ 254474 h 369828"/>
              <a:gd name="connsiteX480" fmla="*/ 354242 w 2906005"/>
              <a:gd name="connsiteY480" fmla="*/ 254474 h 369828"/>
              <a:gd name="connsiteX481" fmla="*/ 354242 w 2906005"/>
              <a:gd name="connsiteY481" fmla="*/ 298529 h 369828"/>
              <a:gd name="connsiteX482" fmla="*/ 356496 w 2906005"/>
              <a:gd name="connsiteY482" fmla="*/ 305228 h 369828"/>
              <a:gd name="connsiteX483" fmla="*/ 363967 w 2906005"/>
              <a:gd name="connsiteY483" fmla="*/ 307289 h 369828"/>
              <a:gd name="connsiteX484" fmla="*/ 374659 w 2906005"/>
              <a:gd name="connsiteY484" fmla="*/ 307289 h 369828"/>
              <a:gd name="connsiteX485" fmla="*/ 374659 w 2906005"/>
              <a:gd name="connsiteY485" fmla="*/ 326740 h 369828"/>
              <a:gd name="connsiteX486" fmla="*/ 360167 w 2906005"/>
              <a:gd name="connsiteY486" fmla="*/ 326740 h 369828"/>
              <a:gd name="connsiteX487" fmla="*/ 331055 w 2906005"/>
              <a:gd name="connsiteY487" fmla="*/ 298400 h 369828"/>
              <a:gd name="connsiteX488" fmla="*/ 331055 w 2906005"/>
              <a:gd name="connsiteY488" fmla="*/ 254474 h 369828"/>
              <a:gd name="connsiteX489" fmla="*/ 320170 w 2906005"/>
              <a:gd name="connsiteY489" fmla="*/ 254474 h 369828"/>
              <a:gd name="connsiteX490" fmla="*/ 320170 w 2906005"/>
              <a:gd name="connsiteY490" fmla="*/ 235539 h 369828"/>
              <a:gd name="connsiteX491" fmla="*/ 331055 w 2906005"/>
              <a:gd name="connsiteY491" fmla="*/ 235539 h 369828"/>
              <a:gd name="connsiteX492" fmla="*/ 0 w 2906005"/>
              <a:gd name="connsiteY492" fmla="*/ 211772 h 369828"/>
              <a:gd name="connsiteX493" fmla="*/ 24668 w 2906005"/>
              <a:gd name="connsiteY493" fmla="*/ 211772 h 369828"/>
              <a:gd name="connsiteX494" fmla="*/ 56292 w 2906005"/>
              <a:gd name="connsiteY494" fmla="*/ 303102 h 369828"/>
              <a:gd name="connsiteX495" fmla="*/ 87723 w 2906005"/>
              <a:gd name="connsiteY495" fmla="*/ 211772 h 369828"/>
              <a:gd name="connsiteX496" fmla="*/ 112262 w 2906005"/>
              <a:gd name="connsiteY496" fmla="*/ 211772 h 369828"/>
              <a:gd name="connsiteX497" fmla="*/ 70140 w 2906005"/>
              <a:gd name="connsiteY497" fmla="*/ 326675 h 369828"/>
              <a:gd name="connsiteX498" fmla="*/ 42123 w 2906005"/>
              <a:gd name="connsiteY498" fmla="*/ 326675 h 369828"/>
              <a:gd name="connsiteX499" fmla="*/ 608522 w 2906005"/>
              <a:gd name="connsiteY499" fmla="*/ 211643 h 369828"/>
              <a:gd name="connsiteX500" fmla="*/ 631580 w 2906005"/>
              <a:gd name="connsiteY500" fmla="*/ 211643 h 369828"/>
              <a:gd name="connsiteX501" fmla="*/ 683750 w 2906005"/>
              <a:gd name="connsiteY501" fmla="*/ 290671 h 369828"/>
              <a:gd name="connsiteX502" fmla="*/ 683750 w 2906005"/>
              <a:gd name="connsiteY502" fmla="*/ 211643 h 369828"/>
              <a:gd name="connsiteX503" fmla="*/ 706808 w 2906005"/>
              <a:gd name="connsiteY503" fmla="*/ 211643 h 369828"/>
              <a:gd name="connsiteX504" fmla="*/ 706808 w 2906005"/>
              <a:gd name="connsiteY504" fmla="*/ 326675 h 369828"/>
              <a:gd name="connsiteX505" fmla="*/ 683750 w 2906005"/>
              <a:gd name="connsiteY505" fmla="*/ 326675 h 369828"/>
              <a:gd name="connsiteX506" fmla="*/ 631580 w 2906005"/>
              <a:gd name="connsiteY506" fmla="*/ 247840 h 369828"/>
              <a:gd name="connsiteX507" fmla="*/ 631580 w 2906005"/>
              <a:gd name="connsiteY507" fmla="*/ 326675 h 369828"/>
              <a:gd name="connsiteX508" fmla="*/ 608522 w 2906005"/>
              <a:gd name="connsiteY508" fmla="*/ 326675 h 369828"/>
              <a:gd name="connsiteX509" fmla="*/ 2549316 w 2906005"/>
              <a:gd name="connsiteY509" fmla="*/ 204880 h 369828"/>
              <a:gd name="connsiteX510" fmla="*/ 2572696 w 2906005"/>
              <a:gd name="connsiteY510" fmla="*/ 204880 h 369828"/>
              <a:gd name="connsiteX511" fmla="*/ 2572696 w 2906005"/>
              <a:gd name="connsiteY511" fmla="*/ 326675 h 369828"/>
              <a:gd name="connsiteX512" fmla="*/ 2549316 w 2906005"/>
              <a:gd name="connsiteY512" fmla="*/ 326675 h 369828"/>
              <a:gd name="connsiteX513" fmla="*/ 2549316 w 2906005"/>
              <a:gd name="connsiteY513" fmla="*/ 313149 h 369828"/>
              <a:gd name="connsiteX514" fmla="*/ 2537271 w 2906005"/>
              <a:gd name="connsiteY514" fmla="*/ 324034 h 369828"/>
              <a:gd name="connsiteX515" fmla="*/ 2519302 w 2906005"/>
              <a:gd name="connsiteY515" fmla="*/ 328156 h 369828"/>
              <a:gd name="connsiteX516" fmla="*/ 2498241 w 2906005"/>
              <a:gd name="connsiteY516" fmla="*/ 322231 h 369828"/>
              <a:gd name="connsiteX517" fmla="*/ 2483169 w 2906005"/>
              <a:gd name="connsiteY517" fmla="*/ 305549 h 369828"/>
              <a:gd name="connsiteX518" fmla="*/ 2477630 w 2906005"/>
              <a:gd name="connsiteY518" fmla="*/ 280752 h 369828"/>
              <a:gd name="connsiteX519" fmla="*/ 2483169 w 2906005"/>
              <a:gd name="connsiteY519" fmla="*/ 256213 h 369828"/>
              <a:gd name="connsiteX520" fmla="*/ 2483233 w 2906005"/>
              <a:gd name="connsiteY520" fmla="*/ 256213 h 369828"/>
              <a:gd name="connsiteX521" fmla="*/ 2498305 w 2906005"/>
              <a:gd name="connsiteY521" fmla="*/ 239724 h 369828"/>
              <a:gd name="connsiteX522" fmla="*/ 2519559 w 2906005"/>
              <a:gd name="connsiteY522" fmla="*/ 233992 h 369828"/>
              <a:gd name="connsiteX523" fmla="*/ 2536499 w 2906005"/>
              <a:gd name="connsiteY523" fmla="*/ 237857 h 369828"/>
              <a:gd name="connsiteX524" fmla="*/ 2549316 w 2906005"/>
              <a:gd name="connsiteY524" fmla="*/ 248162 h 369828"/>
              <a:gd name="connsiteX525" fmla="*/ 1892359 w 2906005"/>
              <a:gd name="connsiteY525" fmla="*/ 204880 h 369828"/>
              <a:gd name="connsiteX526" fmla="*/ 1915739 w 2906005"/>
              <a:gd name="connsiteY526" fmla="*/ 204880 h 369828"/>
              <a:gd name="connsiteX527" fmla="*/ 1915739 w 2906005"/>
              <a:gd name="connsiteY527" fmla="*/ 326675 h 369828"/>
              <a:gd name="connsiteX528" fmla="*/ 1892359 w 2906005"/>
              <a:gd name="connsiteY528" fmla="*/ 326675 h 369828"/>
              <a:gd name="connsiteX529" fmla="*/ 1892359 w 2906005"/>
              <a:gd name="connsiteY529" fmla="*/ 313149 h 369828"/>
              <a:gd name="connsiteX530" fmla="*/ 1880314 w 2906005"/>
              <a:gd name="connsiteY530" fmla="*/ 324034 h 369828"/>
              <a:gd name="connsiteX531" fmla="*/ 1862345 w 2906005"/>
              <a:gd name="connsiteY531" fmla="*/ 328156 h 369828"/>
              <a:gd name="connsiteX532" fmla="*/ 1841284 w 2906005"/>
              <a:gd name="connsiteY532" fmla="*/ 322231 h 369828"/>
              <a:gd name="connsiteX533" fmla="*/ 1826212 w 2906005"/>
              <a:gd name="connsiteY533" fmla="*/ 305549 h 369828"/>
              <a:gd name="connsiteX534" fmla="*/ 1820673 w 2906005"/>
              <a:gd name="connsiteY534" fmla="*/ 280752 h 369828"/>
              <a:gd name="connsiteX535" fmla="*/ 1826212 w 2906005"/>
              <a:gd name="connsiteY535" fmla="*/ 256213 h 369828"/>
              <a:gd name="connsiteX536" fmla="*/ 1826276 w 2906005"/>
              <a:gd name="connsiteY536" fmla="*/ 256213 h 369828"/>
              <a:gd name="connsiteX537" fmla="*/ 1841348 w 2906005"/>
              <a:gd name="connsiteY537" fmla="*/ 239724 h 369828"/>
              <a:gd name="connsiteX538" fmla="*/ 1862602 w 2906005"/>
              <a:gd name="connsiteY538" fmla="*/ 233992 h 369828"/>
              <a:gd name="connsiteX539" fmla="*/ 1879542 w 2906005"/>
              <a:gd name="connsiteY539" fmla="*/ 237857 h 369828"/>
              <a:gd name="connsiteX540" fmla="*/ 1892359 w 2906005"/>
              <a:gd name="connsiteY540" fmla="*/ 248162 h 369828"/>
              <a:gd name="connsiteX541" fmla="*/ 1161011 w 2906005"/>
              <a:gd name="connsiteY541" fmla="*/ 204880 h 369828"/>
              <a:gd name="connsiteX542" fmla="*/ 1184391 w 2906005"/>
              <a:gd name="connsiteY542" fmla="*/ 204880 h 369828"/>
              <a:gd name="connsiteX543" fmla="*/ 1184391 w 2906005"/>
              <a:gd name="connsiteY543" fmla="*/ 326675 h 369828"/>
              <a:gd name="connsiteX544" fmla="*/ 1161011 w 2906005"/>
              <a:gd name="connsiteY544" fmla="*/ 326675 h 369828"/>
              <a:gd name="connsiteX545" fmla="*/ 1161011 w 2906005"/>
              <a:gd name="connsiteY545" fmla="*/ 313149 h 369828"/>
              <a:gd name="connsiteX546" fmla="*/ 1148966 w 2906005"/>
              <a:gd name="connsiteY546" fmla="*/ 324034 h 369828"/>
              <a:gd name="connsiteX547" fmla="*/ 1130997 w 2906005"/>
              <a:gd name="connsiteY547" fmla="*/ 328156 h 369828"/>
              <a:gd name="connsiteX548" fmla="*/ 1109935 w 2906005"/>
              <a:gd name="connsiteY548" fmla="*/ 322231 h 369828"/>
              <a:gd name="connsiteX549" fmla="*/ 1094864 w 2906005"/>
              <a:gd name="connsiteY549" fmla="*/ 305549 h 369828"/>
              <a:gd name="connsiteX550" fmla="*/ 1089325 w 2906005"/>
              <a:gd name="connsiteY550" fmla="*/ 280752 h 369828"/>
              <a:gd name="connsiteX551" fmla="*/ 1094864 w 2906005"/>
              <a:gd name="connsiteY551" fmla="*/ 256213 h 369828"/>
              <a:gd name="connsiteX552" fmla="*/ 1094928 w 2906005"/>
              <a:gd name="connsiteY552" fmla="*/ 256213 h 369828"/>
              <a:gd name="connsiteX553" fmla="*/ 1110000 w 2906005"/>
              <a:gd name="connsiteY553" fmla="*/ 239724 h 369828"/>
              <a:gd name="connsiteX554" fmla="*/ 1131254 w 2906005"/>
              <a:gd name="connsiteY554" fmla="*/ 233992 h 369828"/>
              <a:gd name="connsiteX555" fmla="*/ 1148194 w 2906005"/>
              <a:gd name="connsiteY555" fmla="*/ 237857 h 369828"/>
              <a:gd name="connsiteX556" fmla="*/ 1161011 w 2906005"/>
              <a:gd name="connsiteY556" fmla="*/ 248162 h 369828"/>
              <a:gd name="connsiteX557" fmla="*/ 1545975 w 2906005"/>
              <a:gd name="connsiteY557" fmla="*/ 204816 h 369828"/>
              <a:gd name="connsiteX558" fmla="*/ 1569033 w 2906005"/>
              <a:gd name="connsiteY558" fmla="*/ 204816 h 369828"/>
              <a:gd name="connsiteX559" fmla="*/ 1569033 w 2906005"/>
              <a:gd name="connsiteY559" fmla="*/ 326611 h 369828"/>
              <a:gd name="connsiteX560" fmla="*/ 1545975 w 2906005"/>
              <a:gd name="connsiteY560" fmla="*/ 326611 h 369828"/>
              <a:gd name="connsiteX561" fmla="*/ 829118 w 2906005"/>
              <a:gd name="connsiteY561" fmla="*/ 204816 h 369828"/>
              <a:gd name="connsiteX562" fmla="*/ 852176 w 2906005"/>
              <a:gd name="connsiteY562" fmla="*/ 204816 h 369828"/>
              <a:gd name="connsiteX563" fmla="*/ 852176 w 2906005"/>
              <a:gd name="connsiteY563" fmla="*/ 326611 h 369828"/>
              <a:gd name="connsiteX564" fmla="*/ 829118 w 2906005"/>
              <a:gd name="connsiteY564" fmla="*/ 326611 h 369828"/>
              <a:gd name="connsiteX565" fmla="*/ 1708475 w 2906005"/>
              <a:gd name="connsiteY565" fmla="*/ 202691 h 369828"/>
              <a:gd name="connsiteX566" fmla="*/ 1716269 w 2906005"/>
              <a:gd name="connsiteY566" fmla="*/ 205911 h 369828"/>
              <a:gd name="connsiteX567" fmla="*/ 1719489 w 2906005"/>
              <a:gd name="connsiteY567" fmla="*/ 213705 h 369828"/>
              <a:gd name="connsiteX568" fmla="*/ 1716269 w 2906005"/>
              <a:gd name="connsiteY568" fmla="*/ 221434 h 369828"/>
              <a:gd name="connsiteX569" fmla="*/ 1708475 w 2906005"/>
              <a:gd name="connsiteY569" fmla="*/ 224590 h 369828"/>
              <a:gd name="connsiteX570" fmla="*/ 1700746 w 2906005"/>
              <a:gd name="connsiteY570" fmla="*/ 221434 h 369828"/>
              <a:gd name="connsiteX571" fmla="*/ 1697591 w 2906005"/>
              <a:gd name="connsiteY571" fmla="*/ 213705 h 369828"/>
              <a:gd name="connsiteX572" fmla="*/ 1700746 w 2906005"/>
              <a:gd name="connsiteY572" fmla="*/ 205911 h 369828"/>
              <a:gd name="connsiteX573" fmla="*/ 1708475 w 2906005"/>
              <a:gd name="connsiteY573" fmla="*/ 202691 h 369828"/>
              <a:gd name="connsiteX574" fmla="*/ 1678011 w 2906005"/>
              <a:gd name="connsiteY574" fmla="*/ 202691 h 369828"/>
              <a:gd name="connsiteX575" fmla="*/ 1685804 w 2906005"/>
              <a:gd name="connsiteY575" fmla="*/ 205911 h 369828"/>
              <a:gd name="connsiteX576" fmla="*/ 1689024 w 2906005"/>
              <a:gd name="connsiteY576" fmla="*/ 213705 h 369828"/>
              <a:gd name="connsiteX577" fmla="*/ 1685804 w 2906005"/>
              <a:gd name="connsiteY577" fmla="*/ 221434 h 369828"/>
              <a:gd name="connsiteX578" fmla="*/ 1678011 w 2906005"/>
              <a:gd name="connsiteY578" fmla="*/ 224590 h 369828"/>
              <a:gd name="connsiteX579" fmla="*/ 1670282 w 2906005"/>
              <a:gd name="connsiteY579" fmla="*/ 221434 h 369828"/>
              <a:gd name="connsiteX580" fmla="*/ 1667126 w 2906005"/>
              <a:gd name="connsiteY580" fmla="*/ 213705 h 369828"/>
              <a:gd name="connsiteX581" fmla="*/ 1670282 w 2906005"/>
              <a:gd name="connsiteY581" fmla="*/ 205911 h 369828"/>
              <a:gd name="connsiteX582" fmla="*/ 1678011 w 2906005"/>
              <a:gd name="connsiteY582" fmla="*/ 202691 h 369828"/>
              <a:gd name="connsiteX583" fmla="*/ 1494319 w 2906005"/>
              <a:gd name="connsiteY583" fmla="*/ 202691 h 369828"/>
              <a:gd name="connsiteX584" fmla="*/ 1502113 w 2906005"/>
              <a:gd name="connsiteY584" fmla="*/ 205911 h 369828"/>
              <a:gd name="connsiteX585" fmla="*/ 1505333 w 2906005"/>
              <a:gd name="connsiteY585" fmla="*/ 213705 h 369828"/>
              <a:gd name="connsiteX586" fmla="*/ 1502113 w 2906005"/>
              <a:gd name="connsiteY586" fmla="*/ 221434 h 369828"/>
              <a:gd name="connsiteX587" fmla="*/ 1494319 w 2906005"/>
              <a:gd name="connsiteY587" fmla="*/ 224590 h 369828"/>
              <a:gd name="connsiteX588" fmla="*/ 1486590 w 2906005"/>
              <a:gd name="connsiteY588" fmla="*/ 221434 h 369828"/>
              <a:gd name="connsiteX589" fmla="*/ 1483435 w 2906005"/>
              <a:gd name="connsiteY589" fmla="*/ 213705 h 369828"/>
              <a:gd name="connsiteX590" fmla="*/ 1486590 w 2906005"/>
              <a:gd name="connsiteY590" fmla="*/ 205911 h 369828"/>
              <a:gd name="connsiteX591" fmla="*/ 1494319 w 2906005"/>
              <a:gd name="connsiteY591" fmla="*/ 202691 h 369828"/>
              <a:gd name="connsiteX592" fmla="*/ 1463855 w 2906005"/>
              <a:gd name="connsiteY592" fmla="*/ 202691 h 369828"/>
              <a:gd name="connsiteX593" fmla="*/ 1471648 w 2906005"/>
              <a:gd name="connsiteY593" fmla="*/ 205911 h 369828"/>
              <a:gd name="connsiteX594" fmla="*/ 1474868 w 2906005"/>
              <a:gd name="connsiteY594" fmla="*/ 213705 h 369828"/>
              <a:gd name="connsiteX595" fmla="*/ 1471648 w 2906005"/>
              <a:gd name="connsiteY595" fmla="*/ 221434 h 369828"/>
              <a:gd name="connsiteX596" fmla="*/ 1463855 w 2906005"/>
              <a:gd name="connsiteY596" fmla="*/ 224590 h 369828"/>
              <a:gd name="connsiteX597" fmla="*/ 1456126 w 2906005"/>
              <a:gd name="connsiteY597" fmla="*/ 221434 h 369828"/>
              <a:gd name="connsiteX598" fmla="*/ 1452970 w 2906005"/>
              <a:gd name="connsiteY598" fmla="*/ 213705 h 369828"/>
              <a:gd name="connsiteX599" fmla="*/ 1456126 w 2906005"/>
              <a:gd name="connsiteY599" fmla="*/ 205911 h 369828"/>
              <a:gd name="connsiteX600" fmla="*/ 1463855 w 2906005"/>
              <a:gd name="connsiteY600" fmla="*/ 202691 h 369828"/>
              <a:gd name="connsiteX601" fmla="*/ 186008 w 2906005"/>
              <a:gd name="connsiteY601" fmla="*/ 202691 h 369828"/>
              <a:gd name="connsiteX602" fmla="*/ 193802 w 2906005"/>
              <a:gd name="connsiteY602" fmla="*/ 205911 h 369828"/>
              <a:gd name="connsiteX603" fmla="*/ 197022 w 2906005"/>
              <a:gd name="connsiteY603" fmla="*/ 213705 h 369828"/>
              <a:gd name="connsiteX604" fmla="*/ 193802 w 2906005"/>
              <a:gd name="connsiteY604" fmla="*/ 221434 h 369828"/>
              <a:gd name="connsiteX605" fmla="*/ 186008 w 2906005"/>
              <a:gd name="connsiteY605" fmla="*/ 224590 h 369828"/>
              <a:gd name="connsiteX606" fmla="*/ 178279 w 2906005"/>
              <a:gd name="connsiteY606" fmla="*/ 221434 h 369828"/>
              <a:gd name="connsiteX607" fmla="*/ 175123 w 2906005"/>
              <a:gd name="connsiteY607" fmla="*/ 213705 h 369828"/>
              <a:gd name="connsiteX608" fmla="*/ 178279 w 2906005"/>
              <a:gd name="connsiteY608" fmla="*/ 205911 h 369828"/>
              <a:gd name="connsiteX609" fmla="*/ 186008 w 2906005"/>
              <a:gd name="connsiteY609" fmla="*/ 202691 h 369828"/>
              <a:gd name="connsiteX610" fmla="*/ 155544 w 2906005"/>
              <a:gd name="connsiteY610" fmla="*/ 202691 h 369828"/>
              <a:gd name="connsiteX611" fmla="*/ 163337 w 2906005"/>
              <a:gd name="connsiteY611" fmla="*/ 205911 h 369828"/>
              <a:gd name="connsiteX612" fmla="*/ 166557 w 2906005"/>
              <a:gd name="connsiteY612" fmla="*/ 213705 h 369828"/>
              <a:gd name="connsiteX613" fmla="*/ 163337 w 2906005"/>
              <a:gd name="connsiteY613" fmla="*/ 221434 h 369828"/>
              <a:gd name="connsiteX614" fmla="*/ 155544 w 2906005"/>
              <a:gd name="connsiteY614" fmla="*/ 224590 h 369828"/>
              <a:gd name="connsiteX615" fmla="*/ 147815 w 2906005"/>
              <a:gd name="connsiteY615" fmla="*/ 221434 h 369828"/>
              <a:gd name="connsiteX616" fmla="*/ 144659 w 2906005"/>
              <a:gd name="connsiteY616" fmla="*/ 213705 h 369828"/>
              <a:gd name="connsiteX617" fmla="*/ 147815 w 2906005"/>
              <a:gd name="connsiteY617" fmla="*/ 205911 h 369828"/>
              <a:gd name="connsiteX618" fmla="*/ 155544 w 2906005"/>
              <a:gd name="connsiteY618" fmla="*/ 202691 h 369828"/>
              <a:gd name="connsiteX619" fmla="*/ 2416765 w 2906005"/>
              <a:gd name="connsiteY619" fmla="*/ 200372 h 369828"/>
              <a:gd name="connsiteX620" fmla="*/ 2411162 w 2906005"/>
              <a:gd name="connsiteY620" fmla="*/ 202562 h 369828"/>
              <a:gd name="connsiteX621" fmla="*/ 2408843 w 2906005"/>
              <a:gd name="connsiteY621" fmla="*/ 208551 h 369828"/>
              <a:gd name="connsiteX622" fmla="*/ 2411162 w 2906005"/>
              <a:gd name="connsiteY622" fmla="*/ 214412 h 369828"/>
              <a:gd name="connsiteX623" fmla="*/ 2416765 w 2906005"/>
              <a:gd name="connsiteY623" fmla="*/ 216796 h 369828"/>
              <a:gd name="connsiteX624" fmla="*/ 2422369 w 2906005"/>
              <a:gd name="connsiteY624" fmla="*/ 214412 h 369828"/>
              <a:gd name="connsiteX625" fmla="*/ 2424687 w 2906005"/>
              <a:gd name="connsiteY625" fmla="*/ 208551 h 369828"/>
              <a:gd name="connsiteX626" fmla="*/ 2422369 w 2906005"/>
              <a:gd name="connsiteY626" fmla="*/ 202562 h 369828"/>
              <a:gd name="connsiteX627" fmla="*/ 2416765 w 2906005"/>
              <a:gd name="connsiteY627" fmla="*/ 200372 h 369828"/>
              <a:gd name="connsiteX628" fmla="*/ 1632538 w 2906005"/>
              <a:gd name="connsiteY628" fmla="*/ 198762 h 369828"/>
              <a:gd name="connsiteX629" fmla="*/ 1632538 w 2906005"/>
              <a:gd name="connsiteY629" fmla="*/ 218213 h 369828"/>
              <a:gd name="connsiteX630" fmla="*/ 1620880 w 2906005"/>
              <a:gd name="connsiteY630" fmla="*/ 220983 h 369828"/>
              <a:gd name="connsiteX631" fmla="*/ 1617596 w 2906005"/>
              <a:gd name="connsiteY631" fmla="*/ 231674 h 369828"/>
              <a:gd name="connsiteX632" fmla="*/ 1617596 w 2906005"/>
              <a:gd name="connsiteY632" fmla="*/ 235474 h 369828"/>
              <a:gd name="connsiteX633" fmla="*/ 1633569 w 2906005"/>
              <a:gd name="connsiteY633" fmla="*/ 235474 h 369828"/>
              <a:gd name="connsiteX634" fmla="*/ 1633569 w 2906005"/>
              <a:gd name="connsiteY634" fmla="*/ 254410 h 369828"/>
              <a:gd name="connsiteX635" fmla="*/ 1617596 w 2906005"/>
              <a:gd name="connsiteY635" fmla="*/ 254410 h 369828"/>
              <a:gd name="connsiteX636" fmla="*/ 1617596 w 2906005"/>
              <a:gd name="connsiteY636" fmla="*/ 326675 h 369828"/>
              <a:gd name="connsiteX637" fmla="*/ 1594216 w 2906005"/>
              <a:gd name="connsiteY637" fmla="*/ 326675 h 369828"/>
              <a:gd name="connsiteX638" fmla="*/ 1594216 w 2906005"/>
              <a:gd name="connsiteY638" fmla="*/ 254410 h 369828"/>
              <a:gd name="connsiteX639" fmla="*/ 1583846 w 2906005"/>
              <a:gd name="connsiteY639" fmla="*/ 254410 h 369828"/>
              <a:gd name="connsiteX640" fmla="*/ 1583846 w 2906005"/>
              <a:gd name="connsiteY640" fmla="*/ 235474 h 369828"/>
              <a:gd name="connsiteX641" fmla="*/ 1594216 w 2906005"/>
              <a:gd name="connsiteY641" fmla="*/ 235474 h 369828"/>
              <a:gd name="connsiteX642" fmla="*/ 1594216 w 2906005"/>
              <a:gd name="connsiteY642" fmla="*/ 230837 h 369828"/>
              <a:gd name="connsiteX643" fmla="*/ 1603748 w 2906005"/>
              <a:gd name="connsiteY643" fmla="*/ 206169 h 369828"/>
              <a:gd name="connsiteX644" fmla="*/ 1632538 w 2906005"/>
              <a:gd name="connsiteY644" fmla="*/ 198762 h 369828"/>
              <a:gd name="connsiteX645" fmla="*/ 2416829 w 2906005"/>
              <a:gd name="connsiteY645" fmla="*/ 189680 h 369828"/>
              <a:gd name="connsiteX646" fmla="*/ 2430548 w 2906005"/>
              <a:gd name="connsiteY646" fmla="*/ 194897 h 369828"/>
              <a:gd name="connsiteX647" fmla="*/ 2436087 w 2906005"/>
              <a:gd name="connsiteY647" fmla="*/ 208616 h 369828"/>
              <a:gd name="connsiteX648" fmla="*/ 2430548 w 2906005"/>
              <a:gd name="connsiteY648" fmla="*/ 222335 h 369828"/>
              <a:gd name="connsiteX649" fmla="*/ 2416829 w 2906005"/>
              <a:gd name="connsiteY649" fmla="*/ 227552 h 369828"/>
              <a:gd name="connsiteX650" fmla="*/ 2403175 w 2906005"/>
              <a:gd name="connsiteY650" fmla="*/ 222335 h 369828"/>
              <a:gd name="connsiteX651" fmla="*/ 2397572 w 2906005"/>
              <a:gd name="connsiteY651" fmla="*/ 208616 h 369828"/>
              <a:gd name="connsiteX652" fmla="*/ 2403175 w 2906005"/>
              <a:gd name="connsiteY652" fmla="*/ 194897 h 369828"/>
              <a:gd name="connsiteX653" fmla="*/ 2416829 w 2906005"/>
              <a:gd name="connsiteY653" fmla="*/ 189680 h 369828"/>
              <a:gd name="connsiteX654" fmla="*/ 440806 w 2906005"/>
              <a:gd name="connsiteY654" fmla="*/ 60672 h 369828"/>
              <a:gd name="connsiteX655" fmla="*/ 510623 w 2906005"/>
              <a:gd name="connsiteY655" fmla="*/ 60672 h 369828"/>
              <a:gd name="connsiteX656" fmla="*/ 510623 w 2906005"/>
              <a:gd name="connsiteY656" fmla="*/ 80123 h 369828"/>
              <a:gd name="connsiteX657" fmla="*/ 440806 w 2906005"/>
              <a:gd name="connsiteY657" fmla="*/ 80123 h 369828"/>
              <a:gd name="connsiteX658" fmla="*/ 2596720 w 2906005"/>
              <a:gd name="connsiteY658" fmla="*/ 56679 h 369828"/>
              <a:gd name="connsiteX659" fmla="*/ 2584869 w 2906005"/>
              <a:gd name="connsiteY659" fmla="*/ 59835 h 369828"/>
              <a:gd name="connsiteX660" fmla="*/ 2576045 w 2906005"/>
              <a:gd name="connsiteY660" fmla="*/ 68981 h 369828"/>
              <a:gd name="connsiteX661" fmla="*/ 2572696 w 2906005"/>
              <a:gd name="connsiteY661" fmla="*/ 83215 h 369828"/>
              <a:gd name="connsiteX662" fmla="*/ 2576045 w 2906005"/>
              <a:gd name="connsiteY662" fmla="*/ 97642 h 369828"/>
              <a:gd name="connsiteX663" fmla="*/ 2584933 w 2906005"/>
              <a:gd name="connsiteY663" fmla="*/ 107110 h 369828"/>
              <a:gd name="connsiteX664" fmla="*/ 2596720 w 2906005"/>
              <a:gd name="connsiteY664" fmla="*/ 110395 h 369828"/>
              <a:gd name="connsiteX665" fmla="*/ 2608764 w 2906005"/>
              <a:gd name="connsiteY665" fmla="*/ 107174 h 369828"/>
              <a:gd name="connsiteX666" fmla="*/ 2617652 w 2906005"/>
              <a:gd name="connsiteY666" fmla="*/ 97964 h 369828"/>
              <a:gd name="connsiteX667" fmla="*/ 2620937 w 2906005"/>
              <a:gd name="connsiteY667" fmla="*/ 83537 h 369828"/>
              <a:gd name="connsiteX668" fmla="*/ 2617652 w 2906005"/>
              <a:gd name="connsiteY668" fmla="*/ 69110 h 369828"/>
              <a:gd name="connsiteX669" fmla="*/ 2608764 w 2906005"/>
              <a:gd name="connsiteY669" fmla="*/ 59899 h 369828"/>
              <a:gd name="connsiteX670" fmla="*/ 2596720 w 2906005"/>
              <a:gd name="connsiteY670" fmla="*/ 56679 h 369828"/>
              <a:gd name="connsiteX671" fmla="*/ 1407756 w 2906005"/>
              <a:gd name="connsiteY671" fmla="*/ 56679 h 369828"/>
              <a:gd name="connsiteX672" fmla="*/ 1395905 w 2906005"/>
              <a:gd name="connsiteY672" fmla="*/ 59835 h 369828"/>
              <a:gd name="connsiteX673" fmla="*/ 1387081 w 2906005"/>
              <a:gd name="connsiteY673" fmla="*/ 68981 h 369828"/>
              <a:gd name="connsiteX674" fmla="*/ 1383732 w 2906005"/>
              <a:gd name="connsiteY674" fmla="*/ 83215 h 369828"/>
              <a:gd name="connsiteX675" fmla="*/ 1387081 w 2906005"/>
              <a:gd name="connsiteY675" fmla="*/ 97642 h 369828"/>
              <a:gd name="connsiteX676" fmla="*/ 1395969 w 2906005"/>
              <a:gd name="connsiteY676" fmla="*/ 107110 h 369828"/>
              <a:gd name="connsiteX677" fmla="*/ 1407756 w 2906005"/>
              <a:gd name="connsiteY677" fmla="*/ 110395 h 369828"/>
              <a:gd name="connsiteX678" fmla="*/ 1419800 w 2906005"/>
              <a:gd name="connsiteY678" fmla="*/ 107174 h 369828"/>
              <a:gd name="connsiteX679" fmla="*/ 1428688 w 2906005"/>
              <a:gd name="connsiteY679" fmla="*/ 97964 h 369828"/>
              <a:gd name="connsiteX680" fmla="*/ 1431973 w 2906005"/>
              <a:gd name="connsiteY680" fmla="*/ 83537 h 369828"/>
              <a:gd name="connsiteX681" fmla="*/ 1428688 w 2906005"/>
              <a:gd name="connsiteY681" fmla="*/ 69110 h 369828"/>
              <a:gd name="connsiteX682" fmla="*/ 1419800 w 2906005"/>
              <a:gd name="connsiteY682" fmla="*/ 59899 h 369828"/>
              <a:gd name="connsiteX683" fmla="*/ 1407756 w 2906005"/>
              <a:gd name="connsiteY683" fmla="*/ 56679 h 369828"/>
              <a:gd name="connsiteX684" fmla="*/ 1296138 w 2906005"/>
              <a:gd name="connsiteY684" fmla="*/ 56679 h 369828"/>
              <a:gd name="connsiteX685" fmla="*/ 1284287 w 2906005"/>
              <a:gd name="connsiteY685" fmla="*/ 59835 h 369828"/>
              <a:gd name="connsiteX686" fmla="*/ 1275463 w 2906005"/>
              <a:gd name="connsiteY686" fmla="*/ 68981 h 369828"/>
              <a:gd name="connsiteX687" fmla="*/ 1272114 w 2906005"/>
              <a:gd name="connsiteY687" fmla="*/ 83215 h 369828"/>
              <a:gd name="connsiteX688" fmla="*/ 1275463 w 2906005"/>
              <a:gd name="connsiteY688" fmla="*/ 97642 h 369828"/>
              <a:gd name="connsiteX689" fmla="*/ 1284351 w 2906005"/>
              <a:gd name="connsiteY689" fmla="*/ 107110 h 369828"/>
              <a:gd name="connsiteX690" fmla="*/ 1296138 w 2906005"/>
              <a:gd name="connsiteY690" fmla="*/ 110395 h 369828"/>
              <a:gd name="connsiteX691" fmla="*/ 1308182 w 2906005"/>
              <a:gd name="connsiteY691" fmla="*/ 107174 h 369828"/>
              <a:gd name="connsiteX692" fmla="*/ 1317070 w 2906005"/>
              <a:gd name="connsiteY692" fmla="*/ 97964 h 369828"/>
              <a:gd name="connsiteX693" fmla="*/ 1320355 w 2906005"/>
              <a:gd name="connsiteY693" fmla="*/ 83537 h 369828"/>
              <a:gd name="connsiteX694" fmla="*/ 1317070 w 2906005"/>
              <a:gd name="connsiteY694" fmla="*/ 69110 h 369828"/>
              <a:gd name="connsiteX695" fmla="*/ 1308182 w 2906005"/>
              <a:gd name="connsiteY695" fmla="*/ 59899 h 369828"/>
              <a:gd name="connsiteX696" fmla="*/ 1296138 w 2906005"/>
              <a:gd name="connsiteY696" fmla="*/ 56679 h 369828"/>
              <a:gd name="connsiteX697" fmla="*/ 801681 w 2906005"/>
              <a:gd name="connsiteY697" fmla="*/ 56679 h 369828"/>
              <a:gd name="connsiteX698" fmla="*/ 789830 w 2906005"/>
              <a:gd name="connsiteY698" fmla="*/ 59835 h 369828"/>
              <a:gd name="connsiteX699" fmla="*/ 781006 w 2906005"/>
              <a:gd name="connsiteY699" fmla="*/ 68980 h 369828"/>
              <a:gd name="connsiteX700" fmla="*/ 777657 w 2906005"/>
              <a:gd name="connsiteY700" fmla="*/ 83214 h 369828"/>
              <a:gd name="connsiteX701" fmla="*/ 781006 w 2906005"/>
              <a:gd name="connsiteY701" fmla="*/ 97642 h 369828"/>
              <a:gd name="connsiteX702" fmla="*/ 789894 w 2906005"/>
              <a:gd name="connsiteY702" fmla="*/ 107110 h 369828"/>
              <a:gd name="connsiteX703" fmla="*/ 801681 w 2906005"/>
              <a:gd name="connsiteY703" fmla="*/ 110394 h 369828"/>
              <a:gd name="connsiteX704" fmla="*/ 813725 w 2906005"/>
              <a:gd name="connsiteY704" fmla="*/ 107174 h 369828"/>
              <a:gd name="connsiteX705" fmla="*/ 822613 w 2906005"/>
              <a:gd name="connsiteY705" fmla="*/ 97964 h 369828"/>
              <a:gd name="connsiteX706" fmla="*/ 825898 w 2906005"/>
              <a:gd name="connsiteY706" fmla="*/ 83537 h 369828"/>
              <a:gd name="connsiteX707" fmla="*/ 822613 w 2906005"/>
              <a:gd name="connsiteY707" fmla="*/ 69109 h 369828"/>
              <a:gd name="connsiteX708" fmla="*/ 813725 w 2906005"/>
              <a:gd name="connsiteY708" fmla="*/ 59899 h 369828"/>
              <a:gd name="connsiteX709" fmla="*/ 801681 w 2906005"/>
              <a:gd name="connsiteY709" fmla="*/ 56679 h 369828"/>
              <a:gd name="connsiteX710" fmla="*/ 126240 w 2906005"/>
              <a:gd name="connsiteY710" fmla="*/ 56679 h 369828"/>
              <a:gd name="connsiteX711" fmla="*/ 114389 w 2906005"/>
              <a:gd name="connsiteY711" fmla="*/ 59835 h 369828"/>
              <a:gd name="connsiteX712" fmla="*/ 105565 w 2906005"/>
              <a:gd name="connsiteY712" fmla="*/ 68981 h 369828"/>
              <a:gd name="connsiteX713" fmla="*/ 102216 w 2906005"/>
              <a:gd name="connsiteY713" fmla="*/ 83215 h 369828"/>
              <a:gd name="connsiteX714" fmla="*/ 105565 w 2906005"/>
              <a:gd name="connsiteY714" fmla="*/ 97642 h 369828"/>
              <a:gd name="connsiteX715" fmla="*/ 114453 w 2906005"/>
              <a:gd name="connsiteY715" fmla="*/ 107110 h 369828"/>
              <a:gd name="connsiteX716" fmla="*/ 126240 w 2906005"/>
              <a:gd name="connsiteY716" fmla="*/ 110395 h 369828"/>
              <a:gd name="connsiteX717" fmla="*/ 138284 w 2906005"/>
              <a:gd name="connsiteY717" fmla="*/ 107175 h 369828"/>
              <a:gd name="connsiteX718" fmla="*/ 147172 w 2906005"/>
              <a:gd name="connsiteY718" fmla="*/ 97964 h 369828"/>
              <a:gd name="connsiteX719" fmla="*/ 150457 w 2906005"/>
              <a:gd name="connsiteY719" fmla="*/ 83537 h 369828"/>
              <a:gd name="connsiteX720" fmla="*/ 147172 w 2906005"/>
              <a:gd name="connsiteY720" fmla="*/ 69110 h 369828"/>
              <a:gd name="connsiteX721" fmla="*/ 138284 w 2906005"/>
              <a:gd name="connsiteY721" fmla="*/ 59899 h 369828"/>
              <a:gd name="connsiteX722" fmla="*/ 126240 w 2906005"/>
              <a:gd name="connsiteY722" fmla="*/ 56679 h 369828"/>
              <a:gd name="connsiteX723" fmla="*/ 2226698 w 2906005"/>
              <a:gd name="connsiteY723" fmla="*/ 56550 h 369828"/>
              <a:gd name="connsiteX724" fmla="*/ 2210145 w 2906005"/>
              <a:gd name="connsiteY724" fmla="*/ 63571 h 369828"/>
              <a:gd name="connsiteX725" fmla="*/ 2203447 w 2906005"/>
              <a:gd name="connsiteY725" fmla="*/ 83537 h 369828"/>
              <a:gd name="connsiteX726" fmla="*/ 2209952 w 2906005"/>
              <a:gd name="connsiteY726" fmla="*/ 103568 h 369828"/>
              <a:gd name="connsiteX727" fmla="*/ 2226312 w 2906005"/>
              <a:gd name="connsiteY727" fmla="*/ 110588 h 369828"/>
              <a:gd name="connsiteX728" fmla="*/ 2238098 w 2906005"/>
              <a:gd name="connsiteY728" fmla="*/ 107561 h 369828"/>
              <a:gd name="connsiteX729" fmla="*/ 2238098 w 2906005"/>
              <a:gd name="connsiteY729" fmla="*/ 107497 h 369828"/>
              <a:gd name="connsiteX730" fmla="*/ 2246922 w 2906005"/>
              <a:gd name="connsiteY730" fmla="*/ 98351 h 369828"/>
              <a:gd name="connsiteX731" fmla="*/ 2250207 w 2906005"/>
              <a:gd name="connsiteY731" fmla="*/ 83537 h 369828"/>
              <a:gd name="connsiteX732" fmla="*/ 2243380 w 2906005"/>
              <a:gd name="connsiteY732" fmla="*/ 63571 h 369828"/>
              <a:gd name="connsiteX733" fmla="*/ 2226698 w 2906005"/>
              <a:gd name="connsiteY733" fmla="*/ 56550 h 369828"/>
              <a:gd name="connsiteX734" fmla="*/ 2860404 w 2906005"/>
              <a:gd name="connsiteY734" fmla="*/ 55391 h 369828"/>
              <a:gd name="connsiteX735" fmla="*/ 2845977 w 2906005"/>
              <a:gd name="connsiteY735" fmla="*/ 60608 h 369828"/>
              <a:gd name="connsiteX736" fmla="*/ 2838828 w 2906005"/>
              <a:gd name="connsiteY736" fmla="*/ 75035 h 369828"/>
              <a:gd name="connsiteX737" fmla="*/ 2882110 w 2906005"/>
              <a:gd name="connsiteY737" fmla="*/ 75035 h 369828"/>
              <a:gd name="connsiteX738" fmla="*/ 2882174 w 2906005"/>
              <a:gd name="connsiteY738" fmla="*/ 74971 h 369828"/>
              <a:gd name="connsiteX739" fmla="*/ 2875733 w 2906005"/>
              <a:gd name="connsiteY739" fmla="*/ 60737 h 369828"/>
              <a:gd name="connsiteX740" fmla="*/ 2860404 w 2906005"/>
              <a:gd name="connsiteY740" fmla="*/ 55391 h 369828"/>
              <a:gd name="connsiteX741" fmla="*/ 910787 w 2906005"/>
              <a:gd name="connsiteY741" fmla="*/ 55391 h 369828"/>
              <a:gd name="connsiteX742" fmla="*/ 896360 w 2906005"/>
              <a:gd name="connsiteY742" fmla="*/ 60608 h 369828"/>
              <a:gd name="connsiteX743" fmla="*/ 889211 w 2906005"/>
              <a:gd name="connsiteY743" fmla="*/ 75035 h 369828"/>
              <a:gd name="connsiteX744" fmla="*/ 932493 w 2906005"/>
              <a:gd name="connsiteY744" fmla="*/ 75035 h 369828"/>
              <a:gd name="connsiteX745" fmla="*/ 932557 w 2906005"/>
              <a:gd name="connsiteY745" fmla="*/ 74971 h 369828"/>
              <a:gd name="connsiteX746" fmla="*/ 926116 w 2906005"/>
              <a:gd name="connsiteY746" fmla="*/ 60737 h 369828"/>
              <a:gd name="connsiteX747" fmla="*/ 910787 w 2906005"/>
              <a:gd name="connsiteY747" fmla="*/ 55391 h 369828"/>
              <a:gd name="connsiteX748" fmla="*/ 1723933 w 2906005"/>
              <a:gd name="connsiteY748" fmla="*/ 38000 h 369828"/>
              <a:gd name="connsiteX749" fmla="*/ 1749761 w 2906005"/>
              <a:gd name="connsiteY749" fmla="*/ 38000 h 369828"/>
              <a:gd name="connsiteX750" fmla="*/ 1773269 w 2906005"/>
              <a:gd name="connsiteY750" fmla="*/ 101699 h 369828"/>
              <a:gd name="connsiteX751" fmla="*/ 1797164 w 2906005"/>
              <a:gd name="connsiteY751" fmla="*/ 38000 h 369828"/>
              <a:gd name="connsiteX752" fmla="*/ 1821677 w 2906005"/>
              <a:gd name="connsiteY752" fmla="*/ 38000 h 369828"/>
              <a:gd name="connsiteX753" fmla="*/ 1765218 w 2906005"/>
              <a:gd name="connsiteY753" fmla="*/ 172290 h 369828"/>
              <a:gd name="connsiteX754" fmla="*/ 1740679 w 2906005"/>
              <a:gd name="connsiteY754" fmla="*/ 172290 h 369828"/>
              <a:gd name="connsiteX755" fmla="*/ 1760452 w 2906005"/>
              <a:gd name="connsiteY755" fmla="*/ 126883 h 369828"/>
              <a:gd name="connsiteX756" fmla="*/ 2711559 w 2906005"/>
              <a:gd name="connsiteY756" fmla="*/ 37936 h 369828"/>
              <a:gd name="connsiteX757" fmla="*/ 2734617 w 2906005"/>
              <a:gd name="connsiteY757" fmla="*/ 37936 h 369828"/>
              <a:gd name="connsiteX758" fmla="*/ 2734617 w 2906005"/>
              <a:gd name="connsiteY758" fmla="*/ 88174 h 369828"/>
              <a:gd name="connsiteX759" fmla="*/ 2740027 w 2906005"/>
              <a:gd name="connsiteY759" fmla="*/ 104855 h 369828"/>
              <a:gd name="connsiteX760" fmla="*/ 2754841 w 2906005"/>
              <a:gd name="connsiteY760" fmla="*/ 110717 h 369828"/>
              <a:gd name="connsiteX761" fmla="*/ 2769848 w 2906005"/>
              <a:gd name="connsiteY761" fmla="*/ 104855 h 369828"/>
              <a:gd name="connsiteX762" fmla="*/ 2775258 w 2906005"/>
              <a:gd name="connsiteY762" fmla="*/ 88174 h 369828"/>
              <a:gd name="connsiteX763" fmla="*/ 2775258 w 2906005"/>
              <a:gd name="connsiteY763" fmla="*/ 37936 h 369828"/>
              <a:gd name="connsiteX764" fmla="*/ 2798445 w 2906005"/>
              <a:gd name="connsiteY764" fmla="*/ 37936 h 369828"/>
              <a:gd name="connsiteX765" fmla="*/ 2798509 w 2906005"/>
              <a:gd name="connsiteY765" fmla="*/ 37936 h 369828"/>
              <a:gd name="connsiteX766" fmla="*/ 2798509 w 2906005"/>
              <a:gd name="connsiteY766" fmla="*/ 129137 h 369828"/>
              <a:gd name="connsiteX767" fmla="*/ 2775322 w 2906005"/>
              <a:gd name="connsiteY767" fmla="*/ 129137 h 369828"/>
              <a:gd name="connsiteX768" fmla="*/ 2775322 w 2906005"/>
              <a:gd name="connsiteY768" fmla="*/ 117608 h 369828"/>
              <a:gd name="connsiteX769" fmla="*/ 2763729 w 2906005"/>
              <a:gd name="connsiteY769" fmla="*/ 126883 h 369828"/>
              <a:gd name="connsiteX770" fmla="*/ 2748142 w 2906005"/>
              <a:gd name="connsiteY770" fmla="*/ 130232 h 369828"/>
              <a:gd name="connsiteX771" fmla="*/ 2729207 w 2906005"/>
              <a:gd name="connsiteY771" fmla="*/ 125723 h 369828"/>
              <a:gd name="connsiteX772" fmla="*/ 2716261 w 2906005"/>
              <a:gd name="connsiteY772" fmla="*/ 112391 h 369828"/>
              <a:gd name="connsiteX773" fmla="*/ 2711559 w 2906005"/>
              <a:gd name="connsiteY773" fmla="*/ 91394 h 369828"/>
              <a:gd name="connsiteX774" fmla="*/ 2509319 w 2906005"/>
              <a:gd name="connsiteY774" fmla="*/ 37936 h 369828"/>
              <a:gd name="connsiteX775" fmla="*/ 2532377 w 2906005"/>
              <a:gd name="connsiteY775" fmla="*/ 37936 h 369828"/>
              <a:gd name="connsiteX776" fmla="*/ 2532377 w 2906005"/>
              <a:gd name="connsiteY776" fmla="*/ 129137 h 369828"/>
              <a:gd name="connsiteX777" fmla="*/ 2509319 w 2906005"/>
              <a:gd name="connsiteY777" fmla="*/ 129137 h 369828"/>
              <a:gd name="connsiteX778" fmla="*/ 2290913 w 2906005"/>
              <a:gd name="connsiteY778" fmla="*/ 37936 h 369828"/>
              <a:gd name="connsiteX779" fmla="*/ 2313971 w 2906005"/>
              <a:gd name="connsiteY779" fmla="*/ 37936 h 369828"/>
              <a:gd name="connsiteX780" fmla="*/ 2313971 w 2906005"/>
              <a:gd name="connsiteY780" fmla="*/ 129137 h 369828"/>
              <a:gd name="connsiteX781" fmla="*/ 2290913 w 2906005"/>
              <a:gd name="connsiteY781" fmla="*/ 129137 h 369828"/>
              <a:gd name="connsiteX782" fmla="*/ 2077595 w 2906005"/>
              <a:gd name="connsiteY782" fmla="*/ 37936 h 369828"/>
              <a:gd name="connsiteX783" fmla="*/ 2102263 w 2906005"/>
              <a:gd name="connsiteY783" fmla="*/ 37936 h 369828"/>
              <a:gd name="connsiteX784" fmla="*/ 2125289 w 2906005"/>
              <a:gd name="connsiteY784" fmla="*/ 107786 h 369828"/>
              <a:gd name="connsiteX785" fmla="*/ 2125257 w 2906005"/>
              <a:gd name="connsiteY785" fmla="*/ 107883 h 369828"/>
              <a:gd name="connsiteX786" fmla="*/ 2125321 w 2906005"/>
              <a:gd name="connsiteY786" fmla="*/ 107883 h 369828"/>
              <a:gd name="connsiteX787" fmla="*/ 2125289 w 2906005"/>
              <a:gd name="connsiteY787" fmla="*/ 107786 h 369828"/>
              <a:gd name="connsiteX788" fmla="*/ 2148314 w 2906005"/>
              <a:gd name="connsiteY788" fmla="*/ 37936 h 369828"/>
              <a:gd name="connsiteX789" fmla="*/ 2172854 w 2906005"/>
              <a:gd name="connsiteY789" fmla="*/ 37936 h 369828"/>
              <a:gd name="connsiteX790" fmla="*/ 2139104 w 2906005"/>
              <a:gd name="connsiteY790" fmla="*/ 129137 h 369828"/>
              <a:gd name="connsiteX791" fmla="*/ 2111151 w 2906005"/>
              <a:gd name="connsiteY791" fmla="*/ 129137 h 369828"/>
              <a:gd name="connsiteX792" fmla="*/ 1932678 w 2906005"/>
              <a:gd name="connsiteY792" fmla="*/ 37936 h 369828"/>
              <a:gd name="connsiteX793" fmla="*/ 1955736 w 2906005"/>
              <a:gd name="connsiteY793" fmla="*/ 37936 h 369828"/>
              <a:gd name="connsiteX794" fmla="*/ 1955736 w 2906005"/>
              <a:gd name="connsiteY794" fmla="*/ 129137 h 369828"/>
              <a:gd name="connsiteX795" fmla="*/ 1932678 w 2906005"/>
              <a:gd name="connsiteY795" fmla="*/ 129137 h 369828"/>
              <a:gd name="connsiteX796" fmla="*/ 1824473 w 2906005"/>
              <a:gd name="connsiteY796" fmla="*/ 37936 h 369828"/>
              <a:gd name="connsiteX797" fmla="*/ 1849141 w 2906005"/>
              <a:gd name="connsiteY797" fmla="*/ 37936 h 369828"/>
              <a:gd name="connsiteX798" fmla="*/ 1872167 w 2906005"/>
              <a:gd name="connsiteY798" fmla="*/ 107786 h 369828"/>
              <a:gd name="connsiteX799" fmla="*/ 1872135 w 2906005"/>
              <a:gd name="connsiteY799" fmla="*/ 107883 h 369828"/>
              <a:gd name="connsiteX800" fmla="*/ 1872199 w 2906005"/>
              <a:gd name="connsiteY800" fmla="*/ 107883 h 369828"/>
              <a:gd name="connsiteX801" fmla="*/ 1872167 w 2906005"/>
              <a:gd name="connsiteY801" fmla="*/ 107786 h 369828"/>
              <a:gd name="connsiteX802" fmla="*/ 1895193 w 2906005"/>
              <a:gd name="connsiteY802" fmla="*/ 37936 h 369828"/>
              <a:gd name="connsiteX803" fmla="*/ 1919732 w 2906005"/>
              <a:gd name="connsiteY803" fmla="*/ 37936 h 369828"/>
              <a:gd name="connsiteX804" fmla="*/ 1885982 w 2906005"/>
              <a:gd name="connsiteY804" fmla="*/ 129137 h 369828"/>
              <a:gd name="connsiteX805" fmla="*/ 1858029 w 2906005"/>
              <a:gd name="connsiteY805" fmla="*/ 129137 h 369828"/>
              <a:gd name="connsiteX806" fmla="*/ 1821704 w 2906005"/>
              <a:gd name="connsiteY806" fmla="*/ 37936 h 369828"/>
              <a:gd name="connsiteX807" fmla="*/ 1821704 w 2906005"/>
              <a:gd name="connsiteY807" fmla="*/ 38000 h 369828"/>
              <a:gd name="connsiteX808" fmla="*/ 1821677 w 2906005"/>
              <a:gd name="connsiteY808" fmla="*/ 38000 h 369828"/>
              <a:gd name="connsiteX809" fmla="*/ 650323 w 2906005"/>
              <a:gd name="connsiteY809" fmla="*/ 37936 h 369828"/>
              <a:gd name="connsiteX810" fmla="*/ 673381 w 2906005"/>
              <a:gd name="connsiteY810" fmla="*/ 37936 h 369828"/>
              <a:gd name="connsiteX811" fmla="*/ 673381 w 2906005"/>
              <a:gd name="connsiteY811" fmla="*/ 88174 h 369828"/>
              <a:gd name="connsiteX812" fmla="*/ 678791 w 2906005"/>
              <a:gd name="connsiteY812" fmla="*/ 104855 h 369828"/>
              <a:gd name="connsiteX813" fmla="*/ 693605 w 2906005"/>
              <a:gd name="connsiteY813" fmla="*/ 110717 h 369828"/>
              <a:gd name="connsiteX814" fmla="*/ 708612 w 2906005"/>
              <a:gd name="connsiteY814" fmla="*/ 104855 h 369828"/>
              <a:gd name="connsiteX815" fmla="*/ 714022 w 2906005"/>
              <a:gd name="connsiteY815" fmla="*/ 88174 h 369828"/>
              <a:gd name="connsiteX816" fmla="*/ 714022 w 2906005"/>
              <a:gd name="connsiteY816" fmla="*/ 37936 h 369828"/>
              <a:gd name="connsiteX817" fmla="*/ 737209 w 2906005"/>
              <a:gd name="connsiteY817" fmla="*/ 37936 h 369828"/>
              <a:gd name="connsiteX818" fmla="*/ 737273 w 2906005"/>
              <a:gd name="connsiteY818" fmla="*/ 37936 h 369828"/>
              <a:gd name="connsiteX819" fmla="*/ 737273 w 2906005"/>
              <a:gd name="connsiteY819" fmla="*/ 129137 h 369828"/>
              <a:gd name="connsiteX820" fmla="*/ 714087 w 2906005"/>
              <a:gd name="connsiteY820" fmla="*/ 129137 h 369828"/>
              <a:gd name="connsiteX821" fmla="*/ 714087 w 2906005"/>
              <a:gd name="connsiteY821" fmla="*/ 117608 h 369828"/>
              <a:gd name="connsiteX822" fmla="*/ 702493 w 2906005"/>
              <a:gd name="connsiteY822" fmla="*/ 126883 h 369828"/>
              <a:gd name="connsiteX823" fmla="*/ 686907 w 2906005"/>
              <a:gd name="connsiteY823" fmla="*/ 130232 h 369828"/>
              <a:gd name="connsiteX824" fmla="*/ 667971 w 2906005"/>
              <a:gd name="connsiteY824" fmla="*/ 125723 h 369828"/>
              <a:gd name="connsiteX825" fmla="*/ 655025 w 2906005"/>
              <a:gd name="connsiteY825" fmla="*/ 112391 h 369828"/>
              <a:gd name="connsiteX826" fmla="*/ 650323 w 2906005"/>
              <a:gd name="connsiteY826" fmla="*/ 91394 h 369828"/>
              <a:gd name="connsiteX827" fmla="*/ 394755 w 2906005"/>
              <a:gd name="connsiteY827" fmla="*/ 37936 h 369828"/>
              <a:gd name="connsiteX828" fmla="*/ 417813 w 2906005"/>
              <a:gd name="connsiteY828" fmla="*/ 37936 h 369828"/>
              <a:gd name="connsiteX829" fmla="*/ 417813 w 2906005"/>
              <a:gd name="connsiteY829" fmla="*/ 129137 h 369828"/>
              <a:gd name="connsiteX830" fmla="*/ 394755 w 2906005"/>
              <a:gd name="connsiteY830" fmla="*/ 129137 h 369828"/>
              <a:gd name="connsiteX831" fmla="*/ 2387138 w 2906005"/>
              <a:gd name="connsiteY831" fmla="*/ 36648 h 369828"/>
              <a:gd name="connsiteX832" fmla="*/ 2413481 w 2906005"/>
              <a:gd name="connsiteY832" fmla="*/ 46953 h 369828"/>
              <a:gd name="connsiteX833" fmla="*/ 2413481 w 2906005"/>
              <a:gd name="connsiteY833" fmla="*/ 46889 h 369828"/>
              <a:gd name="connsiteX834" fmla="*/ 2423528 w 2906005"/>
              <a:gd name="connsiteY834" fmla="*/ 75615 h 369828"/>
              <a:gd name="connsiteX835" fmla="*/ 2423528 w 2906005"/>
              <a:gd name="connsiteY835" fmla="*/ 129137 h 369828"/>
              <a:gd name="connsiteX836" fmla="*/ 2400470 w 2906005"/>
              <a:gd name="connsiteY836" fmla="*/ 129137 h 369828"/>
              <a:gd name="connsiteX837" fmla="*/ 2400470 w 2906005"/>
              <a:gd name="connsiteY837" fmla="*/ 78771 h 369828"/>
              <a:gd name="connsiteX838" fmla="*/ 2395060 w 2906005"/>
              <a:gd name="connsiteY838" fmla="*/ 62089 h 369828"/>
              <a:gd name="connsiteX839" fmla="*/ 2380246 w 2906005"/>
              <a:gd name="connsiteY839" fmla="*/ 56228 h 369828"/>
              <a:gd name="connsiteX840" fmla="*/ 2365175 w 2906005"/>
              <a:gd name="connsiteY840" fmla="*/ 62089 h 369828"/>
              <a:gd name="connsiteX841" fmla="*/ 2359636 w 2906005"/>
              <a:gd name="connsiteY841" fmla="*/ 78771 h 369828"/>
              <a:gd name="connsiteX842" fmla="*/ 2359636 w 2906005"/>
              <a:gd name="connsiteY842" fmla="*/ 129137 h 369828"/>
              <a:gd name="connsiteX843" fmla="*/ 2336578 w 2906005"/>
              <a:gd name="connsiteY843" fmla="*/ 129137 h 369828"/>
              <a:gd name="connsiteX844" fmla="*/ 2336578 w 2906005"/>
              <a:gd name="connsiteY844" fmla="*/ 37936 h 369828"/>
              <a:gd name="connsiteX845" fmla="*/ 2359636 w 2906005"/>
              <a:gd name="connsiteY845" fmla="*/ 37936 h 369828"/>
              <a:gd name="connsiteX846" fmla="*/ 2359636 w 2906005"/>
              <a:gd name="connsiteY846" fmla="*/ 49272 h 369828"/>
              <a:gd name="connsiteX847" fmla="*/ 2371423 w 2906005"/>
              <a:gd name="connsiteY847" fmla="*/ 39997 h 369828"/>
              <a:gd name="connsiteX848" fmla="*/ 2387138 w 2906005"/>
              <a:gd name="connsiteY848" fmla="*/ 36648 h 369828"/>
              <a:gd name="connsiteX849" fmla="*/ 2028967 w 2906005"/>
              <a:gd name="connsiteY849" fmla="*/ 36648 h 369828"/>
              <a:gd name="connsiteX850" fmla="*/ 2055309 w 2906005"/>
              <a:gd name="connsiteY850" fmla="*/ 46953 h 369828"/>
              <a:gd name="connsiteX851" fmla="*/ 2055309 w 2906005"/>
              <a:gd name="connsiteY851" fmla="*/ 46889 h 369828"/>
              <a:gd name="connsiteX852" fmla="*/ 2065357 w 2906005"/>
              <a:gd name="connsiteY852" fmla="*/ 75615 h 369828"/>
              <a:gd name="connsiteX853" fmla="*/ 2065357 w 2906005"/>
              <a:gd name="connsiteY853" fmla="*/ 129137 h 369828"/>
              <a:gd name="connsiteX854" fmla="*/ 2042299 w 2906005"/>
              <a:gd name="connsiteY854" fmla="*/ 129137 h 369828"/>
              <a:gd name="connsiteX855" fmla="*/ 2042299 w 2906005"/>
              <a:gd name="connsiteY855" fmla="*/ 78771 h 369828"/>
              <a:gd name="connsiteX856" fmla="*/ 2036889 w 2906005"/>
              <a:gd name="connsiteY856" fmla="*/ 62089 h 369828"/>
              <a:gd name="connsiteX857" fmla="*/ 2022075 w 2906005"/>
              <a:gd name="connsiteY857" fmla="*/ 56228 h 369828"/>
              <a:gd name="connsiteX858" fmla="*/ 2007004 w 2906005"/>
              <a:gd name="connsiteY858" fmla="*/ 62089 h 369828"/>
              <a:gd name="connsiteX859" fmla="*/ 2001465 w 2906005"/>
              <a:gd name="connsiteY859" fmla="*/ 78771 h 369828"/>
              <a:gd name="connsiteX860" fmla="*/ 2001465 w 2906005"/>
              <a:gd name="connsiteY860" fmla="*/ 129137 h 369828"/>
              <a:gd name="connsiteX861" fmla="*/ 1978407 w 2906005"/>
              <a:gd name="connsiteY861" fmla="*/ 129137 h 369828"/>
              <a:gd name="connsiteX862" fmla="*/ 1978407 w 2906005"/>
              <a:gd name="connsiteY862" fmla="*/ 37936 h 369828"/>
              <a:gd name="connsiteX863" fmla="*/ 2001465 w 2906005"/>
              <a:gd name="connsiteY863" fmla="*/ 37936 h 369828"/>
              <a:gd name="connsiteX864" fmla="*/ 2001465 w 2906005"/>
              <a:gd name="connsiteY864" fmla="*/ 49272 h 369828"/>
              <a:gd name="connsiteX865" fmla="*/ 2013251 w 2906005"/>
              <a:gd name="connsiteY865" fmla="*/ 39997 h 369828"/>
              <a:gd name="connsiteX866" fmla="*/ 2028967 w 2906005"/>
              <a:gd name="connsiteY866" fmla="*/ 36648 h 369828"/>
              <a:gd name="connsiteX867" fmla="*/ 1528198 w 2906005"/>
              <a:gd name="connsiteY867" fmla="*/ 36648 h 369828"/>
              <a:gd name="connsiteX868" fmla="*/ 1554541 w 2906005"/>
              <a:gd name="connsiteY868" fmla="*/ 46953 h 369828"/>
              <a:gd name="connsiteX869" fmla="*/ 1554541 w 2906005"/>
              <a:gd name="connsiteY869" fmla="*/ 46889 h 369828"/>
              <a:gd name="connsiteX870" fmla="*/ 1564588 w 2906005"/>
              <a:gd name="connsiteY870" fmla="*/ 75615 h 369828"/>
              <a:gd name="connsiteX871" fmla="*/ 1564588 w 2906005"/>
              <a:gd name="connsiteY871" fmla="*/ 129137 h 369828"/>
              <a:gd name="connsiteX872" fmla="*/ 1541530 w 2906005"/>
              <a:gd name="connsiteY872" fmla="*/ 129137 h 369828"/>
              <a:gd name="connsiteX873" fmla="*/ 1541530 w 2906005"/>
              <a:gd name="connsiteY873" fmla="*/ 78771 h 369828"/>
              <a:gd name="connsiteX874" fmla="*/ 1536120 w 2906005"/>
              <a:gd name="connsiteY874" fmla="*/ 62089 h 369828"/>
              <a:gd name="connsiteX875" fmla="*/ 1521306 w 2906005"/>
              <a:gd name="connsiteY875" fmla="*/ 56228 h 369828"/>
              <a:gd name="connsiteX876" fmla="*/ 1506235 w 2906005"/>
              <a:gd name="connsiteY876" fmla="*/ 62089 h 369828"/>
              <a:gd name="connsiteX877" fmla="*/ 1500696 w 2906005"/>
              <a:gd name="connsiteY877" fmla="*/ 78771 h 369828"/>
              <a:gd name="connsiteX878" fmla="*/ 1500696 w 2906005"/>
              <a:gd name="connsiteY878" fmla="*/ 129137 h 369828"/>
              <a:gd name="connsiteX879" fmla="*/ 1477638 w 2906005"/>
              <a:gd name="connsiteY879" fmla="*/ 129137 h 369828"/>
              <a:gd name="connsiteX880" fmla="*/ 1477638 w 2906005"/>
              <a:gd name="connsiteY880" fmla="*/ 37936 h 369828"/>
              <a:gd name="connsiteX881" fmla="*/ 1500696 w 2906005"/>
              <a:gd name="connsiteY881" fmla="*/ 37936 h 369828"/>
              <a:gd name="connsiteX882" fmla="*/ 1500696 w 2906005"/>
              <a:gd name="connsiteY882" fmla="*/ 49272 h 369828"/>
              <a:gd name="connsiteX883" fmla="*/ 1512483 w 2906005"/>
              <a:gd name="connsiteY883" fmla="*/ 39997 h 369828"/>
              <a:gd name="connsiteX884" fmla="*/ 1528198 w 2906005"/>
              <a:gd name="connsiteY884" fmla="*/ 36648 h 369828"/>
              <a:gd name="connsiteX885" fmla="*/ 1023694 w 2906005"/>
              <a:gd name="connsiteY885" fmla="*/ 36648 h 369828"/>
              <a:gd name="connsiteX886" fmla="*/ 1050037 w 2906005"/>
              <a:gd name="connsiteY886" fmla="*/ 46953 h 369828"/>
              <a:gd name="connsiteX887" fmla="*/ 1050037 w 2906005"/>
              <a:gd name="connsiteY887" fmla="*/ 46889 h 369828"/>
              <a:gd name="connsiteX888" fmla="*/ 1060084 w 2906005"/>
              <a:gd name="connsiteY888" fmla="*/ 75615 h 369828"/>
              <a:gd name="connsiteX889" fmla="*/ 1060084 w 2906005"/>
              <a:gd name="connsiteY889" fmla="*/ 129137 h 369828"/>
              <a:gd name="connsiteX890" fmla="*/ 1037026 w 2906005"/>
              <a:gd name="connsiteY890" fmla="*/ 129137 h 369828"/>
              <a:gd name="connsiteX891" fmla="*/ 1037026 w 2906005"/>
              <a:gd name="connsiteY891" fmla="*/ 78771 h 369828"/>
              <a:gd name="connsiteX892" fmla="*/ 1031616 w 2906005"/>
              <a:gd name="connsiteY892" fmla="*/ 62089 h 369828"/>
              <a:gd name="connsiteX893" fmla="*/ 1016802 w 2906005"/>
              <a:gd name="connsiteY893" fmla="*/ 56228 h 369828"/>
              <a:gd name="connsiteX894" fmla="*/ 1001731 w 2906005"/>
              <a:gd name="connsiteY894" fmla="*/ 62089 h 369828"/>
              <a:gd name="connsiteX895" fmla="*/ 996192 w 2906005"/>
              <a:gd name="connsiteY895" fmla="*/ 78771 h 369828"/>
              <a:gd name="connsiteX896" fmla="*/ 996192 w 2906005"/>
              <a:gd name="connsiteY896" fmla="*/ 129137 h 369828"/>
              <a:gd name="connsiteX897" fmla="*/ 973134 w 2906005"/>
              <a:gd name="connsiteY897" fmla="*/ 129137 h 369828"/>
              <a:gd name="connsiteX898" fmla="*/ 973134 w 2906005"/>
              <a:gd name="connsiteY898" fmla="*/ 37936 h 369828"/>
              <a:gd name="connsiteX899" fmla="*/ 996192 w 2906005"/>
              <a:gd name="connsiteY899" fmla="*/ 37936 h 369828"/>
              <a:gd name="connsiteX900" fmla="*/ 996192 w 2906005"/>
              <a:gd name="connsiteY900" fmla="*/ 49272 h 369828"/>
              <a:gd name="connsiteX901" fmla="*/ 1007979 w 2906005"/>
              <a:gd name="connsiteY901" fmla="*/ 39997 h 369828"/>
              <a:gd name="connsiteX902" fmla="*/ 1023694 w 2906005"/>
              <a:gd name="connsiteY902" fmla="*/ 36648 h 369828"/>
              <a:gd name="connsiteX903" fmla="*/ 246746 w 2906005"/>
              <a:gd name="connsiteY903" fmla="*/ 36648 h 369828"/>
              <a:gd name="connsiteX904" fmla="*/ 273089 w 2906005"/>
              <a:gd name="connsiteY904" fmla="*/ 46953 h 369828"/>
              <a:gd name="connsiteX905" fmla="*/ 273089 w 2906005"/>
              <a:gd name="connsiteY905" fmla="*/ 46889 h 369828"/>
              <a:gd name="connsiteX906" fmla="*/ 283136 w 2906005"/>
              <a:gd name="connsiteY906" fmla="*/ 75615 h 369828"/>
              <a:gd name="connsiteX907" fmla="*/ 283136 w 2906005"/>
              <a:gd name="connsiteY907" fmla="*/ 129137 h 369828"/>
              <a:gd name="connsiteX908" fmla="*/ 260078 w 2906005"/>
              <a:gd name="connsiteY908" fmla="*/ 129137 h 369828"/>
              <a:gd name="connsiteX909" fmla="*/ 260078 w 2906005"/>
              <a:gd name="connsiteY909" fmla="*/ 78771 h 369828"/>
              <a:gd name="connsiteX910" fmla="*/ 254668 w 2906005"/>
              <a:gd name="connsiteY910" fmla="*/ 62089 h 369828"/>
              <a:gd name="connsiteX911" fmla="*/ 239854 w 2906005"/>
              <a:gd name="connsiteY911" fmla="*/ 56228 h 369828"/>
              <a:gd name="connsiteX912" fmla="*/ 224783 w 2906005"/>
              <a:gd name="connsiteY912" fmla="*/ 62089 h 369828"/>
              <a:gd name="connsiteX913" fmla="*/ 219244 w 2906005"/>
              <a:gd name="connsiteY913" fmla="*/ 78771 h 369828"/>
              <a:gd name="connsiteX914" fmla="*/ 219244 w 2906005"/>
              <a:gd name="connsiteY914" fmla="*/ 129137 h 369828"/>
              <a:gd name="connsiteX915" fmla="*/ 196186 w 2906005"/>
              <a:gd name="connsiteY915" fmla="*/ 129137 h 369828"/>
              <a:gd name="connsiteX916" fmla="*/ 196186 w 2906005"/>
              <a:gd name="connsiteY916" fmla="*/ 37936 h 369828"/>
              <a:gd name="connsiteX917" fmla="*/ 219244 w 2906005"/>
              <a:gd name="connsiteY917" fmla="*/ 37936 h 369828"/>
              <a:gd name="connsiteX918" fmla="*/ 219244 w 2906005"/>
              <a:gd name="connsiteY918" fmla="*/ 49272 h 369828"/>
              <a:gd name="connsiteX919" fmla="*/ 231031 w 2906005"/>
              <a:gd name="connsiteY919" fmla="*/ 39997 h 369828"/>
              <a:gd name="connsiteX920" fmla="*/ 246746 w 2906005"/>
              <a:gd name="connsiteY920" fmla="*/ 36648 h 369828"/>
              <a:gd name="connsiteX921" fmla="*/ 1131899 w 2906005"/>
              <a:gd name="connsiteY921" fmla="*/ 36584 h 369828"/>
              <a:gd name="connsiteX922" fmla="*/ 1150963 w 2906005"/>
              <a:gd name="connsiteY922" fmla="*/ 41093 h 369828"/>
              <a:gd name="connsiteX923" fmla="*/ 1163974 w 2906005"/>
              <a:gd name="connsiteY923" fmla="*/ 54038 h 369828"/>
              <a:gd name="connsiteX924" fmla="*/ 1176920 w 2906005"/>
              <a:gd name="connsiteY924" fmla="*/ 41350 h 369828"/>
              <a:gd name="connsiteX925" fmla="*/ 1195276 w 2906005"/>
              <a:gd name="connsiteY925" fmla="*/ 36584 h 369828"/>
              <a:gd name="connsiteX926" fmla="*/ 1222327 w 2906005"/>
              <a:gd name="connsiteY926" fmla="*/ 46889 h 369828"/>
              <a:gd name="connsiteX927" fmla="*/ 1232632 w 2906005"/>
              <a:gd name="connsiteY927" fmla="*/ 75615 h 369828"/>
              <a:gd name="connsiteX928" fmla="*/ 1232632 w 2906005"/>
              <a:gd name="connsiteY928" fmla="*/ 129138 h 369828"/>
              <a:gd name="connsiteX929" fmla="*/ 1209574 w 2906005"/>
              <a:gd name="connsiteY929" fmla="*/ 129138 h 369828"/>
              <a:gd name="connsiteX930" fmla="*/ 1209574 w 2906005"/>
              <a:gd name="connsiteY930" fmla="*/ 78771 h 369828"/>
              <a:gd name="connsiteX931" fmla="*/ 1204164 w 2906005"/>
              <a:gd name="connsiteY931" fmla="*/ 62411 h 369828"/>
              <a:gd name="connsiteX932" fmla="*/ 1189350 w 2906005"/>
              <a:gd name="connsiteY932" fmla="*/ 56744 h 369828"/>
              <a:gd name="connsiteX933" fmla="*/ 1174472 w 2906005"/>
              <a:gd name="connsiteY933" fmla="*/ 62411 h 369828"/>
              <a:gd name="connsiteX934" fmla="*/ 1168933 w 2906005"/>
              <a:gd name="connsiteY934" fmla="*/ 78771 h 369828"/>
              <a:gd name="connsiteX935" fmla="*/ 1168933 w 2906005"/>
              <a:gd name="connsiteY935" fmla="*/ 129138 h 369828"/>
              <a:gd name="connsiteX936" fmla="*/ 1145875 w 2906005"/>
              <a:gd name="connsiteY936" fmla="*/ 129138 h 369828"/>
              <a:gd name="connsiteX937" fmla="*/ 1145875 w 2906005"/>
              <a:gd name="connsiteY937" fmla="*/ 78771 h 369828"/>
              <a:gd name="connsiteX938" fmla="*/ 1140465 w 2906005"/>
              <a:gd name="connsiteY938" fmla="*/ 62411 h 369828"/>
              <a:gd name="connsiteX939" fmla="*/ 1125651 w 2906005"/>
              <a:gd name="connsiteY939" fmla="*/ 56744 h 369828"/>
              <a:gd name="connsiteX940" fmla="*/ 1110580 w 2906005"/>
              <a:gd name="connsiteY940" fmla="*/ 62411 h 369828"/>
              <a:gd name="connsiteX941" fmla="*/ 1105041 w 2906005"/>
              <a:gd name="connsiteY941" fmla="*/ 78771 h 369828"/>
              <a:gd name="connsiteX942" fmla="*/ 1105041 w 2906005"/>
              <a:gd name="connsiteY942" fmla="*/ 129138 h 369828"/>
              <a:gd name="connsiteX943" fmla="*/ 1081983 w 2906005"/>
              <a:gd name="connsiteY943" fmla="*/ 129138 h 369828"/>
              <a:gd name="connsiteX944" fmla="*/ 1081983 w 2906005"/>
              <a:gd name="connsiteY944" fmla="*/ 37937 h 369828"/>
              <a:gd name="connsiteX945" fmla="*/ 1105041 w 2906005"/>
              <a:gd name="connsiteY945" fmla="*/ 37937 h 369828"/>
              <a:gd name="connsiteX946" fmla="*/ 1105041 w 2906005"/>
              <a:gd name="connsiteY946" fmla="*/ 48950 h 369828"/>
              <a:gd name="connsiteX947" fmla="*/ 1116505 w 2906005"/>
              <a:gd name="connsiteY947" fmla="*/ 39869 h 369828"/>
              <a:gd name="connsiteX948" fmla="*/ 1131899 w 2906005"/>
              <a:gd name="connsiteY948" fmla="*/ 36584 h 369828"/>
              <a:gd name="connsiteX949" fmla="*/ 2861048 w 2906005"/>
              <a:gd name="connsiteY949" fmla="*/ 36455 h 369828"/>
              <a:gd name="connsiteX950" fmla="*/ 2884364 w 2906005"/>
              <a:gd name="connsiteY950" fmla="*/ 42058 h 369828"/>
              <a:gd name="connsiteX951" fmla="*/ 2900337 w 2906005"/>
              <a:gd name="connsiteY951" fmla="*/ 57967 h 369828"/>
              <a:gd name="connsiteX952" fmla="*/ 2906005 w 2906005"/>
              <a:gd name="connsiteY952" fmla="*/ 81605 h 369828"/>
              <a:gd name="connsiteX953" fmla="*/ 2905361 w 2906005"/>
              <a:gd name="connsiteY953" fmla="*/ 90493 h 369828"/>
              <a:gd name="connsiteX954" fmla="*/ 2905361 w 2906005"/>
              <a:gd name="connsiteY954" fmla="*/ 90429 h 369828"/>
              <a:gd name="connsiteX955" fmla="*/ 2838699 w 2906005"/>
              <a:gd name="connsiteY955" fmla="*/ 90429 h 369828"/>
              <a:gd name="connsiteX956" fmla="*/ 2845591 w 2906005"/>
              <a:gd name="connsiteY956" fmla="*/ 105886 h 369828"/>
              <a:gd name="connsiteX957" fmla="*/ 2860598 w 2906005"/>
              <a:gd name="connsiteY957" fmla="*/ 111490 h 369828"/>
              <a:gd name="connsiteX958" fmla="*/ 2878889 w 2906005"/>
              <a:gd name="connsiteY958" fmla="*/ 100476 h 369828"/>
              <a:gd name="connsiteX959" fmla="*/ 2903751 w 2906005"/>
              <a:gd name="connsiteY959" fmla="*/ 100476 h 369828"/>
              <a:gd name="connsiteX960" fmla="*/ 2888615 w 2906005"/>
              <a:gd name="connsiteY960" fmla="*/ 122117 h 369828"/>
              <a:gd name="connsiteX961" fmla="*/ 2861113 w 2906005"/>
              <a:gd name="connsiteY961" fmla="*/ 130619 h 369828"/>
              <a:gd name="connsiteX962" fmla="*/ 2837475 w 2906005"/>
              <a:gd name="connsiteY962" fmla="*/ 124758 h 369828"/>
              <a:gd name="connsiteX963" fmla="*/ 2821180 w 2906005"/>
              <a:gd name="connsiteY963" fmla="*/ 108205 h 369828"/>
              <a:gd name="connsiteX964" fmla="*/ 2815319 w 2906005"/>
              <a:gd name="connsiteY964" fmla="*/ 83537 h 369828"/>
              <a:gd name="connsiteX965" fmla="*/ 2821051 w 2906005"/>
              <a:gd name="connsiteY965" fmla="*/ 58676 h 369828"/>
              <a:gd name="connsiteX966" fmla="*/ 2837153 w 2906005"/>
              <a:gd name="connsiteY966" fmla="*/ 42187 h 369828"/>
              <a:gd name="connsiteX967" fmla="*/ 2861048 w 2906005"/>
              <a:gd name="connsiteY967" fmla="*/ 36455 h 369828"/>
              <a:gd name="connsiteX968" fmla="*/ 2590794 w 2906005"/>
              <a:gd name="connsiteY968" fmla="*/ 36455 h 369828"/>
              <a:gd name="connsiteX969" fmla="*/ 2608635 w 2906005"/>
              <a:gd name="connsiteY969" fmla="*/ 40577 h 369828"/>
              <a:gd name="connsiteX970" fmla="*/ 2620873 w 2906005"/>
              <a:gd name="connsiteY970" fmla="*/ 50947 h 369828"/>
              <a:gd name="connsiteX971" fmla="*/ 2620873 w 2906005"/>
              <a:gd name="connsiteY971" fmla="*/ 37936 h 369828"/>
              <a:gd name="connsiteX972" fmla="*/ 2644059 w 2906005"/>
              <a:gd name="connsiteY972" fmla="*/ 37936 h 369828"/>
              <a:gd name="connsiteX973" fmla="*/ 2644059 w 2906005"/>
              <a:gd name="connsiteY973" fmla="*/ 129137 h 369828"/>
              <a:gd name="connsiteX974" fmla="*/ 2620873 w 2906005"/>
              <a:gd name="connsiteY974" fmla="*/ 129137 h 369828"/>
              <a:gd name="connsiteX975" fmla="*/ 2620873 w 2906005"/>
              <a:gd name="connsiteY975" fmla="*/ 115805 h 369828"/>
              <a:gd name="connsiteX976" fmla="*/ 2608635 w 2906005"/>
              <a:gd name="connsiteY976" fmla="*/ 126432 h 369828"/>
              <a:gd name="connsiteX977" fmla="*/ 2590601 w 2906005"/>
              <a:gd name="connsiteY977" fmla="*/ 130619 h 369828"/>
              <a:gd name="connsiteX978" fmla="*/ 2569604 w 2906005"/>
              <a:gd name="connsiteY978" fmla="*/ 124693 h 369828"/>
              <a:gd name="connsiteX979" fmla="*/ 2554597 w 2906005"/>
              <a:gd name="connsiteY979" fmla="*/ 108012 h 369828"/>
              <a:gd name="connsiteX980" fmla="*/ 2549058 w 2906005"/>
              <a:gd name="connsiteY980" fmla="*/ 83215 h 369828"/>
              <a:gd name="connsiteX981" fmla="*/ 2554597 w 2906005"/>
              <a:gd name="connsiteY981" fmla="*/ 58676 h 369828"/>
              <a:gd name="connsiteX982" fmla="*/ 2554662 w 2906005"/>
              <a:gd name="connsiteY982" fmla="*/ 58676 h 369828"/>
              <a:gd name="connsiteX983" fmla="*/ 2569669 w 2906005"/>
              <a:gd name="connsiteY983" fmla="*/ 42187 h 369828"/>
              <a:gd name="connsiteX984" fmla="*/ 2590794 w 2906005"/>
              <a:gd name="connsiteY984" fmla="*/ 36455 h 369828"/>
              <a:gd name="connsiteX985" fmla="*/ 2227020 w 2906005"/>
              <a:gd name="connsiteY985" fmla="*/ 36455 h 369828"/>
              <a:gd name="connsiteX986" fmla="*/ 2250915 w 2906005"/>
              <a:gd name="connsiteY986" fmla="*/ 42316 h 369828"/>
              <a:gd name="connsiteX987" fmla="*/ 2267790 w 2906005"/>
              <a:gd name="connsiteY987" fmla="*/ 58869 h 369828"/>
              <a:gd name="connsiteX988" fmla="*/ 2273973 w 2906005"/>
              <a:gd name="connsiteY988" fmla="*/ 83537 h 369828"/>
              <a:gd name="connsiteX989" fmla="*/ 2267661 w 2906005"/>
              <a:gd name="connsiteY989" fmla="*/ 108205 h 369828"/>
              <a:gd name="connsiteX990" fmla="*/ 2250529 w 2906005"/>
              <a:gd name="connsiteY990" fmla="*/ 124758 h 369828"/>
              <a:gd name="connsiteX991" fmla="*/ 2226440 w 2906005"/>
              <a:gd name="connsiteY991" fmla="*/ 130619 h 369828"/>
              <a:gd name="connsiteX992" fmla="*/ 2202738 w 2906005"/>
              <a:gd name="connsiteY992" fmla="*/ 124758 h 369828"/>
              <a:gd name="connsiteX993" fmla="*/ 2202610 w 2906005"/>
              <a:gd name="connsiteY993" fmla="*/ 124758 h 369828"/>
              <a:gd name="connsiteX994" fmla="*/ 2186057 w 2906005"/>
              <a:gd name="connsiteY994" fmla="*/ 108205 h 369828"/>
              <a:gd name="connsiteX995" fmla="*/ 2180067 w 2906005"/>
              <a:gd name="connsiteY995" fmla="*/ 83537 h 369828"/>
              <a:gd name="connsiteX996" fmla="*/ 2186250 w 2906005"/>
              <a:gd name="connsiteY996" fmla="*/ 58869 h 369828"/>
              <a:gd name="connsiteX997" fmla="*/ 2203125 w 2906005"/>
              <a:gd name="connsiteY997" fmla="*/ 42316 h 369828"/>
              <a:gd name="connsiteX998" fmla="*/ 2227020 w 2906005"/>
              <a:gd name="connsiteY998" fmla="*/ 36455 h 369828"/>
              <a:gd name="connsiteX999" fmla="*/ 1401830 w 2906005"/>
              <a:gd name="connsiteY999" fmla="*/ 36455 h 369828"/>
              <a:gd name="connsiteX1000" fmla="*/ 1419671 w 2906005"/>
              <a:gd name="connsiteY1000" fmla="*/ 40577 h 369828"/>
              <a:gd name="connsiteX1001" fmla="*/ 1431909 w 2906005"/>
              <a:gd name="connsiteY1001" fmla="*/ 50947 h 369828"/>
              <a:gd name="connsiteX1002" fmla="*/ 1431909 w 2906005"/>
              <a:gd name="connsiteY1002" fmla="*/ 37936 h 369828"/>
              <a:gd name="connsiteX1003" fmla="*/ 1455095 w 2906005"/>
              <a:gd name="connsiteY1003" fmla="*/ 37936 h 369828"/>
              <a:gd name="connsiteX1004" fmla="*/ 1455095 w 2906005"/>
              <a:gd name="connsiteY1004" fmla="*/ 129137 h 369828"/>
              <a:gd name="connsiteX1005" fmla="*/ 1431909 w 2906005"/>
              <a:gd name="connsiteY1005" fmla="*/ 129137 h 369828"/>
              <a:gd name="connsiteX1006" fmla="*/ 1431909 w 2906005"/>
              <a:gd name="connsiteY1006" fmla="*/ 115805 h 369828"/>
              <a:gd name="connsiteX1007" fmla="*/ 1419671 w 2906005"/>
              <a:gd name="connsiteY1007" fmla="*/ 126432 h 369828"/>
              <a:gd name="connsiteX1008" fmla="*/ 1401637 w 2906005"/>
              <a:gd name="connsiteY1008" fmla="*/ 130619 h 369828"/>
              <a:gd name="connsiteX1009" fmla="*/ 1380640 w 2906005"/>
              <a:gd name="connsiteY1009" fmla="*/ 124693 h 369828"/>
              <a:gd name="connsiteX1010" fmla="*/ 1365633 w 2906005"/>
              <a:gd name="connsiteY1010" fmla="*/ 108012 h 369828"/>
              <a:gd name="connsiteX1011" fmla="*/ 1360094 w 2906005"/>
              <a:gd name="connsiteY1011" fmla="*/ 83215 h 369828"/>
              <a:gd name="connsiteX1012" fmla="*/ 1365633 w 2906005"/>
              <a:gd name="connsiteY1012" fmla="*/ 58676 h 369828"/>
              <a:gd name="connsiteX1013" fmla="*/ 1365697 w 2906005"/>
              <a:gd name="connsiteY1013" fmla="*/ 58676 h 369828"/>
              <a:gd name="connsiteX1014" fmla="*/ 1380704 w 2906005"/>
              <a:gd name="connsiteY1014" fmla="*/ 42187 h 369828"/>
              <a:gd name="connsiteX1015" fmla="*/ 1401830 w 2906005"/>
              <a:gd name="connsiteY1015" fmla="*/ 36455 h 369828"/>
              <a:gd name="connsiteX1016" fmla="*/ 1290212 w 2906005"/>
              <a:gd name="connsiteY1016" fmla="*/ 36455 h 369828"/>
              <a:gd name="connsiteX1017" fmla="*/ 1308053 w 2906005"/>
              <a:gd name="connsiteY1017" fmla="*/ 40577 h 369828"/>
              <a:gd name="connsiteX1018" fmla="*/ 1320291 w 2906005"/>
              <a:gd name="connsiteY1018" fmla="*/ 50947 h 369828"/>
              <a:gd name="connsiteX1019" fmla="*/ 1320291 w 2906005"/>
              <a:gd name="connsiteY1019" fmla="*/ 37936 h 369828"/>
              <a:gd name="connsiteX1020" fmla="*/ 1343477 w 2906005"/>
              <a:gd name="connsiteY1020" fmla="*/ 37936 h 369828"/>
              <a:gd name="connsiteX1021" fmla="*/ 1343477 w 2906005"/>
              <a:gd name="connsiteY1021" fmla="*/ 129137 h 369828"/>
              <a:gd name="connsiteX1022" fmla="*/ 1320291 w 2906005"/>
              <a:gd name="connsiteY1022" fmla="*/ 129137 h 369828"/>
              <a:gd name="connsiteX1023" fmla="*/ 1320291 w 2906005"/>
              <a:gd name="connsiteY1023" fmla="*/ 115805 h 369828"/>
              <a:gd name="connsiteX1024" fmla="*/ 1308053 w 2906005"/>
              <a:gd name="connsiteY1024" fmla="*/ 126432 h 369828"/>
              <a:gd name="connsiteX1025" fmla="*/ 1290019 w 2906005"/>
              <a:gd name="connsiteY1025" fmla="*/ 130619 h 369828"/>
              <a:gd name="connsiteX1026" fmla="*/ 1269022 w 2906005"/>
              <a:gd name="connsiteY1026" fmla="*/ 124693 h 369828"/>
              <a:gd name="connsiteX1027" fmla="*/ 1254015 w 2906005"/>
              <a:gd name="connsiteY1027" fmla="*/ 108012 h 369828"/>
              <a:gd name="connsiteX1028" fmla="*/ 1248476 w 2906005"/>
              <a:gd name="connsiteY1028" fmla="*/ 83215 h 369828"/>
              <a:gd name="connsiteX1029" fmla="*/ 1254015 w 2906005"/>
              <a:gd name="connsiteY1029" fmla="*/ 58676 h 369828"/>
              <a:gd name="connsiteX1030" fmla="*/ 1254080 w 2906005"/>
              <a:gd name="connsiteY1030" fmla="*/ 58676 h 369828"/>
              <a:gd name="connsiteX1031" fmla="*/ 1269086 w 2906005"/>
              <a:gd name="connsiteY1031" fmla="*/ 42187 h 369828"/>
              <a:gd name="connsiteX1032" fmla="*/ 1290212 w 2906005"/>
              <a:gd name="connsiteY1032" fmla="*/ 36455 h 369828"/>
              <a:gd name="connsiteX1033" fmla="*/ 911431 w 2906005"/>
              <a:gd name="connsiteY1033" fmla="*/ 36455 h 369828"/>
              <a:gd name="connsiteX1034" fmla="*/ 934747 w 2906005"/>
              <a:gd name="connsiteY1034" fmla="*/ 42058 h 369828"/>
              <a:gd name="connsiteX1035" fmla="*/ 950720 w 2906005"/>
              <a:gd name="connsiteY1035" fmla="*/ 57967 h 369828"/>
              <a:gd name="connsiteX1036" fmla="*/ 956388 w 2906005"/>
              <a:gd name="connsiteY1036" fmla="*/ 81605 h 369828"/>
              <a:gd name="connsiteX1037" fmla="*/ 955744 w 2906005"/>
              <a:gd name="connsiteY1037" fmla="*/ 90493 h 369828"/>
              <a:gd name="connsiteX1038" fmla="*/ 955744 w 2906005"/>
              <a:gd name="connsiteY1038" fmla="*/ 90429 h 369828"/>
              <a:gd name="connsiteX1039" fmla="*/ 889082 w 2906005"/>
              <a:gd name="connsiteY1039" fmla="*/ 90429 h 369828"/>
              <a:gd name="connsiteX1040" fmla="*/ 895974 w 2906005"/>
              <a:gd name="connsiteY1040" fmla="*/ 105886 h 369828"/>
              <a:gd name="connsiteX1041" fmla="*/ 910981 w 2906005"/>
              <a:gd name="connsiteY1041" fmla="*/ 111490 h 369828"/>
              <a:gd name="connsiteX1042" fmla="*/ 929272 w 2906005"/>
              <a:gd name="connsiteY1042" fmla="*/ 100476 h 369828"/>
              <a:gd name="connsiteX1043" fmla="*/ 954134 w 2906005"/>
              <a:gd name="connsiteY1043" fmla="*/ 100476 h 369828"/>
              <a:gd name="connsiteX1044" fmla="*/ 938998 w 2906005"/>
              <a:gd name="connsiteY1044" fmla="*/ 122117 h 369828"/>
              <a:gd name="connsiteX1045" fmla="*/ 911496 w 2906005"/>
              <a:gd name="connsiteY1045" fmla="*/ 130619 h 369828"/>
              <a:gd name="connsiteX1046" fmla="*/ 887858 w 2906005"/>
              <a:gd name="connsiteY1046" fmla="*/ 124758 h 369828"/>
              <a:gd name="connsiteX1047" fmla="*/ 871563 w 2906005"/>
              <a:gd name="connsiteY1047" fmla="*/ 108205 h 369828"/>
              <a:gd name="connsiteX1048" fmla="*/ 865702 w 2906005"/>
              <a:gd name="connsiteY1048" fmla="*/ 83537 h 369828"/>
              <a:gd name="connsiteX1049" fmla="*/ 871434 w 2906005"/>
              <a:gd name="connsiteY1049" fmla="*/ 58676 h 369828"/>
              <a:gd name="connsiteX1050" fmla="*/ 887536 w 2906005"/>
              <a:gd name="connsiteY1050" fmla="*/ 42187 h 369828"/>
              <a:gd name="connsiteX1051" fmla="*/ 911431 w 2906005"/>
              <a:gd name="connsiteY1051" fmla="*/ 36455 h 369828"/>
              <a:gd name="connsiteX1052" fmla="*/ 338269 w 2906005"/>
              <a:gd name="connsiteY1052" fmla="*/ 36455 h 369828"/>
              <a:gd name="connsiteX1053" fmla="*/ 364289 w 2906005"/>
              <a:gd name="connsiteY1053" fmla="*/ 44635 h 369828"/>
              <a:gd name="connsiteX1054" fmla="*/ 374981 w 2906005"/>
              <a:gd name="connsiteY1054" fmla="*/ 66598 h 369828"/>
              <a:gd name="connsiteX1055" fmla="*/ 352954 w 2906005"/>
              <a:gd name="connsiteY1055" fmla="*/ 66598 h 369828"/>
              <a:gd name="connsiteX1056" fmla="*/ 348445 w 2906005"/>
              <a:gd name="connsiteY1056" fmla="*/ 57967 h 369828"/>
              <a:gd name="connsiteX1057" fmla="*/ 337689 w 2906005"/>
              <a:gd name="connsiteY1057" fmla="*/ 54747 h 369828"/>
              <a:gd name="connsiteX1058" fmla="*/ 328028 w 2906005"/>
              <a:gd name="connsiteY1058" fmla="*/ 57065 h 369828"/>
              <a:gd name="connsiteX1059" fmla="*/ 324679 w 2906005"/>
              <a:gd name="connsiteY1059" fmla="*/ 63506 h 369828"/>
              <a:gd name="connsiteX1060" fmla="*/ 329316 w 2906005"/>
              <a:gd name="connsiteY1060" fmla="*/ 70527 h 369828"/>
              <a:gd name="connsiteX1061" fmla="*/ 343615 w 2906005"/>
              <a:gd name="connsiteY1061" fmla="*/ 75357 h 369828"/>
              <a:gd name="connsiteX1062" fmla="*/ 359910 w 2906005"/>
              <a:gd name="connsiteY1062" fmla="*/ 80445 h 369828"/>
              <a:gd name="connsiteX1063" fmla="*/ 371052 w 2906005"/>
              <a:gd name="connsiteY1063" fmla="*/ 88625 h 369828"/>
              <a:gd name="connsiteX1064" fmla="*/ 375883 w 2906005"/>
              <a:gd name="connsiteY1064" fmla="*/ 103181 h 369828"/>
              <a:gd name="connsiteX1065" fmla="*/ 371503 w 2906005"/>
              <a:gd name="connsiteY1065" fmla="*/ 117351 h 369828"/>
              <a:gd name="connsiteX1066" fmla="*/ 359008 w 2906005"/>
              <a:gd name="connsiteY1066" fmla="*/ 127141 h 369828"/>
              <a:gd name="connsiteX1067" fmla="*/ 340008 w 2906005"/>
              <a:gd name="connsiteY1067" fmla="*/ 130683 h 369828"/>
              <a:gd name="connsiteX1068" fmla="*/ 319913 w 2906005"/>
              <a:gd name="connsiteY1068" fmla="*/ 126626 h 369828"/>
              <a:gd name="connsiteX1069" fmla="*/ 319848 w 2906005"/>
              <a:gd name="connsiteY1069" fmla="*/ 126561 h 369828"/>
              <a:gd name="connsiteX1070" fmla="*/ 305743 w 2906005"/>
              <a:gd name="connsiteY1070" fmla="*/ 115612 h 369828"/>
              <a:gd name="connsiteX1071" fmla="*/ 300075 w 2906005"/>
              <a:gd name="connsiteY1071" fmla="*/ 100283 h 369828"/>
              <a:gd name="connsiteX1072" fmla="*/ 323262 w 2906005"/>
              <a:gd name="connsiteY1072" fmla="*/ 100283 h 369828"/>
              <a:gd name="connsiteX1073" fmla="*/ 328414 w 2906005"/>
              <a:gd name="connsiteY1073" fmla="*/ 108978 h 369828"/>
              <a:gd name="connsiteX1074" fmla="*/ 339686 w 2906005"/>
              <a:gd name="connsiteY1074" fmla="*/ 112456 h 369828"/>
              <a:gd name="connsiteX1075" fmla="*/ 349991 w 2906005"/>
              <a:gd name="connsiteY1075" fmla="*/ 109815 h 369828"/>
              <a:gd name="connsiteX1076" fmla="*/ 353727 w 2906005"/>
              <a:gd name="connsiteY1076" fmla="*/ 103052 h 369828"/>
              <a:gd name="connsiteX1077" fmla="*/ 349218 w 2906005"/>
              <a:gd name="connsiteY1077" fmla="*/ 96354 h 369828"/>
              <a:gd name="connsiteX1078" fmla="*/ 334791 w 2906005"/>
              <a:gd name="connsiteY1078" fmla="*/ 91523 h 369828"/>
              <a:gd name="connsiteX1079" fmla="*/ 318109 w 2906005"/>
              <a:gd name="connsiteY1079" fmla="*/ 86435 h 369828"/>
              <a:gd name="connsiteX1080" fmla="*/ 306902 w 2906005"/>
              <a:gd name="connsiteY1080" fmla="*/ 78384 h 369828"/>
              <a:gd name="connsiteX1081" fmla="*/ 302200 w 2906005"/>
              <a:gd name="connsiteY1081" fmla="*/ 63764 h 369828"/>
              <a:gd name="connsiteX1082" fmla="*/ 306579 w 2906005"/>
              <a:gd name="connsiteY1082" fmla="*/ 49916 h 369828"/>
              <a:gd name="connsiteX1083" fmla="*/ 319075 w 2906005"/>
              <a:gd name="connsiteY1083" fmla="*/ 40062 h 369828"/>
              <a:gd name="connsiteX1084" fmla="*/ 338269 w 2906005"/>
              <a:gd name="connsiteY1084" fmla="*/ 36455 h 369828"/>
              <a:gd name="connsiteX1085" fmla="*/ 120314 w 2906005"/>
              <a:gd name="connsiteY1085" fmla="*/ 36455 h 369828"/>
              <a:gd name="connsiteX1086" fmla="*/ 138155 w 2906005"/>
              <a:gd name="connsiteY1086" fmla="*/ 40577 h 369828"/>
              <a:gd name="connsiteX1087" fmla="*/ 150392 w 2906005"/>
              <a:gd name="connsiteY1087" fmla="*/ 50947 h 369828"/>
              <a:gd name="connsiteX1088" fmla="*/ 150392 w 2906005"/>
              <a:gd name="connsiteY1088" fmla="*/ 37936 h 369828"/>
              <a:gd name="connsiteX1089" fmla="*/ 173579 w 2906005"/>
              <a:gd name="connsiteY1089" fmla="*/ 37936 h 369828"/>
              <a:gd name="connsiteX1090" fmla="*/ 173579 w 2906005"/>
              <a:gd name="connsiteY1090" fmla="*/ 129138 h 369828"/>
              <a:gd name="connsiteX1091" fmla="*/ 150392 w 2906005"/>
              <a:gd name="connsiteY1091" fmla="*/ 129138 h 369828"/>
              <a:gd name="connsiteX1092" fmla="*/ 150392 w 2906005"/>
              <a:gd name="connsiteY1092" fmla="*/ 115805 h 369828"/>
              <a:gd name="connsiteX1093" fmla="*/ 138155 w 2906005"/>
              <a:gd name="connsiteY1093" fmla="*/ 126432 h 369828"/>
              <a:gd name="connsiteX1094" fmla="*/ 120121 w 2906005"/>
              <a:gd name="connsiteY1094" fmla="*/ 130619 h 369828"/>
              <a:gd name="connsiteX1095" fmla="*/ 99124 w 2906005"/>
              <a:gd name="connsiteY1095" fmla="*/ 124693 h 369828"/>
              <a:gd name="connsiteX1096" fmla="*/ 84117 w 2906005"/>
              <a:gd name="connsiteY1096" fmla="*/ 108012 h 369828"/>
              <a:gd name="connsiteX1097" fmla="*/ 78578 w 2906005"/>
              <a:gd name="connsiteY1097" fmla="*/ 83215 h 369828"/>
              <a:gd name="connsiteX1098" fmla="*/ 84117 w 2906005"/>
              <a:gd name="connsiteY1098" fmla="*/ 58676 h 369828"/>
              <a:gd name="connsiteX1099" fmla="*/ 84181 w 2906005"/>
              <a:gd name="connsiteY1099" fmla="*/ 58676 h 369828"/>
              <a:gd name="connsiteX1100" fmla="*/ 99188 w 2906005"/>
              <a:gd name="connsiteY1100" fmla="*/ 42187 h 369828"/>
              <a:gd name="connsiteX1101" fmla="*/ 120314 w 2906005"/>
              <a:gd name="connsiteY1101" fmla="*/ 36455 h 369828"/>
              <a:gd name="connsiteX1102" fmla="*/ 2449098 w 2906005"/>
              <a:gd name="connsiteY1102" fmla="*/ 15393 h 369828"/>
              <a:gd name="connsiteX1103" fmla="*/ 2472285 w 2906005"/>
              <a:gd name="connsiteY1103" fmla="*/ 15393 h 369828"/>
              <a:gd name="connsiteX1104" fmla="*/ 2472285 w 2906005"/>
              <a:gd name="connsiteY1104" fmla="*/ 37936 h 369828"/>
              <a:gd name="connsiteX1105" fmla="*/ 2492702 w 2906005"/>
              <a:gd name="connsiteY1105" fmla="*/ 37936 h 369828"/>
              <a:gd name="connsiteX1106" fmla="*/ 2492702 w 2906005"/>
              <a:gd name="connsiteY1106" fmla="*/ 56871 h 369828"/>
              <a:gd name="connsiteX1107" fmla="*/ 2472285 w 2906005"/>
              <a:gd name="connsiteY1107" fmla="*/ 56871 h 369828"/>
              <a:gd name="connsiteX1108" fmla="*/ 2472285 w 2906005"/>
              <a:gd name="connsiteY1108" fmla="*/ 100991 h 369828"/>
              <a:gd name="connsiteX1109" fmla="*/ 2474539 w 2906005"/>
              <a:gd name="connsiteY1109" fmla="*/ 107689 h 369828"/>
              <a:gd name="connsiteX1110" fmla="*/ 2482010 w 2906005"/>
              <a:gd name="connsiteY1110" fmla="*/ 109750 h 369828"/>
              <a:gd name="connsiteX1111" fmla="*/ 2492702 w 2906005"/>
              <a:gd name="connsiteY1111" fmla="*/ 109750 h 369828"/>
              <a:gd name="connsiteX1112" fmla="*/ 2492702 w 2906005"/>
              <a:gd name="connsiteY1112" fmla="*/ 129201 h 369828"/>
              <a:gd name="connsiteX1113" fmla="*/ 2478210 w 2906005"/>
              <a:gd name="connsiteY1113" fmla="*/ 129201 h 369828"/>
              <a:gd name="connsiteX1114" fmla="*/ 2449098 w 2906005"/>
              <a:gd name="connsiteY1114" fmla="*/ 100862 h 369828"/>
              <a:gd name="connsiteX1115" fmla="*/ 2449098 w 2906005"/>
              <a:gd name="connsiteY1115" fmla="*/ 56936 h 369828"/>
              <a:gd name="connsiteX1116" fmla="*/ 2438213 w 2906005"/>
              <a:gd name="connsiteY1116" fmla="*/ 56936 h 369828"/>
              <a:gd name="connsiteX1117" fmla="*/ 2438213 w 2906005"/>
              <a:gd name="connsiteY1117" fmla="*/ 38000 h 369828"/>
              <a:gd name="connsiteX1118" fmla="*/ 2449098 w 2906005"/>
              <a:gd name="connsiteY1118" fmla="*/ 38000 h 369828"/>
              <a:gd name="connsiteX1119" fmla="*/ 536128 w 2906005"/>
              <a:gd name="connsiteY1119" fmla="*/ 14234 h 369828"/>
              <a:gd name="connsiteX1120" fmla="*/ 559186 w 2906005"/>
              <a:gd name="connsiteY1120" fmla="*/ 14234 h 369828"/>
              <a:gd name="connsiteX1121" fmla="*/ 559186 w 2906005"/>
              <a:gd name="connsiteY1121" fmla="*/ 85340 h 369828"/>
              <a:gd name="connsiteX1122" fmla="*/ 565305 w 2906005"/>
              <a:gd name="connsiteY1122" fmla="*/ 103181 h 369828"/>
              <a:gd name="connsiteX1123" fmla="*/ 582437 w 2906005"/>
              <a:gd name="connsiteY1123" fmla="*/ 109364 h 369828"/>
              <a:gd name="connsiteX1124" fmla="*/ 599698 w 2906005"/>
              <a:gd name="connsiteY1124" fmla="*/ 103181 h 369828"/>
              <a:gd name="connsiteX1125" fmla="*/ 605817 w 2906005"/>
              <a:gd name="connsiteY1125" fmla="*/ 85340 h 369828"/>
              <a:gd name="connsiteX1126" fmla="*/ 605817 w 2906005"/>
              <a:gd name="connsiteY1126" fmla="*/ 14234 h 369828"/>
              <a:gd name="connsiteX1127" fmla="*/ 629004 w 2906005"/>
              <a:gd name="connsiteY1127" fmla="*/ 14234 h 369828"/>
              <a:gd name="connsiteX1128" fmla="*/ 629004 w 2906005"/>
              <a:gd name="connsiteY1128" fmla="*/ 85147 h 369828"/>
              <a:gd name="connsiteX1129" fmla="*/ 622692 w 2906005"/>
              <a:gd name="connsiteY1129" fmla="*/ 109944 h 369828"/>
              <a:gd name="connsiteX1130" fmla="*/ 605753 w 2906005"/>
              <a:gd name="connsiteY1130" fmla="*/ 125144 h 369828"/>
              <a:gd name="connsiteX1131" fmla="*/ 582115 w 2906005"/>
              <a:gd name="connsiteY1131" fmla="*/ 130232 h 369828"/>
              <a:gd name="connsiteX1132" fmla="*/ 558799 w 2906005"/>
              <a:gd name="connsiteY1132" fmla="*/ 125144 h 369828"/>
              <a:gd name="connsiteX1133" fmla="*/ 542247 w 2906005"/>
              <a:gd name="connsiteY1133" fmla="*/ 109944 h 369828"/>
              <a:gd name="connsiteX1134" fmla="*/ 536128 w 2906005"/>
              <a:gd name="connsiteY1134" fmla="*/ 85147 h 369828"/>
              <a:gd name="connsiteX1135" fmla="*/ 9082 w 2906005"/>
              <a:gd name="connsiteY1135" fmla="*/ 14234 h 369828"/>
              <a:gd name="connsiteX1136" fmla="*/ 32140 w 2906005"/>
              <a:gd name="connsiteY1136" fmla="*/ 14234 h 369828"/>
              <a:gd name="connsiteX1137" fmla="*/ 32140 w 2906005"/>
              <a:gd name="connsiteY1137" fmla="*/ 110845 h 369828"/>
              <a:gd name="connsiteX1138" fmla="*/ 69947 w 2906005"/>
              <a:gd name="connsiteY1138" fmla="*/ 110845 h 369828"/>
              <a:gd name="connsiteX1139" fmla="*/ 69947 w 2906005"/>
              <a:gd name="connsiteY1139" fmla="*/ 129137 h 369828"/>
              <a:gd name="connsiteX1140" fmla="*/ 9082 w 2906005"/>
              <a:gd name="connsiteY1140" fmla="*/ 129137 h 369828"/>
              <a:gd name="connsiteX1141" fmla="*/ 2666667 w 2906005"/>
              <a:gd name="connsiteY1141" fmla="*/ 7278 h 369828"/>
              <a:gd name="connsiteX1142" fmla="*/ 2689725 w 2906005"/>
              <a:gd name="connsiteY1142" fmla="*/ 7278 h 369828"/>
              <a:gd name="connsiteX1143" fmla="*/ 2689725 w 2906005"/>
              <a:gd name="connsiteY1143" fmla="*/ 129137 h 369828"/>
              <a:gd name="connsiteX1144" fmla="*/ 2666667 w 2906005"/>
              <a:gd name="connsiteY1144" fmla="*/ 129137 h 369828"/>
              <a:gd name="connsiteX1145" fmla="*/ 1625647 w 2906005"/>
              <a:gd name="connsiteY1145" fmla="*/ 7278 h 369828"/>
              <a:gd name="connsiteX1146" fmla="*/ 1648705 w 2906005"/>
              <a:gd name="connsiteY1146" fmla="*/ 7278 h 369828"/>
              <a:gd name="connsiteX1147" fmla="*/ 1648705 w 2906005"/>
              <a:gd name="connsiteY1147" fmla="*/ 49272 h 369828"/>
              <a:gd name="connsiteX1148" fmla="*/ 1660556 w 2906005"/>
              <a:gd name="connsiteY1148" fmla="*/ 39997 h 369828"/>
              <a:gd name="connsiteX1149" fmla="*/ 1677044 w 2906005"/>
              <a:gd name="connsiteY1149" fmla="*/ 36648 h 369828"/>
              <a:gd name="connsiteX1150" fmla="*/ 1695465 w 2906005"/>
              <a:gd name="connsiteY1150" fmla="*/ 41156 h 369828"/>
              <a:gd name="connsiteX1151" fmla="*/ 1708089 w 2906005"/>
              <a:gd name="connsiteY1151" fmla="*/ 54489 h 369828"/>
              <a:gd name="connsiteX1152" fmla="*/ 1712597 w 2906005"/>
              <a:gd name="connsiteY1152" fmla="*/ 75614 h 369828"/>
              <a:gd name="connsiteX1153" fmla="*/ 1712597 w 2906005"/>
              <a:gd name="connsiteY1153" fmla="*/ 129137 h 369828"/>
              <a:gd name="connsiteX1154" fmla="*/ 1689539 w 2906005"/>
              <a:gd name="connsiteY1154" fmla="*/ 129137 h 369828"/>
              <a:gd name="connsiteX1155" fmla="*/ 1689539 w 2906005"/>
              <a:gd name="connsiteY1155" fmla="*/ 78770 h 369828"/>
              <a:gd name="connsiteX1156" fmla="*/ 1684129 w 2906005"/>
              <a:gd name="connsiteY1156" fmla="*/ 62089 h 369828"/>
              <a:gd name="connsiteX1157" fmla="*/ 1669315 w 2906005"/>
              <a:gd name="connsiteY1157" fmla="*/ 56228 h 369828"/>
              <a:gd name="connsiteX1158" fmla="*/ 1654244 w 2906005"/>
              <a:gd name="connsiteY1158" fmla="*/ 62089 h 369828"/>
              <a:gd name="connsiteX1159" fmla="*/ 1648705 w 2906005"/>
              <a:gd name="connsiteY1159" fmla="*/ 78770 h 369828"/>
              <a:gd name="connsiteX1160" fmla="*/ 1648705 w 2906005"/>
              <a:gd name="connsiteY1160" fmla="*/ 129137 h 369828"/>
              <a:gd name="connsiteX1161" fmla="*/ 1625647 w 2906005"/>
              <a:gd name="connsiteY1161" fmla="*/ 129137 h 369828"/>
              <a:gd name="connsiteX1162" fmla="*/ 825705 w 2906005"/>
              <a:gd name="connsiteY1162" fmla="*/ 7278 h 369828"/>
              <a:gd name="connsiteX1163" fmla="*/ 849085 w 2906005"/>
              <a:gd name="connsiteY1163" fmla="*/ 7278 h 369828"/>
              <a:gd name="connsiteX1164" fmla="*/ 849085 w 2906005"/>
              <a:gd name="connsiteY1164" fmla="*/ 129137 h 369828"/>
              <a:gd name="connsiteX1165" fmla="*/ 825705 w 2906005"/>
              <a:gd name="connsiteY1165" fmla="*/ 129137 h 369828"/>
              <a:gd name="connsiteX1166" fmla="*/ 825705 w 2906005"/>
              <a:gd name="connsiteY1166" fmla="*/ 115611 h 369828"/>
              <a:gd name="connsiteX1167" fmla="*/ 813660 w 2906005"/>
              <a:gd name="connsiteY1167" fmla="*/ 126496 h 369828"/>
              <a:gd name="connsiteX1168" fmla="*/ 795691 w 2906005"/>
              <a:gd name="connsiteY1168" fmla="*/ 130618 h 369828"/>
              <a:gd name="connsiteX1169" fmla="*/ 774629 w 2906005"/>
              <a:gd name="connsiteY1169" fmla="*/ 124693 h 369828"/>
              <a:gd name="connsiteX1170" fmla="*/ 759558 w 2906005"/>
              <a:gd name="connsiteY1170" fmla="*/ 108011 h 369828"/>
              <a:gd name="connsiteX1171" fmla="*/ 754019 w 2906005"/>
              <a:gd name="connsiteY1171" fmla="*/ 83214 h 369828"/>
              <a:gd name="connsiteX1172" fmla="*/ 759558 w 2906005"/>
              <a:gd name="connsiteY1172" fmla="*/ 58675 h 369828"/>
              <a:gd name="connsiteX1173" fmla="*/ 759622 w 2906005"/>
              <a:gd name="connsiteY1173" fmla="*/ 58675 h 369828"/>
              <a:gd name="connsiteX1174" fmla="*/ 774694 w 2906005"/>
              <a:gd name="connsiteY1174" fmla="*/ 42187 h 369828"/>
              <a:gd name="connsiteX1175" fmla="*/ 795948 w 2906005"/>
              <a:gd name="connsiteY1175" fmla="*/ 36455 h 369828"/>
              <a:gd name="connsiteX1176" fmla="*/ 812888 w 2906005"/>
              <a:gd name="connsiteY1176" fmla="*/ 40319 h 369828"/>
              <a:gd name="connsiteX1177" fmla="*/ 825705 w 2906005"/>
              <a:gd name="connsiteY1177" fmla="*/ 50624 h 369828"/>
              <a:gd name="connsiteX1178" fmla="*/ 144531 w 2906005"/>
              <a:gd name="connsiteY1178" fmla="*/ 5153 h 369828"/>
              <a:gd name="connsiteX1179" fmla="*/ 152325 w 2906005"/>
              <a:gd name="connsiteY1179" fmla="*/ 8373 h 369828"/>
              <a:gd name="connsiteX1180" fmla="*/ 155545 w 2906005"/>
              <a:gd name="connsiteY1180" fmla="*/ 16167 h 369828"/>
              <a:gd name="connsiteX1181" fmla="*/ 152325 w 2906005"/>
              <a:gd name="connsiteY1181" fmla="*/ 23896 h 369828"/>
              <a:gd name="connsiteX1182" fmla="*/ 144531 w 2906005"/>
              <a:gd name="connsiteY1182" fmla="*/ 27052 h 369828"/>
              <a:gd name="connsiteX1183" fmla="*/ 136802 w 2906005"/>
              <a:gd name="connsiteY1183" fmla="*/ 23896 h 369828"/>
              <a:gd name="connsiteX1184" fmla="*/ 133646 w 2906005"/>
              <a:gd name="connsiteY1184" fmla="*/ 16167 h 369828"/>
              <a:gd name="connsiteX1185" fmla="*/ 136802 w 2906005"/>
              <a:gd name="connsiteY1185" fmla="*/ 8373 h 369828"/>
              <a:gd name="connsiteX1186" fmla="*/ 144531 w 2906005"/>
              <a:gd name="connsiteY1186" fmla="*/ 5153 h 369828"/>
              <a:gd name="connsiteX1187" fmla="*/ 114067 w 2906005"/>
              <a:gd name="connsiteY1187" fmla="*/ 5153 h 369828"/>
              <a:gd name="connsiteX1188" fmla="*/ 121860 w 2906005"/>
              <a:gd name="connsiteY1188" fmla="*/ 8373 h 369828"/>
              <a:gd name="connsiteX1189" fmla="*/ 125080 w 2906005"/>
              <a:gd name="connsiteY1189" fmla="*/ 16167 h 369828"/>
              <a:gd name="connsiteX1190" fmla="*/ 121860 w 2906005"/>
              <a:gd name="connsiteY1190" fmla="*/ 23896 h 369828"/>
              <a:gd name="connsiteX1191" fmla="*/ 114067 w 2906005"/>
              <a:gd name="connsiteY1191" fmla="*/ 27052 h 369828"/>
              <a:gd name="connsiteX1192" fmla="*/ 106338 w 2906005"/>
              <a:gd name="connsiteY1192" fmla="*/ 23896 h 369828"/>
              <a:gd name="connsiteX1193" fmla="*/ 103182 w 2906005"/>
              <a:gd name="connsiteY1193" fmla="*/ 16167 h 369828"/>
              <a:gd name="connsiteX1194" fmla="*/ 106338 w 2906005"/>
              <a:gd name="connsiteY1194" fmla="*/ 8373 h 369828"/>
              <a:gd name="connsiteX1195" fmla="*/ 114067 w 2906005"/>
              <a:gd name="connsiteY1195" fmla="*/ 5153 h 369828"/>
              <a:gd name="connsiteX1196" fmla="*/ 2520977 w 2906005"/>
              <a:gd name="connsiteY1196" fmla="*/ 0 h 369828"/>
              <a:gd name="connsiteX1197" fmla="*/ 2531089 w 2906005"/>
              <a:gd name="connsiteY1197" fmla="*/ 3864 h 369828"/>
              <a:gd name="connsiteX1198" fmla="*/ 2535146 w 2906005"/>
              <a:gd name="connsiteY1198" fmla="*/ 13526 h 369828"/>
              <a:gd name="connsiteX1199" fmla="*/ 2531089 w 2906005"/>
              <a:gd name="connsiteY1199" fmla="*/ 23187 h 369828"/>
              <a:gd name="connsiteX1200" fmla="*/ 2520977 w 2906005"/>
              <a:gd name="connsiteY1200" fmla="*/ 27051 h 369828"/>
              <a:gd name="connsiteX1201" fmla="*/ 2510865 w 2906005"/>
              <a:gd name="connsiteY1201" fmla="*/ 23187 h 369828"/>
              <a:gd name="connsiteX1202" fmla="*/ 2506807 w 2906005"/>
              <a:gd name="connsiteY1202" fmla="*/ 13526 h 369828"/>
              <a:gd name="connsiteX1203" fmla="*/ 2510865 w 2906005"/>
              <a:gd name="connsiteY1203" fmla="*/ 3864 h 369828"/>
              <a:gd name="connsiteX1204" fmla="*/ 2520977 w 2906005"/>
              <a:gd name="connsiteY1204" fmla="*/ 0 h 369828"/>
              <a:gd name="connsiteX1205" fmla="*/ 2302571 w 2906005"/>
              <a:gd name="connsiteY1205" fmla="*/ 0 h 369828"/>
              <a:gd name="connsiteX1206" fmla="*/ 2312683 w 2906005"/>
              <a:gd name="connsiteY1206" fmla="*/ 3864 h 369828"/>
              <a:gd name="connsiteX1207" fmla="*/ 2316740 w 2906005"/>
              <a:gd name="connsiteY1207" fmla="*/ 13526 h 369828"/>
              <a:gd name="connsiteX1208" fmla="*/ 2312683 w 2906005"/>
              <a:gd name="connsiteY1208" fmla="*/ 23187 h 369828"/>
              <a:gd name="connsiteX1209" fmla="*/ 2302571 w 2906005"/>
              <a:gd name="connsiteY1209" fmla="*/ 27051 h 369828"/>
              <a:gd name="connsiteX1210" fmla="*/ 2292459 w 2906005"/>
              <a:gd name="connsiteY1210" fmla="*/ 23187 h 369828"/>
              <a:gd name="connsiteX1211" fmla="*/ 2288401 w 2906005"/>
              <a:gd name="connsiteY1211" fmla="*/ 13526 h 369828"/>
              <a:gd name="connsiteX1212" fmla="*/ 2292459 w 2906005"/>
              <a:gd name="connsiteY1212" fmla="*/ 3864 h 369828"/>
              <a:gd name="connsiteX1213" fmla="*/ 2302571 w 2906005"/>
              <a:gd name="connsiteY1213" fmla="*/ 0 h 369828"/>
              <a:gd name="connsiteX1214" fmla="*/ 1944336 w 2906005"/>
              <a:gd name="connsiteY1214" fmla="*/ 0 h 369828"/>
              <a:gd name="connsiteX1215" fmla="*/ 1954448 w 2906005"/>
              <a:gd name="connsiteY1215" fmla="*/ 3864 h 369828"/>
              <a:gd name="connsiteX1216" fmla="*/ 1958505 w 2906005"/>
              <a:gd name="connsiteY1216" fmla="*/ 13526 h 369828"/>
              <a:gd name="connsiteX1217" fmla="*/ 1954448 w 2906005"/>
              <a:gd name="connsiteY1217" fmla="*/ 23187 h 369828"/>
              <a:gd name="connsiteX1218" fmla="*/ 1944336 w 2906005"/>
              <a:gd name="connsiteY1218" fmla="*/ 27051 h 369828"/>
              <a:gd name="connsiteX1219" fmla="*/ 1934224 w 2906005"/>
              <a:gd name="connsiteY1219" fmla="*/ 23187 h 369828"/>
              <a:gd name="connsiteX1220" fmla="*/ 1930166 w 2906005"/>
              <a:gd name="connsiteY1220" fmla="*/ 13526 h 369828"/>
              <a:gd name="connsiteX1221" fmla="*/ 1934224 w 2906005"/>
              <a:gd name="connsiteY1221" fmla="*/ 3864 h 369828"/>
              <a:gd name="connsiteX1222" fmla="*/ 1944336 w 2906005"/>
              <a:gd name="connsiteY1222" fmla="*/ 0 h 369828"/>
              <a:gd name="connsiteX1223" fmla="*/ 406413 w 2906005"/>
              <a:gd name="connsiteY1223" fmla="*/ 0 h 369828"/>
              <a:gd name="connsiteX1224" fmla="*/ 416525 w 2906005"/>
              <a:gd name="connsiteY1224" fmla="*/ 3864 h 369828"/>
              <a:gd name="connsiteX1225" fmla="*/ 420582 w 2906005"/>
              <a:gd name="connsiteY1225" fmla="*/ 13526 h 369828"/>
              <a:gd name="connsiteX1226" fmla="*/ 416525 w 2906005"/>
              <a:gd name="connsiteY1226" fmla="*/ 23187 h 369828"/>
              <a:gd name="connsiteX1227" fmla="*/ 406413 w 2906005"/>
              <a:gd name="connsiteY1227" fmla="*/ 27051 h 369828"/>
              <a:gd name="connsiteX1228" fmla="*/ 396301 w 2906005"/>
              <a:gd name="connsiteY1228" fmla="*/ 23187 h 369828"/>
              <a:gd name="connsiteX1229" fmla="*/ 392243 w 2906005"/>
              <a:gd name="connsiteY1229" fmla="*/ 13526 h 369828"/>
              <a:gd name="connsiteX1230" fmla="*/ 396301 w 2906005"/>
              <a:gd name="connsiteY1230" fmla="*/ 3864 h 369828"/>
              <a:gd name="connsiteX1231" fmla="*/ 406413 w 2906005"/>
              <a:gd name="connsiteY1231" fmla="*/ 0 h 36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Lst>
            <a:rect l="l" t="t" r="r" b="b"/>
            <a:pathLst>
              <a:path w="2906005" h="369828">
                <a:moveTo>
                  <a:pt x="1690184" y="254217"/>
                </a:moveTo>
                <a:cubicBezTo>
                  <a:pt x="1685868" y="254217"/>
                  <a:pt x="1681940" y="255248"/>
                  <a:pt x="1678333" y="257373"/>
                </a:cubicBezTo>
                <a:cubicBezTo>
                  <a:pt x="1674726" y="259434"/>
                  <a:pt x="1671763" y="262526"/>
                  <a:pt x="1669509" y="266519"/>
                </a:cubicBezTo>
                <a:cubicBezTo>
                  <a:pt x="1667254" y="270512"/>
                  <a:pt x="1666160" y="275278"/>
                  <a:pt x="1666160" y="280753"/>
                </a:cubicBezTo>
                <a:cubicBezTo>
                  <a:pt x="1666160" y="286228"/>
                  <a:pt x="1667254" y="291058"/>
                  <a:pt x="1669509" y="295180"/>
                </a:cubicBezTo>
                <a:cubicBezTo>
                  <a:pt x="1671763" y="299302"/>
                  <a:pt x="1674726" y="302458"/>
                  <a:pt x="1678397" y="304648"/>
                </a:cubicBezTo>
                <a:cubicBezTo>
                  <a:pt x="1682068" y="306838"/>
                  <a:pt x="1685997" y="307933"/>
                  <a:pt x="1690184" y="307933"/>
                </a:cubicBezTo>
                <a:cubicBezTo>
                  <a:pt x="1694370" y="307933"/>
                  <a:pt x="1698492" y="306838"/>
                  <a:pt x="1702228" y="304713"/>
                </a:cubicBezTo>
                <a:cubicBezTo>
                  <a:pt x="1705963" y="302587"/>
                  <a:pt x="1708926" y="299496"/>
                  <a:pt x="1711116" y="295502"/>
                </a:cubicBezTo>
                <a:cubicBezTo>
                  <a:pt x="1713306" y="291509"/>
                  <a:pt x="1714401" y="286678"/>
                  <a:pt x="1714401" y="281075"/>
                </a:cubicBezTo>
                <a:cubicBezTo>
                  <a:pt x="1714401" y="275472"/>
                  <a:pt x="1713306" y="270705"/>
                  <a:pt x="1711116" y="266648"/>
                </a:cubicBezTo>
                <a:cubicBezTo>
                  <a:pt x="1708926" y="262654"/>
                  <a:pt x="1705963" y="259563"/>
                  <a:pt x="1702228" y="257437"/>
                </a:cubicBezTo>
                <a:cubicBezTo>
                  <a:pt x="1698492" y="255312"/>
                  <a:pt x="1694499" y="254217"/>
                  <a:pt x="1690184" y="254217"/>
                </a:cubicBezTo>
                <a:close/>
                <a:moveTo>
                  <a:pt x="1476028" y="254217"/>
                </a:moveTo>
                <a:cubicBezTo>
                  <a:pt x="1471712" y="254217"/>
                  <a:pt x="1467783" y="255248"/>
                  <a:pt x="1464177" y="257373"/>
                </a:cubicBezTo>
                <a:cubicBezTo>
                  <a:pt x="1460570" y="259434"/>
                  <a:pt x="1457607" y="262526"/>
                  <a:pt x="1455353" y="266519"/>
                </a:cubicBezTo>
                <a:cubicBezTo>
                  <a:pt x="1453098" y="270512"/>
                  <a:pt x="1452004" y="275278"/>
                  <a:pt x="1452004" y="280753"/>
                </a:cubicBezTo>
                <a:cubicBezTo>
                  <a:pt x="1452004" y="286228"/>
                  <a:pt x="1453098" y="291058"/>
                  <a:pt x="1455353" y="295180"/>
                </a:cubicBezTo>
                <a:cubicBezTo>
                  <a:pt x="1457607" y="299302"/>
                  <a:pt x="1460570" y="302458"/>
                  <a:pt x="1464241" y="304648"/>
                </a:cubicBezTo>
                <a:cubicBezTo>
                  <a:pt x="1467912" y="306838"/>
                  <a:pt x="1471841" y="307933"/>
                  <a:pt x="1476028" y="307933"/>
                </a:cubicBezTo>
                <a:cubicBezTo>
                  <a:pt x="1480214" y="307933"/>
                  <a:pt x="1484336" y="306838"/>
                  <a:pt x="1488072" y="304713"/>
                </a:cubicBezTo>
                <a:cubicBezTo>
                  <a:pt x="1491807" y="302587"/>
                  <a:pt x="1494770" y="299496"/>
                  <a:pt x="1496960" y="295502"/>
                </a:cubicBezTo>
                <a:cubicBezTo>
                  <a:pt x="1499150" y="291509"/>
                  <a:pt x="1500245" y="286678"/>
                  <a:pt x="1500245" y="281075"/>
                </a:cubicBezTo>
                <a:cubicBezTo>
                  <a:pt x="1500245" y="275472"/>
                  <a:pt x="1499150" y="270705"/>
                  <a:pt x="1496960" y="266648"/>
                </a:cubicBezTo>
                <a:cubicBezTo>
                  <a:pt x="1494770" y="262654"/>
                  <a:pt x="1491807" y="259563"/>
                  <a:pt x="1488072" y="257437"/>
                </a:cubicBezTo>
                <a:cubicBezTo>
                  <a:pt x="1484336" y="255312"/>
                  <a:pt x="1480343" y="254217"/>
                  <a:pt x="1476028" y="254217"/>
                </a:cubicBezTo>
                <a:close/>
                <a:moveTo>
                  <a:pt x="916520" y="254217"/>
                </a:moveTo>
                <a:cubicBezTo>
                  <a:pt x="912204" y="254217"/>
                  <a:pt x="908276" y="255247"/>
                  <a:pt x="904669" y="257373"/>
                </a:cubicBezTo>
                <a:cubicBezTo>
                  <a:pt x="901062" y="259434"/>
                  <a:pt x="898099" y="262526"/>
                  <a:pt x="895845" y="266519"/>
                </a:cubicBezTo>
                <a:cubicBezTo>
                  <a:pt x="893591" y="270512"/>
                  <a:pt x="892496" y="275278"/>
                  <a:pt x="892496" y="280753"/>
                </a:cubicBezTo>
                <a:cubicBezTo>
                  <a:pt x="892496" y="286228"/>
                  <a:pt x="893591" y="291058"/>
                  <a:pt x="895845" y="295180"/>
                </a:cubicBezTo>
                <a:cubicBezTo>
                  <a:pt x="898099" y="299302"/>
                  <a:pt x="901062" y="302458"/>
                  <a:pt x="904733" y="304648"/>
                </a:cubicBezTo>
                <a:cubicBezTo>
                  <a:pt x="908404" y="306838"/>
                  <a:pt x="912333" y="307933"/>
                  <a:pt x="916520" y="307933"/>
                </a:cubicBezTo>
                <a:cubicBezTo>
                  <a:pt x="920706" y="307933"/>
                  <a:pt x="924828" y="306838"/>
                  <a:pt x="928564" y="304712"/>
                </a:cubicBezTo>
                <a:cubicBezTo>
                  <a:pt x="932300" y="302587"/>
                  <a:pt x="935262" y="299495"/>
                  <a:pt x="937452" y="295502"/>
                </a:cubicBezTo>
                <a:cubicBezTo>
                  <a:pt x="939642" y="291509"/>
                  <a:pt x="940737" y="286678"/>
                  <a:pt x="940737" y="281075"/>
                </a:cubicBezTo>
                <a:cubicBezTo>
                  <a:pt x="940737" y="275471"/>
                  <a:pt x="939642" y="270705"/>
                  <a:pt x="937452" y="266648"/>
                </a:cubicBezTo>
                <a:cubicBezTo>
                  <a:pt x="935262" y="262654"/>
                  <a:pt x="932300" y="259563"/>
                  <a:pt x="928564" y="257437"/>
                </a:cubicBezTo>
                <a:cubicBezTo>
                  <a:pt x="924828" y="255312"/>
                  <a:pt x="920835" y="254217"/>
                  <a:pt x="916520" y="254217"/>
                </a:cubicBezTo>
                <a:close/>
                <a:moveTo>
                  <a:pt x="499416" y="254217"/>
                </a:moveTo>
                <a:cubicBezTo>
                  <a:pt x="495100" y="254217"/>
                  <a:pt x="491171" y="255247"/>
                  <a:pt x="487565" y="257373"/>
                </a:cubicBezTo>
                <a:cubicBezTo>
                  <a:pt x="483958" y="259434"/>
                  <a:pt x="480995" y="262526"/>
                  <a:pt x="478741" y="266519"/>
                </a:cubicBezTo>
                <a:cubicBezTo>
                  <a:pt x="476487" y="270512"/>
                  <a:pt x="475392" y="275278"/>
                  <a:pt x="475392" y="280753"/>
                </a:cubicBezTo>
                <a:cubicBezTo>
                  <a:pt x="475392" y="286228"/>
                  <a:pt x="476487" y="291058"/>
                  <a:pt x="478741" y="295180"/>
                </a:cubicBezTo>
                <a:cubicBezTo>
                  <a:pt x="480995" y="299302"/>
                  <a:pt x="483958" y="302458"/>
                  <a:pt x="487629" y="304648"/>
                </a:cubicBezTo>
                <a:cubicBezTo>
                  <a:pt x="491300" y="306838"/>
                  <a:pt x="495229" y="307933"/>
                  <a:pt x="499416" y="307933"/>
                </a:cubicBezTo>
                <a:cubicBezTo>
                  <a:pt x="503602" y="307933"/>
                  <a:pt x="507724" y="306838"/>
                  <a:pt x="511460" y="304712"/>
                </a:cubicBezTo>
                <a:cubicBezTo>
                  <a:pt x="515195" y="302587"/>
                  <a:pt x="518158" y="299495"/>
                  <a:pt x="520348" y="295502"/>
                </a:cubicBezTo>
                <a:cubicBezTo>
                  <a:pt x="522538" y="291509"/>
                  <a:pt x="523633" y="286678"/>
                  <a:pt x="523633" y="281075"/>
                </a:cubicBezTo>
                <a:cubicBezTo>
                  <a:pt x="523633" y="275471"/>
                  <a:pt x="522538" y="270705"/>
                  <a:pt x="520348" y="266648"/>
                </a:cubicBezTo>
                <a:cubicBezTo>
                  <a:pt x="518158" y="262654"/>
                  <a:pt x="515195" y="259563"/>
                  <a:pt x="511460" y="257437"/>
                </a:cubicBezTo>
                <a:cubicBezTo>
                  <a:pt x="507724" y="255312"/>
                  <a:pt x="503731" y="254217"/>
                  <a:pt x="499416" y="254217"/>
                </a:cubicBezTo>
                <a:close/>
                <a:moveTo>
                  <a:pt x="167717" y="254217"/>
                </a:moveTo>
                <a:cubicBezTo>
                  <a:pt x="163401" y="254217"/>
                  <a:pt x="159472" y="255248"/>
                  <a:pt x="155866" y="257373"/>
                </a:cubicBezTo>
                <a:cubicBezTo>
                  <a:pt x="152259" y="259434"/>
                  <a:pt x="149296" y="262526"/>
                  <a:pt x="147042" y="266519"/>
                </a:cubicBezTo>
                <a:cubicBezTo>
                  <a:pt x="144788" y="270512"/>
                  <a:pt x="143693" y="275278"/>
                  <a:pt x="143693" y="280753"/>
                </a:cubicBezTo>
                <a:cubicBezTo>
                  <a:pt x="143693" y="286228"/>
                  <a:pt x="144788" y="291058"/>
                  <a:pt x="147042" y="295180"/>
                </a:cubicBezTo>
                <a:cubicBezTo>
                  <a:pt x="149296" y="299302"/>
                  <a:pt x="152259" y="302458"/>
                  <a:pt x="155930" y="304648"/>
                </a:cubicBezTo>
                <a:cubicBezTo>
                  <a:pt x="159601" y="306838"/>
                  <a:pt x="163530" y="307933"/>
                  <a:pt x="167717" y="307933"/>
                </a:cubicBezTo>
                <a:cubicBezTo>
                  <a:pt x="171903" y="307933"/>
                  <a:pt x="176025" y="306838"/>
                  <a:pt x="179761" y="304713"/>
                </a:cubicBezTo>
                <a:cubicBezTo>
                  <a:pt x="183496" y="302587"/>
                  <a:pt x="186459" y="299496"/>
                  <a:pt x="188649" y="295502"/>
                </a:cubicBezTo>
                <a:cubicBezTo>
                  <a:pt x="190839" y="291509"/>
                  <a:pt x="191934" y="286678"/>
                  <a:pt x="191934" y="281075"/>
                </a:cubicBezTo>
                <a:cubicBezTo>
                  <a:pt x="191934" y="275472"/>
                  <a:pt x="190839" y="270705"/>
                  <a:pt x="188649" y="266648"/>
                </a:cubicBezTo>
                <a:cubicBezTo>
                  <a:pt x="186459" y="262654"/>
                  <a:pt x="183496" y="259563"/>
                  <a:pt x="179761" y="257437"/>
                </a:cubicBezTo>
                <a:cubicBezTo>
                  <a:pt x="176025" y="255312"/>
                  <a:pt x="172032" y="254217"/>
                  <a:pt x="167717" y="254217"/>
                </a:cubicBezTo>
                <a:close/>
                <a:moveTo>
                  <a:pt x="2525292" y="254216"/>
                </a:moveTo>
                <a:cubicBezTo>
                  <a:pt x="2520976" y="254216"/>
                  <a:pt x="2517047" y="255247"/>
                  <a:pt x="2513441" y="257372"/>
                </a:cubicBezTo>
                <a:cubicBezTo>
                  <a:pt x="2509834" y="259433"/>
                  <a:pt x="2506871" y="262525"/>
                  <a:pt x="2504617" y="266518"/>
                </a:cubicBezTo>
                <a:cubicBezTo>
                  <a:pt x="2502362" y="270511"/>
                  <a:pt x="2501268" y="275277"/>
                  <a:pt x="2501268" y="280752"/>
                </a:cubicBezTo>
                <a:cubicBezTo>
                  <a:pt x="2501268" y="286227"/>
                  <a:pt x="2502362" y="291057"/>
                  <a:pt x="2504617" y="295179"/>
                </a:cubicBezTo>
                <a:cubicBezTo>
                  <a:pt x="2506871" y="299301"/>
                  <a:pt x="2509834" y="302457"/>
                  <a:pt x="2513505" y="304647"/>
                </a:cubicBezTo>
                <a:cubicBezTo>
                  <a:pt x="2517176" y="306837"/>
                  <a:pt x="2521105" y="307932"/>
                  <a:pt x="2525292" y="307932"/>
                </a:cubicBezTo>
                <a:cubicBezTo>
                  <a:pt x="2529478" y="307932"/>
                  <a:pt x="2533600" y="306837"/>
                  <a:pt x="2537336" y="304712"/>
                </a:cubicBezTo>
                <a:cubicBezTo>
                  <a:pt x="2541072" y="302586"/>
                  <a:pt x="2544034" y="299495"/>
                  <a:pt x="2546224" y="295501"/>
                </a:cubicBezTo>
                <a:cubicBezTo>
                  <a:pt x="2548414" y="291508"/>
                  <a:pt x="2549509" y="286678"/>
                  <a:pt x="2549509" y="281074"/>
                </a:cubicBezTo>
                <a:cubicBezTo>
                  <a:pt x="2549509" y="275471"/>
                  <a:pt x="2548414" y="270705"/>
                  <a:pt x="2546224" y="266647"/>
                </a:cubicBezTo>
                <a:cubicBezTo>
                  <a:pt x="2544034" y="262654"/>
                  <a:pt x="2541072" y="259562"/>
                  <a:pt x="2537336" y="257437"/>
                </a:cubicBezTo>
                <a:cubicBezTo>
                  <a:pt x="2533600" y="255311"/>
                  <a:pt x="2529607" y="254216"/>
                  <a:pt x="2525292" y="254216"/>
                </a:cubicBezTo>
                <a:close/>
                <a:moveTo>
                  <a:pt x="2413674" y="254216"/>
                </a:moveTo>
                <a:cubicBezTo>
                  <a:pt x="2409358" y="254216"/>
                  <a:pt x="2405429" y="255247"/>
                  <a:pt x="2401823" y="257372"/>
                </a:cubicBezTo>
                <a:cubicBezTo>
                  <a:pt x="2398216" y="259433"/>
                  <a:pt x="2395253" y="262525"/>
                  <a:pt x="2392999" y="266518"/>
                </a:cubicBezTo>
                <a:cubicBezTo>
                  <a:pt x="2390744" y="270511"/>
                  <a:pt x="2389649" y="275278"/>
                  <a:pt x="2389649" y="280752"/>
                </a:cubicBezTo>
                <a:cubicBezTo>
                  <a:pt x="2389649" y="286227"/>
                  <a:pt x="2390744" y="291057"/>
                  <a:pt x="2392999" y="295180"/>
                </a:cubicBezTo>
                <a:cubicBezTo>
                  <a:pt x="2395253" y="299302"/>
                  <a:pt x="2398216" y="302458"/>
                  <a:pt x="2401887" y="304647"/>
                </a:cubicBezTo>
                <a:cubicBezTo>
                  <a:pt x="2405558" y="306837"/>
                  <a:pt x="2409487" y="307932"/>
                  <a:pt x="2413674" y="307932"/>
                </a:cubicBezTo>
                <a:cubicBezTo>
                  <a:pt x="2417860" y="307932"/>
                  <a:pt x="2421982" y="306837"/>
                  <a:pt x="2425718" y="304712"/>
                </a:cubicBezTo>
                <a:cubicBezTo>
                  <a:pt x="2429454" y="302586"/>
                  <a:pt x="2432416" y="299495"/>
                  <a:pt x="2434606" y="295502"/>
                </a:cubicBezTo>
                <a:cubicBezTo>
                  <a:pt x="2436796" y="291508"/>
                  <a:pt x="2437891" y="286678"/>
                  <a:pt x="2437891" y="281074"/>
                </a:cubicBezTo>
                <a:cubicBezTo>
                  <a:pt x="2437891" y="275471"/>
                  <a:pt x="2436796" y="270705"/>
                  <a:pt x="2434606" y="266647"/>
                </a:cubicBezTo>
                <a:cubicBezTo>
                  <a:pt x="2432416" y="262654"/>
                  <a:pt x="2429454" y="259562"/>
                  <a:pt x="2425718" y="257437"/>
                </a:cubicBezTo>
                <a:cubicBezTo>
                  <a:pt x="2421982" y="255311"/>
                  <a:pt x="2417989" y="254216"/>
                  <a:pt x="2413674" y="254216"/>
                </a:cubicBezTo>
                <a:close/>
                <a:moveTo>
                  <a:pt x="1868335" y="254216"/>
                </a:moveTo>
                <a:cubicBezTo>
                  <a:pt x="1864019" y="254216"/>
                  <a:pt x="1860090" y="255247"/>
                  <a:pt x="1856484" y="257372"/>
                </a:cubicBezTo>
                <a:cubicBezTo>
                  <a:pt x="1852877" y="259433"/>
                  <a:pt x="1849914" y="262525"/>
                  <a:pt x="1847660" y="266518"/>
                </a:cubicBezTo>
                <a:cubicBezTo>
                  <a:pt x="1845405" y="270511"/>
                  <a:pt x="1844311" y="275277"/>
                  <a:pt x="1844311" y="280752"/>
                </a:cubicBezTo>
                <a:cubicBezTo>
                  <a:pt x="1844311" y="286227"/>
                  <a:pt x="1845405" y="291057"/>
                  <a:pt x="1847660" y="295179"/>
                </a:cubicBezTo>
                <a:cubicBezTo>
                  <a:pt x="1849914" y="299301"/>
                  <a:pt x="1852877" y="302457"/>
                  <a:pt x="1856548" y="304647"/>
                </a:cubicBezTo>
                <a:cubicBezTo>
                  <a:pt x="1860219" y="306837"/>
                  <a:pt x="1864148" y="307932"/>
                  <a:pt x="1868335" y="307932"/>
                </a:cubicBezTo>
                <a:cubicBezTo>
                  <a:pt x="1872521" y="307932"/>
                  <a:pt x="1876643" y="306837"/>
                  <a:pt x="1880379" y="304712"/>
                </a:cubicBezTo>
                <a:cubicBezTo>
                  <a:pt x="1884115" y="302586"/>
                  <a:pt x="1887077" y="299495"/>
                  <a:pt x="1889267" y="295501"/>
                </a:cubicBezTo>
                <a:cubicBezTo>
                  <a:pt x="1891457" y="291508"/>
                  <a:pt x="1892552" y="286678"/>
                  <a:pt x="1892552" y="281074"/>
                </a:cubicBezTo>
                <a:cubicBezTo>
                  <a:pt x="1892552" y="275471"/>
                  <a:pt x="1891457" y="270705"/>
                  <a:pt x="1889267" y="266647"/>
                </a:cubicBezTo>
                <a:cubicBezTo>
                  <a:pt x="1887077" y="262654"/>
                  <a:pt x="1884115" y="259562"/>
                  <a:pt x="1880379" y="257437"/>
                </a:cubicBezTo>
                <a:cubicBezTo>
                  <a:pt x="1876643" y="255311"/>
                  <a:pt x="1872650" y="254216"/>
                  <a:pt x="1868335" y="254216"/>
                </a:cubicBezTo>
                <a:close/>
                <a:moveTo>
                  <a:pt x="1136987" y="254216"/>
                </a:moveTo>
                <a:cubicBezTo>
                  <a:pt x="1132671" y="254216"/>
                  <a:pt x="1128742" y="255247"/>
                  <a:pt x="1125136" y="257372"/>
                </a:cubicBezTo>
                <a:cubicBezTo>
                  <a:pt x="1121529" y="259433"/>
                  <a:pt x="1118566" y="262525"/>
                  <a:pt x="1116312" y="266518"/>
                </a:cubicBezTo>
                <a:cubicBezTo>
                  <a:pt x="1114057" y="270511"/>
                  <a:pt x="1112963" y="275277"/>
                  <a:pt x="1112963" y="280752"/>
                </a:cubicBezTo>
                <a:cubicBezTo>
                  <a:pt x="1112963" y="286227"/>
                  <a:pt x="1114057" y="291057"/>
                  <a:pt x="1116312" y="295179"/>
                </a:cubicBezTo>
                <a:cubicBezTo>
                  <a:pt x="1118566" y="299301"/>
                  <a:pt x="1121529" y="302457"/>
                  <a:pt x="1125200" y="304647"/>
                </a:cubicBezTo>
                <a:cubicBezTo>
                  <a:pt x="1128871" y="306837"/>
                  <a:pt x="1132800" y="307932"/>
                  <a:pt x="1136987" y="307932"/>
                </a:cubicBezTo>
                <a:cubicBezTo>
                  <a:pt x="1141173" y="307932"/>
                  <a:pt x="1145295" y="306837"/>
                  <a:pt x="1149031" y="304712"/>
                </a:cubicBezTo>
                <a:cubicBezTo>
                  <a:pt x="1152766" y="302586"/>
                  <a:pt x="1155729" y="299495"/>
                  <a:pt x="1157919" y="295501"/>
                </a:cubicBezTo>
                <a:cubicBezTo>
                  <a:pt x="1160109" y="291508"/>
                  <a:pt x="1161204" y="286678"/>
                  <a:pt x="1161204" y="281074"/>
                </a:cubicBezTo>
                <a:cubicBezTo>
                  <a:pt x="1161204" y="275471"/>
                  <a:pt x="1160109" y="270705"/>
                  <a:pt x="1157919" y="266647"/>
                </a:cubicBezTo>
                <a:cubicBezTo>
                  <a:pt x="1155729" y="262654"/>
                  <a:pt x="1152766" y="259562"/>
                  <a:pt x="1149031" y="257437"/>
                </a:cubicBezTo>
                <a:cubicBezTo>
                  <a:pt x="1145295" y="255311"/>
                  <a:pt x="1141302" y="254216"/>
                  <a:pt x="1136987" y="254216"/>
                </a:cubicBezTo>
                <a:close/>
                <a:moveTo>
                  <a:pt x="2068835" y="254088"/>
                </a:moveTo>
                <a:cubicBezTo>
                  <a:pt x="2062266" y="254088"/>
                  <a:pt x="2056726" y="256407"/>
                  <a:pt x="2052282" y="261109"/>
                </a:cubicBezTo>
                <a:cubicBezTo>
                  <a:pt x="2047838" y="265810"/>
                  <a:pt x="2045584" y="272444"/>
                  <a:pt x="2045584" y="281075"/>
                </a:cubicBezTo>
                <a:cubicBezTo>
                  <a:pt x="2045584" y="289706"/>
                  <a:pt x="2047774" y="296404"/>
                  <a:pt x="2052089" y="301106"/>
                </a:cubicBezTo>
                <a:cubicBezTo>
                  <a:pt x="2056404" y="305743"/>
                  <a:pt x="2061879" y="308126"/>
                  <a:pt x="2068449" y="308126"/>
                </a:cubicBezTo>
                <a:cubicBezTo>
                  <a:pt x="2072635" y="308126"/>
                  <a:pt x="2076564" y="307096"/>
                  <a:pt x="2080235" y="305099"/>
                </a:cubicBezTo>
                <a:lnTo>
                  <a:pt x="2080235" y="305035"/>
                </a:lnTo>
                <a:cubicBezTo>
                  <a:pt x="2083906" y="303038"/>
                  <a:pt x="2086869" y="299946"/>
                  <a:pt x="2089059" y="295889"/>
                </a:cubicBezTo>
                <a:cubicBezTo>
                  <a:pt x="2091249" y="291831"/>
                  <a:pt x="2092344" y="286872"/>
                  <a:pt x="2092344" y="281075"/>
                </a:cubicBezTo>
                <a:cubicBezTo>
                  <a:pt x="2092344" y="272380"/>
                  <a:pt x="2090090" y="265746"/>
                  <a:pt x="2085517" y="261109"/>
                </a:cubicBezTo>
                <a:cubicBezTo>
                  <a:pt x="2080944" y="256471"/>
                  <a:pt x="2075405" y="254088"/>
                  <a:pt x="2068835" y="254088"/>
                </a:cubicBezTo>
                <a:close/>
                <a:moveTo>
                  <a:pt x="2634398" y="252929"/>
                </a:moveTo>
                <a:cubicBezTo>
                  <a:pt x="2628666" y="252929"/>
                  <a:pt x="2623900" y="254668"/>
                  <a:pt x="2619971" y="258146"/>
                </a:cubicBezTo>
                <a:cubicBezTo>
                  <a:pt x="2616107" y="261624"/>
                  <a:pt x="2613659" y="266390"/>
                  <a:pt x="2612822" y="272573"/>
                </a:cubicBezTo>
                <a:lnTo>
                  <a:pt x="2656104" y="272573"/>
                </a:lnTo>
                <a:lnTo>
                  <a:pt x="2656168" y="272509"/>
                </a:lnTo>
                <a:cubicBezTo>
                  <a:pt x="2656039" y="266583"/>
                  <a:pt x="2653914" y="261817"/>
                  <a:pt x="2649727" y="258275"/>
                </a:cubicBezTo>
                <a:cubicBezTo>
                  <a:pt x="2645541" y="254732"/>
                  <a:pt x="2640453" y="252929"/>
                  <a:pt x="2634398" y="252929"/>
                </a:cubicBezTo>
                <a:close/>
                <a:moveTo>
                  <a:pt x="719046" y="235538"/>
                </a:moveTo>
                <a:lnTo>
                  <a:pt x="744873" y="235538"/>
                </a:lnTo>
                <a:lnTo>
                  <a:pt x="768382" y="299237"/>
                </a:lnTo>
                <a:lnTo>
                  <a:pt x="792277" y="235538"/>
                </a:lnTo>
                <a:lnTo>
                  <a:pt x="816790" y="235538"/>
                </a:lnTo>
                <a:lnTo>
                  <a:pt x="760331" y="369828"/>
                </a:lnTo>
                <a:lnTo>
                  <a:pt x="735792" y="369828"/>
                </a:lnTo>
                <a:lnTo>
                  <a:pt x="755565" y="324421"/>
                </a:lnTo>
                <a:close/>
                <a:moveTo>
                  <a:pt x="1326152" y="235474"/>
                </a:moveTo>
                <a:lnTo>
                  <a:pt x="1350820" y="235474"/>
                </a:lnTo>
                <a:lnTo>
                  <a:pt x="1373846" y="305324"/>
                </a:lnTo>
                <a:lnTo>
                  <a:pt x="1373814" y="305421"/>
                </a:lnTo>
                <a:lnTo>
                  <a:pt x="1373878" y="305421"/>
                </a:lnTo>
                <a:lnTo>
                  <a:pt x="1373846" y="305324"/>
                </a:lnTo>
                <a:lnTo>
                  <a:pt x="1396872" y="235474"/>
                </a:lnTo>
                <a:lnTo>
                  <a:pt x="1421411" y="235474"/>
                </a:lnTo>
                <a:lnTo>
                  <a:pt x="1387661" y="326675"/>
                </a:lnTo>
                <a:lnTo>
                  <a:pt x="1359708" y="326675"/>
                </a:lnTo>
                <a:close/>
                <a:moveTo>
                  <a:pt x="816817" y="235474"/>
                </a:moveTo>
                <a:lnTo>
                  <a:pt x="816817" y="235538"/>
                </a:lnTo>
                <a:lnTo>
                  <a:pt x="816790" y="235538"/>
                </a:lnTo>
                <a:close/>
                <a:moveTo>
                  <a:pt x="1037026" y="234186"/>
                </a:moveTo>
                <a:cubicBezTo>
                  <a:pt x="1047911" y="234186"/>
                  <a:pt x="1056670" y="237600"/>
                  <a:pt x="1063369" y="244491"/>
                </a:cubicBezTo>
                <a:lnTo>
                  <a:pt x="1063369" y="244427"/>
                </a:lnTo>
                <a:cubicBezTo>
                  <a:pt x="1070067" y="251254"/>
                  <a:pt x="1073416" y="260851"/>
                  <a:pt x="1073416" y="273153"/>
                </a:cubicBezTo>
                <a:lnTo>
                  <a:pt x="1073416" y="326675"/>
                </a:lnTo>
                <a:lnTo>
                  <a:pt x="1050358" y="326675"/>
                </a:lnTo>
                <a:lnTo>
                  <a:pt x="1050358" y="276309"/>
                </a:lnTo>
                <a:cubicBezTo>
                  <a:pt x="1050358" y="269095"/>
                  <a:pt x="1048555" y="263491"/>
                  <a:pt x="1044948" y="259627"/>
                </a:cubicBezTo>
                <a:cubicBezTo>
                  <a:pt x="1041341" y="255763"/>
                  <a:pt x="1036382" y="253766"/>
                  <a:pt x="1030134" y="253766"/>
                </a:cubicBezTo>
                <a:cubicBezTo>
                  <a:pt x="1023887" y="253766"/>
                  <a:pt x="1018734" y="255698"/>
                  <a:pt x="1015063" y="259627"/>
                </a:cubicBezTo>
                <a:cubicBezTo>
                  <a:pt x="1011392" y="263491"/>
                  <a:pt x="1009524" y="269095"/>
                  <a:pt x="1009524" y="276309"/>
                </a:cubicBezTo>
                <a:lnTo>
                  <a:pt x="1009524" y="326675"/>
                </a:lnTo>
                <a:lnTo>
                  <a:pt x="986466" y="326675"/>
                </a:lnTo>
                <a:lnTo>
                  <a:pt x="986466" y="235474"/>
                </a:lnTo>
                <a:lnTo>
                  <a:pt x="1009524" y="235474"/>
                </a:lnTo>
                <a:lnTo>
                  <a:pt x="1009524" y="246810"/>
                </a:lnTo>
                <a:cubicBezTo>
                  <a:pt x="1012615" y="242881"/>
                  <a:pt x="1016544" y="239789"/>
                  <a:pt x="1021311" y="237535"/>
                </a:cubicBezTo>
                <a:cubicBezTo>
                  <a:pt x="1026077" y="235281"/>
                  <a:pt x="1031294" y="234186"/>
                  <a:pt x="1037026" y="234186"/>
                </a:cubicBezTo>
                <a:close/>
                <a:moveTo>
                  <a:pt x="2356544" y="234122"/>
                </a:moveTo>
                <a:lnTo>
                  <a:pt x="2356544" y="258339"/>
                </a:lnTo>
                <a:lnTo>
                  <a:pt x="2350425" y="258339"/>
                </a:lnTo>
                <a:cubicBezTo>
                  <a:pt x="2343212" y="258339"/>
                  <a:pt x="2337737" y="260014"/>
                  <a:pt x="2334066" y="263427"/>
                </a:cubicBezTo>
                <a:cubicBezTo>
                  <a:pt x="2330395" y="266841"/>
                  <a:pt x="2328527" y="272767"/>
                  <a:pt x="2328527" y="281204"/>
                </a:cubicBezTo>
                <a:lnTo>
                  <a:pt x="2328527" y="326611"/>
                </a:lnTo>
                <a:lnTo>
                  <a:pt x="2305469" y="326611"/>
                </a:lnTo>
                <a:lnTo>
                  <a:pt x="2305469" y="235410"/>
                </a:lnTo>
                <a:lnTo>
                  <a:pt x="2328527" y="235410"/>
                </a:lnTo>
                <a:lnTo>
                  <a:pt x="2328527" y="249580"/>
                </a:lnTo>
                <a:cubicBezTo>
                  <a:pt x="2331490" y="244749"/>
                  <a:pt x="2335354" y="240949"/>
                  <a:pt x="2340120" y="238244"/>
                </a:cubicBezTo>
                <a:lnTo>
                  <a:pt x="2340185" y="238244"/>
                </a:lnTo>
                <a:cubicBezTo>
                  <a:pt x="2344951" y="235475"/>
                  <a:pt x="2350425" y="234122"/>
                  <a:pt x="2356544" y="234122"/>
                </a:cubicBezTo>
                <a:close/>
                <a:moveTo>
                  <a:pt x="2182902" y="234122"/>
                </a:moveTo>
                <a:cubicBezTo>
                  <a:pt x="2190051" y="234122"/>
                  <a:pt x="2196427" y="235603"/>
                  <a:pt x="2201966" y="238631"/>
                </a:cubicBezTo>
                <a:cubicBezTo>
                  <a:pt x="2207570" y="241658"/>
                  <a:pt x="2211885" y="245973"/>
                  <a:pt x="2214977" y="251576"/>
                </a:cubicBezTo>
                <a:cubicBezTo>
                  <a:pt x="2217939" y="246295"/>
                  <a:pt x="2222255" y="242109"/>
                  <a:pt x="2227923" y="238888"/>
                </a:cubicBezTo>
                <a:cubicBezTo>
                  <a:pt x="2233591" y="235732"/>
                  <a:pt x="2239709" y="234122"/>
                  <a:pt x="2246279" y="234122"/>
                </a:cubicBezTo>
                <a:cubicBezTo>
                  <a:pt x="2257486" y="234122"/>
                  <a:pt x="2266503" y="237536"/>
                  <a:pt x="2273330" y="244427"/>
                </a:cubicBezTo>
                <a:cubicBezTo>
                  <a:pt x="2280157" y="251254"/>
                  <a:pt x="2283635" y="260851"/>
                  <a:pt x="2283635" y="273153"/>
                </a:cubicBezTo>
                <a:lnTo>
                  <a:pt x="2283635" y="326676"/>
                </a:lnTo>
                <a:lnTo>
                  <a:pt x="2260577" y="326676"/>
                </a:lnTo>
                <a:lnTo>
                  <a:pt x="2260577" y="276309"/>
                </a:lnTo>
                <a:cubicBezTo>
                  <a:pt x="2260577" y="269160"/>
                  <a:pt x="2258774" y="263685"/>
                  <a:pt x="2255167" y="259949"/>
                </a:cubicBezTo>
                <a:cubicBezTo>
                  <a:pt x="2251560" y="256149"/>
                  <a:pt x="2246601" y="254282"/>
                  <a:pt x="2240353" y="254282"/>
                </a:cubicBezTo>
                <a:cubicBezTo>
                  <a:pt x="2234106" y="254282"/>
                  <a:pt x="2229146" y="256149"/>
                  <a:pt x="2225475" y="259949"/>
                </a:cubicBezTo>
                <a:cubicBezTo>
                  <a:pt x="2221804" y="263749"/>
                  <a:pt x="2219936" y="269224"/>
                  <a:pt x="2219936" y="276309"/>
                </a:cubicBezTo>
                <a:lnTo>
                  <a:pt x="2219936" y="326676"/>
                </a:lnTo>
                <a:lnTo>
                  <a:pt x="2196878" y="326676"/>
                </a:lnTo>
                <a:lnTo>
                  <a:pt x="2196878" y="276309"/>
                </a:lnTo>
                <a:cubicBezTo>
                  <a:pt x="2196878" y="269160"/>
                  <a:pt x="2195075" y="263685"/>
                  <a:pt x="2191468" y="259949"/>
                </a:cubicBezTo>
                <a:cubicBezTo>
                  <a:pt x="2187861" y="256149"/>
                  <a:pt x="2182902" y="254282"/>
                  <a:pt x="2176654" y="254282"/>
                </a:cubicBezTo>
                <a:cubicBezTo>
                  <a:pt x="2170407" y="254282"/>
                  <a:pt x="2165254" y="256149"/>
                  <a:pt x="2161583" y="259949"/>
                </a:cubicBezTo>
                <a:cubicBezTo>
                  <a:pt x="2157912" y="263749"/>
                  <a:pt x="2156044" y="269224"/>
                  <a:pt x="2156044" y="276309"/>
                </a:cubicBezTo>
                <a:lnTo>
                  <a:pt x="2156044" y="326676"/>
                </a:lnTo>
                <a:lnTo>
                  <a:pt x="2132986" y="326676"/>
                </a:lnTo>
                <a:lnTo>
                  <a:pt x="2132986" y="235475"/>
                </a:lnTo>
                <a:lnTo>
                  <a:pt x="2156044" y="235475"/>
                </a:lnTo>
                <a:lnTo>
                  <a:pt x="2156044" y="246488"/>
                </a:lnTo>
                <a:cubicBezTo>
                  <a:pt x="2159007" y="242624"/>
                  <a:pt x="2162807" y="239661"/>
                  <a:pt x="2167508" y="237407"/>
                </a:cubicBezTo>
                <a:cubicBezTo>
                  <a:pt x="2172210" y="235153"/>
                  <a:pt x="2177298" y="234122"/>
                  <a:pt x="2182902" y="234122"/>
                </a:cubicBezTo>
                <a:close/>
                <a:moveTo>
                  <a:pt x="1811205" y="234122"/>
                </a:moveTo>
                <a:lnTo>
                  <a:pt x="1811205" y="258339"/>
                </a:lnTo>
                <a:lnTo>
                  <a:pt x="1805087" y="258339"/>
                </a:lnTo>
                <a:cubicBezTo>
                  <a:pt x="1797873" y="258339"/>
                  <a:pt x="1792398" y="260014"/>
                  <a:pt x="1788727" y="263427"/>
                </a:cubicBezTo>
                <a:cubicBezTo>
                  <a:pt x="1785056" y="266841"/>
                  <a:pt x="1783188" y="272767"/>
                  <a:pt x="1783188" y="281204"/>
                </a:cubicBezTo>
                <a:lnTo>
                  <a:pt x="1783188" y="326611"/>
                </a:lnTo>
                <a:lnTo>
                  <a:pt x="1760130" y="326611"/>
                </a:lnTo>
                <a:lnTo>
                  <a:pt x="1760130" y="235410"/>
                </a:lnTo>
                <a:lnTo>
                  <a:pt x="1783188" y="235410"/>
                </a:lnTo>
                <a:lnTo>
                  <a:pt x="1783188" y="249580"/>
                </a:lnTo>
                <a:cubicBezTo>
                  <a:pt x="1786151" y="244749"/>
                  <a:pt x="1790015" y="240949"/>
                  <a:pt x="1794781" y="238244"/>
                </a:cubicBezTo>
                <a:lnTo>
                  <a:pt x="1794846" y="238244"/>
                </a:lnTo>
                <a:cubicBezTo>
                  <a:pt x="1799612" y="235475"/>
                  <a:pt x="1805087" y="234122"/>
                  <a:pt x="1811205" y="234122"/>
                </a:cubicBezTo>
                <a:close/>
                <a:moveTo>
                  <a:pt x="442286" y="234122"/>
                </a:moveTo>
                <a:lnTo>
                  <a:pt x="442286" y="258339"/>
                </a:lnTo>
                <a:lnTo>
                  <a:pt x="436167" y="258339"/>
                </a:lnTo>
                <a:cubicBezTo>
                  <a:pt x="428954" y="258339"/>
                  <a:pt x="423479" y="260014"/>
                  <a:pt x="419808" y="263427"/>
                </a:cubicBezTo>
                <a:cubicBezTo>
                  <a:pt x="416137" y="266841"/>
                  <a:pt x="414269" y="272767"/>
                  <a:pt x="414269" y="281204"/>
                </a:cubicBezTo>
                <a:lnTo>
                  <a:pt x="414269" y="326611"/>
                </a:lnTo>
                <a:lnTo>
                  <a:pt x="391211" y="326611"/>
                </a:lnTo>
                <a:lnTo>
                  <a:pt x="391211" y="235410"/>
                </a:lnTo>
                <a:lnTo>
                  <a:pt x="414269" y="235410"/>
                </a:lnTo>
                <a:lnTo>
                  <a:pt x="414269" y="249580"/>
                </a:lnTo>
                <a:cubicBezTo>
                  <a:pt x="417232" y="244749"/>
                  <a:pt x="421096" y="240949"/>
                  <a:pt x="425862" y="238244"/>
                </a:cubicBezTo>
                <a:lnTo>
                  <a:pt x="425927" y="238244"/>
                </a:lnTo>
                <a:cubicBezTo>
                  <a:pt x="430693" y="235475"/>
                  <a:pt x="436167" y="234122"/>
                  <a:pt x="442286" y="234122"/>
                </a:cubicBezTo>
                <a:close/>
                <a:moveTo>
                  <a:pt x="2635042" y="233993"/>
                </a:moveTo>
                <a:cubicBezTo>
                  <a:pt x="2644059" y="233993"/>
                  <a:pt x="2651466" y="235861"/>
                  <a:pt x="2658358" y="239596"/>
                </a:cubicBezTo>
                <a:cubicBezTo>
                  <a:pt x="2665185" y="243332"/>
                  <a:pt x="2670531" y="248614"/>
                  <a:pt x="2674331" y="255505"/>
                </a:cubicBezTo>
                <a:cubicBezTo>
                  <a:pt x="2678131" y="262332"/>
                  <a:pt x="2679999" y="270254"/>
                  <a:pt x="2679999" y="279143"/>
                </a:cubicBezTo>
                <a:cubicBezTo>
                  <a:pt x="2679999" y="282427"/>
                  <a:pt x="2679806" y="285390"/>
                  <a:pt x="2679355" y="288031"/>
                </a:cubicBezTo>
                <a:lnTo>
                  <a:pt x="2679355" y="287967"/>
                </a:lnTo>
                <a:lnTo>
                  <a:pt x="2612693" y="287967"/>
                </a:lnTo>
                <a:cubicBezTo>
                  <a:pt x="2613208" y="294536"/>
                  <a:pt x="2615527" y="299689"/>
                  <a:pt x="2619585" y="303424"/>
                </a:cubicBezTo>
                <a:cubicBezTo>
                  <a:pt x="2623642" y="307160"/>
                  <a:pt x="2628666" y="309028"/>
                  <a:pt x="2634592" y="309028"/>
                </a:cubicBezTo>
                <a:cubicBezTo>
                  <a:pt x="2643158" y="309028"/>
                  <a:pt x="2649212" y="305357"/>
                  <a:pt x="2652883" y="298014"/>
                </a:cubicBezTo>
                <a:lnTo>
                  <a:pt x="2677745" y="298014"/>
                </a:lnTo>
                <a:cubicBezTo>
                  <a:pt x="2675104" y="306774"/>
                  <a:pt x="2670080" y="313987"/>
                  <a:pt x="2662609" y="319655"/>
                </a:cubicBezTo>
                <a:cubicBezTo>
                  <a:pt x="2655138" y="325323"/>
                  <a:pt x="2645992" y="328157"/>
                  <a:pt x="2635107" y="328157"/>
                </a:cubicBezTo>
                <a:cubicBezTo>
                  <a:pt x="2626347" y="328157"/>
                  <a:pt x="2618425" y="326225"/>
                  <a:pt x="2611469" y="322296"/>
                </a:cubicBezTo>
                <a:cubicBezTo>
                  <a:pt x="2604513" y="318431"/>
                  <a:pt x="2599039" y="312892"/>
                  <a:pt x="2595174" y="305743"/>
                </a:cubicBezTo>
                <a:cubicBezTo>
                  <a:pt x="2591310" y="298594"/>
                  <a:pt x="2589313" y="290350"/>
                  <a:pt x="2589313" y="281075"/>
                </a:cubicBezTo>
                <a:cubicBezTo>
                  <a:pt x="2589313" y="271800"/>
                  <a:pt x="2591245" y="263363"/>
                  <a:pt x="2595045" y="256214"/>
                </a:cubicBezTo>
                <a:cubicBezTo>
                  <a:pt x="2598910" y="249064"/>
                  <a:pt x="2604256" y="243590"/>
                  <a:pt x="2611147" y="239725"/>
                </a:cubicBezTo>
                <a:cubicBezTo>
                  <a:pt x="2618039" y="235861"/>
                  <a:pt x="2626025" y="233993"/>
                  <a:pt x="2635042" y="233993"/>
                </a:cubicBezTo>
                <a:close/>
                <a:moveTo>
                  <a:pt x="2069157" y="233993"/>
                </a:moveTo>
                <a:cubicBezTo>
                  <a:pt x="2077981" y="233993"/>
                  <a:pt x="2085903" y="235925"/>
                  <a:pt x="2093052" y="239854"/>
                </a:cubicBezTo>
                <a:cubicBezTo>
                  <a:pt x="2100201" y="243719"/>
                  <a:pt x="2105805" y="249258"/>
                  <a:pt x="2109927" y="256407"/>
                </a:cubicBezTo>
                <a:cubicBezTo>
                  <a:pt x="2114049" y="263556"/>
                  <a:pt x="2116110" y="271800"/>
                  <a:pt x="2116110" y="281075"/>
                </a:cubicBezTo>
                <a:cubicBezTo>
                  <a:pt x="2116110" y="290350"/>
                  <a:pt x="2113985" y="298658"/>
                  <a:pt x="2109798" y="305743"/>
                </a:cubicBezTo>
                <a:cubicBezTo>
                  <a:pt x="2105612" y="312828"/>
                  <a:pt x="2099880" y="318367"/>
                  <a:pt x="2092666" y="322296"/>
                </a:cubicBezTo>
                <a:cubicBezTo>
                  <a:pt x="2085452" y="326160"/>
                  <a:pt x="2077466" y="328157"/>
                  <a:pt x="2068578" y="328157"/>
                </a:cubicBezTo>
                <a:cubicBezTo>
                  <a:pt x="2059689" y="328157"/>
                  <a:pt x="2051896" y="326225"/>
                  <a:pt x="2044875" y="322296"/>
                </a:cubicBezTo>
                <a:lnTo>
                  <a:pt x="2044747" y="322296"/>
                </a:lnTo>
                <a:cubicBezTo>
                  <a:pt x="2037726" y="318431"/>
                  <a:pt x="2032187" y="312892"/>
                  <a:pt x="2028194" y="305743"/>
                </a:cubicBezTo>
                <a:cubicBezTo>
                  <a:pt x="2024201" y="298594"/>
                  <a:pt x="2022204" y="290350"/>
                  <a:pt x="2022204" y="281075"/>
                </a:cubicBezTo>
                <a:cubicBezTo>
                  <a:pt x="2022204" y="271800"/>
                  <a:pt x="2024265" y="263492"/>
                  <a:pt x="2028387" y="256407"/>
                </a:cubicBezTo>
                <a:cubicBezTo>
                  <a:pt x="2032509" y="249258"/>
                  <a:pt x="2038113" y="243783"/>
                  <a:pt x="2045262" y="239854"/>
                </a:cubicBezTo>
                <a:cubicBezTo>
                  <a:pt x="2052411" y="235990"/>
                  <a:pt x="2060333" y="233993"/>
                  <a:pt x="2069157" y="233993"/>
                </a:cubicBezTo>
                <a:close/>
                <a:moveTo>
                  <a:pt x="1971516" y="233993"/>
                </a:moveTo>
                <a:cubicBezTo>
                  <a:pt x="1982401" y="233993"/>
                  <a:pt x="1991031" y="236698"/>
                  <a:pt x="1997536" y="242173"/>
                </a:cubicBezTo>
                <a:cubicBezTo>
                  <a:pt x="2003977" y="247583"/>
                  <a:pt x="2007584" y="254925"/>
                  <a:pt x="2008228" y="264136"/>
                </a:cubicBezTo>
                <a:lnTo>
                  <a:pt x="1986201" y="264136"/>
                </a:lnTo>
                <a:cubicBezTo>
                  <a:pt x="1985878" y="260529"/>
                  <a:pt x="1984333" y="257631"/>
                  <a:pt x="1981692" y="255505"/>
                </a:cubicBezTo>
                <a:cubicBezTo>
                  <a:pt x="1978987" y="253380"/>
                  <a:pt x="1975380" y="252285"/>
                  <a:pt x="1970936" y="252285"/>
                </a:cubicBezTo>
                <a:cubicBezTo>
                  <a:pt x="1966749" y="252285"/>
                  <a:pt x="1963529" y="253058"/>
                  <a:pt x="1961275" y="254603"/>
                </a:cubicBezTo>
                <a:cubicBezTo>
                  <a:pt x="1959021" y="256149"/>
                  <a:pt x="1957926" y="258275"/>
                  <a:pt x="1957926" y="261044"/>
                </a:cubicBezTo>
                <a:cubicBezTo>
                  <a:pt x="1957926" y="264136"/>
                  <a:pt x="1959471" y="266454"/>
                  <a:pt x="1962563" y="268065"/>
                </a:cubicBezTo>
                <a:cubicBezTo>
                  <a:pt x="1965655" y="269675"/>
                  <a:pt x="1970421" y="271285"/>
                  <a:pt x="1976861" y="272895"/>
                </a:cubicBezTo>
                <a:cubicBezTo>
                  <a:pt x="1983431" y="274570"/>
                  <a:pt x="1988906" y="276244"/>
                  <a:pt x="1993157" y="277983"/>
                </a:cubicBezTo>
                <a:cubicBezTo>
                  <a:pt x="1997407" y="279722"/>
                  <a:pt x="2001143" y="282427"/>
                  <a:pt x="2004299" y="286163"/>
                </a:cubicBezTo>
                <a:cubicBezTo>
                  <a:pt x="2007455" y="289834"/>
                  <a:pt x="2009065" y="294665"/>
                  <a:pt x="2009130" y="300719"/>
                </a:cubicBezTo>
                <a:cubicBezTo>
                  <a:pt x="2009130" y="306001"/>
                  <a:pt x="2007648" y="310702"/>
                  <a:pt x="2004750" y="314889"/>
                </a:cubicBezTo>
                <a:cubicBezTo>
                  <a:pt x="2001852" y="319075"/>
                  <a:pt x="1997665" y="322296"/>
                  <a:pt x="1992255" y="324679"/>
                </a:cubicBezTo>
                <a:cubicBezTo>
                  <a:pt x="1986845" y="327062"/>
                  <a:pt x="1980468" y="328221"/>
                  <a:pt x="1973255" y="328221"/>
                </a:cubicBezTo>
                <a:cubicBezTo>
                  <a:pt x="1966041" y="328221"/>
                  <a:pt x="1959085" y="326869"/>
                  <a:pt x="1953159" y="324164"/>
                </a:cubicBezTo>
                <a:lnTo>
                  <a:pt x="1953095" y="324099"/>
                </a:lnTo>
                <a:cubicBezTo>
                  <a:pt x="1947170" y="321394"/>
                  <a:pt x="1942468" y="317787"/>
                  <a:pt x="1938990" y="313150"/>
                </a:cubicBezTo>
                <a:cubicBezTo>
                  <a:pt x="1935512" y="308513"/>
                  <a:pt x="1933644" y="303424"/>
                  <a:pt x="1933322" y="297821"/>
                </a:cubicBezTo>
                <a:lnTo>
                  <a:pt x="1956509" y="297821"/>
                </a:lnTo>
                <a:cubicBezTo>
                  <a:pt x="1956959" y="301363"/>
                  <a:pt x="1958698" y="304262"/>
                  <a:pt x="1961661" y="306516"/>
                </a:cubicBezTo>
                <a:cubicBezTo>
                  <a:pt x="1964624" y="308770"/>
                  <a:pt x="1968424" y="309994"/>
                  <a:pt x="1972933" y="309994"/>
                </a:cubicBezTo>
                <a:cubicBezTo>
                  <a:pt x="1977441" y="309994"/>
                  <a:pt x="1980726" y="309092"/>
                  <a:pt x="1983238" y="307353"/>
                </a:cubicBezTo>
                <a:cubicBezTo>
                  <a:pt x="1985685" y="305614"/>
                  <a:pt x="1986973" y="303360"/>
                  <a:pt x="1986973" y="300590"/>
                </a:cubicBezTo>
                <a:cubicBezTo>
                  <a:pt x="1986973" y="297628"/>
                  <a:pt x="1985492" y="295373"/>
                  <a:pt x="1982465" y="293892"/>
                </a:cubicBezTo>
                <a:cubicBezTo>
                  <a:pt x="1979438" y="292411"/>
                  <a:pt x="1974672" y="290800"/>
                  <a:pt x="1968038" y="289061"/>
                </a:cubicBezTo>
                <a:cubicBezTo>
                  <a:pt x="1961210" y="287387"/>
                  <a:pt x="1955671" y="285712"/>
                  <a:pt x="1951356" y="283973"/>
                </a:cubicBezTo>
                <a:cubicBezTo>
                  <a:pt x="1947041" y="282234"/>
                  <a:pt x="1943305" y="279529"/>
                  <a:pt x="1940149" y="275922"/>
                </a:cubicBezTo>
                <a:cubicBezTo>
                  <a:pt x="1936993" y="272315"/>
                  <a:pt x="1935447" y="267421"/>
                  <a:pt x="1935447" y="261302"/>
                </a:cubicBezTo>
                <a:cubicBezTo>
                  <a:pt x="1935447" y="256278"/>
                  <a:pt x="1936929" y="251641"/>
                  <a:pt x="1939827" y="247454"/>
                </a:cubicBezTo>
                <a:cubicBezTo>
                  <a:pt x="1942725" y="243268"/>
                  <a:pt x="1946912" y="239983"/>
                  <a:pt x="1952322" y="237600"/>
                </a:cubicBezTo>
                <a:cubicBezTo>
                  <a:pt x="1957732" y="235217"/>
                  <a:pt x="1964173" y="233993"/>
                  <a:pt x="1971516" y="233993"/>
                </a:cubicBezTo>
                <a:close/>
                <a:moveTo>
                  <a:pt x="1684258" y="233993"/>
                </a:moveTo>
                <a:cubicBezTo>
                  <a:pt x="1691085" y="233993"/>
                  <a:pt x="1697011" y="235346"/>
                  <a:pt x="1702099" y="238115"/>
                </a:cubicBezTo>
                <a:cubicBezTo>
                  <a:pt x="1707187" y="240885"/>
                  <a:pt x="1711309" y="244298"/>
                  <a:pt x="1714337" y="248485"/>
                </a:cubicBezTo>
                <a:lnTo>
                  <a:pt x="1714337" y="235474"/>
                </a:lnTo>
                <a:lnTo>
                  <a:pt x="1737523" y="235474"/>
                </a:lnTo>
                <a:lnTo>
                  <a:pt x="1737523" y="326676"/>
                </a:lnTo>
                <a:lnTo>
                  <a:pt x="1714337" y="326676"/>
                </a:lnTo>
                <a:lnTo>
                  <a:pt x="1714337" y="313343"/>
                </a:lnTo>
                <a:cubicBezTo>
                  <a:pt x="1711374" y="317594"/>
                  <a:pt x="1707316" y="321136"/>
                  <a:pt x="1702099" y="323970"/>
                </a:cubicBezTo>
                <a:cubicBezTo>
                  <a:pt x="1696882" y="326740"/>
                  <a:pt x="1690892" y="328157"/>
                  <a:pt x="1684065" y="328157"/>
                </a:cubicBezTo>
                <a:cubicBezTo>
                  <a:pt x="1676400" y="328157"/>
                  <a:pt x="1669380" y="326160"/>
                  <a:pt x="1663068" y="322231"/>
                </a:cubicBezTo>
                <a:cubicBezTo>
                  <a:pt x="1656756" y="318303"/>
                  <a:pt x="1651732" y="312699"/>
                  <a:pt x="1648061" y="305550"/>
                </a:cubicBezTo>
                <a:cubicBezTo>
                  <a:pt x="1644390" y="298336"/>
                  <a:pt x="1642522" y="290092"/>
                  <a:pt x="1642522" y="280753"/>
                </a:cubicBezTo>
                <a:cubicBezTo>
                  <a:pt x="1642522" y="271414"/>
                  <a:pt x="1644390" y="263363"/>
                  <a:pt x="1648061" y="256214"/>
                </a:cubicBezTo>
                <a:lnTo>
                  <a:pt x="1648125" y="256214"/>
                </a:lnTo>
                <a:cubicBezTo>
                  <a:pt x="1651797" y="249064"/>
                  <a:pt x="1656820" y="243590"/>
                  <a:pt x="1663132" y="239725"/>
                </a:cubicBezTo>
                <a:cubicBezTo>
                  <a:pt x="1669444" y="235861"/>
                  <a:pt x="1676465" y="233993"/>
                  <a:pt x="1684258" y="233993"/>
                </a:cubicBezTo>
                <a:close/>
                <a:moveTo>
                  <a:pt x="1470102" y="233993"/>
                </a:moveTo>
                <a:cubicBezTo>
                  <a:pt x="1476929" y="233993"/>
                  <a:pt x="1482855" y="235346"/>
                  <a:pt x="1487943" y="238115"/>
                </a:cubicBezTo>
                <a:cubicBezTo>
                  <a:pt x="1493031" y="240885"/>
                  <a:pt x="1497153" y="244298"/>
                  <a:pt x="1500180" y="248485"/>
                </a:cubicBezTo>
                <a:lnTo>
                  <a:pt x="1500180" y="235474"/>
                </a:lnTo>
                <a:lnTo>
                  <a:pt x="1523367" y="235474"/>
                </a:lnTo>
                <a:lnTo>
                  <a:pt x="1523367" y="326676"/>
                </a:lnTo>
                <a:lnTo>
                  <a:pt x="1500180" y="326676"/>
                </a:lnTo>
                <a:lnTo>
                  <a:pt x="1500180" y="313343"/>
                </a:lnTo>
                <a:cubicBezTo>
                  <a:pt x="1497218" y="317594"/>
                  <a:pt x="1493160" y="321136"/>
                  <a:pt x="1487943" y="323970"/>
                </a:cubicBezTo>
                <a:cubicBezTo>
                  <a:pt x="1482726" y="326740"/>
                  <a:pt x="1476736" y="328157"/>
                  <a:pt x="1469909" y="328157"/>
                </a:cubicBezTo>
                <a:cubicBezTo>
                  <a:pt x="1462244" y="328157"/>
                  <a:pt x="1455224" y="326160"/>
                  <a:pt x="1448912" y="322231"/>
                </a:cubicBezTo>
                <a:cubicBezTo>
                  <a:pt x="1442600" y="318303"/>
                  <a:pt x="1437576" y="312699"/>
                  <a:pt x="1433905" y="305550"/>
                </a:cubicBezTo>
                <a:cubicBezTo>
                  <a:pt x="1430234" y="298336"/>
                  <a:pt x="1428366" y="290092"/>
                  <a:pt x="1428366" y="280753"/>
                </a:cubicBezTo>
                <a:cubicBezTo>
                  <a:pt x="1428366" y="271414"/>
                  <a:pt x="1430234" y="263363"/>
                  <a:pt x="1433905" y="256214"/>
                </a:cubicBezTo>
                <a:lnTo>
                  <a:pt x="1433969" y="256214"/>
                </a:lnTo>
                <a:cubicBezTo>
                  <a:pt x="1437641" y="249064"/>
                  <a:pt x="1442664" y="243590"/>
                  <a:pt x="1448976" y="239725"/>
                </a:cubicBezTo>
                <a:cubicBezTo>
                  <a:pt x="1455288" y="235861"/>
                  <a:pt x="1462309" y="233993"/>
                  <a:pt x="1470102" y="233993"/>
                </a:cubicBezTo>
                <a:close/>
                <a:moveTo>
                  <a:pt x="1240168" y="233993"/>
                </a:moveTo>
                <a:cubicBezTo>
                  <a:pt x="1251053" y="233993"/>
                  <a:pt x="1259683" y="236698"/>
                  <a:pt x="1266188" y="242173"/>
                </a:cubicBezTo>
                <a:cubicBezTo>
                  <a:pt x="1272629" y="247583"/>
                  <a:pt x="1276236" y="254925"/>
                  <a:pt x="1276880" y="264136"/>
                </a:cubicBezTo>
                <a:lnTo>
                  <a:pt x="1254853" y="264136"/>
                </a:lnTo>
                <a:cubicBezTo>
                  <a:pt x="1254531" y="260529"/>
                  <a:pt x="1252985" y="257631"/>
                  <a:pt x="1250344" y="255505"/>
                </a:cubicBezTo>
                <a:cubicBezTo>
                  <a:pt x="1247639" y="253380"/>
                  <a:pt x="1244032" y="252285"/>
                  <a:pt x="1239588" y="252285"/>
                </a:cubicBezTo>
                <a:cubicBezTo>
                  <a:pt x="1235402" y="252285"/>
                  <a:pt x="1232181" y="253058"/>
                  <a:pt x="1229927" y="254603"/>
                </a:cubicBezTo>
                <a:cubicBezTo>
                  <a:pt x="1227673" y="256149"/>
                  <a:pt x="1226578" y="258275"/>
                  <a:pt x="1226578" y="261044"/>
                </a:cubicBezTo>
                <a:cubicBezTo>
                  <a:pt x="1226578" y="264136"/>
                  <a:pt x="1228123" y="266454"/>
                  <a:pt x="1231215" y="268065"/>
                </a:cubicBezTo>
                <a:cubicBezTo>
                  <a:pt x="1234307" y="269675"/>
                  <a:pt x="1239073" y="271285"/>
                  <a:pt x="1245514" y="272895"/>
                </a:cubicBezTo>
                <a:cubicBezTo>
                  <a:pt x="1252083" y="274570"/>
                  <a:pt x="1257558" y="276244"/>
                  <a:pt x="1261809" y="277983"/>
                </a:cubicBezTo>
                <a:cubicBezTo>
                  <a:pt x="1266060" y="279722"/>
                  <a:pt x="1269795" y="282427"/>
                  <a:pt x="1272951" y="286163"/>
                </a:cubicBezTo>
                <a:cubicBezTo>
                  <a:pt x="1276107" y="289834"/>
                  <a:pt x="1277717" y="294665"/>
                  <a:pt x="1277782" y="300719"/>
                </a:cubicBezTo>
                <a:cubicBezTo>
                  <a:pt x="1277782" y="306001"/>
                  <a:pt x="1276300" y="310702"/>
                  <a:pt x="1273402" y="314889"/>
                </a:cubicBezTo>
                <a:cubicBezTo>
                  <a:pt x="1270504" y="319075"/>
                  <a:pt x="1266317" y="322296"/>
                  <a:pt x="1260907" y="324679"/>
                </a:cubicBezTo>
                <a:cubicBezTo>
                  <a:pt x="1255497" y="327062"/>
                  <a:pt x="1249120" y="328221"/>
                  <a:pt x="1241907" y="328221"/>
                </a:cubicBezTo>
                <a:cubicBezTo>
                  <a:pt x="1234693" y="328221"/>
                  <a:pt x="1227737" y="326869"/>
                  <a:pt x="1221812" y="324164"/>
                </a:cubicBezTo>
                <a:lnTo>
                  <a:pt x="1221747" y="324099"/>
                </a:lnTo>
                <a:cubicBezTo>
                  <a:pt x="1215822" y="321394"/>
                  <a:pt x="1211120" y="317787"/>
                  <a:pt x="1207642" y="313150"/>
                </a:cubicBezTo>
                <a:cubicBezTo>
                  <a:pt x="1204164" y="308513"/>
                  <a:pt x="1202296" y="303424"/>
                  <a:pt x="1201974" y="297821"/>
                </a:cubicBezTo>
                <a:lnTo>
                  <a:pt x="1225161" y="297821"/>
                </a:lnTo>
                <a:cubicBezTo>
                  <a:pt x="1225612" y="301363"/>
                  <a:pt x="1227351" y="304262"/>
                  <a:pt x="1230313" y="306516"/>
                </a:cubicBezTo>
                <a:cubicBezTo>
                  <a:pt x="1233276" y="308770"/>
                  <a:pt x="1237076" y="309994"/>
                  <a:pt x="1241585" y="309994"/>
                </a:cubicBezTo>
                <a:cubicBezTo>
                  <a:pt x="1246093" y="309994"/>
                  <a:pt x="1249378" y="309092"/>
                  <a:pt x="1251890" y="307353"/>
                </a:cubicBezTo>
                <a:cubicBezTo>
                  <a:pt x="1254337" y="305614"/>
                  <a:pt x="1255626" y="303360"/>
                  <a:pt x="1255626" y="300590"/>
                </a:cubicBezTo>
                <a:cubicBezTo>
                  <a:pt x="1255626" y="297628"/>
                  <a:pt x="1254144" y="295373"/>
                  <a:pt x="1251117" y="293892"/>
                </a:cubicBezTo>
                <a:cubicBezTo>
                  <a:pt x="1248090" y="292411"/>
                  <a:pt x="1243324" y="290800"/>
                  <a:pt x="1236690" y="289061"/>
                </a:cubicBezTo>
                <a:cubicBezTo>
                  <a:pt x="1229862" y="287387"/>
                  <a:pt x="1224323" y="285712"/>
                  <a:pt x="1220008" y="283973"/>
                </a:cubicBezTo>
                <a:cubicBezTo>
                  <a:pt x="1215693" y="282234"/>
                  <a:pt x="1211957" y="279529"/>
                  <a:pt x="1208801" y="275922"/>
                </a:cubicBezTo>
                <a:cubicBezTo>
                  <a:pt x="1205645" y="272315"/>
                  <a:pt x="1204099" y="267421"/>
                  <a:pt x="1204099" y="261302"/>
                </a:cubicBezTo>
                <a:cubicBezTo>
                  <a:pt x="1204099" y="256278"/>
                  <a:pt x="1205581" y="251641"/>
                  <a:pt x="1208479" y="247454"/>
                </a:cubicBezTo>
                <a:cubicBezTo>
                  <a:pt x="1211378" y="243268"/>
                  <a:pt x="1215564" y="239983"/>
                  <a:pt x="1220974" y="237600"/>
                </a:cubicBezTo>
                <a:cubicBezTo>
                  <a:pt x="1226385" y="235217"/>
                  <a:pt x="1232825" y="233993"/>
                  <a:pt x="1240168" y="233993"/>
                </a:cubicBezTo>
                <a:close/>
                <a:moveTo>
                  <a:pt x="910594" y="233993"/>
                </a:moveTo>
                <a:cubicBezTo>
                  <a:pt x="917421" y="233993"/>
                  <a:pt x="923347" y="235346"/>
                  <a:pt x="928435" y="238115"/>
                </a:cubicBezTo>
                <a:cubicBezTo>
                  <a:pt x="933523" y="240885"/>
                  <a:pt x="937645" y="244298"/>
                  <a:pt x="940673" y="248485"/>
                </a:cubicBezTo>
                <a:lnTo>
                  <a:pt x="940673" y="235474"/>
                </a:lnTo>
                <a:lnTo>
                  <a:pt x="963859" y="235474"/>
                </a:lnTo>
                <a:lnTo>
                  <a:pt x="963859" y="326675"/>
                </a:lnTo>
                <a:lnTo>
                  <a:pt x="940673" y="326675"/>
                </a:lnTo>
                <a:lnTo>
                  <a:pt x="940673" y="313343"/>
                </a:lnTo>
                <a:cubicBezTo>
                  <a:pt x="937710" y="317594"/>
                  <a:pt x="933652" y="321136"/>
                  <a:pt x="928435" y="323970"/>
                </a:cubicBezTo>
                <a:cubicBezTo>
                  <a:pt x="923218" y="326740"/>
                  <a:pt x="917228" y="328157"/>
                  <a:pt x="910401" y="328157"/>
                </a:cubicBezTo>
                <a:cubicBezTo>
                  <a:pt x="902736" y="328157"/>
                  <a:pt x="895716" y="326160"/>
                  <a:pt x="889404" y="322231"/>
                </a:cubicBezTo>
                <a:cubicBezTo>
                  <a:pt x="883092" y="318302"/>
                  <a:pt x="878068" y="312699"/>
                  <a:pt x="874397" y="305550"/>
                </a:cubicBezTo>
                <a:cubicBezTo>
                  <a:pt x="870726" y="298336"/>
                  <a:pt x="868858" y="290092"/>
                  <a:pt x="868858" y="280753"/>
                </a:cubicBezTo>
                <a:cubicBezTo>
                  <a:pt x="868858" y="271414"/>
                  <a:pt x="870726" y="263363"/>
                  <a:pt x="874397" y="256214"/>
                </a:cubicBezTo>
                <a:lnTo>
                  <a:pt x="874462" y="256214"/>
                </a:lnTo>
                <a:cubicBezTo>
                  <a:pt x="878133" y="249064"/>
                  <a:pt x="883156" y="243590"/>
                  <a:pt x="889469" y="239725"/>
                </a:cubicBezTo>
                <a:cubicBezTo>
                  <a:pt x="895780" y="235861"/>
                  <a:pt x="902801" y="233993"/>
                  <a:pt x="910594" y="233993"/>
                </a:cubicBezTo>
                <a:close/>
                <a:moveTo>
                  <a:pt x="493490" y="233993"/>
                </a:moveTo>
                <a:cubicBezTo>
                  <a:pt x="500317" y="233993"/>
                  <a:pt x="506243" y="235346"/>
                  <a:pt x="511331" y="238115"/>
                </a:cubicBezTo>
                <a:cubicBezTo>
                  <a:pt x="516419" y="240885"/>
                  <a:pt x="520541" y="244298"/>
                  <a:pt x="523568" y="248485"/>
                </a:cubicBezTo>
                <a:lnTo>
                  <a:pt x="523568" y="235474"/>
                </a:lnTo>
                <a:lnTo>
                  <a:pt x="546755" y="235474"/>
                </a:lnTo>
                <a:lnTo>
                  <a:pt x="546755" y="326675"/>
                </a:lnTo>
                <a:lnTo>
                  <a:pt x="523568" y="326675"/>
                </a:lnTo>
                <a:lnTo>
                  <a:pt x="523568" y="313343"/>
                </a:lnTo>
                <a:cubicBezTo>
                  <a:pt x="520606" y="317594"/>
                  <a:pt x="516548" y="321136"/>
                  <a:pt x="511331" y="323970"/>
                </a:cubicBezTo>
                <a:cubicBezTo>
                  <a:pt x="506114" y="326740"/>
                  <a:pt x="500124" y="328157"/>
                  <a:pt x="493297" y="328157"/>
                </a:cubicBezTo>
                <a:cubicBezTo>
                  <a:pt x="485632" y="328157"/>
                  <a:pt x="478612" y="326160"/>
                  <a:pt x="472300" y="322231"/>
                </a:cubicBezTo>
                <a:cubicBezTo>
                  <a:pt x="465988" y="318302"/>
                  <a:pt x="460964" y="312699"/>
                  <a:pt x="457293" y="305550"/>
                </a:cubicBezTo>
                <a:cubicBezTo>
                  <a:pt x="453622" y="298336"/>
                  <a:pt x="451754" y="290092"/>
                  <a:pt x="451754" y="280753"/>
                </a:cubicBezTo>
                <a:cubicBezTo>
                  <a:pt x="451754" y="271414"/>
                  <a:pt x="453622" y="263363"/>
                  <a:pt x="457293" y="256214"/>
                </a:cubicBezTo>
                <a:lnTo>
                  <a:pt x="457357" y="256214"/>
                </a:lnTo>
                <a:cubicBezTo>
                  <a:pt x="461029" y="249064"/>
                  <a:pt x="466052" y="243590"/>
                  <a:pt x="472364" y="239725"/>
                </a:cubicBezTo>
                <a:cubicBezTo>
                  <a:pt x="478676" y="235861"/>
                  <a:pt x="485697" y="233993"/>
                  <a:pt x="493490" y="233993"/>
                </a:cubicBezTo>
                <a:close/>
                <a:moveTo>
                  <a:pt x="270963" y="233993"/>
                </a:moveTo>
                <a:cubicBezTo>
                  <a:pt x="281848" y="233993"/>
                  <a:pt x="290478" y="236698"/>
                  <a:pt x="296983" y="242173"/>
                </a:cubicBezTo>
                <a:cubicBezTo>
                  <a:pt x="303424" y="247583"/>
                  <a:pt x="307031" y="254925"/>
                  <a:pt x="307675" y="264136"/>
                </a:cubicBezTo>
                <a:lnTo>
                  <a:pt x="285648" y="264136"/>
                </a:lnTo>
                <a:cubicBezTo>
                  <a:pt x="285326" y="260529"/>
                  <a:pt x="283780" y="257631"/>
                  <a:pt x="281139" y="255505"/>
                </a:cubicBezTo>
                <a:cubicBezTo>
                  <a:pt x="278434" y="253380"/>
                  <a:pt x="274827" y="252285"/>
                  <a:pt x="270383" y="252285"/>
                </a:cubicBezTo>
                <a:cubicBezTo>
                  <a:pt x="266197" y="252285"/>
                  <a:pt x="262976" y="253058"/>
                  <a:pt x="260722" y="254603"/>
                </a:cubicBezTo>
                <a:cubicBezTo>
                  <a:pt x="258468" y="256149"/>
                  <a:pt x="257373" y="258275"/>
                  <a:pt x="257373" y="261044"/>
                </a:cubicBezTo>
                <a:cubicBezTo>
                  <a:pt x="257373" y="264136"/>
                  <a:pt x="258918" y="266454"/>
                  <a:pt x="262010" y="268065"/>
                </a:cubicBezTo>
                <a:cubicBezTo>
                  <a:pt x="265102" y="269675"/>
                  <a:pt x="269868" y="271285"/>
                  <a:pt x="276309" y="272895"/>
                </a:cubicBezTo>
                <a:cubicBezTo>
                  <a:pt x="282878" y="274570"/>
                  <a:pt x="288353" y="276244"/>
                  <a:pt x="292604" y="277983"/>
                </a:cubicBezTo>
                <a:cubicBezTo>
                  <a:pt x="296855" y="279722"/>
                  <a:pt x="300590" y="282427"/>
                  <a:pt x="303746" y="286163"/>
                </a:cubicBezTo>
                <a:cubicBezTo>
                  <a:pt x="306902" y="289834"/>
                  <a:pt x="308512" y="294665"/>
                  <a:pt x="308577" y="300719"/>
                </a:cubicBezTo>
                <a:cubicBezTo>
                  <a:pt x="308577" y="306001"/>
                  <a:pt x="307095" y="310702"/>
                  <a:pt x="304197" y="314889"/>
                </a:cubicBezTo>
                <a:cubicBezTo>
                  <a:pt x="301299" y="319075"/>
                  <a:pt x="297112" y="322296"/>
                  <a:pt x="291702" y="324679"/>
                </a:cubicBezTo>
                <a:cubicBezTo>
                  <a:pt x="286292" y="327062"/>
                  <a:pt x="279915" y="328221"/>
                  <a:pt x="272702" y="328221"/>
                </a:cubicBezTo>
                <a:cubicBezTo>
                  <a:pt x="265488" y="328221"/>
                  <a:pt x="258532" y="326869"/>
                  <a:pt x="252607" y="324164"/>
                </a:cubicBezTo>
                <a:lnTo>
                  <a:pt x="252542" y="324099"/>
                </a:lnTo>
                <a:cubicBezTo>
                  <a:pt x="246617" y="321394"/>
                  <a:pt x="241915" y="317787"/>
                  <a:pt x="238437" y="313150"/>
                </a:cubicBezTo>
                <a:cubicBezTo>
                  <a:pt x="234959" y="308513"/>
                  <a:pt x="233091" y="303424"/>
                  <a:pt x="232769" y="297821"/>
                </a:cubicBezTo>
                <a:lnTo>
                  <a:pt x="255956" y="297821"/>
                </a:lnTo>
                <a:cubicBezTo>
                  <a:pt x="256407" y="301363"/>
                  <a:pt x="258146" y="304262"/>
                  <a:pt x="261108" y="306516"/>
                </a:cubicBezTo>
                <a:cubicBezTo>
                  <a:pt x="264071" y="308770"/>
                  <a:pt x="267871" y="309994"/>
                  <a:pt x="272380" y="309994"/>
                </a:cubicBezTo>
                <a:cubicBezTo>
                  <a:pt x="276888" y="309994"/>
                  <a:pt x="280173" y="309092"/>
                  <a:pt x="282685" y="307353"/>
                </a:cubicBezTo>
                <a:cubicBezTo>
                  <a:pt x="285132" y="305614"/>
                  <a:pt x="286421" y="303360"/>
                  <a:pt x="286421" y="300590"/>
                </a:cubicBezTo>
                <a:cubicBezTo>
                  <a:pt x="286421" y="297628"/>
                  <a:pt x="284939" y="295373"/>
                  <a:pt x="281912" y="293892"/>
                </a:cubicBezTo>
                <a:cubicBezTo>
                  <a:pt x="278885" y="292411"/>
                  <a:pt x="274119" y="290800"/>
                  <a:pt x="267485" y="289061"/>
                </a:cubicBezTo>
                <a:cubicBezTo>
                  <a:pt x="260657" y="287387"/>
                  <a:pt x="255118" y="285712"/>
                  <a:pt x="250803" y="283973"/>
                </a:cubicBezTo>
                <a:cubicBezTo>
                  <a:pt x="246488" y="282234"/>
                  <a:pt x="242752" y="279529"/>
                  <a:pt x="239596" y="275922"/>
                </a:cubicBezTo>
                <a:cubicBezTo>
                  <a:pt x="236440" y="272315"/>
                  <a:pt x="234894" y="267421"/>
                  <a:pt x="234894" y="261302"/>
                </a:cubicBezTo>
                <a:cubicBezTo>
                  <a:pt x="234894" y="256278"/>
                  <a:pt x="236376" y="251641"/>
                  <a:pt x="239274" y="247454"/>
                </a:cubicBezTo>
                <a:cubicBezTo>
                  <a:pt x="242173" y="243268"/>
                  <a:pt x="246359" y="239983"/>
                  <a:pt x="251769" y="237600"/>
                </a:cubicBezTo>
                <a:cubicBezTo>
                  <a:pt x="257179" y="235217"/>
                  <a:pt x="263620" y="233993"/>
                  <a:pt x="270963" y="233993"/>
                </a:cubicBezTo>
                <a:close/>
                <a:moveTo>
                  <a:pt x="161791" y="233993"/>
                </a:moveTo>
                <a:cubicBezTo>
                  <a:pt x="168618" y="233993"/>
                  <a:pt x="174544" y="235346"/>
                  <a:pt x="179632" y="238115"/>
                </a:cubicBezTo>
                <a:cubicBezTo>
                  <a:pt x="184720" y="240885"/>
                  <a:pt x="188842" y="244298"/>
                  <a:pt x="191869" y="248485"/>
                </a:cubicBezTo>
                <a:lnTo>
                  <a:pt x="191869" y="235474"/>
                </a:lnTo>
                <a:lnTo>
                  <a:pt x="215056" y="235474"/>
                </a:lnTo>
                <a:lnTo>
                  <a:pt x="215056" y="326676"/>
                </a:lnTo>
                <a:lnTo>
                  <a:pt x="191869" y="326676"/>
                </a:lnTo>
                <a:lnTo>
                  <a:pt x="191869" y="313343"/>
                </a:lnTo>
                <a:cubicBezTo>
                  <a:pt x="188907" y="317594"/>
                  <a:pt x="184849" y="321136"/>
                  <a:pt x="179632" y="323970"/>
                </a:cubicBezTo>
                <a:cubicBezTo>
                  <a:pt x="174415" y="326740"/>
                  <a:pt x="168425" y="328157"/>
                  <a:pt x="161598" y="328157"/>
                </a:cubicBezTo>
                <a:cubicBezTo>
                  <a:pt x="153933" y="328157"/>
                  <a:pt x="146913" y="326160"/>
                  <a:pt x="140601" y="322231"/>
                </a:cubicBezTo>
                <a:cubicBezTo>
                  <a:pt x="134289" y="318303"/>
                  <a:pt x="129265" y="312699"/>
                  <a:pt x="125594" y="305550"/>
                </a:cubicBezTo>
                <a:cubicBezTo>
                  <a:pt x="121923" y="298336"/>
                  <a:pt x="120055" y="290092"/>
                  <a:pt x="120055" y="280753"/>
                </a:cubicBezTo>
                <a:cubicBezTo>
                  <a:pt x="120055" y="271414"/>
                  <a:pt x="121923" y="263363"/>
                  <a:pt x="125594" y="256214"/>
                </a:cubicBezTo>
                <a:lnTo>
                  <a:pt x="125658" y="256214"/>
                </a:lnTo>
                <a:cubicBezTo>
                  <a:pt x="129330" y="249064"/>
                  <a:pt x="134353" y="243590"/>
                  <a:pt x="140665" y="239725"/>
                </a:cubicBezTo>
                <a:cubicBezTo>
                  <a:pt x="146977" y="235861"/>
                  <a:pt x="153998" y="233993"/>
                  <a:pt x="161791" y="233993"/>
                </a:cubicBezTo>
                <a:close/>
                <a:moveTo>
                  <a:pt x="2407748" y="233992"/>
                </a:moveTo>
                <a:cubicBezTo>
                  <a:pt x="2414575" y="233992"/>
                  <a:pt x="2420501" y="235345"/>
                  <a:pt x="2425589" y="238114"/>
                </a:cubicBezTo>
                <a:cubicBezTo>
                  <a:pt x="2430677" y="240884"/>
                  <a:pt x="2434799" y="244298"/>
                  <a:pt x="2437826" y="248484"/>
                </a:cubicBezTo>
                <a:lnTo>
                  <a:pt x="2437826" y="235474"/>
                </a:lnTo>
                <a:lnTo>
                  <a:pt x="2461013" y="235474"/>
                </a:lnTo>
                <a:lnTo>
                  <a:pt x="2461013" y="326675"/>
                </a:lnTo>
                <a:lnTo>
                  <a:pt x="2437826" y="326675"/>
                </a:lnTo>
                <a:lnTo>
                  <a:pt x="2437826" y="313342"/>
                </a:lnTo>
                <a:cubicBezTo>
                  <a:pt x="2434864" y="317593"/>
                  <a:pt x="2430806" y="321136"/>
                  <a:pt x="2425589" y="323970"/>
                </a:cubicBezTo>
                <a:cubicBezTo>
                  <a:pt x="2420372" y="326739"/>
                  <a:pt x="2414382" y="328156"/>
                  <a:pt x="2407555" y="328156"/>
                </a:cubicBezTo>
                <a:cubicBezTo>
                  <a:pt x="2399890" y="328156"/>
                  <a:pt x="2392870" y="326160"/>
                  <a:pt x="2386558" y="322231"/>
                </a:cubicBezTo>
                <a:cubicBezTo>
                  <a:pt x="2380246" y="318302"/>
                  <a:pt x="2375222" y="312698"/>
                  <a:pt x="2371551" y="305549"/>
                </a:cubicBezTo>
                <a:cubicBezTo>
                  <a:pt x="2367880" y="298336"/>
                  <a:pt x="2366012" y="290091"/>
                  <a:pt x="2366012" y="280752"/>
                </a:cubicBezTo>
                <a:cubicBezTo>
                  <a:pt x="2366012" y="271413"/>
                  <a:pt x="2367880" y="263362"/>
                  <a:pt x="2371551" y="256213"/>
                </a:cubicBezTo>
                <a:lnTo>
                  <a:pt x="2371615" y="256213"/>
                </a:lnTo>
                <a:cubicBezTo>
                  <a:pt x="2375287" y="249064"/>
                  <a:pt x="2380310" y="243589"/>
                  <a:pt x="2386622" y="239725"/>
                </a:cubicBezTo>
                <a:cubicBezTo>
                  <a:pt x="2392934" y="235860"/>
                  <a:pt x="2399955" y="233992"/>
                  <a:pt x="2407748" y="233992"/>
                </a:cubicBezTo>
                <a:close/>
                <a:moveTo>
                  <a:pt x="331055" y="212996"/>
                </a:moveTo>
                <a:lnTo>
                  <a:pt x="354242" y="212996"/>
                </a:lnTo>
                <a:lnTo>
                  <a:pt x="354242" y="235539"/>
                </a:lnTo>
                <a:lnTo>
                  <a:pt x="374659" y="235539"/>
                </a:lnTo>
                <a:lnTo>
                  <a:pt x="374659" y="254474"/>
                </a:lnTo>
                <a:lnTo>
                  <a:pt x="354242" y="254474"/>
                </a:lnTo>
                <a:lnTo>
                  <a:pt x="354242" y="298529"/>
                </a:lnTo>
                <a:cubicBezTo>
                  <a:pt x="354242" y="301621"/>
                  <a:pt x="355015" y="303811"/>
                  <a:pt x="356496" y="305228"/>
                </a:cubicBezTo>
                <a:cubicBezTo>
                  <a:pt x="357977" y="306580"/>
                  <a:pt x="360489" y="307289"/>
                  <a:pt x="363967" y="307289"/>
                </a:cubicBezTo>
                <a:lnTo>
                  <a:pt x="374659" y="307289"/>
                </a:lnTo>
                <a:lnTo>
                  <a:pt x="374659" y="326740"/>
                </a:lnTo>
                <a:lnTo>
                  <a:pt x="360167" y="326740"/>
                </a:lnTo>
                <a:cubicBezTo>
                  <a:pt x="340716" y="326740"/>
                  <a:pt x="331055" y="317272"/>
                  <a:pt x="331055" y="298400"/>
                </a:cubicBezTo>
                <a:lnTo>
                  <a:pt x="331055" y="254474"/>
                </a:lnTo>
                <a:lnTo>
                  <a:pt x="320170" y="254474"/>
                </a:lnTo>
                <a:lnTo>
                  <a:pt x="320170" y="235539"/>
                </a:lnTo>
                <a:lnTo>
                  <a:pt x="331055" y="235539"/>
                </a:lnTo>
                <a:close/>
                <a:moveTo>
                  <a:pt x="0" y="211772"/>
                </a:moveTo>
                <a:lnTo>
                  <a:pt x="24668" y="211772"/>
                </a:lnTo>
                <a:lnTo>
                  <a:pt x="56292" y="303102"/>
                </a:lnTo>
                <a:lnTo>
                  <a:pt x="87723" y="211772"/>
                </a:lnTo>
                <a:lnTo>
                  <a:pt x="112262" y="211772"/>
                </a:lnTo>
                <a:lnTo>
                  <a:pt x="70140" y="326675"/>
                </a:lnTo>
                <a:lnTo>
                  <a:pt x="42123" y="326675"/>
                </a:lnTo>
                <a:close/>
                <a:moveTo>
                  <a:pt x="608522" y="211643"/>
                </a:moveTo>
                <a:lnTo>
                  <a:pt x="631580" y="211643"/>
                </a:lnTo>
                <a:lnTo>
                  <a:pt x="683750" y="290671"/>
                </a:lnTo>
                <a:lnTo>
                  <a:pt x="683750" y="211643"/>
                </a:lnTo>
                <a:lnTo>
                  <a:pt x="706808" y="211643"/>
                </a:lnTo>
                <a:lnTo>
                  <a:pt x="706808" y="326675"/>
                </a:lnTo>
                <a:lnTo>
                  <a:pt x="683750" y="326675"/>
                </a:lnTo>
                <a:lnTo>
                  <a:pt x="631580" y="247840"/>
                </a:lnTo>
                <a:lnTo>
                  <a:pt x="631580" y="326675"/>
                </a:lnTo>
                <a:lnTo>
                  <a:pt x="608522" y="326675"/>
                </a:lnTo>
                <a:close/>
                <a:moveTo>
                  <a:pt x="2549316" y="204880"/>
                </a:moveTo>
                <a:lnTo>
                  <a:pt x="2572696" y="204880"/>
                </a:lnTo>
                <a:lnTo>
                  <a:pt x="2572696" y="326675"/>
                </a:lnTo>
                <a:lnTo>
                  <a:pt x="2549316" y="326675"/>
                </a:lnTo>
                <a:lnTo>
                  <a:pt x="2549316" y="313149"/>
                </a:lnTo>
                <a:cubicBezTo>
                  <a:pt x="2546482" y="317658"/>
                  <a:pt x="2542488" y="321264"/>
                  <a:pt x="2537271" y="324034"/>
                </a:cubicBezTo>
                <a:cubicBezTo>
                  <a:pt x="2532119" y="326803"/>
                  <a:pt x="2526129" y="328156"/>
                  <a:pt x="2519302" y="328156"/>
                </a:cubicBezTo>
                <a:cubicBezTo>
                  <a:pt x="2511637" y="328156"/>
                  <a:pt x="2504617" y="326159"/>
                  <a:pt x="2498241" y="322231"/>
                </a:cubicBezTo>
                <a:cubicBezTo>
                  <a:pt x="2491864" y="318302"/>
                  <a:pt x="2486840" y="312698"/>
                  <a:pt x="2483169" y="305549"/>
                </a:cubicBezTo>
                <a:cubicBezTo>
                  <a:pt x="2479498" y="298335"/>
                  <a:pt x="2477630" y="290091"/>
                  <a:pt x="2477630" y="280752"/>
                </a:cubicBezTo>
                <a:cubicBezTo>
                  <a:pt x="2477630" y="271413"/>
                  <a:pt x="2479498" y="263362"/>
                  <a:pt x="2483169" y="256213"/>
                </a:cubicBezTo>
                <a:lnTo>
                  <a:pt x="2483233" y="256213"/>
                </a:lnTo>
                <a:cubicBezTo>
                  <a:pt x="2486905" y="249064"/>
                  <a:pt x="2491928" y="243589"/>
                  <a:pt x="2498305" y="239724"/>
                </a:cubicBezTo>
                <a:cubicBezTo>
                  <a:pt x="2504681" y="235860"/>
                  <a:pt x="2511766" y="233992"/>
                  <a:pt x="2519559" y="233992"/>
                </a:cubicBezTo>
                <a:cubicBezTo>
                  <a:pt x="2525485" y="233992"/>
                  <a:pt x="2531153" y="235280"/>
                  <a:pt x="2536499" y="237857"/>
                </a:cubicBezTo>
                <a:cubicBezTo>
                  <a:pt x="2541844" y="240433"/>
                  <a:pt x="2546160" y="243847"/>
                  <a:pt x="2549316" y="248162"/>
                </a:cubicBezTo>
                <a:close/>
                <a:moveTo>
                  <a:pt x="1892359" y="204880"/>
                </a:moveTo>
                <a:lnTo>
                  <a:pt x="1915739" y="204880"/>
                </a:lnTo>
                <a:lnTo>
                  <a:pt x="1915739" y="326675"/>
                </a:lnTo>
                <a:lnTo>
                  <a:pt x="1892359" y="326675"/>
                </a:lnTo>
                <a:lnTo>
                  <a:pt x="1892359" y="313149"/>
                </a:lnTo>
                <a:cubicBezTo>
                  <a:pt x="1889525" y="317658"/>
                  <a:pt x="1885531" y="321264"/>
                  <a:pt x="1880314" y="324034"/>
                </a:cubicBezTo>
                <a:cubicBezTo>
                  <a:pt x="1875162" y="326803"/>
                  <a:pt x="1869172" y="328156"/>
                  <a:pt x="1862345" y="328156"/>
                </a:cubicBezTo>
                <a:cubicBezTo>
                  <a:pt x="1854680" y="328156"/>
                  <a:pt x="1847660" y="326159"/>
                  <a:pt x="1841284" y="322231"/>
                </a:cubicBezTo>
                <a:cubicBezTo>
                  <a:pt x="1834907" y="318302"/>
                  <a:pt x="1829883" y="312698"/>
                  <a:pt x="1826212" y="305549"/>
                </a:cubicBezTo>
                <a:cubicBezTo>
                  <a:pt x="1822541" y="298335"/>
                  <a:pt x="1820673" y="290091"/>
                  <a:pt x="1820673" y="280752"/>
                </a:cubicBezTo>
                <a:cubicBezTo>
                  <a:pt x="1820673" y="271413"/>
                  <a:pt x="1822541" y="263362"/>
                  <a:pt x="1826212" y="256213"/>
                </a:cubicBezTo>
                <a:lnTo>
                  <a:pt x="1826276" y="256213"/>
                </a:lnTo>
                <a:cubicBezTo>
                  <a:pt x="1829948" y="249064"/>
                  <a:pt x="1834971" y="243589"/>
                  <a:pt x="1841348" y="239724"/>
                </a:cubicBezTo>
                <a:cubicBezTo>
                  <a:pt x="1847724" y="235860"/>
                  <a:pt x="1854809" y="233992"/>
                  <a:pt x="1862602" y="233992"/>
                </a:cubicBezTo>
                <a:cubicBezTo>
                  <a:pt x="1868528" y="233992"/>
                  <a:pt x="1874196" y="235280"/>
                  <a:pt x="1879542" y="237857"/>
                </a:cubicBezTo>
                <a:cubicBezTo>
                  <a:pt x="1884887" y="240433"/>
                  <a:pt x="1889203" y="243847"/>
                  <a:pt x="1892359" y="248162"/>
                </a:cubicBezTo>
                <a:close/>
                <a:moveTo>
                  <a:pt x="1161011" y="204880"/>
                </a:moveTo>
                <a:lnTo>
                  <a:pt x="1184391" y="204880"/>
                </a:lnTo>
                <a:lnTo>
                  <a:pt x="1184391" y="326675"/>
                </a:lnTo>
                <a:lnTo>
                  <a:pt x="1161011" y="326675"/>
                </a:lnTo>
                <a:lnTo>
                  <a:pt x="1161011" y="313149"/>
                </a:lnTo>
                <a:cubicBezTo>
                  <a:pt x="1158177" y="317658"/>
                  <a:pt x="1154183" y="321264"/>
                  <a:pt x="1148966" y="324034"/>
                </a:cubicBezTo>
                <a:cubicBezTo>
                  <a:pt x="1143814" y="326803"/>
                  <a:pt x="1137824" y="328156"/>
                  <a:pt x="1130997" y="328156"/>
                </a:cubicBezTo>
                <a:cubicBezTo>
                  <a:pt x="1123332" y="328156"/>
                  <a:pt x="1116312" y="326159"/>
                  <a:pt x="1109935" y="322231"/>
                </a:cubicBezTo>
                <a:cubicBezTo>
                  <a:pt x="1103559" y="318302"/>
                  <a:pt x="1098535" y="312698"/>
                  <a:pt x="1094864" y="305549"/>
                </a:cubicBezTo>
                <a:cubicBezTo>
                  <a:pt x="1091193" y="298335"/>
                  <a:pt x="1089325" y="290091"/>
                  <a:pt x="1089325" y="280752"/>
                </a:cubicBezTo>
                <a:cubicBezTo>
                  <a:pt x="1089325" y="271413"/>
                  <a:pt x="1091193" y="263362"/>
                  <a:pt x="1094864" y="256213"/>
                </a:cubicBezTo>
                <a:lnTo>
                  <a:pt x="1094928" y="256213"/>
                </a:lnTo>
                <a:cubicBezTo>
                  <a:pt x="1098600" y="249064"/>
                  <a:pt x="1103623" y="243589"/>
                  <a:pt x="1110000" y="239724"/>
                </a:cubicBezTo>
                <a:cubicBezTo>
                  <a:pt x="1116376" y="235860"/>
                  <a:pt x="1123461" y="233992"/>
                  <a:pt x="1131254" y="233992"/>
                </a:cubicBezTo>
                <a:cubicBezTo>
                  <a:pt x="1137180" y="233992"/>
                  <a:pt x="1142848" y="235280"/>
                  <a:pt x="1148194" y="237857"/>
                </a:cubicBezTo>
                <a:cubicBezTo>
                  <a:pt x="1153539" y="240433"/>
                  <a:pt x="1157855" y="243847"/>
                  <a:pt x="1161011" y="248162"/>
                </a:cubicBezTo>
                <a:close/>
                <a:moveTo>
                  <a:pt x="1545975" y="204816"/>
                </a:moveTo>
                <a:lnTo>
                  <a:pt x="1569033" y="204816"/>
                </a:lnTo>
                <a:lnTo>
                  <a:pt x="1569033" y="326611"/>
                </a:lnTo>
                <a:lnTo>
                  <a:pt x="1545975" y="326611"/>
                </a:lnTo>
                <a:close/>
                <a:moveTo>
                  <a:pt x="829118" y="204816"/>
                </a:moveTo>
                <a:lnTo>
                  <a:pt x="852176" y="204816"/>
                </a:lnTo>
                <a:lnTo>
                  <a:pt x="852176" y="326611"/>
                </a:lnTo>
                <a:lnTo>
                  <a:pt x="829118" y="326611"/>
                </a:lnTo>
                <a:close/>
                <a:moveTo>
                  <a:pt x="1708475" y="202691"/>
                </a:moveTo>
                <a:cubicBezTo>
                  <a:pt x="1711567" y="202691"/>
                  <a:pt x="1714143" y="203786"/>
                  <a:pt x="1716269" y="205911"/>
                </a:cubicBezTo>
                <a:cubicBezTo>
                  <a:pt x="1718394" y="208037"/>
                  <a:pt x="1719489" y="210678"/>
                  <a:pt x="1719489" y="213705"/>
                </a:cubicBezTo>
                <a:cubicBezTo>
                  <a:pt x="1719489" y="216732"/>
                  <a:pt x="1718394" y="219373"/>
                  <a:pt x="1716269" y="221434"/>
                </a:cubicBezTo>
                <a:cubicBezTo>
                  <a:pt x="1714143" y="223495"/>
                  <a:pt x="1711503" y="224590"/>
                  <a:pt x="1708475" y="224590"/>
                </a:cubicBezTo>
                <a:cubicBezTo>
                  <a:pt x="1705448" y="224590"/>
                  <a:pt x="1702808" y="223559"/>
                  <a:pt x="1700746" y="221434"/>
                </a:cubicBezTo>
                <a:cubicBezTo>
                  <a:pt x="1698685" y="219373"/>
                  <a:pt x="1697591" y="216796"/>
                  <a:pt x="1697591" y="213705"/>
                </a:cubicBezTo>
                <a:cubicBezTo>
                  <a:pt x="1697591" y="210613"/>
                  <a:pt x="1698621" y="208037"/>
                  <a:pt x="1700746" y="205911"/>
                </a:cubicBezTo>
                <a:cubicBezTo>
                  <a:pt x="1702872" y="203786"/>
                  <a:pt x="1705384" y="202691"/>
                  <a:pt x="1708475" y="202691"/>
                </a:cubicBezTo>
                <a:close/>
                <a:moveTo>
                  <a:pt x="1678011" y="202691"/>
                </a:moveTo>
                <a:cubicBezTo>
                  <a:pt x="1681102" y="202691"/>
                  <a:pt x="1683678" y="203786"/>
                  <a:pt x="1685804" y="205911"/>
                </a:cubicBezTo>
                <a:cubicBezTo>
                  <a:pt x="1687929" y="208037"/>
                  <a:pt x="1689024" y="210678"/>
                  <a:pt x="1689024" y="213705"/>
                </a:cubicBezTo>
                <a:cubicBezTo>
                  <a:pt x="1689024" y="216732"/>
                  <a:pt x="1687929" y="219373"/>
                  <a:pt x="1685804" y="221434"/>
                </a:cubicBezTo>
                <a:cubicBezTo>
                  <a:pt x="1683678" y="223495"/>
                  <a:pt x="1681038" y="224590"/>
                  <a:pt x="1678011" y="224590"/>
                </a:cubicBezTo>
                <a:cubicBezTo>
                  <a:pt x="1674983" y="224590"/>
                  <a:pt x="1672343" y="223559"/>
                  <a:pt x="1670282" y="221434"/>
                </a:cubicBezTo>
                <a:cubicBezTo>
                  <a:pt x="1668221" y="219373"/>
                  <a:pt x="1667126" y="216796"/>
                  <a:pt x="1667126" y="213705"/>
                </a:cubicBezTo>
                <a:cubicBezTo>
                  <a:pt x="1667126" y="210613"/>
                  <a:pt x="1668156" y="208037"/>
                  <a:pt x="1670282" y="205911"/>
                </a:cubicBezTo>
                <a:cubicBezTo>
                  <a:pt x="1672343" y="203786"/>
                  <a:pt x="1674919" y="202691"/>
                  <a:pt x="1678011" y="202691"/>
                </a:cubicBezTo>
                <a:close/>
                <a:moveTo>
                  <a:pt x="1494319" y="202691"/>
                </a:moveTo>
                <a:cubicBezTo>
                  <a:pt x="1497411" y="202691"/>
                  <a:pt x="1499987" y="203786"/>
                  <a:pt x="1502113" y="205911"/>
                </a:cubicBezTo>
                <a:cubicBezTo>
                  <a:pt x="1504238" y="208037"/>
                  <a:pt x="1505333" y="210678"/>
                  <a:pt x="1505333" y="213705"/>
                </a:cubicBezTo>
                <a:cubicBezTo>
                  <a:pt x="1505333" y="216732"/>
                  <a:pt x="1504238" y="219373"/>
                  <a:pt x="1502113" y="221434"/>
                </a:cubicBezTo>
                <a:cubicBezTo>
                  <a:pt x="1499987" y="223495"/>
                  <a:pt x="1497346" y="224590"/>
                  <a:pt x="1494319" y="224590"/>
                </a:cubicBezTo>
                <a:cubicBezTo>
                  <a:pt x="1491292" y="224590"/>
                  <a:pt x="1488652" y="223559"/>
                  <a:pt x="1486590" y="221434"/>
                </a:cubicBezTo>
                <a:cubicBezTo>
                  <a:pt x="1484529" y="219373"/>
                  <a:pt x="1483435" y="216796"/>
                  <a:pt x="1483435" y="213705"/>
                </a:cubicBezTo>
                <a:cubicBezTo>
                  <a:pt x="1483435" y="210613"/>
                  <a:pt x="1484465" y="208037"/>
                  <a:pt x="1486590" y="205911"/>
                </a:cubicBezTo>
                <a:cubicBezTo>
                  <a:pt x="1488716" y="203786"/>
                  <a:pt x="1491228" y="202691"/>
                  <a:pt x="1494319" y="202691"/>
                </a:cubicBezTo>
                <a:close/>
                <a:moveTo>
                  <a:pt x="1463855" y="202691"/>
                </a:moveTo>
                <a:cubicBezTo>
                  <a:pt x="1466946" y="202691"/>
                  <a:pt x="1469522" y="203786"/>
                  <a:pt x="1471648" y="205911"/>
                </a:cubicBezTo>
                <a:cubicBezTo>
                  <a:pt x="1473773" y="208037"/>
                  <a:pt x="1474868" y="210678"/>
                  <a:pt x="1474868" y="213705"/>
                </a:cubicBezTo>
                <a:cubicBezTo>
                  <a:pt x="1474868" y="216732"/>
                  <a:pt x="1473773" y="219373"/>
                  <a:pt x="1471648" y="221434"/>
                </a:cubicBezTo>
                <a:cubicBezTo>
                  <a:pt x="1469522" y="223495"/>
                  <a:pt x="1466882" y="224590"/>
                  <a:pt x="1463855" y="224590"/>
                </a:cubicBezTo>
                <a:cubicBezTo>
                  <a:pt x="1460827" y="224590"/>
                  <a:pt x="1458187" y="223559"/>
                  <a:pt x="1456126" y="221434"/>
                </a:cubicBezTo>
                <a:cubicBezTo>
                  <a:pt x="1454065" y="219373"/>
                  <a:pt x="1452970" y="216796"/>
                  <a:pt x="1452970" y="213705"/>
                </a:cubicBezTo>
                <a:cubicBezTo>
                  <a:pt x="1452970" y="210613"/>
                  <a:pt x="1454000" y="208037"/>
                  <a:pt x="1456126" y="205911"/>
                </a:cubicBezTo>
                <a:cubicBezTo>
                  <a:pt x="1458187" y="203786"/>
                  <a:pt x="1460763" y="202691"/>
                  <a:pt x="1463855" y="202691"/>
                </a:cubicBezTo>
                <a:close/>
                <a:moveTo>
                  <a:pt x="186008" y="202691"/>
                </a:moveTo>
                <a:cubicBezTo>
                  <a:pt x="189100" y="202691"/>
                  <a:pt x="191676" y="203786"/>
                  <a:pt x="193802" y="205911"/>
                </a:cubicBezTo>
                <a:cubicBezTo>
                  <a:pt x="195927" y="208037"/>
                  <a:pt x="197022" y="210678"/>
                  <a:pt x="197022" y="213705"/>
                </a:cubicBezTo>
                <a:cubicBezTo>
                  <a:pt x="197022" y="216732"/>
                  <a:pt x="195927" y="219373"/>
                  <a:pt x="193802" y="221434"/>
                </a:cubicBezTo>
                <a:cubicBezTo>
                  <a:pt x="191676" y="223495"/>
                  <a:pt x="189036" y="224590"/>
                  <a:pt x="186008" y="224590"/>
                </a:cubicBezTo>
                <a:cubicBezTo>
                  <a:pt x="182981" y="224590"/>
                  <a:pt x="180341" y="223559"/>
                  <a:pt x="178279" y="221434"/>
                </a:cubicBezTo>
                <a:cubicBezTo>
                  <a:pt x="176218" y="219373"/>
                  <a:pt x="175123" y="216796"/>
                  <a:pt x="175123" y="213705"/>
                </a:cubicBezTo>
                <a:cubicBezTo>
                  <a:pt x="175123" y="210613"/>
                  <a:pt x="176154" y="208037"/>
                  <a:pt x="178279" y="205911"/>
                </a:cubicBezTo>
                <a:cubicBezTo>
                  <a:pt x="180405" y="203786"/>
                  <a:pt x="182917" y="202691"/>
                  <a:pt x="186008" y="202691"/>
                </a:cubicBezTo>
                <a:close/>
                <a:moveTo>
                  <a:pt x="155544" y="202691"/>
                </a:moveTo>
                <a:cubicBezTo>
                  <a:pt x="158635" y="202691"/>
                  <a:pt x="161211" y="203786"/>
                  <a:pt x="163337" y="205911"/>
                </a:cubicBezTo>
                <a:cubicBezTo>
                  <a:pt x="165462" y="208037"/>
                  <a:pt x="166557" y="210678"/>
                  <a:pt x="166557" y="213705"/>
                </a:cubicBezTo>
                <a:cubicBezTo>
                  <a:pt x="166557" y="216732"/>
                  <a:pt x="165462" y="219373"/>
                  <a:pt x="163337" y="221434"/>
                </a:cubicBezTo>
                <a:cubicBezTo>
                  <a:pt x="161211" y="223495"/>
                  <a:pt x="158571" y="224590"/>
                  <a:pt x="155544" y="224590"/>
                </a:cubicBezTo>
                <a:cubicBezTo>
                  <a:pt x="152516" y="224590"/>
                  <a:pt x="149876" y="223559"/>
                  <a:pt x="147815" y="221434"/>
                </a:cubicBezTo>
                <a:cubicBezTo>
                  <a:pt x="145754" y="219373"/>
                  <a:pt x="144659" y="216796"/>
                  <a:pt x="144659" y="213705"/>
                </a:cubicBezTo>
                <a:cubicBezTo>
                  <a:pt x="144659" y="210613"/>
                  <a:pt x="145689" y="208037"/>
                  <a:pt x="147815" y="205911"/>
                </a:cubicBezTo>
                <a:cubicBezTo>
                  <a:pt x="149876" y="203786"/>
                  <a:pt x="152452" y="202691"/>
                  <a:pt x="155544" y="202691"/>
                </a:cubicBezTo>
                <a:close/>
                <a:moveTo>
                  <a:pt x="2416765" y="200372"/>
                </a:moveTo>
                <a:cubicBezTo>
                  <a:pt x="2414575" y="200372"/>
                  <a:pt x="2412707" y="201080"/>
                  <a:pt x="2411162" y="202562"/>
                </a:cubicBezTo>
                <a:cubicBezTo>
                  <a:pt x="2409616" y="204043"/>
                  <a:pt x="2408843" y="206040"/>
                  <a:pt x="2408843" y="208551"/>
                </a:cubicBezTo>
                <a:cubicBezTo>
                  <a:pt x="2408843" y="210870"/>
                  <a:pt x="2409616" y="212802"/>
                  <a:pt x="2411162" y="214412"/>
                </a:cubicBezTo>
                <a:cubicBezTo>
                  <a:pt x="2412707" y="216023"/>
                  <a:pt x="2414575" y="216796"/>
                  <a:pt x="2416765" y="216796"/>
                </a:cubicBezTo>
                <a:cubicBezTo>
                  <a:pt x="2418955" y="216796"/>
                  <a:pt x="2420823" y="216023"/>
                  <a:pt x="2422369" y="214412"/>
                </a:cubicBezTo>
                <a:cubicBezTo>
                  <a:pt x="2423914" y="212802"/>
                  <a:pt x="2424687" y="210870"/>
                  <a:pt x="2424687" y="208551"/>
                </a:cubicBezTo>
                <a:cubicBezTo>
                  <a:pt x="2424687" y="206040"/>
                  <a:pt x="2423914" y="204043"/>
                  <a:pt x="2422369" y="202562"/>
                </a:cubicBezTo>
                <a:cubicBezTo>
                  <a:pt x="2420823" y="201080"/>
                  <a:pt x="2418955" y="200372"/>
                  <a:pt x="2416765" y="200372"/>
                </a:cubicBezTo>
                <a:close/>
                <a:moveTo>
                  <a:pt x="1632538" y="198762"/>
                </a:moveTo>
                <a:lnTo>
                  <a:pt x="1632538" y="218213"/>
                </a:lnTo>
                <a:cubicBezTo>
                  <a:pt x="1626935" y="218084"/>
                  <a:pt x="1623070" y="219050"/>
                  <a:pt x="1620880" y="220983"/>
                </a:cubicBezTo>
                <a:cubicBezTo>
                  <a:pt x="1618691" y="222915"/>
                  <a:pt x="1617596" y="226522"/>
                  <a:pt x="1617596" y="231674"/>
                </a:cubicBezTo>
                <a:lnTo>
                  <a:pt x="1617596" y="235474"/>
                </a:lnTo>
                <a:lnTo>
                  <a:pt x="1633569" y="235474"/>
                </a:lnTo>
                <a:lnTo>
                  <a:pt x="1633569" y="254410"/>
                </a:lnTo>
                <a:lnTo>
                  <a:pt x="1617596" y="254410"/>
                </a:lnTo>
                <a:lnTo>
                  <a:pt x="1617596" y="326675"/>
                </a:lnTo>
                <a:lnTo>
                  <a:pt x="1594216" y="326675"/>
                </a:lnTo>
                <a:lnTo>
                  <a:pt x="1594216" y="254410"/>
                </a:lnTo>
                <a:lnTo>
                  <a:pt x="1583846" y="254410"/>
                </a:lnTo>
                <a:lnTo>
                  <a:pt x="1583846" y="235474"/>
                </a:lnTo>
                <a:lnTo>
                  <a:pt x="1594216" y="235474"/>
                </a:lnTo>
                <a:lnTo>
                  <a:pt x="1594216" y="230837"/>
                </a:lnTo>
                <a:cubicBezTo>
                  <a:pt x="1594216" y="219630"/>
                  <a:pt x="1597372" y="211386"/>
                  <a:pt x="1603748" y="206169"/>
                </a:cubicBezTo>
                <a:cubicBezTo>
                  <a:pt x="1610124" y="200888"/>
                  <a:pt x="1619721" y="198440"/>
                  <a:pt x="1632538" y="198762"/>
                </a:cubicBezTo>
                <a:close/>
                <a:moveTo>
                  <a:pt x="2416829" y="189680"/>
                </a:moveTo>
                <a:cubicBezTo>
                  <a:pt x="2422175" y="189680"/>
                  <a:pt x="2426877" y="191419"/>
                  <a:pt x="2430548" y="194897"/>
                </a:cubicBezTo>
                <a:cubicBezTo>
                  <a:pt x="2434220" y="198375"/>
                  <a:pt x="2436087" y="202948"/>
                  <a:pt x="2436087" y="208616"/>
                </a:cubicBezTo>
                <a:cubicBezTo>
                  <a:pt x="2436087" y="214284"/>
                  <a:pt x="2434220" y="218921"/>
                  <a:pt x="2430548" y="222335"/>
                </a:cubicBezTo>
                <a:cubicBezTo>
                  <a:pt x="2426877" y="225813"/>
                  <a:pt x="2422304" y="227552"/>
                  <a:pt x="2416829" y="227552"/>
                </a:cubicBezTo>
                <a:cubicBezTo>
                  <a:pt x="2411355" y="227552"/>
                  <a:pt x="2406911" y="225813"/>
                  <a:pt x="2403175" y="222335"/>
                </a:cubicBezTo>
                <a:cubicBezTo>
                  <a:pt x="2399440" y="218857"/>
                  <a:pt x="2397572" y="214284"/>
                  <a:pt x="2397572" y="208616"/>
                </a:cubicBezTo>
                <a:cubicBezTo>
                  <a:pt x="2397572" y="202948"/>
                  <a:pt x="2399440" y="198311"/>
                  <a:pt x="2403175" y="194897"/>
                </a:cubicBezTo>
                <a:cubicBezTo>
                  <a:pt x="2406911" y="191483"/>
                  <a:pt x="2411484" y="189680"/>
                  <a:pt x="2416829" y="189680"/>
                </a:cubicBezTo>
                <a:close/>
                <a:moveTo>
                  <a:pt x="440806" y="60672"/>
                </a:moveTo>
                <a:lnTo>
                  <a:pt x="510623" y="60672"/>
                </a:lnTo>
                <a:lnTo>
                  <a:pt x="510623" y="80123"/>
                </a:lnTo>
                <a:lnTo>
                  <a:pt x="440806" y="80123"/>
                </a:lnTo>
                <a:close/>
                <a:moveTo>
                  <a:pt x="2596720" y="56679"/>
                </a:moveTo>
                <a:cubicBezTo>
                  <a:pt x="2592404" y="56679"/>
                  <a:pt x="2588476" y="57709"/>
                  <a:pt x="2584869" y="59835"/>
                </a:cubicBezTo>
                <a:cubicBezTo>
                  <a:pt x="2581262" y="61896"/>
                  <a:pt x="2578299" y="64988"/>
                  <a:pt x="2576045" y="68981"/>
                </a:cubicBezTo>
                <a:cubicBezTo>
                  <a:pt x="2573790" y="72974"/>
                  <a:pt x="2572696" y="77740"/>
                  <a:pt x="2572696" y="83215"/>
                </a:cubicBezTo>
                <a:cubicBezTo>
                  <a:pt x="2572696" y="88690"/>
                  <a:pt x="2573790" y="93520"/>
                  <a:pt x="2576045" y="97642"/>
                </a:cubicBezTo>
                <a:cubicBezTo>
                  <a:pt x="2578299" y="101764"/>
                  <a:pt x="2581262" y="104920"/>
                  <a:pt x="2584933" y="107110"/>
                </a:cubicBezTo>
                <a:cubicBezTo>
                  <a:pt x="2588604" y="109300"/>
                  <a:pt x="2592533" y="110395"/>
                  <a:pt x="2596720" y="110395"/>
                </a:cubicBezTo>
                <a:cubicBezTo>
                  <a:pt x="2600906" y="110395"/>
                  <a:pt x="2605028" y="109300"/>
                  <a:pt x="2608764" y="107174"/>
                </a:cubicBezTo>
                <a:cubicBezTo>
                  <a:pt x="2612500" y="105049"/>
                  <a:pt x="2615462" y="101957"/>
                  <a:pt x="2617652" y="97964"/>
                </a:cubicBezTo>
                <a:cubicBezTo>
                  <a:pt x="2619842" y="93971"/>
                  <a:pt x="2620937" y="89140"/>
                  <a:pt x="2620937" y="83537"/>
                </a:cubicBezTo>
                <a:cubicBezTo>
                  <a:pt x="2620937" y="77933"/>
                  <a:pt x="2619842" y="73167"/>
                  <a:pt x="2617652" y="69110"/>
                </a:cubicBezTo>
                <a:cubicBezTo>
                  <a:pt x="2615462" y="65116"/>
                  <a:pt x="2612500" y="62025"/>
                  <a:pt x="2608764" y="59899"/>
                </a:cubicBezTo>
                <a:cubicBezTo>
                  <a:pt x="2605028" y="57774"/>
                  <a:pt x="2601035" y="56679"/>
                  <a:pt x="2596720" y="56679"/>
                </a:cubicBezTo>
                <a:close/>
                <a:moveTo>
                  <a:pt x="1407756" y="56679"/>
                </a:moveTo>
                <a:cubicBezTo>
                  <a:pt x="1403440" y="56679"/>
                  <a:pt x="1399511" y="57709"/>
                  <a:pt x="1395905" y="59835"/>
                </a:cubicBezTo>
                <a:cubicBezTo>
                  <a:pt x="1392298" y="61896"/>
                  <a:pt x="1389335" y="64988"/>
                  <a:pt x="1387081" y="68981"/>
                </a:cubicBezTo>
                <a:cubicBezTo>
                  <a:pt x="1384826" y="72974"/>
                  <a:pt x="1383732" y="77740"/>
                  <a:pt x="1383732" y="83215"/>
                </a:cubicBezTo>
                <a:cubicBezTo>
                  <a:pt x="1383732" y="88690"/>
                  <a:pt x="1384826" y="93520"/>
                  <a:pt x="1387081" y="97642"/>
                </a:cubicBezTo>
                <a:cubicBezTo>
                  <a:pt x="1389335" y="101764"/>
                  <a:pt x="1392298" y="104920"/>
                  <a:pt x="1395969" y="107110"/>
                </a:cubicBezTo>
                <a:cubicBezTo>
                  <a:pt x="1399640" y="109300"/>
                  <a:pt x="1403569" y="110395"/>
                  <a:pt x="1407756" y="110395"/>
                </a:cubicBezTo>
                <a:cubicBezTo>
                  <a:pt x="1411942" y="110395"/>
                  <a:pt x="1416064" y="109300"/>
                  <a:pt x="1419800" y="107174"/>
                </a:cubicBezTo>
                <a:cubicBezTo>
                  <a:pt x="1423536" y="105049"/>
                  <a:pt x="1426498" y="101957"/>
                  <a:pt x="1428688" y="97964"/>
                </a:cubicBezTo>
                <a:cubicBezTo>
                  <a:pt x="1430878" y="93971"/>
                  <a:pt x="1431973" y="89140"/>
                  <a:pt x="1431973" y="83537"/>
                </a:cubicBezTo>
                <a:cubicBezTo>
                  <a:pt x="1431973" y="77933"/>
                  <a:pt x="1430878" y="73167"/>
                  <a:pt x="1428688" y="69110"/>
                </a:cubicBezTo>
                <a:cubicBezTo>
                  <a:pt x="1426498" y="65116"/>
                  <a:pt x="1423536" y="62025"/>
                  <a:pt x="1419800" y="59899"/>
                </a:cubicBezTo>
                <a:cubicBezTo>
                  <a:pt x="1416064" y="57774"/>
                  <a:pt x="1412071" y="56679"/>
                  <a:pt x="1407756" y="56679"/>
                </a:cubicBezTo>
                <a:close/>
                <a:moveTo>
                  <a:pt x="1296138" y="56679"/>
                </a:moveTo>
                <a:cubicBezTo>
                  <a:pt x="1291822" y="56679"/>
                  <a:pt x="1287894" y="57709"/>
                  <a:pt x="1284287" y="59835"/>
                </a:cubicBezTo>
                <a:cubicBezTo>
                  <a:pt x="1280680" y="61896"/>
                  <a:pt x="1277717" y="64988"/>
                  <a:pt x="1275463" y="68981"/>
                </a:cubicBezTo>
                <a:cubicBezTo>
                  <a:pt x="1273208" y="72974"/>
                  <a:pt x="1272114" y="77740"/>
                  <a:pt x="1272114" y="83215"/>
                </a:cubicBezTo>
                <a:cubicBezTo>
                  <a:pt x="1272114" y="88690"/>
                  <a:pt x="1273208" y="93520"/>
                  <a:pt x="1275463" y="97642"/>
                </a:cubicBezTo>
                <a:cubicBezTo>
                  <a:pt x="1277717" y="101764"/>
                  <a:pt x="1280680" y="104920"/>
                  <a:pt x="1284351" y="107110"/>
                </a:cubicBezTo>
                <a:cubicBezTo>
                  <a:pt x="1288022" y="109300"/>
                  <a:pt x="1291951" y="110395"/>
                  <a:pt x="1296138" y="110395"/>
                </a:cubicBezTo>
                <a:cubicBezTo>
                  <a:pt x="1300324" y="110395"/>
                  <a:pt x="1304446" y="109300"/>
                  <a:pt x="1308182" y="107174"/>
                </a:cubicBezTo>
                <a:cubicBezTo>
                  <a:pt x="1311918" y="105049"/>
                  <a:pt x="1314880" y="101957"/>
                  <a:pt x="1317070" y="97964"/>
                </a:cubicBezTo>
                <a:cubicBezTo>
                  <a:pt x="1319260" y="93971"/>
                  <a:pt x="1320355" y="89140"/>
                  <a:pt x="1320355" y="83537"/>
                </a:cubicBezTo>
                <a:cubicBezTo>
                  <a:pt x="1320355" y="77933"/>
                  <a:pt x="1319260" y="73167"/>
                  <a:pt x="1317070" y="69110"/>
                </a:cubicBezTo>
                <a:cubicBezTo>
                  <a:pt x="1314880" y="65116"/>
                  <a:pt x="1311918" y="62025"/>
                  <a:pt x="1308182" y="59899"/>
                </a:cubicBezTo>
                <a:cubicBezTo>
                  <a:pt x="1304446" y="57774"/>
                  <a:pt x="1300453" y="56679"/>
                  <a:pt x="1296138" y="56679"/>
                </a:cubicBezTo>
                <a:close/>
                <a:moveTo>
                  <a:pt x="801681" y="56679"/>
                </a:moveTo>
                <a:cubicBezTo>
                  <a:pt x="797365" y="56679"/>
                  <a:pt x="793436" y="57709"/>
                  <a:pt x="789830" y="59835"/>
                </a:cubicBezTo>
                <a:cubicBezTo>
                  <a:pt x="786223" y="61896"/>
                  <a:pt x="783260" y="64987"/>
                  <a:pt x="781006" y="68980"/>
                </a:cubicBezTo>
                <a:cubicBezTo>
                  <a:pt x="778752" y="72974"/>
                  <a:pt x="777657" y="77740"/>
                  <a:pt x="777657" y="83214"/>
                </a:cubicBezTo>
                <a:cubicBezTo>
                  <a:pt x="777657" y="88689"/>
                  <a:pt x="778752" y="93520"/>
                  <a:pt x="781006" y="97642"/>
                </a:cubicBezTo>
                <a:cubicBezTo>
                  <a:pt x="783260" y="101764"/>
                  <a:pt x="786223" y="104920"/>
                  <a:pt x="789894" y="107110"/>
                </a:cubicBezTo>
                <a:cubicBezTo>
                  <a:pt x="793565" y="109300"/>
                  <a:pt x="797494" y="110394"/>
                  <a:pt x="801681" y="110394"/>
                </a:cubicBezTo>
                <a:cubicBezTo>
                  <a:pt x="805867" y="110394"/>
                  <a:pt x="809989" y="109300"/>
                  <a:pt x="813725" y="107174"/>
                </a:cubicBezTo>
                <a:cubicBezTo>
                  <a:pt x="817460" y="105049"/>
                  <a:pt x="820423" y="101957"/>
                  <a:pt x="822613" y="97964"/>
                </a:cubicBezTo>
                <a:cubicBezTo>
                  <a:pt x="824803" y="93971"/>
                  <a:pt x="825898" y="89140"/>
                  <a:pt x="825898" y="83537"/>
                </a:cubicBezTo>
                <a:cubicBezTo>
                  <a:pt x="825898" y="77933"/>
                  <a:pt x="824803" y="73167"/>
                  <a:pt x="822613" y="69109"/>
                </a:cubicBezTo>
                <a:cubicBezTo>
                  <a:pt x="820423" y="65116"/>
                  <a:pt x="817460" y="62024"/>
                  <a:pt x="813725" y="59899"/>
                </a:cubicBezTo>
                <a:cubicBezTo>
                  <a:pt x="809989" y="57774"/>
                  <a:pt x="805996" y="56679"/>
                  <a:pt x="801681" y="56679"/>
                </a:cubicBezTo>
                <a:close/>
                <a:moveTo>
                  <a:pt x="126240" y="56679"/>
                </a:moveTo>
                <a:cubicBezTo>
                  <a:pt x="121924" y="56679"/>
                  <a:pt x="117995" y="57710"/>
                  <a:pt x="114389" y="59835"/>
                </a:cubicBezTo>
                <a:cubicBezTo>
                  <a:pt x="110782" y="61896"/>
                  <a:pt x="107819" y="64988"/>
                  <a:pt x="105565" y="68981"/>
                </a:cubicBezTo>
                <a:cubicBezTo>
                  <a:pt x="103311" y="72974"/>
                  <a:pt x="102216" y="77740"/>
                  <a:pt x="102216" y="83215"/>
                </a:cubicBezTo>
                <a:cubicBezTo>
                  <a:pt x="102216" y="88690"/>
                  <a:pt x="103311" y="93520"/>
                  <a:pt x="105565" y="97642"/>
                </a:cubicBezTo>
                <a:cubicBezTo>
                  <a:pt x="107819" y="101764"/>
                  <a:pt x="110782" y="104920"/>
                  <a:pt x="114453" y="107110"/>
                </a:cubicBezTo>
                <a:cubicBezTo>
                  <a:pt x="118124" y="109300"/>
                  <a:pt x="122053" y="110395"/>
                  <a:pt x="126240" y="110395"/>
                </a:cubicBezTo>
                <a:cubicBezTo>
                  <a:pt x="130426" y="110395"/>
                  <a:pt x="134548" y="109300"/>
                  <a:pt x="138284" y="107175"/>
                </a:cubicBezTo>
                <a:cubicBezTo>
                  <a:pt x="142019" y="105049"/>
                  <a:pt x="144982" y="101958"/>
                  <a:pt x="147172" y="97964"/>
                </a:cubicBezTo>
                <a:cubicBezTo>
                  <a:pt x="149361" y="93971"/>
                  <a:pt x="150457" y="89140"/>
                  <a:pt x="150457" y="83537"/>
                </a:cubicBezTo>
                <a:cubicBezTo>
                  <a:pt x="150457" y="77934"/>
                  <a:pt x="149361" y="73167"/>
                  <a:pt x="147172" y="69110"/>
                </a:cubicBezTo>
                <a:cubicBezTo>
                  <a:pt x="144982" y="65116"/>
                  <a:pt x="142019" y="62025"/>
                  <a:pt x="138284" y="59899"/>
                </a:cubicBezTo>
                <a:cubicBezTo>
                  <a:pt x="134548" y="57774"/>
                  <a:pt x="130555" y="56679"/>
                  <a:pt x="126240" y="56679"/>
                </a:cubicBezTo>
                <a:close/>
                <a:moveTo>
                  <a:pt x="2226698" y="56550"/>
                </a:moveTo>
                <a:cubicBezTo>
                  <a:pt x="2220129" y="56550"/>
                  <a:pt x="2214589" y="58869"/>
                  <a:pt x="2210145" y="63571"/>
                </a:cubicBezTo>
                <a:cubicBezTo>
                  <a:pt x="2205701" y="68272"/>
                  <a:pt x="2203447" y="74906"/>
                  <a:pt x="2203447" y="83537"/>
                </a:cubicBezTo>
                <a:cubicBezTo>
                  <a:pt x="2203447" y="92168"/>
                  <a:pt x="2205637" y="98866"/>
                  <a:pt x="2209952" y="103568"/>
                </a:cubicBezTo>
                <a:cubicBezTo>
                  <a:pt x="2214267" y="108205"/>
                  <a:pt x="2219742" y="110588"/>
                  <a:pt x="2226312" y="110588"/>
                </a:cubicBezTo>
                <a:cubicBezTo>
                  <a:pt x="2230498" y="110588"/>
                  <a:pt x="2234427" y="109558"/>
                  <a:pt x="2238098" y="107561"/>
                </a:cubicBezTo>
                <a:lnTo>
                  <a:pt x="2238098" y="107497"/>
                </a:lnTo>
                <a:cubicBezTo>
                  <a:pt x="2241769" y="105500"/>
                  <a:pt x="2244732" y="102408"/>
                  <a:pt x="2246922" y="98351"/>
                </a:cubicBezTo>
                <a:cubicBezTo>
                  <a:pt x="2249112" y="94293"/>
                  <a:pt x="2250207" y="89334"/>
                  <a:pt x="2250207" y="83537"/>
                </a:cubicBezTo>
                <a:cubicBezTo>
                  <a:pt x="2250207" y="74842"/>
                  <a:pt x="2247952" y="68208"/>
                  <a:pt x="2243380" y="63571"/>
                </a:cubicBezTo>
                <a:cubicBezTo>
                  <a:pt x="2238807" y="58933"/>
                  <a:pt x="2233268" y="56550"/>
                  <a:pt x="2226698" y="56550"/>
                </a:cubicBezTo>
                <a:close/>
                <a:moveTo>
                  <a:pt x="2860404" y="55391"/>
                </a:moveTo>
                <a:cubicBezTo>
                  <a:pt x="2854672" y="55391"/>
                  <a:pt x="2849906" y="57130"/>
                  <a:pt x="2845977" y="60608"/>
                </a:cubicBezTo>
                <a:cubicBezTo>
                  <a:pt x="2842113" y="64086"/>
                  <a:pt x="2839665" y="68852"/>
                  <a:pt x="2838828" y="75035"/>
                </a:cubicBezTo>
                <a:lnTo>
                  <a:pt x="2882110" y="75035"/>
                </a:lnTo>
                <a:lnTo>
                  <a:pt x="2882174" y="74971"/>
                </a:lnTo>
                <a:cubicBezTo>
                  <a:pt x="2882045" y="69045"/>
                  <a:pt x="2879920" y="64279"/>
                  <a:pt x="2875733" y="60737"/>
                </a:cubicBezTo>
                <a:cubicBezTo>
                  <a:pt x="2871547" y="57194"/>
                  <a:pt x="2866459" y="55391"/>
                  <a:pt x="2860404" y="55391"/>
                </a:cubicBezTo>
                <a:close/>
                <a:moveTo>
                  <a:pt x="910787" y="55391"/>
                </a:moveTo>
                <a:cubicBezTo>
                  <a:pt x="905055" y="55391"/>
                  <a:pt x="900289" y="57130"/>
                  <a:pt x="896360" y="60608"/>
                </a:cubicBezTo>
                <a:cubicBezTo>
                  <a:pt x="892496" y="64086"/>
                  <a:pt x="890048" y="68852"/>
                  <a:pt x="889211" y="75035"/>
                </a:cubicBezTo>
                <a:lnTo>
                  <a:pt x="932493" y="75035"/>
                </a:lnTo>
                <a:lnTo>
                  <a:pt x="932557" y="74971"/>
                </a:lnTo>
                <a:cubicBezTo>
                  <a:pt x="932428" y="69045"/>
                  <a:pt x="930303" y="64279"/>
                  <a:pt x="926116" y="60737"/>
                </a:cubicBezTo>
                <a:cubicBezTo>
                  <a:pt x="921930" y="57194"/>
                  <a:pt x="916842" y="55391"/>
                  <a:pt x="910787" y="55391"/>
                </a:cubicBezTo>
                <a:close/>
                <a:moveTo>
                  <a:pt x="1723933" y="38000"/>
                </a:moveTo>
                <a:lnTo>
                  <a:pt x="1749761" y="38000"/>
                </a:lnTo>
                <a:lnTo>
                  <a:pt x="1773269" y="101699"/>
                </a:lnTo>
                <a:lnTo>
                  <a:pt x="1797164" y="38000"/>
                </a:lnTo>
                <a:lnTo>
                  <a:pt x="1821677" y="38000"/>
                </a:lnTo>
                <a:lnTo>
                  <a:pt x="1765218" y="172290"/>
                </a:lnTo>
                <a:lnTo>
                  <a:pt x="1740679" y="172290"/>
                </a:lnTo>
                <a:lnTo>
                  <a:pt x="1760452" y="126883"/>
                </a:lnTo>
                <a:close/>
                <a:moveTo>
                  <a:pt x="2711559" y="37936"/>
                </a:moveTo>
                <a:lnTo>
                  <a:pt x="2734617" y="37936"/>
                </a:lnTo>
                <a:lnTo>
                  <a:pt x="2734617" y="88174"/>
                </a:lnTo>
                <a:cubicBezTo>
                  <a:pt x="2734617" y="95388"/>
                  <a:pt x="2736420" y="100991"/>
                  <a:pt x="2740027" y="104855"/>
                </a:cubicBezTo>
                <a:cubicBezTo>
                  <a:pt x="2743634" y="108720"/>
                  <a:pt x="2748593" y="110717"/>
                  <a:pt x="2754841" y="110717"/>
                </a:cubicBezTo>
                <a:cubicBezTo>
                  <a:pt x="2761088" y="110717"/>
                  <a:pt x="2766177" y="108784"/>
                  <a:pt x="2769848" y="104855"/>
                </a:cubicBezTo>
                <a:cubicBezTo>
                  <a:pt x="2773519" y="100927"/>
                  <a:pt x="2775258" y="95388"/>
                  <a:pt x="2775258" y="88174"/>
                </a:cubicBezTo>
                <a:lnTo>
                  <a:pt x="2775258" y="37936"/>
                </a:lnTo>
                <a:lnTo>
                  <a:pt x="2798445" y="37936"/>
                </a:lnTo>
                <a:lnTo>
                  <a:pt x="2798509" y="37936"/>
                </a:lnTo>
                <a:lnTo>
                  <a:pt x="2798509" y="129137"/>
                </a:lnTo>
                <a:lnTo>
                  <a:pt x="2775322" y="129137"/>
                </a:lnTo>
                <a:lnTo>
                  <a:pt x="2775322" y="117608"/>
                </a:lnTo>
                <a:cubicBezTo>
                  <a:pt x="2772360" y="121537"/>
                  <a:pt x="2768495" y="124693"/>
                  <a:pt x="2763729" y="126883"/>
                </a:cubicBezTo>
                <a:cubicBezTo>
                  <a:pt x="2758963" y="129137"/>
                  <a:pt x="2753746" y="130232"/>
                  <a:pt x="2748142" y="130232"/>
                </a:cubicBezTo>
                <a:cubicBezTo>
                  <a:pt x="2740993" y="130232"/>
                  <a:pt x="2734681" y="128751"/>
                  <a:pt x="2729207" y="125723"/>
                </a:cubicBezTo>
                <a:cubicBezTo>
                  <a:pt x="2723732" y="122696"/>
                  <a:pt x="2719417" y="118252"/>
                  <a:pt x="2716261" y="112391"/>
                </a:cubicBezTo>
                <a:cubicBezTo>
                  <a:pt x="2713105" y="106530"/>
                  <a:pt x="2711559" y="99510"/>
                  <a:pt x="2711559" y="91394"/>
                </a:cubicBezTo>
                <a:close/>
                <a:moveTo>
                  <a:pt x="2509319" y="37936"/>
                </a:moveTo>
                <a:lnTo>
                  <a:pt x="2532377" y="37936"/>
                </a:lnTo>
                <a:lnTo>
                  <a:pt x="2532377" y="129137"/>
                </a:lnTo>
                <a:lnTo>
                  <a:pt x="2509319" y="129137"/>
                </a:lnTo>
                <a:close/>
                <a:moveTo>
                  <a:pt x="2290913" y="37936"/>
                </a:moveTo>
                <a:lnTo>
                  <a:pt x="2313971" y="37936"/>
                </a:lnTo>
                <a:lnTo>
                  <a:pt x="2313971" y="129137"/>
                </a:lnTo>
                <a:lnTo>
                  <a:pt x="2290913" y="129137"/>
                </a:lnTo>
                <a:close/>
                <a:moveTo>
                  <a:pt x="2077595" y="37936"/>
                </a:moveTo>
                <a:lnTo>
                  <a:pt x="2102263" y="37936"/>
                </a:lnTo>
                <a:lnTo>
                  <a:pt x="2125289" y="107786"/>
                </a:lnTo>
                <a:lnTo>
                  <a:pt x="2125257" y="107883"/>
                </a:lnTo>
                <a:lnTo>
                  <a:pt x="2125321" y="107883"/>
                </a:lnTo>
                <a:lnTo>
                  <a:pt x="2125289" y="107786"/>
                </a:lnTo>
                <a:lnTo>
                  <a:pt x="2148314" y="37936"/>
                </a:lnTo>
                <a:lnTo>
                  <a:pt x="2172854" y="37936"/>
                </a:lnTo>
                <a:lnTo>
                  <a:pt x="2139104" y="129137"/>
                </a:lnTo>
                <a:lnTo>
                  <a:pt x="2111151" y="129137"/>
                </a:lnTo>
                <a:close/>
                <a:moveTo>
                  <a:pt x="1932678" y="37936"/>
                </a:moveTo>
                <a:lnTo>
                  <a:pt x="1955736" y="37936"/>
                </a:lnTo>
                <a:lnTo>
                  <a:pt x="1955736" y="129137"/>
                </a:lnTo>
                <a:lnTo>
                  <a:pt x="1932678" y="129137"/>
                </a:lnTo>
                <a:close/>
                <a:moveTo>
                  <a:pt x="1824473" y="37936"/>
                </a:moveTo>
                <a:lnTo>
                  <a:pt x="1849141" y="37936"/>
                </a:lnTo>
                <a:lnTo>
                  <a:pt x="1872167" y="107786"/>
                </a:lnTo>
                <a:lnTo>
                  <a:pt x="1872135" y="107883"/>
                </a:lnTo>
                <a:lnTo>
                  <a:pt x="1872199" y="107883"/>
                </a:lnTo>
                <a:lnTo>
                  <a:pt x="1872167" y="107786"/>
                </a:lnTo>
                <a:lnTo>
                  <a:pt x="1895193" y="37936"/>
                </a:lnTo>
                <a:lnTo>
                  <a:pt x="1919732" y="37936"/>
                </a:lnTo>
                <a:lnTo>
                  <a:pt x="1885982" y="129137"/>
                </a:lnTo>
                <a:lnTo>
                  <a:pt x="1858029" y="129137"/>
                </a:lnTo>
                <a:close/>
                <a:moveTo>
                  <a:pt x="1821704" y="37936"/>
                </a:moveTo>
                <a:lnTo>
                  <a:pt x="1821704" y="38000"/>
                </a:lnTo>
                <a:lnTo>
                  <a:pt x="1821677" y="38000"/>
                </a:lnTo>
                <a:close/>
                <a:moveTo>
                  <a:pt x="650323" y="37936"/>
                </a:moveTo>
                <a:lnTo>
                  <a:pt x="673381" y="37936"/>
                </a:lnTo>
                <a:lnTo>
                  <a:pt x="673381" y="88174"/>
                </a:lnTo>
                <a:cubicBezTo>
                  <a:pt x="673381" y="95388"/>
                  <a:pt x="675184" y="100991"/>
                  <a:pt x="678791" y="104855"/>
                </a:cubicBezTo>
                <a:cubicBezTo>
                  <a:pt x="682398" y="108720"/>
                  <a:pt x="687357" y="110717"/>
                  <a:pt x="693605" y="110717"/>
                </a:cubicBezTo>
                <a:cubicBezTo>
                  <a:pt x="699852" y="110717"/>
                  <a:pt x="704941" y="108784"/>
                  <a:pt x="708612" y="104855"/>
                </a:cubicBezTo>
                <a:cubicBezTo>
                  <a:pt x="712283" y="100927"/>
                  <a:pt x="714022" y="95388"/>
                  <a:pt x="714022" y="88174"/>
                </a:cubicBezTo>
                <a:lnTo>
                  <a:pt x="714022" y="37936"/>
                </a:lnTo>
                <a:lnTo>
                  <a:pt x="737209" y="37936"/>
                </a:lnTo>
                <a:lnTo>
                  <a:pt x="737273" y="37936"/>
                </a:lnTo>
                <a:lnTo>
                  <a:pt x="737273" y="129137"/>
                </a:lnTo>
                <a:lnTo>
                  <a:pt x="714087" y="129137"/>
                </a:lnTo>
                <a:lnTo>
                  <a:pt x="714087" y="117608"/>
                </a:lnTo>
                <a:cubicBezTo>
                  <a:pt x="711124" y="121537"/>
                  <a:pt x="707259" y="124693"/>
                  <a:pt x="702493" y="126883"/>
                </a:cubicBezTo>
                <a:cubicBezTo>
                  <a:pt x="697727" y="129137"/>
                  <a:pt x="692510" y="130232"/>
                  <a:pt x="686907" y="130232"/>
                </a:cubicBezTo>
                <a:cubicBezTo>
                  <a:pt x="679757" y="130232"/>
                  <a:pt x="673445" y="128751"/>
                  <a:pt x="667971" y="125723"/>
                </a:cubicBezTo>
                <a:cubicBezTo>
                  <a:pt x="662496" y="122696"/>
                  <a:pt x="658181" y="118252"/>
                  <a:pt x="655025" y="112391"/>
                </a:cubicBezTo>
                <a:cubicBezTo>
                  <a:pt x="651869" y="106530"/>
                  <a:pt x="650323" y="99510"/>
                  <a:pt x="650323" y="91394"/>
                </a:cubicBezTo>
                <a:close/>
                <a:moveTo>
                  <a:pt x="394755" y="37936"/>
                </a:moveTo>
                <a:lnTo>
                  <a:pt x="417813" y="37936"/>
                </a:lnTo>
                <a:lnTo>
                  <a:pt x="417813" y="129137"/>
                </a:lnTo>
                <a:lnTo>
                  <a:pt x="394755" y="129137"/>
                </a:lnTo>
                <a:close/>
                <a:moveTo>
                  <a:pt x="2387138" y="36648"/>
                </a:moveTo>
                <a:cubicBezTo>
                  <a:pt x="2398023" y="36648"/>
                  <a:pt x="2406782" y="40062"/>
                  <a:pt x="2413481" y="46953"/>
                </a:cubicBezTo>
                <a:lnTo>
                  <a:pt x="2413481" y="46889"/>
                </a:lnTo>
                <a:cubicBezTo>
                  <a:pt x="2420179" y="53716"/>
                  <a:pt x="2423528" y="63313"/>
                  <a:pt x="2423528" y="75615"/>
                </a:cubicBezTo>
                <a:lnTo>
                  <a:pt x="2423528" y="129137"/>
                </a:lnTo>
                <a:lnTo>
                  <a:pt x="2400470" y="129137"/>
                </a:lnTo>
                <a:lnTo>
                  <a:pt x="2400470" y="78771"/>
                </a:lnTo>
                <a:cubicBezTo>
                  <a:pt x="2400470" y="71557"/>
                  <a:pt x="2398667" y="65953"/>
                  <a:pt x="2395060" y="62089"/>
                </a:cubicBezTo>
                <a:cubicBezTo>
                  <a:pt x="2391453" y="58225"/>
                  <a:pt x="2386494" y="56228"/>
                  <a:pt x="2380246" y="56228"/>
                </a:cubicBezTo>
                <a:cubicBezTo>
                  <a:pt x="2373999" y="56228"/>
                  <a:pt x="2368846" y="58160"/>
                  <a:pt x="2365175" y="62089"/>
                </a:cubicBezTo>
                <a:cubicBezTo>
                  <a:pt x="2361504" y="65953"/>
                  <a:pt x="2359636" y="71557"/>
                  <a:pt x="2359636" y="78771"/>
                </a:cubicBezTo>
                <a:lnTo>
                  <a:pt x="2359636" y="129137"/>
                </a:lnTo>
                <a:lnTo>
                  <a:pt x="2336578" y="129137"/>
                </a:lnTo>
                <a:lnTo>
                  <a:pt x="2336578" y="37936"/>
                </a:lnTo>
                <a:lnTo>
                  <a:pt x="2359636" y="37936"/>
                </a:lnTo>
                <a:lnTo>
                  <a:pt x="2359636" y="49272"/>
                </a:lnTo>
                <a:cubicBezTo>
                  <a:pt x="2362727" y="45343"/>
                  <a:pt x="2366656" y="42251"/>
                  <a:pt x="2371423" y="39997"/>
                </a:cubicBezTo>
                <a:cubicBezTo>
                  <a:pt x="2376189" y="37743"/>
                  <a:pt x="2381406" y="36648"/>
                  <a:pt x="2387138" y="36648"/>
                </a:cubicBezTo>
                <a:close/>
                <a:moveTo>
                  <a:pt x="2028967" y="36648"/>
                </a:moveTo>
                <a:cubicBezTo>
                  <a:pt x="2039852" y="36648"/>
                  <a:pt x="2048611" y="40062"/>
                  <a:pt x="2055309" y="46953"/>
                </a:cubicBezTo>
                <a:lnTo>
                  <a:pt x="2055309" y="46889"/>
                </a:lnTo>
                <a:cubicBezTo>
                  <a:pt x="2062008" y="53716"/>
                  <a:pt x="2065357" y="63313"/>
                  <a:pt x="2065357" y="75615"/>
                </a:cubicBezTo>
                <a:lnTo>
                  <a:pt x="2065357" y="129137"/>
                </a:lnTo>
                <a:lnTo>
                  <a:pt x="2042299" y="129137"/>
                </a:lnTo>
                <a:lnTo>
                  <a:pt x="2042299" y="78771"/>
                </a:lnTo>
                <a:cubicBezTo>
                  <a:pt x="2042299" y="71557"/>
                  <a:pt x="2040496" y="65953"/>
                  <a:pt x="2036889" y="62089"/>
                </a:cubicBezTo>
                <a:cubicBezTo>
                  <a:pt x="2033282" y="58225"/>
                  <a:pt x="2028323" y="56228"/>
                  <a:pt x="2022075" y="56228"/>
                </a:cubicBezTo>
                <a:cubicBezTo>
                  <a:pt x="2015828" y="56228"/>
                  <a:pt x="2010675" y="58160"/>
                  <a:pt x="2007004" y="62089"/>
                </a:cubicBezTo>
                <a:cubicBezTo>
                  <a:pt x="2003333" y="65953"/>
                  <a:pt x="2001465" y="71557"/>
                  <a:pt x="2001465" y="78771"/>
                </a:cubicBezTo>
                <a:lnTo>
                  <a:pt x="2001465" y="129137"/>
                </a:lnTo>
                <a:lnTo>
                  <a:pt x="1978407" y="129137"/>
                </a:lnTo>
                <a:lnTo>
                  <a:pt x="1978407" y="37936"/>
                </a:lnTo>
                <a:lnTo>
                  <a:pt x="2001465" y="37936"/>
                </a:lnTo>
                <a:lnTo>
                  <a:pt x="2001465" y="49272"/>
                </a:lnTo>
                <a:cubicBezTo>
                  <a:pt x="2004556" y="45343"/>
                  <a:pt x="2008485" y="42251"/>
                  <a:pt x="2013251" y="39997"/>
                </a:cubicBezTo>
                <a:cubicBezTo>
                  <a:pt x="2018018" y="37743"/>
                  <a:pt x="2023235" y="36648"/>
                  <a:pt x="2028967" y="36648"/>
                </a:cubicBezTo>
                <a:close/>
                <a:moveTo>
                  <a:pt x="1528198" y="36648"/>
                </a:moveTo>
                <a:cubicBezTo>
                  <a:pt x="1539083" y="36648"/>
                  <a:pt x="1547842" y="40062"/>
                  <a:pt x="1554541" y="46953"/>
                </a:cubicBezTo>
                <a:lnTo>
                  <a:pt x="1554541" y="46889"/>
                </a:lnTo>
                <a:cubicBezTo>
                  <a:pt x="1561239" y="53716"/>
                  <a:pt x="1564588" y="63313"/>
                  <a:pt x="1564588" y="75615"/>
                </a:cubicBezTo>
                <a:lnTo>
                  <a:pt x="1564588" y="129137"/>
                </a:lnTo>
                <a:lnTo>
                  <a:pt x="1541530" y="129137"/>
                </a:lnTo>
                <a:lnTo>
                  <a:pt x="1541530" y="78771"/>
                </a:lnTo>
                <a:cubicBezTo>
                  <a:pt x="1541530" y="71557"/>
                  <a:pt x="1539727" y="65953"/>
                  <a:pt x="1536120" y="62089"/>
                </a:cubicBezTo>
                <a:cubicBezTo>
                  <a:pt x="1532513" y="58225"/>
                  <a:pt x="1527554" y="56228"/>
                  <a:pt x="1521306" y="56228"/>
                </a:cubicBezTo>
                <a:cubicBezTo>
                  <a:pt x="1515059" y="56228"/>
                  <a:pt x="1509906" y="58160"/>
                  <a:pt x="1506235" y="62089"/>
                </a:cubicBezTo>
                <a:cubicBezTo>
                  <a:pt x="1502564" y="65953"/>
                  <a:pt x="1500696" y="71557"/>
                  <a:pt x="1500696" y="78771"/>
                </a:cubicBezTo>
                <a:lnTo>
                  <a:pt x="1500696" y="129137"/>
                </a:lnTo>
                <a:lnTo>
                  <a:pt x="1477638" y="129137"/>
                </a:lnTo>
                <a:lnTo>
                  <a:pt x="1477638" y="37936"/>
                </a:lnTo>
                <a:lnTo>
                  <a:pt x="1500696" y="37936"/>
                </a:lnTo>
                <a:lnTo>
                  <a:pt x="1500696" y="49272"/>
                </a:lnTo>
                <a:cubicBezTo>
                  <a:pt x="1503787" y="45343"/>
                  <a:pt x="1507716" y="42251"/>
                  <a:pt x="1512483" y="39997"/>
                </a:cubicBezTo>
                <a:cubicBezTo>
                  <a:pt x="1517249" y="37743"/>
                  <a:pt x="1522466" y="36648"/>
                  <a:pt x="1528198" y="36648"/>
                </a:cubicBezTo>
                <a:close/>
                <a:moveTo>
                  <a:pt x="1023694" y="36648"/>
                </a:moveTo>
                <a:cubicBezTo>
                  <a:pt x="1034579" y="36648"/>
                  <a:pt x="1043338" y="40062"/>
                  <a:pt x="1050037" y="46953"/>
                </a:cubicBezTo>
                <a:lnTo>
                  <a:pt x="1050037" y="46889"/>
                </a:lnTo>
                <a:cubicBezTo>
                  <a:pt x="1056735" y="53716"/>
                  <a:pt x="1060084" y="63313"/>
                  <a:pt x="1060084" y="75615"/>
                </a:cubicBezTo>
                <a:lnTo>
                  <a:pt x="1060084" y="129137"/>
                </a:lnTo>
                <a:lnTo>
                  <a:pt x="1037026" y="129137"/>
                </a:lnTo>
                <a:lnTo>
                  <a:pt x="1037026" y="78771"/>
                </a:lnTo>
                <a:cubicBezTo>
                  <a:pt x="1037026" y="71557"/>
                  <a:pt x="1035223" y="65953"/>
                  <a:pt x="1031616" y="62089"/>
                </a:cubicBezTo>
                <a:cubicBezTo>
                  <a:pt x="1028009" y="58225"/>
                  <a:pt x="1023050" y="56228"/>
                  <a:pt x="1016802" y="56228"/>
                </a:cubicBezTo>
                <a:cubicBezTo>
                  <a:pt x="1010555" y="56228"/>
                  <a:pt x="1005402" y="58160"/>
                  <a:pt x="1001731" y="62089"/>
                </a:cubicBezTo>
                <a:cubicBezTo>
                  <a:pt x="998060" y="65953"/>
                  <a:pt x="996192" y="71557"/>
                  <a:pt x="996192" y="78771"/>
                </a:cubicBezTo>
                <a:lnTo>
                  <a:pt x="996192" y="129137"/>
                </a:lnTo>
                <a:lnTo>
                  <a:pt x="973134" y="129137"/>
                </a:lnTo>
                <a:lnTo>
                  <a:pt x="973134" y="37936"/>
                </a:lnTo>
                <a:lnTo>
                  <a:pt x="996192" y="37936"/>
                </a:lnTo>
                <a:lnTo>
                  <a:pt x="996192" y="49272"/>
                </a:lnTo>
                <a:cubicBezTo>
                  <a:pt x="999283" y="45343"/>
                  <a:pt x="1003212" y="42251"/>
                  <a:pt x="1007979" y="39997"/>
                </a:cubicBezTo>
                <a:cubicBezTo>
                  <a:pt x="1012745" y="37743"/>
                  <a:pt x="1017962" y="36648"/>
                  <a:pt x="1023694" y="36648"/>
                </a:cubicBezTo>
                <a:close/>
                <a:moveTo>
                  <a:pt x="246746" y="36648"/>
                </a:moveTo>
                <a:cubicBezTo>
                  <a:pt x="257631" y="36648"/>
                  <a:pt x="266390" y="40062"/>
                  <a:pt x="273089" y="46953"/>
                </a:cubicBezTo>
                <a:lnTo>
                  <a:pt x="273089" y="46889"/>
                </a:lnTo>
                <a:cubicBezTo>
                  <a:pt x="279787" y="53716"/>
                  <a:pt x="283136" y="63313"/>
                  <a:pt x="283136" y="75615"/>
                </a:cubicBezTo>
                <a:lnTo>
                  <a:pt x="283136" y="129137"/>
                </a:lnTo>
                <a:lnTo>
                  <a:pt x="260078" y="129137"/>
                </a:lnTo>
                <a:lnTo>
                  <a:pt x="260078" y="78771"/>
                </a:lnTo>
                <a:cubicBezTo>
                  <a:pt x="260078" y="71557"/>
                  <a:pt x="258275" y="65953"/>
                  <a:pt x="254668" y="62089"/>
                </a:cubicBezTo>
                <a:cubicBezTo>
                  <a:pt x="251061" y="58225"/>
                  <a:pt x="246102" y="56228"/>
                  <a:pt x="239854" y="56228"/>
                </a:cubicBezTo>
                <a:cubicBezTo>
                  <a:pt x="233607" y="56228"/>
                  <a:pt x="228454" y="58160"/>
                  <a:pt x="224783" y="62089"/>
                </a:cubicBezTo>
                <a:cubicBezTo>
                  <a:pt x="221112" y="65953"/>
                  <a:pt x="219244" y="71557"/>
                  <a:pt x="219244" y="78771"/>
                </a:cubicBezTo>
                <a:lnTo>
                  <a:pt x="219244" y="129137"/>
                </a:lnTo>
                <a:lnTo>
                  <a:pt x="196186" y="129137"/>
                </a:lnTo>
                <a:lnTo>
                  <a:pt x="196186" y="37936"/>
                </a:lnTo>
                <a:lnTo>
                  <a:pt x="219244" y="37936"/>
                </a:lnTo>
                <a:lnTo>
                  <a:pt x="219244" y="49272"/>
                </a:lnTo>
                <a:cubicBezTo>
                  <a:pt x="222335" y="45343"/>
                  <a:pt x="226264" y="42251"/>
                  <a:pt x="231031" y="39997"/>
                </a:cubicBezTo>
                <a:cubicBezTo>
                  <a:pt x="235797" y="37743"/>
                  <a:pt x="241014" y="36648"/>
                  <a:pt x="246746" y="36648"/>
                </a:cubicBezTo>
                <a:close/>
                <a:moveTo>
                  <a:pt x="1131899" y="36584"/>
                </a:moveTo>
                <a:cubicBezTo>
                  <a:pt x="1139048" y="36584"/>
                  <a:pt x="1145424" y="38065"/>
                  <a:pt x="1150963" y="41093"/>
                </a:cubicBezTo>
                <a:cubicBezTo>
                  <a:pt x="1156567" y="44120"/>
                  <a:pt x="1160882" y="48435"/>
                  <a:pt x="1163974" y="54038"/>
                </a:cubicBezTo>
                <a:cubicBezTo>
                  <a:pt x="1166937" y="48757"/>
                  <a:pt x="1171252" y="44571"/>
                  <a:pt x="1176920" y="41350"/>
                </a:cubicBezTo>
                <a:cubicBezTo>
                  <a:pt x="1182588" y="38194"/>
                  <a:pt x="1188706" y="36584"/>
                  <a:pt x="1195276" y="36584"/>
                </a:cubicBezTo>
                <a:cubicBezTo>
                  <a:pt x="1206483" y="36584"/>
                  <a:pt x="1215500" y="39998"/>
                  <a:pt x="1222327" y="46889"/>
                </a:cubicBezTo>
                <a:cubicBezTo>
                  <a:pt x="1229154" y="53716"/>
                  <a:pt x="1232632" y="63313"/>
                  <a:pt x="1232632" y="75615"/>
                </a:cubicBezTo>
                <a:lnTo>
                  <a:pt x="1232632" y="129138"/>
                </a:lnTo>
                <a:lnTo>
                  <a:pt x="1209574" y="129138"/>
                </a:lnTo>
                <a:lnTo>
                  <a:pt x="1209574" y="78771"/>
                </a:lnTo>
                <a:cubicBezTo>
                  <a:pt x="1209574" y="71622"/>
                  <a:pt x="1207771" y="66147"/>
                  <a:pt x="1204164" y="62411"/>
                </a:cubicBezTo>
                <a:cubicBezTo>
                  <a:pt x="1200557" y="58611"/>
                  <a:pt x="1195598" y="56744"/>
                  <a:pt x="1189350" y="56744"/>
                </a:cubicBezTo>
                <a:cubicBezTo>
                  <a:pt x="1183103" y="56744"/>
                  <a:pt x="1178143" y="58611"/>
                  <a:pt x="1174472" y="62411"/>
                </a:cubicBezTo>
                <a:cubicBezTo>
                  <a:pt x="1170801" y="66211"/>
                  <a:pt x="1168933" y="71686"/>
                  <a:pt x="1168933" y="78771"/>
                </a:cubicBezTo>
                <a:lnTo>
                  <a:pt x="1168933" y="129138"/>
                </a:lnTo>
                <a:lnTo>
                  <a:pt x="1145875" y="129138"/>
                </a:lnTo>
                <a:lnTo>
                  <a:pt x="1145875" y="78771"/>
                </a:lnTo>
                <a:cubicBezTo>
                  <a:pt x="1145875" y="71622"/>
                  <a:pt x="1144072" y="66147"/>
                  <a:pt x="1140465" y="62411"/>
                </a:cubicBezTo>
                <a:cubicBezTo>
                  <a:pt x="1136858" y="58611"/>
                  <a:pt x="1131899" y="56744"/>
                  <a:pt x="1125651" y="56744"/>
                </a:cubicBezTo>
                <a:cubicBezTo>
                  <a:pt x="1119404" y="56744"/>
                  <a:pt x="1114251" y="58611"/>
                  <a:pt x="1110580" y="62411"/>
                </a:cubicBezTo>
                <a:cubicBezTo>
                  <a:pt x="1106909" y="66211"/>
                  <a:pt x="1105041" y="71686"/>
                  <a:pt x="1105041" y="78771"/>
                </a:cubicBezTo>
                <a:lnTo>
                  <a:pt x="1105041" y="129138"/>
                </a:lnTo>
                <a:lnTo>
                  <a:pt x="1081983" y="129138"/>
                </a:lnTo>
                <a:lnTo>
                  <a:pt x="1081983" y="37937"/>
                </a:lnTo>
                <a:lnTo>
                  <a:pt x="1105041" y="37937"/>
                </a:lnTo>
                <a:lnTo>
                  <a:pt x="1105041" y="48950"/>
                </a:lnTo>
                <a:cubicBezTo>
                  <a:pt x="1108004" y="45086"/>
                  <a:pt x="1111804" y="42123"/>
                  <a:pt x="1116505" y="39869"/>
                </a:cubicBezTo>
                <a:cubicBezTo>
                  <a:pt x="1121207" y="37615"/>
                  <a:pt x="1126295" y="36584"/>
                  <a:pt x="1131899" y="36584"/>
                </a:cubicBezTo>
                <a:close/>
                <a:moveTo>
                  <a:pt x="2861048" y="36455"/>
                </a:moveTo>
                <a:cubicBezTo>
                  <a:pt x="2870065" y="36455"/>
                  <a:pt x="2877472" y="38323"/>
                  <a:pt x="2884364" y="42058"/>
                </a:cubicBezTo>
                <a:cubicBezTo>
                  <a:pt x="2891191" y="45794"/>
                  <a:pt x="2896537" y="51076"/>
                  <a:pt x="2900337" y="57967"/>
                </a:cubicBezTo>
                <a:cubicBezTo>
                  <a:pt x="2904137" y="64794"/>
                  <a:pt x="2906005" y="72716"/>
                  <a:pt x="2906005" y="81605"/>
                </a:cubicBezTo>
                <a:cubicBezTo>
                  <a:pt x="2906005" y="84889"/>
                  <a:pt x="2905812" y="87852"/>
                  <a:pt x="2905361" y="90493"/>
                </a:cubicBezTo>
                <a:lnTo>
                  <a:pt x="2905361" y="90429"/>
                </a:lnTo>
                <a:lnTo>
                  <a:pt x="2838699" y="90429"/>
                </a:lnTo>
                <a:cubicBezTo>
                  <a:pt x="2839214" y="96998"/>
                  <a:pt x="2841533" y="102151"/>
                  <a:pt x="2845591" y="105886"/>
                </a:cubicBezTo>
                <a:cubicBezTo>
                  <a:pt x="2849648" y="109622"/>
                  <a:pt x="2854672" y="111490"/>
                  <a:pt x="2860598" y="111490"/>
                </a:cubicBezTo>
                <a:cubicBezTo>
                  <a:pt x="2869164" y="111490"/>
                  <a:pt x="2875218" y="107819"/>
                  <a:pt x="2878889" y="100476"/>
                </a:cubicBezTo>
                <a:lnTo>
                  <a:pt x="2903751" y="100476"/>
                </a:lnTo>
                <a:cubicBezTo>
                  <a:pt x="2901110" y="109236"/>
                  <a:pt x="2896086" y="116449"/>
                  <a:pt x="2888615" y="122117"/>
                </a:cubicBezTo>
                <a:cubicBezTo>
                  <a:pt x="2881144" y="127785"/>
                  <a:pt x="2871998" y="130619"/>
                  <a:pt x="2861113" y="130619"/>
                </a:cubicBezTo>
                <a:cubicBezTo>
                  <a:pt x="2852353" y="130619"/>
                  <a:pt x="2844431" y="128687"/>
                  <a:pt x="2837475" y="124758"/>
                </a:cubicBezTo>
                <a:cubicBezTo>
                  <a:pt x="2830519" y="120893"/>
                  <a:pt x="2825045" y="115354"/>
                  <a:pt x="2821180" y="108205"/>
                </a:cubicBezTo>
                <a:cubicBezTo>
                  <a:pt x="2817316" y="101056"/>
                  <a:pt x="2815319" y="92812"/>
                  <a:pt x="2815319" y="83537"/>
                </a:cubicBezTo>
                <a:cubicBezTo>
                  <a:pt x="2815319" y="74262"/>
                  <a:pt x="2817251" y="65825"/>
                  <a:pt x="2821051" y="58676"/>
                </a:cubicBezTo>
                <a:cubicBezTo>
                  <a:pt x="2824916" y="51526"/>
                  <a:pt x="2830262" y="46052"/>
                  <a:pt x="2837153" y="42187"/>
                </a:cubicBezTo>
                <a:cubicBezTo>
                  <a:pt x="2844045" y="38323"/>
                  <a:pt x="2852031" y="36455"/>
                  <a:pt x="2861048" y="36455"/>
                </a:cubicBezTo>
                <a:close/>
                <a:moveTo>
                  <a:pt x="2590794" y="36455"/>
                </a:moveTo>
                <a:cubicBezTo>
                  <a:pt x="2597621" y="36455"/>
                  <a:pt x="2603547" y="37808"/>
                  <a:pt x="2608635" y="40577"/>
                </a:cubicBezTo>
                <a:cubicBezTo>
                  <a:pt x="2613723" y="43347"/>
                  <a:pt x="2617845" y="46760"/>
                  <a:pt x="2620873" y="50947"/>
                </a:cubicBezTo>
                <a:lnTo>
                  <a:pt x="2620873" y="37936"/>
                </a:lnTo>
                <a:lnTo>
                  <a:pt x="2644059" y="37936"/>
                </a:lnTo>
                <a:lnTo>
                  <a:pt x="2644059" y="129137"/>
                </a:lnTo>
                <a:lnTo>
                  <a:pt x="2620873" y="129137"/>
                </a:lnTo>
                <a:lnTo>
                  <a:pt x="2620873" y="115805"/>
                </a:lnTo>
                <a:cubicBezTo>
                  <a:pt x="2617910" y="120056"/>
                  <a:pt x="2613852" y="123598"/>
                  <a:pt x="2608635" y="126432"/>
                </a:cubicBezTo>
                <a:cubicBezTo>
                  <a:pt x="2603418" y="129202"/>
                  <a:pt x="2597428" y="130619"/>
                  <a:pt x="2590601" y="130619"/>
                </a:cubicBezTo>
                <a:cubicBezTo>
                  <a:pt x="2582936" y="130619"/>
                  <a:pt x="2575916" y="128622"/>
                  <a:pt x="2569604" y="124693"/>
                </a:cubicBezTo>
                <a:cubicBezTo>
                  <a:pt x="2563292" y="120764"/>
                  <a:pt x="2558268" y="115161"/>
                  <a:pt x="2554597" y="108012"/>
                </a:cubicBezTo>
                <a:cubicBezTo>
                  <a:pt x="2550926" y="100798"/>
                  <a:pt x="2549058" y="92554"/>
                  <a:pt x="2549058" y="83215"/>
                </a:cubicBezTo>
                <a:cubicBezTo>
                  <a:pt x="2549058" y="73876"/>
                  <a:pt x="2550926" y="65825"/>
                  <a:pt x="2554597" y="58676"/>
                </a:cubicBezTo>
                <a:lnTo>
                  <a:pt x="2554662" y="58676"/>
                </a:lnTo>
                <a:cubicBezTo>
                  <a:pt x="2558333" y="51526"/>
                  <a:pt x="2563356" y="46052"/>
                  <a:pt x="2569669" y="42187"/>
                </a:cubicBezTo>
                <a:cubicBezTo>
                  <a:pt x="2575981" y="38323"/>
                  <a:pt x="2583001" y="36455"/>
                  <a:pt x="2590794" y="36455"/>
                </a:cubicBezTo>
                <a:close/>
                <a:moveTo>
                  <a:pt x="2227020" y="36455"/>
                </a:moveTo>
                <a:cubicBezTo>
                  <a:pt x="2235844" y="36455"/>
                  <a:pt x="2243766" y="38387"/>
                  <a:pt x="2250915" y="42316"/>
                </a:cubicBezTo>
                <a:cubicBezTo>
                  <a:pt x="2258064" y="46181"/>
                  <a:pt x="2263668" y="51720"/>
                  <a:pt x="2267790" y="58869"/>
                </a:cubicBezTo>
                <a:cubicBezTo>
                  <a:pt x="2271912" y="66018"/>
                  <a:pt x="2273973" y="74262"/>
                  <a:pt x="2273973" y="83537"/>
                </a:cubicBezTo>
                <a:cubicBezTo>
                  <a:pt x="2273973" y="92812"/>
                  <a:pt x="2271848" y="101120"/>
                  <a:pt x="2267661" y="108205"/>
                </a:cubicBezTo>
                <a:cubicBezTo>
                  <a:pt x="2263475" y="115290"/>
                  <a:pt x="2257743" y="120829"/>
                  <a:pt x="2250529" y="124758"/>
                </a:cubicBezTo>
                <a:cubicBezTo>
                  <a:pt x="2243315" y="128622"/>
                  <a:pt x="2235329" y="130619"/>
                  <a:pt x="2226440" y="130619"/>
                </a:cubicBezTo>
                <a:cubicBezTo>
                  <a:pt x="2217552" y="130619"/>
                  <a:pt x="2209759" y="128687"/>
                  <a:pt x="2202738" y="124758"/>
                </a:cubicBezTo>
                <a:lnTo>
                  <a:pt x="2202610" y="124758"/>
                </a:lnTo>
                <a:cubicBezTo>
                  <a:pt x="2195589" y="120893"/>
                  <a:pt x="2190050" y="115354"/>
                  <a:pt x="2186057" y="108205"/>
                </a:cubicBezTo>
                <a:cubicBezTo>
                  <a:pt x="2182064" y="101056"/>
                  <a:pt x="2180067" y="92812"/>
                  <a:pt x="2180067" y="83537"/>
                </a:cubicBezTo>
                <a:cubicBezTo>
                  <a:pt x="2180067" y="74262"/>
                  <a:pt x="2182128" y="65954"/>
                  <a:pt x="2186250" y="58869"/>
                </a:cubicBezTo>
                <a:cubicBezTo>
                  <a:pt x="2190372" y="51720"/>
                  <a:pt x="2195976" y="46245"/>
                  <a:pt x="2203125" y="42316"/>
                </a:cubicBezTo>
                <a:cubicBezTo>
                  <a:pt x="2210274" y="38452"/>
                  <a:pt x="2218196" y="36455"/>
                  <a:pt x="2227020" y="36455"/>
                </a:cubicBezTo>
                <a:close/>
                <a:moveTo>
                  <a:pt x="1401830" y="36455"/>
                </a:moveTo>
                <a:cubicBezTo>
                  <a:pt x="1408657" y="36455"/>
                  <a:pt x="1414583" y="37808"/>
                  <a:pt x="1419671" y="40577"/>
                </a:cubicBezTo>
                <a:cubicBezTo>
                  <a:pt x="1424759" y="43347"/>
                  <a:pt x="1428881" y="46760"/>
                  <a:pt x="1431909" y="50947"/>
                </a:cubicBezTo>
                <a:lnTo>
                  <a:pt x="1431909" y="37936"/>
                </a:lnTo>
                <a:lnTo>
                  <a:pt x="1455095" y="37936"/>
                </a:lnTo>
                <a:lnTo>
                  <a:pt x="1455095" y="129137"/>
                </a:lnTo>
                <a:lnTo>
                  <a:pt x="1431909" y="129137"/>
                </a:lnTo>
                <a:lnTo>
                  <a:pt x="1431909" y="115805"/>
                </a:lnTo>
                <a:cubicBezTo>
                  <a:pt x="1428946" y="120056"/>
                  <a:pt x="1424888" y="123598"/>
                  <a:pt x="1419671" y="126432"/>
                </a:cubicBezTo>
                <a:cubicBezTo>
                  <a:pt x="1414454" y="129202"/>
                  <a:pt x="1408464" y="130619"/>
                  <a:pt x="1401637" y="130619"/>
                </a:cubicBezTo>
                <a:cubicBezTo>
                  <a:pt x="1393972" y="130619"/>
                  <a:pt x="1386952" y="128622"/>
                  <a:pt x="1380640" y="124693"/>
                </a:cubicBezTo>
                <a:cubicBezTo>
                  <a:pt x="1374328" y="120764"/>
                  <a:pt x="1369304" y="115161"/>
                  <a:pt x="1365633" y="108012"/>
                </a:cubicBezTo>
                <a:cubicBezTo>
                  <a:pt x="1361962" y="100798"/>
                  <a:pt x="1360094" y="92554"/>
                  <a:pt x="1360094" y="83215"/>
                </a:cubicBezTo>
                <a:cubicBezTo>
                  <a:pt x="1360094" y="73876"/>
                  <a:pt x="1361962" y="65825"/>
                  <a:pt x="1365633" y="58676"/>
                </a:cubicBezTo>
                <a:lnTo>
                  <a:pt x="1365697" y="58676"/>
                </a:lnTo>
                <a:cubicBezTo>
                  <a:pt x="1369369" y="51526"/>
                  <a:pt x="1374392" y="46052"/>
                  <a:pt x="1380704" y="42187"/>
                </a:cubicBezTo>
                <a:cubicBezTo>
                  <a:pt x="1387016" y="38323"/>
                  <a:pt x="1394037" y="36455"/>
                  <a:pt x="1401830" y="36455"/>
                </a:cubicBezTo>
                <a:close/>
                <a:moveTo>
                  <a:pt x="1290212" y="36455"/>
                </a:moveTo>
                <a:cubicBezTo>
                  <a:pt x="1297039" y="36455"/>
                  <a:pt x="1302965" y="37808"/>
                  <a:pt x="1308053" y="40577"/>
                </a:cubicBezTo>
                <a:cubicBezTo>
                  <a:pt x="1313141" y="43347"/>
                  <a:pt x="1317263" y="46760"/>
                  <a:pt x="1320291" y="50947"/>
                </a:cubicBezTo>
                <a:lnTo>
                  <a:pt x="1320291" y="37936"/>
                </a:lnTo>
                <a:lnTo>
                  <a:pt x="1343477" y="37936"/>
                </a:lnTo>
                <a:lnTo>
                  <a:pt x="1343477" y="129137"/>
                </a:lnTo>
                <a:lnTo>
                  <a:pt x="1320291" y="129137"/>
                </a:lnTo>
                <a:lnTo>
                  <a:pt x="1320291" y="115805"/>
                </a:lnTo>
                <a:cubicBezTo>
                  <a:pt x="1317328" y="120056"/>
                  <a:pt x="1313270" y="123598"/>
                  <a:pt x="1308053" y="126432"/>
                </a:cubicBezTo>
                <a:cubicBezTo>
                  <a:pt x="1302836" y="129202"/>
                  <a:pt x="1296846" y="130619"/>
                  <a:pt x="1290019" y="130619"/>
                </a:cubicBezTo>
                <a:cubicBezTo>
                  <a:pt x="1282354" y="130619"/>
                  <a:pt x="1275334" y="128622"/>
                  <a:pt x="1269022" y="124693"/>
                </a:cubicBezTo>
                <a:cubicBezTo>
                  <a:pt x="1262710" y="120764"/>
                  <a:pt x="1257686" y="115161"/>
                  <a:pt x="1254015" y="108012"/>
                </a:cubicBezTo>
                <a:cubicBezTo>
                  <a:pt x="1250344" y="100798"/>
                  <a:pt x="1248476" y="92554"/>
                  <a:pt x="1248476" y="83215"/>
                </a:cubicBezTo>
                <a:cubicBezTo>
                  <a:pt x="1248476" y="73876"/>
                  <a:pt x="1250344" y="65825"/>
                  <a:pt x="1254015" y="58676"/>
                </a:cubicBezTo>
                <a:lnTo>
                  <a:pt x="1254080" y="58676"/>
                </a:lnTo>
                <a:cubicBezTo>
                  <a:pt x="1257751" y="51526"/>
                  <a:pt x="1262774" y="46052"/>
                  <a:pt x="1269086" y="42187"/>
                </a:cubicBezTo>
                <a:cubicBezTo>
                  <a:pt x="1275398" y="38323"/>
                  <a:pt x="1282419" y="36455"/>
                  <a:pt x="1290212" y="36455"/>
                </a:cubicBezTo>
                <a:close/>
                <a:moveTo>
                  <a:pt x="911431" y="36455"/>
                </a:moveTo>
                <a:cubicBezTo>
                  <a:pt x="920448" y="36455"/>
                  <a:pt x="927855" y="38323"/>
                  <a:pt x="934747" y="42058"/>
                </a:cubicBezTo>
                <a:cubicBezTo>
                  <a:pt x="941574" y="45794"/>
                  <a:pt x="946920" y="51076"/>
                  <a:pt x="950720" y="57967"/>
                </a:cubicBezTo>
                <a:cubicBezTo>
                  <a:pt x="954520" y="64794"/>
                  <a:pt x="956388" y="72716"/>
                  <a:pt x="956388" y="81605"/>
                </a:cubicBezTo>
                <a:cubicBezTo>
                  <a:pt x="956388" y="84889"/>
                  <a:pt x="956195" y="87852"/>
                  <a:pt x="955744" y="90493"/>
                </a:cubicBezTo>
                <a:lnTo>
                  <a:pt x="955744" y="90429"/>
                </a:lnTo>
                <a:lnTo>
                  <a:pt x="889082" y="90429"/>
                </a:lnTo>
                <a:cubicBezTo>
                  <a:pt x="889597" y="96998"/>
                  <a:pt x="891916" y="102151"/>
                  <a:pt x="895974" y="105886"/>
                </a:cubicBezTo>
                <a:cubicBezTo>
                  <a:pt x="900031" y="109622"/>
                  <a:pt x="905055" y="111490"/>
                  <a:pt x="910981" y="111490"/>
                </a:cubicBezTo>
                <a:cubicBezTo>
                  <a:pt x="919547" y="111490"/>
                  <a:pt x="925601" y="107819"/>
                  <a:pt x="929272" y="100476"/>
                </a:cubicBezTo>
                <a:lnTo>
                  <a:pt x="954134" y="100476"/>
                </a:lnTo>
                <a:cubicBezTo>
                  <a:pt x="951493" y="109236"/>
                  <a:pt x="946469" y="116449"/>
                  <a:pt x="938998" y="122117"/>
                </a:cubicBezTo>
                <a:cubicBezTo>
                  <a:pt x="931527" y="127785"/>
                  <a:pt x="922381" y="130619"/>
                  <a:pt x="911496" y="130619"/>
                </a:cubicBezTo>
                <a:cubicBezTo>
                  <a:pt x="902736" y="130619"/>
                  <a:pt x="894814" y="128687"/>
                  <a:pt x="887858" y="124758"/>
                </a:cubicBezTo>
                <a:cubicBezTo>
                  <a:pt x="880902" y="120893"/>
                  <a:pt x="875428" y="115354"/>
                  <a:pt x="871563" y="108205"/>
                </a:cubicBezTo>
                <a:cubicBezTo>
                  <a:pt x="867699" y="101056"/>
                  <a:pt x="865702" y="92812"/>
                  <a:pt x="865702" y="83537"/>
                </a:cubicBezTo>
                <a:cubicBezTo>
                  <a:pt x="865702" y="74262"/>
                  <a:pt x="867634" y="65825"/>
                  <a:pt x="871434" y="58676"/>
                </a:cubicBezTo>
                <a:cubicBezTo>
                  <a:pt x="875299" y="51526"/>
                  <a:pt x="880645" y="46052"/>
                  <a:pt x="887536" y="42187"/>
                </a:cubicBezTo>
                <a:cubicBezTo>
                  <a:pt x="894428" y="38323"/>
                  <a:pt x="902414" y="36455"/>
                  <a:pt x="911431" y="36455"/>
                </a:cubicBezTo>
                <a:close/>
                <a:moveTo>
                  <a:pt x="338269" y="36455"/>
                </a:moveTo>
                <a:cubicBezTo>
                  <a:pt x="349154" y="36455"/>
                  <a:pt x="357784" y="39160"/>
                  <a:pt x="364289" y="44635"/>
                </a:cubicBezTo>
                <a:cubicBezTo>
                  <a:pt x="370730" y="50045"/>
                  <a:pt x="374337" y="57387"/>
                  <a:pt x="374981" y="66598"/>
                </a:cubicBezTo>
                <a:lnTo>
                  <a:pt x="352954" y="66598"/>
                </a:lnTo>
                <a:cubicBezTo>
                  <a:pt x="352632" y="62991"/>
                  <a:pt x="351086" y="60093"/>
                  <a:pt x="348445" y="57967"/>
                </a:cubicBezTo>
                <a:cubicBezTo>
                  <a:pt x="345740" y="55842"/>
                  <a:pt x="342133" y="54747"/>
                  <a:pt x="337689" y="54747"/>
                </a:cubicBezTo>
                <a:cubicBezTo>
                  <a:pt x="333503" y="54747"/>
                  <a:pt x="330282" y="55520"/>
                  <a:pt x="328028" y="57065"/>
                </a:cubicBezTo>
                <a:cubicBezTo>
                  <a:pt x="325774" y="58611"/>
                  <a:pt x="324679" y="60737"/>
                  <a:pt x="324679" y="63506"/>
                </a:cubicBezTo>
                <a:cubicBezTo>
                  <a:pt x="324679" y="66598"/>
                  <a:pt x="326224" y="68916"/>
                  <a:pt x="329316" y="70527"/>
                </a:cubicBezTo>
                <a:cubicBezTo>
                  <a:pt x="332408" y="72137"/>
                  <a:pt x="337174" y="73747"/>
                  <a:pt x="343615" y="75357"/>
                </a:cubicBezTo>
                <a:cubicBezTo>
                  <a:pt x="350184" y="77032"/>
                  <a:pt x="355659" y="78706"/>
                  <a:pt x="359910" y="80445"/>
                </a:cubicBezTo>
                <a:cubicBezTo>
                  <a:pt x="364161" y="82184"/>
                  <a:pt x="367896" y="84889"/>
                  <a:pt x="371052" y="88625"/>
                </a:cubicBezTo>
                <a:cubicBezTo>
                  <a:pt x="374208" y="92296"/>
                  <a:pt x="375818" y="97127"/>
                  <a:pt x="375883" y="103181"/>
                </a:cubicBezTo>
                <a:cubicBezTo>
                  <a:pt x="375883" y="108463"/>
                  <a:pt x="374401" y="113164"/>
                  <a:pt x="371503" y="117351"/>
                </a:cubicBezTo>
                <a:cubicBezTo>
                  <a:pt x="368605" y="121537"/>
                  <a:pt x="364418" y="124758"/>
                  <a:pt x="359008" y="127141"/>
                </a:cubicBezTo>
                <a:cubicBezTo>
                  <a:pt x="353598" y="129524"/>
                  <a:pt x="347221" y="130683"/>
                  <a:pt x="340008" y="130683"/>
                </a:cubicBezTo>
                <a:cubicBezTo>
                  <a:pt x="332794" y="130683"/>
                  <a:pt x="325838" y="129331"/>
                  <a:pt x="319913" y="126626"/>
                </a:cubicBezTo>
                <a:lnTo>
                  <a:pt x="319848" y="126561"/>
                </a:lnTo>
                <a:cubicBezTo>
                  <a:pt x="313923" y="123856"/>
                  <a:pt x="309221" y="120249"/>
                  <a:pt x="305743" y="115612"/>
                </a:cubicBezTo>
                <a:cubicBezTo>
                  <a:pt x="302265" y="110975"/>
                  <a:pt x="300397" y="105886"/>
                  <a:pt x="300075" y="100283"/>
                </a:cubicBezTo>
                <a:lnTo>
                  <a:pt x="323262" y="100283"/>
                </a:lnTo>
                <a:cubicBezTo>
                  <a:pt x="323713" y="103825"/>
                  <a:pt x="325452" y="106724"/>
                  <a:pt x="328414" y="108978"/>
                </a:cubicBezTo>
                <a:cubicBezTo>
                  <a:pt x="331377" y="111232"/>
                  <a:pt x="335177" y="112456"/>
                  <a:pt x="339686" y="112456"/>
                </a:cubicBezTo>
                <a:cubicBezTo>
                  <a:pt x="344194" y="112456"/>
                  <a:pt x="347479" y="111554"/>
                  <a:pt x="349991" y="109815"/>
                </a:cubicBezTo>
                <a:cubicBezTo>
                  <a:pt x="352438" y="108076"/>
                  <a:pt x="353727" y="105822"/>
                  <a:pt x="353727" y="103052"/>
                </a:cubicBezTo>
                <a:cubicBezTo>
                  <a:pt x="353727" y="100090"/>
                  <a:pt x="352245" y="97835"/>
                  <a:pt x="349218" y="96354"/>
                </a:cubicBezTo>
                <a:cubicBezTo>
                  <a:pt x="346191" y="94873"/>
                  <a:pt x="341425" y="93262"/>
                  <a:pt x="334791" y="91523"/>
                </a:cubicBezTo>
                <a:cubicBezTo>
                  <a:pt x="327963" y="89849"/>
                  <a:pt x="322424" y="88174"/>
                  <a:pt x="318109" y="86435"/>
                </a:cubicBezTo>
                <a:cubicBezTo>
                  <a:pt x="313794" y="84696"/>
                  <a:pt x="310058" y="81991"/>
                  <a:pt x="306902" y="78384"/>
                </a:cubicBezTo>
                <a:cubicBezTo>
                  <a:pt x="303746" y="74777"/>
                  <a:pt x="302200" y="69883"/>
                  <a:pt x="302200" y="63764"/>
                </a:cubicBezTo>
                <a:cubicBezTo>
                  <a:pt x="302200" y="58740"/>
                  <a:pt x="303682" y="54103"/>
                  <a:pt x="306579" y="49916"/>
                </a:cubicBezTo>
                <a:cubicBezTo>
                  <a:pt x="309479" y="45730"/>
                  <a:pt x="313665" y="42445"/>
                  <a:pt x="319075" y="40062"/>
                </a:cubicBezTo>
                <a:cubicBezTo>
                  <a:pt x="324485" y="37679"/>
                  <a:pt x="330926" y="36455"/>
                  <a:pt x="338269" y="36455"/>
                </a:cubicBezTo>
                <a:close/>
                <a:moveTo>
                  <a:pt x="120314" y="36455"/>
                </a:moveTo>
                <a:cubicBezTo>
                  <a:pt x="127141" y="36455"/>
                  <a:pt x="133067" y="37808"/>
                  <a:pt x="138155" y="40577"/>
                </a:cubicBezTo>
                <a:cubicBezTo>
                  <a:pt x="143243" y="43347"/>
                  <a:pt x="147365" y="46760"/>
                  <a:pt x="150392" y="50947"/>
                </a:cubicBezTo>
                <a:lnTo>
                  <a:pt x="150392" y="37936"/>
                </a:lnTo>
                <a:lnTo>
                  <a:pt x="173579" y="37936"/>
                </a:lnTo>
                <a:lnTo>
                  <a:pt x="173579" y="129138"/>
                </a:lnTo>
                <a:lnTo>
                  <a:pt x="150392" y="129138"/>
                </a:lnTo>
                <a:lnTo>
                  <a:pt x="150392" y="115805"/>
                </a:lnTo>
                <a:cubicBezTo>
                  <a:pt x="147430" y="120056"/>
                  <a:pt x="143372" y="123598"/>
                  <a:pt x="138155" y="126432"/>
                </a:cubicBezTo>
                <a:cubicBezTo>
                  <a:pt x="132938" y="129202"/>
                  <a:pt x="126948" y="130619"/>
                  <a:pt x="120121" y="130619"/>
                </a:cubicBezTo>
                <a:cubicBezTo>
                  <a:pt x="112455" y="130619"/>
                  <a:pt x="105436" y="128622"/>
                  <a:pt x="99124" y="124693"/>
                </a:cubicBezTo>
                <a:cubicBezTo>
                  <a:pt x="92812" y="120765"/>
                  <a:pt x="87788" y="115161"/>
                  <a:pt x="84117" y="108012"/>
                </a:cubicBezTo>
                <a:cubicBezTo>
                  <a:pt x="80446" y="100798"/>
                  <a:pt x="78578" y="92554"/>
                  <a:pt x="78578" y="83215"/>
                </a:cubicBezTo>
                <a:cubicBezTo>
                  <a:pt x="78578" y="73876"/>
                  <a:pt x="80446" y="65825"/>
                  <a:pt x="84117" y="58676"/>
                </a:cubicBezTo>
                <a:lnTo>
                  <a:pt x="84181" y="58676"/>
                </a:lnTo>
                <a:cubicBezTo>
                  <a:pt x="87853" y="51526"/>
                  <a:pt x="92876" y="46052"/>
                  <a:pt x="99188" y="42187"/>
                </a:cubicBezTo>
                <a:cubicBezTo>
                  <a:pt x="105500" y="38323"/>
                  <a:pt x="112521" y="36455"/>
                  <a:pt x="120314" y="36455"/>
                </a:cubicBezTo>
                <a:close/>
                <a:moveTo>
                  <a:pt x="2449098" y="15393"/>
                </a:moveTo>
                <a:lnTo>
                  <a:pt x="2472285" y="15393"/>
                </a:lnTo>
                <a:lnTo>
                  <a:pt x="2472285" y="37936"/>
                </a:lnTo>
                <a:lnTo>
                  <a:pt x="2492702" y="37936"/>
                </a:lnTo>
                <a:lnTo>
                  <a:pt x="2492702" y="56871"/>
                </a:lnTo>
                <a:lnTo>
                  <a:pt x="2472285" y="56871"/>
                </a:lnTo>
                <a:lnTo>
                  <a:pt x="2472285" y="100991"/>
                </a:lnTo>
                <a:cubicBezTo>
                  <a:pt x="2472285" y="104082"/>
                  <a:pt x="2473058" y="106272"/>
                  <a:pt x="2474539" y="107689"/>
                </a:cubicBezTo>
                <a:cubicBezTo>
                  <a:pt x="2476020" y="109042"/>
                  <a:pt x="2478532" y="109750"/>
                  <a:pt x="2482010" y="109750"/>
                </a:cubicBezTo>
                <a:lnTo>
                  <a:pt x="2492702" y="109750"/>
                </a:lnTo>
                <a:lnTo>
                  <a:pt x="2492702" y="129201"/>
                </a:lnTo>
                <a:lnTo>
                  <a:pt x="2478210" y="129201"/>
                </a:lnTo>
                <a:cubicBezTo>
                  <a:pt x="2458759" y="129201"/>
                  <a:pt x="2449098" y="119733"/>
                  <a:pt x="2449098" y="100862"/>
                </a:cubicBezTo>
                <a:lnTo>
                  <a:pt x="2449098" y="56936"/>
                </a:lnTo>
                <a:lnTo>
                  <a:pt x="2438213" y="56936"/>
                </a:lnTo>
                <a:lnTo>
                  <a:pt x="2438213" y="38000"/>
                </a:lnTo>
                <a:lnTo>
                  <a:pt x="2449098" y="38000"/>
                </a:lnTo>
                <a:close/>
                <a:moveTo>
                  <a:pt x="536128" y="14234"/>
                </a:moveTo>
                <a:lnTo>
                  <a:pt x="559186" y="14234"/>
                </a:lnTo>
                <a:lnTo>
                  <a:pt x="559186" y="85340"/>
                </a:lnTo>
                <a:cubicBezTo>
                  <a:pt x="559186" y="93133"/>
                  <a:pt x="561183" y="99059"/>
                  <a:pt x="565305" y="103181"/>
                </a:cubicBezTo>
                <a:cubicBezTo>
                  <a:pt x="569362" y="107303"/>
                  <a:pt x="575095" y="109364"/>
                  <a:pt x="582437" y="109364"/>
                </a:cubicBezTo>
                <a:cubicBezTo>
                  <a:pt x="589780" y="109364"/>
                  <a:pt x="595641" y="107303"/>
                  <a:pt x="599698" y="103181"/>
                </a:cubicBezTo>
                <a:cubicBezTo>
                  <a:pt x="603756" y="99059"/>
                  <a:pt x="605817" y="93133"/>
                  <a:pt x="605817" y="85340"/>
                </a:cubicBezTo>
                <a:lnTo>
                  <a:pt x="605817" y="14234"/>
                </a:lnTo>
                <a:lnTo>
                  <a:pt x="629004" y="14234"/>
                </a:lnTo>
                <a:lnTo>
                  <a:pt x="629004" y="85147"/>
                </a:lnTo>
                <a:cubicBezTo>
                  <a:pt x="629004" y="94937"/>
                  <a:pt x="626878" y="103181"/>
                  <a:pt x="622692" y="109944"/>
                </a:cubicBezTo>
                <a:cubicBezTo>
                  <a:pt x="618441" y="116706"/>
                  <a:pt x="612837" y="121795"/>
                  <a:pt x="605753" y="125144"/>
                </a:cubicBezTo>
                <a:cubicBezTo>
                  <a:pt x="598668" y="128557"/>
                  <a:pt x="590810" y="130232"/>
                  <a:pt x="582115" y="130232"/>
                </a:cubicBezTo>
                <a:cubicBezTo>
                  <a:pt x="573420" y="130232"/>
                  <a:pt x="565820" y="128557"/>
                  <a:pt x="558799" y="125144"/>
                </a:cubicBezTo>
                <a:cubicBezTo>
                  <a:pt x="551843" y="121730"/>
                  <a:pt x="546304" y="116642"/>
                  <a:pt x="542247" y="109944"/>
                </a:cubicBezTo>
                <a:cubicBezTo>
                  <a:pt x="538189" y="103181"/>
                  <a:pt x="536128" y="94937"/>
                  <a:pt x="536128" y="85147"/>
                </a:cubicBezTo>
                <a:close/>
                <a:moveTo>
                  <a:pt x="9082" y="14234"/>
                </a:moveTo>
                <a:lnTo>
                  <a:pt x="32140" y="14234"/>
                </a:lnTo>
                <a:lnTo>
                  <a:pt x="32140" y="110845"/>
                </a:lnTo>
                <a:lnTo>
                  <a:pt x="69947" y="110845"/>
                </a:lnTo>
                <a:lnTo>
                  <a:pt x="69947" y="129137"/>
                </a:lnTo>
                <a:lnTo>
                  <a:pt x="9082" y="129137"/>
                </a:lnTo>
                <a:close/>
                <a:moveTo>
                  <a:pt x="2666667" y="7278"/>
                </a:moveTo>
                <a:lnTo>
                  <a:pt x="2689725" y="7278"/>
                </a:lnTo>
                <a:lnTo>
                  <a:pt x="2689725" y="129137"/>
                </a:lnTo>
                <a:lnTo>
                  <a:pt x="2666667" y="129137"/>
                </a:lnTo>
                <a:close/>
                <a:moveTo>
                  <a:pt x="1625647" y="7278"/>
                </a:moveTo>
                <a:lnTo>
                  <a:pt x="1648705" y="7278"/>
                </a:lnTo>
                <a:lnTo>
                  <a:pt x="1648705" y="49272"/>
                </a:lnTo>
                <a:cubicBezTo>
                  <a:pt x="1651668" y="45343"/>
                  <a:pt x="1655596" y="42251"/>
                  <a:pt x="1660556" y="39997"/>
                </a:cubicBezTo>
                <a:cubicBezTo>
                  <a:pt x="1665515" y="37743"/>
                  <a:pt x="1670990" y="36648"/>
                  <a:pt x="1677044" y="36648"/>
                </a:cubicBezTo>
                <a:cubicBezTo>
                  <a:pt x="1683936" y="36648"/>
                  <a:pt x="1690119" y="38129"/>
                  <a:pt x="1695465" y="41156"/>
                </a:cubicBezTo>
                <a:cubicBezTo>
                  <a:pt x="1700811" y="44184"/>
                  <a:pt x="1705062" y="48628"/>
                  <a:pt x="1708089" y="54489"/>
                </a:cubicBezTo>
                <a:cubicBezTo>
                  <a:pt x="1711116" y="60350"/>
                  <a:pt x="1712597" y="67435"/>
                  <a:pt x="1712597" y="75614"/>
                </a:cubicBezTo>
                <a:lnTo>
                  <a:pt x="1712597" y="129137"/>
                </a:lnTo>
                <a:lnTo>
                  <a:pt x="1689539" y="129137"/>
                </a:lnTo>
                <a:lnTo>
                  <a:pt x="1689539" y="78770"/>
                </a:lnTo>
                <a:cubicBezTo>
                  <a:pt x="1689539" y="71557"/>
                  <a:pt x="1687736" y="65953"/>
                  <a:pt x="1684129" y="62089"/>
                </a:cubicBezTo>
                <a:cubicBezTo>
                  <a:pt x="1680522" y="58224"/>
                  <a:pt x="1675563" y="56228"/>
                  <a:pt x="1669315" y="56228"/>
                </a:cubicBezTo>
                <a:cubicBezTo>
                  <a:pt x="1663068" y="56228"/>
                  <a:pt x="1657915" y="58160"/>
                  <a:pt x="1654244" y="62089"/>
                </a:cubicBezTo>
                <a:cubicBezTo>
                  <a:pt x="1650573" y="65953"/>
                  <a:pt x="1648705" y="71557"/>
                  <a:pt x="1648705" y="78770"/>
                </a:cubicBezTo>
                <a:lnTo>
                  <a:pt x="1648705" y="129137"/>
                </a:lnTo>
                <a:lnTo>
                  <a:pt x="1625647" y="129137"/>
                </a:lnTo>
                <a:close/>
                <a:moveTo>
                  <a:pt x="825705" y="7278"/>
                </a:moveTo>
                <a:lnTo>
                  <a:pt x="849085" y="7278"/>
                </a:lnTo>
                <a:lnTo>
                  <a:pt x="849085" y="129137"/>
                </a:lnTo>
                <a:lnTo>
                  <a:pt x="825705" y="129137"/>
                </a:lnTo>
                <a:lnTo>
                  <a:pt x="825705" y="115611"/>
                </a:lnTo>
                <a:cubicBezTo>
                  <a:pt x="822871" y="120120"/>
                  <a:pt x="818877" y="123727"/>
                  <a:pt x="813660" y="126496"/>
                </a:cubicBezTo>
                <a:cubicBezTo>
                  <a:pt x="808508" y="129266"/>
                  <a:pt x="802518" y="130618"/>
                  <a:pt x="795691" y="130618"/>
                </a:cubicBezTo>
                <a:cubicBezTo>
                  <a:pt x="788026" y="130618"/>
                  <a:pt x="781006" y="128622"/>
                  <a:pt x="774629" y="124693"/>
                </a:cubicBezTo>
                <a:cubicBezTo>
                  <a:pt x="768253" y="120764"/>
                  <a:pt x="763229" y="115161"/>
                  <a:pt x="759558" y="108011"/>
                </a:cubicBezTo>
                <a:cubicBezTo>
                  <a:pt x="755887" y="100798"/>
                  <a:pt x="754019" y="92554"/>
                  <a:pt x="754019" y="83214"/>
                </a:cubicBezTo>
                <a:cubicBezTo>
                  <a:pt x="754019" y="73875"/>
                  <a:pt x="755887" y="65824"/>
                  <a:pt x="759558" y="58675"/>
                </a:cubicBezTo>
                <a:lnTo>
                  <a:pt x="759622" y="58675"/>
                </a:lnTo>
                <a:cubicBezTo>
                  <a:pt x="763294" y="51526"/>
                  <a:pt x="768317" y="46051"/>
                  <a:pt x="774694" y="42187"/>
                </a:cubicBezTo>
                <a:cubicBezTo>
                  <a:pt x="781070" y="38322"/>
                  <a:pt x="788155" y="36455"/>
                  <a:pt x="795948" y="36455"/>
                </a:cubicBezTo>
                <a:cubicBezTo>
                  <a:pt x="801874" y="36455"/>
                  <a:pt x="807542" y="37743"/>
                  <a:pt x="812888" y="40319"/>
                </a:cubicBezTo>
                <a:cubicBezTo>
                  <a:pt x="818233" y="42895"/>
                  <a:pt x="822549" y="46309"/>
                  <a:pt x="825705" y="50624"/>
                </a:cubicBezTo>
                <a:close/>
                <a:moveTo>
                  <a:pt x="144531" y="5153"/>
                </a:moveTo>
                <a:cubicBezTo>
                  <a:pt x="147623" y="5153"/>
                  <a:pt x="150199" y="6248"/>
                  <a:pt x="152325" y="8373"/>
                </a:cubicBezTo>
                <a:cubicBezTo>
                  <a:pt x="154450" y="10499"/>
                  <a:pt x="155545" y="13140"/>
                  <a:pt x="155545" y="16167"/>
                </a:cubicBezTo>
                <a:cubicBezTo>
                  <a:pt x="155545" y="19194"/>
                  <a:pt x="154450" y="21835"/>
                  <a:pt x="152325" y="23896"/>
                </a:cubicBezTo>
                <a:cubicBezTo>
                  <a:pt x="150199" y="25957"/>
                  <a:pt x="147559" y="27052"/>
                  <a:pt x="144531" y="27052"/>
                </a:cubicBezTo>
                <a:cubicBezTo>
                  <a:pt x="141504" y="27052"/>
                  <a:pt x="138863" y="26021"/>
                  <a:pt x="136802" y="23896"/>
                </a:cubicBezTo>
                <a:cubicBezTo>
                  <a:pt x="134741" y="21835"/>
                  <a:pt x="133646" y="19258"/>
                  <a:pt x="133646" y="16167"/>
                </a:cubicBezTo>
                <a:cubicBezTo>
                  <a:pt x="133646" y="13075"/>
                  <a:pt x="134677" y="10499"/>
                  <a:pt x="136802" y="8373"/>
                </a:cubicBezTo>
                <a:cubicBezTo>
                  <a:pt x="138928" y="6248"/>
                  <a:pt x="141440" y="5153"/>
                  <a:pt x="144531" y="5153"/>
                </a:cubicBezTo>
                <a:close/>
                <a:moveTo>
                  <a:pt x="114067" y="5153"/>
                </a:moveTo>
                <a:cubicBezTo>
                  <a:pt x="117158" y="5153"/>
                  <a:pt x="119734" y="6248"/>
                  <a:pt x="121860" y="8373"/>
                </a:cubicBezTo>
                <a:cubicBezTo>
                  <a:pt x="123985" y="10499"/>
                  <a:pt x="125080" y="13140"/>
                  <a:pt x="125080" y="16167"/>
                </a:cubicBezTo>
                <a:cubicBezTo>
                  <a:pt x="125080" y="19194"/>
                  <a:pt x="123985" y="21835"/>
                  <a:pt x="121860" y="23896"/>
                </a:cubicBezTo>
                <a:cubicBezTo>
                  <a:pt x="119734" y="25957"/>
                  <a:pt x="117094" y="27052"/>
                  <a:pt x="114067" y="27052"/>
                </a:cubicBezTo>
                <a:cubicBezTo>
                  <a:pt x="111039" y="27052"/>
                  <a:pt x="108399" y="26021"/>
                  <a:pt x="106338" y="23896"/>
                </a:cubicBezTo>
                <a:cubicBezTo>
                  <a:pt x="104277" y="21835"/>
                  <a:pt x="103182" y="19258"/>
                  <a:pt x="103182" y="16167"/>
                </a:cubicBezTo>
                <a:cubicBezTo>
                  <a:pt x="103182" y="13075"/>
                  <a:pt x="104212" y="10499"/>
                  <a:pt x="106338" y="8373"/>
                </a:cubicBezTo>
                <a:cubicBezTo>
                  <a:pt x="108399" y="6248"/>
                  <a:pt x="110975" y="5153"/>
                  <a:pt x="114067" y="5153"/>
                </a:cubicBezTo>
                <a:close/>
                <a:moveTo>
                  <a:pt x="2520977" y="0"/>
                </a:moveTo>
                <a:cubicBezTo>
                  <a:pt x="2525034" y="0"/>
                  <a:pt x="2528384" y="1288"/>
                  <a:pt x="2531089" y="3864"/>
                </a:cubicBezTo>
                <a:cubicBezTo>
                  <a:pt x="2533794" y="6441"/>
                  <a:pt x="2535146" y="9661"/>
                  <a:pt x="2535146" y="13526"/>
                </a:cubicBezTo>
                <a:cubicBezTo>
                  <a:pt x="2535146" y="17390"/>
                  <a:pt x="2533794" y="20546"/>
                  <a:pt x="2531089" y="23187"/>
                </a:cubicBezTo>
                <a:cubicBezTo>
                  <a:pt x="2528384" y="25763"/>
                  <a:pt x="2525034" y="27051"/>
                  <a:pt x="2520977" y="27051"/>
                </a:cubicBezTo>
                <a:cubicBezTo>
                  <a:pt x="2516919" y="27051"/>
                  <a:pt x="2513570" y="25763"/>
                  <a:pt x="2510865" y="23187"/>
                </a:cubicBezTo>
                <a:cubicBezTo>
                  <a:pt x="2508160" y="20610"/>
                  <a:pt x="2506807" y="17390"/>
                  <a:pt x="2506807" y="13526"/>
                </a:cubicBezTo>
                <a:cubicBezTo>
                  <a:pt x="2506807" y="9661"/>
                  <a:pt x="2508160" y="6505"/>
                  <a:pt x="2510865" y="3864"/>
                </a:cubicBezTo>
                <a:cubicBezTo>
                  <a:pt x="2513570" y="1288"/>
                  <a:pt x="2516919" y="0"/>
                  <a:pt x="2520977" y="0"/>
                </a:cubicBezTo>
                <a:close/>
                <a:moveTo>
                  <a:pt x="2302571" y="0"/>
                </a:moveTo>
                <a:cubicBezTo>
                  <a:pt x="2306628" y="0"/>
                  <a:pt x="2309978" y="1288"/>
                  <a:pt x="2312683" y="3864"/>
                </a:cubicBezTo>
                <a:cubicBezTo>
                  <a:pt x="2315388" y="6441"/>
                  <a:pt x="2316740" y="9661"/>
                  <a:pt x="2316740" y="13526"/>
                </a:cubicBezTo>
                <a:cubicBezTo>
                  <a:pt x="2316740" y="17390"/>
                  <a:pt x="2315388" y="20546"/>
                  <a:pt x="2312683" y="23187"/>
                </a:cubicBezTo>
                <a:cubicBezTo>
                  <a:pt x="2309978" y="25763"/>
                  <a:pt x="2306628" y="27051"/>
                  <a:pt x="2302571" y="27051"/>
                </a:cubicBezTo>
                <a:cubicBezTo>
                  <a:pt x="2298513" y="27051"/>
                  <a:pt x="2295164" y="25763"/>
                  <a:pt x="2292459" y="23187"/>
                </a:cubicBezTo>
                <a:cubicBezTo>
                  <a:pt x="2289754" y="20610"/>
                  <a:pt x="2288401" y="17390"/>
                  <a:pt x="2288401" y="13526"/>
                </a:cubicBezTo>
                <a:cubicBezTo>
                  <a:pt x="2288401" y="9661"/>
                  <a:pt x="2289754" y="6505"/>
                  <a:pt x="2292459" y="3864"/>
                </a:cubicBezTo>
                <a:cubicBezTo>
                  <a:pt x="2295164" y="1288"/>
                  <a:pt x="2298513" y="0"/>
                  <a:pt x="2302571" y="0"/>
                </a:cubicBezTo>
                <a:close/>
                <a:moveTo>
                  <a:pt x="1944336" y="0"/>
                </a:moveTo>
                <a:cubicBezTo>
                  <a:pt x="1948393" y="0"/>
                  <a:pt x="1951743" y="1288"/>
                  <a:pt x="1954448" y="3864"/>
                </a:cubicBezTo>
                <a:cubicBezTo>
                  <a:pt x="1957153" y="6441"/>
                  <a:pt x="1958505" y="9661"/>
                  <a:pt x="1958505" y="13526"/>
                </a:cubicBezTo>
                <a:cubicBezTo>
                  <a:pt x="1958505" y="17390"/>
                  <a:pt x="1957153" y="20546"/>
                  <a:pt x="1954448" y="23187"/>
                </a:cubicBezTo>
                <a:cubicBezTo>
                  <a:pt x="1951743" y="25763"/>
                  <a:pt x="1948393" y="27051"/>
                  <a:pt x="1944336" y="27051"/>
                </a:cubicBezTo>
                <a:cubicBezTo>
                  <a:pt x="1940278" y="27051"/>
                  <a:pt x="1936929" y="25763"/>
                  <a:pt x="1934224" y="23187"/>
                </a:cubicBezTo>
                <a:cubicBezTo>
                  <a:pt x="1931519" y="20610"/>
                  <a:pt x="1930166" y="17390"/>
                  <a:pt x="1930166" y="13526"/>
                </a:cubicBezTo>
                <a:cubicBezTo>
                  <a:pt x="1930166" y="9661"/>
                  <a:pt x="1931519" y="6505"/>
                  <a:pt x="1934224" y="3864"/>
                </a:cubicBezTo>
                <a:cubicBezTo>
                  <a:pt x="1936929" y="1288"/>
                  <a:pt x="1940278" y="0"/>
                  <a:pt x="1944336" y="0"/>
                </a:cubicBezTo>
                <a:close/>
                <a:moveTo>
                  <a:pt x="406413" y="0"/>
                </a:moveTo>
                <a:cubicBezTo>
                  <a:pt x="410470" y="0"/>
                  <a:pt x="413820" y="1288"/>
                  <a:pt x="416525" y="3864"/>
                </a:cubicBezTo>
                <a:cubicBezTo>
                  <a:pt x="419230" y="6441"/>
                  <a:pt x="420582" y="9661"/>
                  <a:pt x="420582" y="13526"/>
                </a:cubicBezTo>
                <a:cubicBezTo>
                  <a:pt x="420582" y="17390"/>
                  <a:pt x="419230" y="20546"/>
                  <a:pt x="416525" y="23187"/>
                </a:cubicBezTo>
                <a:cubicBezTo>
                  <a:pt x="413820" y="25763"/>
                  <a:pt x="410470" y="27051"/>
                  <a:pt x="406413" y="27051"/>
                </a:cubicBezTo>
                <a:cubicBezTo>
                  <a:pt x="402355" y="27051"/>
                  <a:pt x="399006" y="25763"/>
                  <a:pt x="396301" y="23187"/>
                </a:cubicBezTo>
                <a:cubicBezTo>
                  <a:pt x="393596" y="20610"/>
                  <a:pt x="392243" y="17390"/>
                  <a:pt x="392243" y="13526"/>
                </a:cubicBezTo>
                <a:cubicBezTo>
                  <a:pt x="392243" y="9661"/>
                  <a:pt x="393596" y="6505"/>
                  <a:pt x="396301" y="3864"/>
                </a:cubicBezTo>
                <a:cubicBezTo>
                  <a:pt x="399006" y="1288"/>
                  <a:pt x="402355" y="0"/>
                  <a:pt x="406413" y="0"/>
                </a:cubicBezTo>
                <a:close/>
              </a:path>
            </a:pathLst>
          </a:custGeom>
          <a:solidFill>
            <a:schemeClr val="bg1"/>
          </a:solidFill>
          <a:ln w="6420" cap="flat">
            <a:noFill/>
            <a:prstDash val="solid"/>
            <a:miter/>
          </a:ln>
        </p:spPr>
        <p:txBody>
          <a:bodyPr rtlCol="0" anchor="ctr"/>
          <a:lstStyle/>
          <a:p>
            <a:endParaRPr lang="fi-FI"/>
          </a:p>
        </p:txBody>
      </p:sp>
      <p:sp>
        <p:nvSpPr>
          <p:cNvPr id="16" name="Suorakulmio 15" descr="Länsi-Uudenmaan hyvinvointialueen sometunniste @luvn.">
            <a:extLst>
              <a:ext uri="{FF2B5EF4-FFF2-40B4-BE49-F238E27FC236}">
                <a16:creationId xmlns:a16="http://schemas.microsoft.com/office/drawing/2014/main" id="{B2C88498-FD83-AB2D-3EA4-010DCED3D53C}"/>
              </a:ext>
            </a:extLst>
          </p:cNvPr>
          <p:cNvSpPr>
            <a:spLocks/>
          </p:cNvSpPr>
          <p:nvPr userDrawn="1"/>
        </p:nvSpPr>
        <p:spPr>
          <a:xfrm>
            <a:off x="539750" y="4006851"/>
            <a:ext cx="5375275" cy="287338"/>
          </a:xfrm>
          <a:prstGeom prst="rect">
            <a:avLst/>
          </a:prstGeom>
        </p:spPr>
        <p:txBody>
          <a:bodyPr lIns="0" tIns="0" rIns="0" bIns="0">
            <a:noAutofit/>
          </a:bodyPr>
          <a:lstStyle/>
          <a:p>
            <a:pPr marL="0" marR="0" lvl="0" indent="0" algn="l" defTabSz="609585" rtl="0" eaLnBrk="1" fontAlgn="auto" latinLnBrk="0" hangingPunct="1">
              <a:lnSpc>
                <a:spcPct val="100000"/>
              </a:lnSpc>
              <a:spcBef>
                <a:spcPts val="0"/>
              </a:spcBef>
              <a:spcAft>
                <a:spcPts val="1333"/>
              </a:spcAft>
              <a:buClrTx/>
              <a:buSzTx/>
              <a:buFont typeface="Arial" panose="020B0604020202020204" pitchFamily="34" charset="0"/>
              <a:buNone/>
              <a:tabLst/>
              <a:defRPr/>
            </a:pPr>
            <a:r>
              <a:rPr lang="fi-FI" sz="1600" b="1"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Seuraa meitä sosiaalisessa mediassa:</a:t>
            </a:r>
            <a:endParaRPr lang="fi-FI" sz="16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endParaRPr>
          </a:p>
        </p:txBody>
      </p:sp>
      <p:pic>
        <p:nvPicPr>
          <p:cNvPr id="24" name="Kuva 23" descr="Facebook-ikoni.">
            <a:extLst>
              <a:ext uri="{FF2B5EF4-FFF2-40B4-BE49-F238E27FC236}">
                <a16:creationId xmlns:a16="http://schemas.microsoft.com/office/drawing/2014/main" id="{9242B222-BD53-14CD-9BC9-540B7AA93E8D}"/>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539748" y="4387043"/>
            <a:ext cx="240000" cy="240000"/>
          </a:xfrm>
          <a:prstGeom prst="rect">
            <a:avLst/>
          </a:prstGeom>
        </p:spPr>
      </p:pic>
      <p:sp>
        <p:nvSpPr>
          <p:cNvPr id="14" name="Suorakulmio 13">
            <a:extLst>
              <a:ext uri="{FF2B5EF4-FFF2-40B4-BE49-F238E27FC236}">
                <a16:creationId xmlns:a16="http://schemas.microsoft.com/office/drawing/2014/main" id="{CD9E3593-B296-5BE7-D6C5-E225C7388547}"/>
              </a:ext>
            </a:extLst>
          </p:cNvPr>
          <p:cNvSpPr>
            <a:spLocks/>
          </p:cNvSpPr>
          <p:nvPr userDrawn="1"/>
        </p:nvSpPr>
        <p:spPr>
          <a:xfrm>
            <a:off x="779748" y="4384134"/>
            <a:ext cx="4082581" cy="247618"/>
          </a:xfrm>
          <a:prstGeom prst="rect">
            <a:avLst/>
          </a:prstGeom>
        </p:spPr>
        <p:txBody>
          <a:bodyPr lIns="0" tIns="0" rIns="0" bIns="0" anchor="ctr">
            <a:noAutofit/>
          </a:bodyPr>
          <a:lstStyle/>
          <a:p>
            <a:pPr marL="180000" lvl="0" indent="0">
              <a:lnSpc>
                <a:spcPct val="100000"/>
              </a:lnSpc>
              <a:spcAft>
                <a:spcPts val="1400"/>
              </a:spcAft>
              <a:buClr>
                <a:schemeClr val="tx2"/>
              </a:buClr>
              <a:buFont typeface="Arial" panose="020B0604020202020204" pitchFamily="34" charset="0"/>
              <a:buNone/>
            </a:pPr>
            <a:r>
              <a:rPr lang="fi-FI" sz="14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Länsi-Uudenmaan hyvinvointialue</a:t>
            </a:r>
          </a:p>
        </p:txBody>
      </p:sp>
      <p:pic>
        <p:nvPicPr>
          <p:cNvPr id="6" name="Kuva 5" descr="Instagram-ikoni.">
            <a:extLst>
              <a:ext uri="{FF2B5EF4-FFF2-40B4-BE49-F238E27FC236}">
                <a16:creationId xmlns:a16="http://schemas.microsoft.com/office/drawing/2014/main" id="{14F9F86D-1991-DA98-C6F6-937922E47BE5}"/>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39750" y="4771454"/>
            <a:ext cx="240000" cy="240000"/>
          </a:xfrm>
          <a:prstGeom prst="rect">
            <a:avLst/>
          </a:prstGeom>
        </p:spPr>
      </p:pic>
      <p:sp>
        <p:nvSpPr>
          <p:cNvPr id="20" name="Suorakulmio 19">
            <a:extLst>
              <a:ext uri="{FF2B5EF4-FFF2-40B4-BE49-F238E27FC236}">
                <a16:creationId xmlns:a16="http://schemas.microsoft.com/office/drawing/2014/main" id="{97A159E6-DB5D-19E5-B66C-CC6C0AB477F9}"/>
              </a:ext>
            </a:extLst>
          </p:cNvPr>
          <p:cNvSpPr>
            <a:spLocks/>
          </p:cNvSpPr>
          <p:nvPr userDrawn="1"/>
        </p:nvSpPr>
        <p:spPr>
          <a:xfrm>
            <a:off x="779748" y="4766185"/>
            <a:ext cx="4082581" cy="245269"/>
          </a:xfrm>
          <a:prstGeom prst="rect">
            <a:avLst/>
          </a:prstGeom>
        </p:spPr>
        <p:txBody>
          <a:bodyPr lIns="0" tIns="0" rIns="0" bIns="0" anchor="ctr">
            <a:noAutofit/>
          </a:bodyPr>
          <a:lstStyle/>
          <a:p>
            <a:pPr marL="180000" lvl="0" indent="0">
              <a:lnSpc>
                <a:spcPct val="100000"/>
              </a:lnSpc>
              <a:spcAft>
                <a:spcPts val="1400"/>
              </a:spcAft>
              <a:buClr>
                <a:schemeClr val="tx2"/>
              </a:buClr>
              <a:buFont typeface="Arial" panose="020B0604020202020204" pitchFamily="34" charset="0"/>
              <a:buNone/>
            </a:pPr>
            <a:r>
              <a:rPr lang="fi-FI" sz="14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@luhyvinvointialue</a:t>
            </a:r>
          </a:p>
        </p:txBody>
      </p:sp>
      <p:pic>
        <p:nvPicPr>
          <p:cNvPr id="7" name="Kuva 6" descr="LinkedIn-ikoni.">
            <a:extLst>
              <a:ext uri="{FF2B5EF4-FFF2-40B4-BE49-F238E27FC236}">
                <a16:creationId xmlns:a16="http://schemas.microsoft.com/office/drawing/2014/main" id="{02D0F8C8-C512-7B27-2398-20D59979EA18}"/>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539750" y="5202199"/>
            <a:ext cx="240000" cy="240000"/>
          </a:xfrm>
          <a:prstGeom prst="rect">
            <a:avLst/>
          </a:prstGeom>
        </p:spPr>
      </p:pic>
      <p:sp>
        <p:nvSpPr>
          <p:cNvPr id="21" name="Suorakulmio 20">
            <a:extLst>
              <a:ext uri="{FF2B5EF4-FFF2-40B4-BE49-F238E27FC236}">
                <a16:creationId xmlns:a16="http://schemas.microsoft.com/office/drawing/2014/main" id="{96A28710-373C-55B4-B99F-E543B9640D5E}"/>
              </a:ext>
            </a:extLst>
          </p:cNvPr>
          <p:cNvSpPr>
            <a:spLocks/>
          </p:cNvSpPr>
          <p:nvPr userDrawn="1"/>
        </p:nvSpPr>
        <p:spPr>
          <a:xfrm>
            <a:off x="779748" y="5178530"/>
            <a:ext cx="4082581" cy="287338"/>
          </a:xfrm>
          <a:prstGeom prst="rect">
            <a:avLst/>
          </a:prstGeom>
        </p:spPr>
        <p:txBody>
          <a:bodyPr lIns="0" tIns="0" rIns="0" bIns="0" anchor="ctr">
            <a:noAutofit/>
          </a:bodyPr>
          <a:lstStyle/>
          <a:p>
            <a:pPr marL="180000" lvl="0" indent="0">
              <a:lnSpc>
                <a:spcPct val="100000"/>
              </a:lnSpc>
              <a:spcAft>
                <a:spcPts val="1400"/>
              </a:spcAft>
              <a:buClr>
                <a:schemeClr val="tx2"/>
              </a:buClr>
              <a:buFont typeface="Arial" panose="020B0604020202020204" pitchFamily="34" charset="0"/>
              <a:buNone/>
            </a:pPr>
            <a:r>
              <a:rPr lang="fi-FI" sz="14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Länsi-Uudenmaan hyvinvointialue</a:t>
            </a:r>
          </a:p>
        </p:txBody>
      </p:sp>
      <p:sp>
        <p:nvSpPr>
          <p:cNvPr id="10" name="Kuva 4" descr="Viestipalvelu X-ikoni (ent. twitter).">
            <a:extLst>
              <a:ext uri="{FF2B5EF4-FFF2-40B4-BE49-F238E27FC236}">
                <a16:creationId xmlns:a16="http://schemas.microsoft.com/office/drawing/2014/main" id="{F97EEA00-AE71-0317-6641-AE3B7EB019DD}"/>
              </a:ext>
            </a:extLst>
          </p:cNvPr>
          <p:cNvSpPr>
            <a:spLocks noChangeAspect="1"/>
          </p:cNvSpPr>
          <p:nvPr userDrawn="1"/>
        </p:nvSpPr>
        <p:spPr>
          <a:xfrm>
            <a:off x="548908" y="5578421"/>
            <a:ext cx="239997" cy="245269"/>
          </a:xfrm>
          <a:custGeom>
            <a:avLst/>
            <a:gdLst>
              <a:gd name="connsiteX0" fmla="*/ 3994869 w 6712616"/>
              <a:gd name="connsiteY0" fmla="*/ 2904749 h 6860069"/>
              <a:gd name="connsiteX1" fmla="*/ 6493788 w 6712616"/>
              <a:gd name="connsiteY1" fmla="*/ 0 h 6860069"/>
              <a:gd name="connsiteX2" fmla="*/ 5901628 w 6712616"/>
              <a:gd name="connsiteY2" fmla="*/ 0 h 6860069"/>
              <a:gd name="connsiteX3" fmla="*/ 3731848 w 6712616"/>
              <a:gd name="connsiteY3" fmla="*/ 2522189 h 6860069"/>
              <a:gd name="connsiteX4" fmla="*/ 1998833 w 6712616"/>
              <a:gd name="connsiteY4" fmla="*/ 0 h 6860069"/>
              <a:gd name="connsiteX5" fmla="*/ 0 w 6712616"/>
              <a:gd name="connsiteY5" fmla="*/ 0 h 6860069"/>
              <a:gd name="connsiteX6" fmla="*/ 2620640 w 6712616"/>
              <a:gd name="connsiteY6" fmla="*/ 3813966 h 6860069"/>
              <a:gd name="connsiteX7" fmla="*/ 0 w 6712616"/>
              <a:gd name="connsiteY7" fmla="*/ 6860070 h 6860069"/>
              <a:gd name="connsiteX8" fmla="*/ 592216 w 6712616"/>
              <a:gd name="connsiteY8" fmla="*/ 6860070 h 6860069"/>
              <a:gd name="connsiteX9" fmla="*/ 2883604 w 6712616"/>
              <a:gd name="connsiteY9" fmla="*/ 4196581 h 6860069"/>
              <a:gd name="connsiteX10" fmla="*/ 4713784 w 6712616"/>
              <a:gd name="connsiteY10" fmla="*/ 6860070 h 6860069"/>
              <a:gd name="connsiteX11" fmla="*/ 6712617 w 6712616"/>
              <a:gd name="connsiteY11" fmla="*/ 6860070 h 6860069"/>
              <a:gd name="connsiteX12" fmla="*/ 3994813 w 6712616"/>
              <a:gd name="connsiteY12" fmla="*/ 2904749 h 6860069"/>
              <a:gd name="connsiteX13" fmla="*/ 3994981 w 6712616"/>
              <a:gd name="connsiteY13" fmla="*/ 2904749 h 6860069"/>
              <a:gd name="connsiteX14" fmla="*/ 3183768 w 6712616"/>
              <a:gd name="connsiteY14" fmla="*/ 3847584 h 6860069"/>
              <a:gd name="connsiteX15" fmla="*/ 2918230 w 6712616"/>
              <a:gd name="connsiteY15" fmla="*/ 3467821 h 6860069"/>
              <a:gd name="connsiteX16" fmla="*/ 805563 w 6712616"/>
              <a:gd name="connsiteY16" fmla="*/ 445770 h 6860069"/>
              <a:gd name="connsiteX17" fmla="*/ 1715115 w 6712616"/>
              <a:gd name="connsiteY17" fmla="*/ 445770 h 6860069"/>
              <a:gd name="connsiteX18" fmla="*/ 3420106 w 6712616"/>
              <a:gd name="connsiteY18" fmla="*/ 2884611 h 6860069"/>
              <a:gd name="connsiteX19" fmla="*/ 3685644 w 6712616"/>
              <a:gd name="connsiteY19" fmla="*/ 3264375 h 6860069"/>
              <a:gd name="connsiteX20" fmla="*/ 5901907 w 6712616"/>
              <a:gd name="connsiteY20" fmla="*/ 6434494 h 6860069"/>
              <a:gd name="connsiteX21" fmla="*/ 4992356 w 6712616"/>
              <a:gd name="connsiteY21" fmla="*/ 6434494 h 6860069"/>
              <a:gd name="connsiteX22" fmla="*/ 3183824 w 6712616"/>
              <a:gd name="connsiteY22" fmla="*/ 3847640 h 6860069"/>
              <a:gd name="connsiteX23" fmla="*/ 3183824 w 6712616"/>
              <a:gd name="connsiteY23" fmla="*/ 3847472 h 6860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712616" h="6860069">
                <a:moveTo>
                  <a:pt x="3994869" y="2904749"/>
                </a:moveTo>
                <a:lnTo>
                  <a:pt x="6493788" y="0"/>
                </a:lnTo>
                <a:lnTo>
                  <a:pt x="5901628" y="0"/>
                </a:lnTo>
                <a:lnTo>
                  <a:pt x="3731848" y="2522189"/>
                </a:lnTo>
                <a:lnTo>
                  <a:pt x="1998833" y="0"/>
                </a:lnTo>
                <a:lnTo>
                  <a:pt x="0" y="0"/>
                </a:lnTo>
                <a:lnTo>
                  <a:pt x="2620640" y="3813966"/>
                </a:lnTo>
                <a:lnTo>
                  <a:pt x="0" y="6860070"/>
                </a:lnTo>
                <a:lnTo>
                  <a:pt x="592216" y="6860070"/>
                </a:lnTo>
                <a:lnTo>
                  <a:pt x="2883604" y="4196581"/>
                </a:lnTo>
                <a:lnTo>
                  <a:pt x="4713784" y="6860070"/>
                </a:lnTo>
                <a:lnTo>
                  <a:pt x="6712617" y="6860070"/>
                </a:lnTo>
                <a:lnTo>
                  <a:pt x="3994813" y="2904749"/>
                </a:lnTo>
                <a:lnTo>
                  <a:pt x="3994981" y="2904749"/>
                </a:lnTo>
                <a:close/>
                <a:moveTo>
                  <a:pt x="3183768" y="3847584"/>
                </a:moveTo>
                <a:lnTo>
                  <a:pt x="2918230" y="3467821"/>
                </a:lnTo>
                <a:lnTo>
                  <a:pt x="805563" y="445770"/>
                </a:lnTo>
                <a:lnTo>
                  <a:pt x="1715115" y="445770"/>
                </a:lnTo>
                <a:lnTo>
                  <a:pt x="3420106" y="2884611"/>
                </a:lnTo>
                <a:lnTo>
                  <a:pt x="3685644" y="3264375"/>
                </a:lnTo>
                <a:lnTo>
                  <a:pt x="5901907" y="6434494"/>
                </a:lnTo>
                <a:lnTo>
                  <a:pt x="4992356" y="6434494"/>
                </a:lnTo>
                <a:lnTo>
                  <a:pt x="3183824" y="3847640"/>
                </a:lnTo>
                <a:lnTo>
                  <a:pt x="3183824" y="3847472"/>
                </a:lnTo>
                <a:close/>
              </a:path>
            </a:pathLst>
          </a:custGeom>
          <a:solidFill>
            <a:schemeClr val="bg1"/>
          </a:solidFill>
          <a:ln w="5588" cap="flat">
            <a:noFill/>
            <a:prstDash val="solid"/>
            <a:miter/>
          </a:ln>
        </p:spPr>
        <p:txBody>
          <a:bodyPr rtlCol="0" anchor="ctr"/>
          <a:lstStyle/>
          <a:p>
            <a:endParaRPr lang="fi-FI"/>
          </a:p>
        </p:txBody>
      </p:sp>
      <p:sp>
        <p:nvSpPr>
          <p:cNvPr id="22" name="Suorakulmio 21">
            <a:extLst>
              <a:ext uri="{FF2B5EF4-FFF2-40B4-BE49-F238E27FC236}">
                <a16:creationId xmlns:a16="http://schemas.microsoft.com/office/drawing/2014/main" id="{F32F1459-544E-B10A-ACB1-CD6F95088DFD}"/>
              </a:ext>
            </a:extLst>
          </p:cNvPr>
          <p:cNvSpPr>
            <a:spLocks/>
          </p:cNvSpPr>
          <p:nvPr userDrawn="1"/>
        </p:nvSpPr>
        <p:spPr>
          <a:xfrm>
            <a:off x="802573" y="5578421"/>
            <a:ext cx="1926878" cy="248751"/>
          </a:xfrm>
          <a:prstGeom prst="rect">
            <a:avLst/>
          </a:prstGeom>
        </p:spPr>
        <p:txBody>
          <a:bodyPr lIns="0" tIns="0" rIns="0" bIns="0" anchor="ctr">
            <a:noAutofit/>
          </a:bodyPr>
          <a:lstStyle/>
          <a:p>
            <a:pPr marL="180000" lvl="0" indent="0">
              <a:lnSpc>
                <a:spcPct val="100000"/>
              </a:lnSpc>
              <a:spcAft>
                <a:spcPts val="1400"/>
              </a:spcAft>
              <a:buClr>
                <a:schemeClr val="tx2"/>
              </a:buClr>
              <a:buFont typeface="Arial" panose="020B0604020202020204" pitchFamily="34" charset="0"/>
              <a:buNone/>
            </a:pPr>
            <a:r>
              <a:rPr lang="fi-FI" sz="14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@LUhyvinvointi</a:t>
            </a:r>
          </a:p>
        </p:txBody>
      </p:sp>
      <p:sp>
        <p:nvSpPr>
          <p:cNvPr id="2" name="Suorakulmio 1">
            <a:extLst>
              <a:ext uri="{FF2B5EF4-FFF2-40B4-BE49-F238E27FC236}">
                <a16:creationId xmlns:a16="http://schemas.microsoft.com/office/drawing/2014/main" id="{BCBD928F-0022-8552-8237-2B4261F22283}"/>
              </a:ext>
            </a:extLst>
          </p:cNvPr>
          <p:cNvSpPr>
            <a:spLocks/>
          </p:cNvSpPr>
          <p:nvPr userDrawn="1"/>
        </p:nvSpPr>
        <p:spPr>
          <a:xfrm>
            <a:off x="2668949" y="5578421"/>
            <a:ext cx="1926878" cy="248751"/>
          </a:xfrm>
          <a:prstGeom prst="rect">
            <a:avLst/>
          </a:prstGeom>
        </p:spPr>
        <p:txBody>
          <a:bodyPr lIns="0" tIns="0" rIns="0" bIns="0" anchor="ctr">
            <a:noAutofit/>
          </a:bodyPr>
          <a:lstStyle/>
          <a:p>
            <a:pPr marL="180000" lvl="0" indent="0">
              <a:lnSpc>
                <a:spcPct val="100000"/>
              </a:lnSpc>
              <a:spcAft>
                <a:spcPts val="1400"/>
              </a:spcAft>
              <a:buClr>
                <a:schemeClr val="tx2"/>
              </a:buClr>
              <a:buFont typeface="Arial" panose="020B0604020202020204" pitchFamily="34" charset="0"/>
              <a:buNone/>
            </a:pPr>
            <a:r>
              <a:rPr lang="fi-FI" sz="14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@LUpelastus</a:t>
            </a:r>
          </a:p>
        </p:txBody>
      </p:sp>
      <p:pic>
        <p:nvPicPr>
          <p:cNvPr id="4" name="Kuva 3" descr="Youtube-ikoni.">
            <a:extLst>
              <a:ext uri="{FF2B5EF4-FFF2-40B4-BE49-F238E27FC236}">
                <a16:creationId xmlns:a16="http://schemas.microsoft.com/office/drawing/2014/main" id="{235E6017-8803-33FF-0976-2C5890B1BE36}"/>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539751" y="5983216"/>
            <a:ext cx="239997" cy="171427"/>
          </a:xfrm>
          <a:prstGeom prst="rect">
            <a:avLst/>
          </a:prstGeom>
        </p:spPr>
      </p:pic>
      <p:sp>
        <p:nvSpPr>
          <p:cNvPr id="23" name="Suorakulmio 22">
            <a:extLst>
              <a:ext uri="{FF2B5EF4-FFF2-40B4-BE49-F238E27FC236}">
                <a16:creationId xmlns:a16="http://schemas.microsoft.com/office/drawing/2014/main" id="{158E7D1F-847B-011D-17B3-2DDB515004AA}"/>
              </a:ext>
            </a:extLst>
          </p:cNvPr>
          <p:cNvSpPr>
            <a:spLocks/>
          </p:cNvSpPr>
          <p:nvPr userDrawn="1"/>
        </p:nvSpPr>
        <p:spPr>
          <a:xfrm>
            <a:off x="788905" y="5943871"/>
            <a:ext cx="4215827" cy="245269"/>
          </a:xfrm>
          <a:prstGeom prst="rect">
            <a:avLst/>
          </a:prstGeom>
        </p:spPr>
        <p:txBody>
          <a:bodyPr lIns="0" tIns="0" rIns="0" bIns="0">
            <a:noAutofit/>
          </a:bodyPr>
          <a:lstStyle/>
          <a:p>
            <a:pPr marL="180000" lvl="0" indent="0">
              <a:lnSpc>
                <a:spcPct val="100000"/>
              </a:lnSpc>
              <a:spcAft>
                <a:spcPts val="1400"/>
              </a:spcAft>
              <a:buClr>
                <a:schemeClr val="tx2"/>
              </a:buClr>
              <a:buFont typeface="Arial" panose="020B0604020202020204" pitchFamily="34" charset="0"/>
              <a:buNone/>
            </a:pPr>
            <a:r>
              <a:rPr lang="fi-FI" sz="14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Länsi-Uudenmaan hyvinvointialue</a:t>
            </a:r>
          </a:p>
        </p:txBody>
      </p:sp>
      <p:sp>
        <p:nvSpPr>
          <p:cNvPr id="19" name="Suorakulmio 18">
            <a:extLst>
              <a:ext uri="{FF2B5EF4-FFF2-40B4-BE49-F238E27FC236}">
                <a16:creationId xmlns:a16="http://schemas.microsoft.com/office/drawing/2014/main" id="{31F96037-7B01-4F5D-9A60-F0178866FE3F}"/>
              </a:ext>
              <a:ext uri="{C183D7F6-B498-43B3-948B-1728B52AA6E4}">
                <adec:decorative xmlns:adec="http://schemas.microsoft.com/office/drawing/2017/decorative" val="1"/>
              </a:ext>
            </a:extLst>
          </p:cNvPr>
          <p:cNvSpPr/>
          <p:nvPr userDrawn="1"/>
        </p:nvSpPr>
        <p:spPr>
          <a:xfrm rot="16200000">
            <a:off x="10915691" y="5040351"/>
            <a:ext cx="2010676" cy="541947"/>
          </a:xfrm>
          <a:prstGeom prst="rect">
            <a:avLst/>
          </a:prstGeom>
          <a:solidFill>
            <a:schemeClr val="accent1"/>
          </a:solidFill>
        </p:spPr>
        <p:txBody>
          <a:bodyPr lIns="0" tIns="0" rIns="0" bIns="0" anchor="t" anchorCtr="0">
            <a:noAutofit/>
          </a:bodyPr>
          <a:lstStyle/>
          <a:p>
            <a:pPr algn="l">
              <a:lnSpc>
                <a:spcPct val="90000"/>
              </a:lnSpc>
            </a:pPr>
            <a:r>
              <a:rPr lang="fi-FI" sz="1400" b="0" i="0" u="sng" baseline="0" noProof="1">
                <a:solidFill>
                  <a:schemeClr val="bg1"/>
                </a:solidFill>
                <a:effectLst/>
                <a:uFill>
                  <a:solidFill>
                    <a:schemeClr val="accent1"/>
                  </a:solidFill>
                </a:uFill>
                <a:latin typeface="Verdana" panose="020B0604030504040204" pitchFamily="34" charset="0"/>
                <a:ea typeface="Verdana" panose="020B0604030504040204" pitchFamily="34" charset="0"/>
                <a:cs typeface="Segoe UI" panose="020B0502040204020203" pitchFamily="34" charset="0"/>
              </a:rPr>
              <a:t>www.</a:t>
            </a:r>
            <a:r>
              <a:rPr lang="en-FI" sz="1400" b="0" i="0" u="sng" baseline="0" noProof="1">
                <a:solidFill>
                  <a:schemeClr val="bg1"/>
                </a:solidFill>
                <a:effectLst/>
                <a:uFill>
                  <a:solidFill>
                    <a:schemeClr val="accent1"/>
                  </a:solidFill>
                </a:uFill>
                <a:latin typeface="Verdana" panose="020B0604030504040204" pitchFamily="34" charset="0"/>
                <a:ea typeface="Verdana" panose="020B0604030504040204" pitchFamily="34" charset="0"/>
                <a:cs typeface="Segoe UI" panose="020B0502040204020203" pitchFamily="34" charset="0"/>
              </a:rPr>
              <a:t>luvn</a:t>
            </a:r>
            <a:r>
              <a:rPr lang="fi-FI" sz="1400" b="0" i="0" u="sng" baseline="0" noProof="1">
                <a:solidFill>
                  <a:schemeClr val="bg1"/>
                </a:solidFill>
                <a:effectLst/>
                <a:uFill>
                  <a:solidFill>
                    <a:schemeClr val="accent1"/>
                  </a:solidFill>
                </a:uFill>
                <a:latin typeface="Verdana" panose="020B0604030504040204" pitchFamily="34" charset="0"/>
                <a:ea typeface="Verdana" panose="020B0604030504040204" pitchFamily="34" charset="0"/>
                <a:cs typeface="Segoe UI" panose="020B0502040204020203" pitchFamily="34" charset="0"/>
              </a:rPr>
              <a:t>.fi</a:t>
            </a:r>
            <a:endParaRPr lang="fi-FI" sz="1400" b="0" i="0" u="sng" baseline="0" noProof="1">
              <a:solidFill>
                <a:schemeClr val="bg1"/>
              </a:solidFill>
              <a:uFill>
                <a:solidFill>
                  <a:schemeClr val="accent1"/>
                </a:solidFill>
              </a:uFill>
              <a:latin typeface="Verdana" panose="020B0604030504040204" pitchFamily="34" charset="0"/>
              <a:ea typeface="Verdana" panose="020B0604030504040204" pitchFamily="34" charset="0"/>
              <a:cs typeface="Segoe UI" panose="020B0502040204020203" pitchFamily="34" charset="0"/>
            </a:endParaRPr>
          </a:p>
        </p:txBody>
      </p:sp>
      <p:sp>
        <p:nvSpPr>
          <p:cNvPr id="3" name="Tekstiruutu 2">
            <a:extLst>
              <a:ext uri="{FF2B5EF4-FFF2-40B4-BE49-F238E27FC236}">
                <a16:creationId xmlns:a16="http://schemas.microsoft.com/office/drawing/2014/main" id="{56603509-1B0E-1FCE-99E5-FC7E58C6CD18}"/>
              </a:ext>
            </a:extLst>
          </p:cNvPr>
          <p:cNvSpPr txBox="1"/>
          <p:nvPr userDrawn="1"/>
        </p:nvSpPr>
        <p:spPr>
          <a:xfrm>
            <a:off x="-5232400" y="4006851"/>
            <a:ext cx="5080000" cy="3155949"/>
          </a:xfrm>
          <a:prstGeom prst="rect">
            <a:avLst/>
          </a:prstGeom>
          <a:noFill/>
        </p:spPr>
        <p:txBody>
          <a:bodyPr wrap="square" lIns="0" tIns="0" rIns="0" bIns="0" rtlCol="0">
            <a:noAutofit/>
          </a:bodyPr>
          <a:lstStyle/>
          <a:p>
            <a:pPr algn="l">
              <a:lnSpc>
                <a:spcPct val="150000"/>
              </a:lnSpc>
            </a:pPr>
            <a:r>
              <a:rPr lang="fi-FI" sz="1100" u="none" dirty="0">
                <a:hlinkClick r:id="rId6"/>
              </a:rPr>
              <a:t>https://www.facebook.com/LansiUudenmaanHyvinvointialue</a:t>
            </a:r>
            <a:endParaRPr lang="fi-FI" sz="1100" u="none" dirty="0"/>
          </a:p>
          <a:p>
            <a:pPr algn="l">
              <a:lnSpc>
                <a:spcPct val="150000"/>
              </a:lnSpc>
            </a:pPr>
            <a:r>
              <a:rPr lang="fi-FI" sz="1100" u="none" dirty="0">
                <a:hlinkClick r:id="rId7"/>
              </a:rPr>
              <a:t>https://www.instagram.com/luhyvinvointialue/</a:t>
            </a:r>
            <a:endParaRPr lang="fi-FI" sz="1100" u="none" dirty="0"/>
          </a:p>
          <a:p>
            <a:pPr algn="l">
              <a:lnSpc>
                <a:spcPct val="150000"/>
              </a:lnSpc>
            </a:pPr>
            <a:r>
              <a:rPr lang="fi-FI" sz="1100" dirty="0">
                <a:hlinkClick r:id="rId8"/>
              </a:rPr>
              <a:t>https://www.linkedin.com/company/lansiuudenmaanhyvinvointialue</a:t>
            </a:r>
            <a:endParaRPr lang="fi-FI" sz="1100" dirty="0"/>
          </a:p>
          <a:p>
            <a:pPr algn="l">
              <a:lnSpc>
                <a:spcPct val="150000"/>
              </a:lnSpc>
            </a:pPr>
            <a:r>
              <a:rPr lang="fi-FI" sz="1100" dirty="0">
                <a:hlinkClick r:id="rId9"/>
              </a:rPr>
              <a:t>https://x.com/LUhyvinvointi</a:t>
            </a:r>
            <a:endParaRPr lang="fi-FI" sz="1100" dirty="0"/>
          </a:p>
          <a:p>
            <a:pPr algn="l">
              <a:lnSpc>
                <a:spcPct val="150000"/>
              </a:lnSpc>
            </a:pPr>
            <a:r>
              <a:rPr lang="fi-FI" sz="1100" u="none" dirty="0">
                <a:hlinkClick r:id="rId10"/>
              </a:rPr>
              <a:t>https://x.com/LUpelastus</a:t>
            </a:r>
            <a:endParaRPr lang="fi-FI" sz="1100" u="none" dirty="0"/>
          </a:p>
          <a:p>
            <a:pPr algn="l">
              <a:lnSpc>
                <a:spcPct val="150000"/>
              </a:lnSpc>
            </a:pPr>
            <a:r>
              <a:rPr lang="fi-FI" sz="1100" dirty="0">
                <a:hlinkClick r:id="rId11"/>
              </a:rPr>
              <a:t>https://www.youtube.com/channel/UCx_t523hylIHyrN0B6IdPTA</a:t>
            </a:r>
            <a:endParaRPr lang="fi-FI" sz="1100" u="none" dirty="0"/>
          </a:p>
          <a:p>
            <a:pPr algn="l">
              <a:lnSpc>
                <a:spcPct val="150000"/>
              </a:lnSpc>
            </a:pPr>
            <a:endParaRPr lang="fi-FI" sz="1100" u="none" dirty="0"/>
          </a:p>
        </p:txBody>
      </p:sp>
    </p:spTree>
    <p:extLst>
      <p:ext uri="{BB962C8B-B14F-4D97-AF65-F5344CB8AC3E}">
        <p14:creationId xmlns:p14="http://schemas.microsoft.com/office/powerpoint/2010/main" val="282719436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Lopetussivu Kartalla">
    <p:bg>
      <p:bgPr>
        <a:solidFill>
          <a:schemeClr val="accent3"/>
        </a:solidFill>
        <a:effectLst/>
      </p:bgPr>
    </p:bg>
    <p:spTree>
      <p:nvGrpSpPr>
        <p:cNvPr id="1" name=""/>
        <p:cNvGrpSpPr/>
        <p:nvPr/>
      </p:nvGrpSpPr>
      <p:grpSpPr>
        <a:xfrm>
          <a:off x="0" y="0"/>
          <a:ext cx="0" cy="0"/>
          <a:chOff x="0" y="0"/>
          <a:chExt cx="0" cy="0"/>
        </a:xfrm>
      </p:grpSpPr>
      <p:sp>
        <p:nvSpPr>
          <p:cNvPr id="35" name="Otsikko 34">
            <a:extLst>
              <a:ext uri="{FF2B5EF4-FFF2-40B4-BE49-F238E27FC236}">
                <a16:creationId xmlns:a16="http://schemas.microsoft.com/office/drawing/2014/main" id="{634CBF1F-3D47-E8C3-FB55-1B6D6E557DB7}"/>
              </a:ext>
            </a:extLst>
          </p:cNvPr>
          <p:cNvSpPr>
            <a:spLocks noGrp="1"/>
          </p:cNvSpPr>
          <p:nvPr userDrawn="1">
            <p:ph type="title"/>
          </p:nvPr>
        </p:nvSpPr>
        <p:spPr>
          <a:xfrm>
            <a:off x="539751" y="1984374"/>
            <a:ext cx="6461494" cy="866776"/>
          </a:xfrm>
        </p:spPr>
        <p:txBody>
          <a:bodyPr lIns="0"/>
          <a:lstStyle>
            <a:lvl1pPr>
              <a:defRPr sz="4400">
                <a:solidFill>
                  <a:schemeClr val="bg1"/>
                </a:solidFill>
              </a:defRPr>
            </a:lvl1pPr>
          </a:lstStyle>
          <a:p>
            <a:r>
              <a:rPr lang="fi-FI"/>
              <a:t>Muokkaa ots. perustyyl. napsautt.</a:t>
            </a:r>
          </a:p>
        </p:txBody>
      </p:sp>
      <p:sp>
        <p:nvSpPr>
          <p:cNvPr id="36" name="Vapaamuotoinen: Muoto 35" descr="Länsi-Uudenmaan hyvinvointialueen tunnus.">
            <a:extLst>
              <a:ext uri="{FF2B5EF4-FFF2-40B4-BE49-F238E27FC236}">
                <a16:creationId xmlns:a16="http://schemas.microsoft.com/office/drawing/2014/main" id="{93447263-93A9-5AB9-B39F-ADCC7CC8207F}"/>
              </a:ext>
            </a:extLst>
          </p:cNvPr>
          <p:cNvSpPr>
            <a:spLocks noChangeAspect="1"/>
          </p:cNvSpPr>
          <p:nvPr userDrawn="1"/>
        </p:nvSpPr>
        <p:spPr>
          <a:xfrm>
            <a:off x="547369" y="546240"/>
            <a:ext cx="4243160" cy="540000"/>
          </a:xfrm>
          <a:custGeom>
            <a:avLst/>
            <a:gdLst>
              <a:gd name="connsiteX0" fmla="*/ 1690184 w 2906005"/>
              <a:gd name="connsiteY0" fmla="*/ 254217 h 369828"/>
              <a:gd name="connsiteX1" fmla="*/ 1678333 w 2906005"/>
              <a:gd name="connsiteY1" fmla="*/ 257373 h 369828"/>
              <a:gd name="connsiteX2" fmla="*/ 1669509 w 2906005"/>
              <a:gd name="connsiteY2" fmla="*/ 266519 h 369828"/>
              <a:gd name="connsiteX3" fmla="*/ 1666160 w 2906005"/>
              <a:gd name="connsiteY3" fmla="*/ 280753 h 369828"/>
              <a:gd name="connsiteX4" fmla="*/ 1669509 w 2906005"/>
              <a:gd name="connsiteY4" fmla="*/ 295180 h 369828"/>
              <a:gd name="connsiteX5" fmla="*/ 1678397 w 2906005"/>
              <a:gd name="connsiteY5" fmla="*/ 304648 h 369828"/>
              <a:gd name="connsiteX6" fmla="*/ 1690184 w 2906005"/>
              <a:gd name="connsiteY6" fmla="*/ 307933 h 369828"/>
              <a:gd name="connsiteX7" fmla="*/ 1702228 w 2906005"/>
              <a:gd name="connsiteY7" fmla="*/ 304713 h 369828"/>
              <a:gd name="connsiteX8" fmla="*/ 1711116 w 2906005"/>
              <a:gd name="connsiteY8" fmla="*/ 295502 h 369828"/>
              <a:gd name="connsiteX9" fmla="*/ 1714401 w 2906005"/>
              <a:gd name="connsiteY9" fmla="*/ 281075 h 369828"/>
              <a:gd name="connsiteX10" fmla="*/ 1711116 w 2906005"/>
              <a:gd name="connsiteY10" fmla="*/ 266648 h 369828"/>
              <a:gd name="connsiteX11" fmla="*/ 1702228 w 2906005"/>
              <a:gd name="connsiteY11" fmla="*/ 257437 h 369828"/>
              <a:gd name="connsiteX12" fmla="*/ 1690184 w 2906005"/>
              <a:gd name="connsiteY12" fmla="*/ 254217 h 369828"/>
              <a:gd name="connsiteX13" fmla="*/ 1476028 w 2906005"/>
              <a:gd name="connsiteY13" fmla="*/ 254217 h 369828"/>
              <a:gd name="connsiteX14" fmla="*/ 1464177 w 2906005"/>
              <a:gd name="connsiteY14" fmla="*/ 257373 h 369828"/>
              <a:gd name="connsiteX15" fmla="*/ 1455353 w 2906005"/>
              <a:gd name="connsiteY15" fmla="*/ 266519 h 369828"/>
              <a:gd name="connsiteX16" fmla="*/ 1452004 w 2906005"/>
              <a:gd name="connsiteY16" fmla="*/ 280753 h 369828"/>
              <a:gd name="connsiteX17" fmla="*/ 1455353 w 2906005"/>
              <a:gd name="connsiteY17" fmla="*/ 295180 h 369828"/>
              <a:gd name="connsiteX18" fmla="*/ 1464241 w 2906005"/>
              <a:gd name="connsiteY18" fmla="*/ 304648 h 369828"/>
              <a:gd name="connsiteX19" fmla="*/ 1476028 w 2906005"/>
              <a:gd name="connsiteY19" fmla="*/ 307933 h 369828"/>
              <a:gd name="connsiteX20" fmla="*/ 1488072 w 2906005"/>
              <a:gd name="connsiteY20" fmla="*/ 304713 h 369828"/>
              <a:gd name="connsiteX21" fmla="*/ 1496960 w 2906005"/>
              <a:gd name="connsiteY21" fmla="*/ 295502 h 369828"/>
              <a:gd name="connsiteX22" fmla="*/ 1500245 w 2906005"/>
              <a:gd name="connsiteY22" fmla="*/ 281075 h 369828"/>
              <a:gd name="connsiteX23" fmla="*/ 1496960 w 2906005"/>
              <a:gd name="connsiteY23" fmla="*/ 266648 h 369828"/>
              <a:gd name="connsiteX24" fmla="*/ 1488072 w 2906005"/>
              <a:gd name="connsiteY24" fmla="*/ 257437 h 369828"/>
              <a:gd name="connsiteX25" fmla="*/ 1476028 w 2906005"/>
              <a:gd name="connsiteY25" fmla="*/ 254217 h 369828"/>
              <a:gd name="connsiteX26" fmla="*/ 916520 w 2906005"/>
              <a:gd name="connsiteY26" fmla="*/ 254217 h 369828"/>
              <a:gd name="connsiteX27" fmla="*/ 904669 w 2906005"/>
              <a:gd name="connsiteY27" fmla="*/ 257373 h 369828"/>
              <a:gd name="connsiteX28" fmla="*/ 895845 w 2906005"/>
              <a:gd name="connsiteY28" fmla="*/ 266519 h 369828"/>
              <a:gd name="connsiteX29" fmla="*/ 892496 w 2906005"/>
              <a:gd name="connsiteY29" fmla="*/ 280753 h 369828"/>
              <a:gd name="connsiteX30" fmla="*/ 895845 w 2906005"/>
              <a:gd name="connsiteY30" fmla="*/ 295180 h 369828"/>
              <a:gd name="connsiteX31" fmla="*/ 904733 w 2906005"/>
              <a:gd name="connsiteY31" fmla="*/ 304648 h 369828"/>
              <a:gd name="connsiteX32" fmla="*/ 916520 w 2906005"/>
              <a:gd name="connsiteY32" fmla="*/ 307933 h 369828"/>
              <a:gd name="connsiteX33" fmla="*/ 928564 w 2906005"/>
              <a:gd name="connsiteY33" fmla="*/ 304712 h 369828"/>
              <a:gd name="connsiteX34" fmla="*/ 937452 w 2906005"/>
              <a:gd name="connsiteY34" fmla="*/ 295502 h 369828"/>
              <a:gd name="connsiteX35" fmla="*/ 940737 w 2906005"/>
              <a:gd name="connsiteY35" fmla="*/ 281075 h 369828"/>
              <a:gd name="connsiteX36" fmla="*/ 937452 w 2906005"/>
              <a:gd name="connsiteY36" fmla="*/ 266648 h 369828"/>
              <a:gd name="connsiteX37" fmla="*/ 928564 w 2906005"/>
              <a:gd name="connsiteY37" fmla="*/ 257437 h 369828"/>
              <a:gd name="connsiteX38" fmla="*/ 916520 w 2906005"/>
              <a:gd name="connsiteY38" fmla="*/ 254217 h 369828"/>
              <a:gd name="connsiteX39" fmla="*/ 499416 w 2906005"/>
              <a:gd name="connsiteY39" fmla="*/ 254217 h 369828"/>
              <a:gd name="connsiteX40" fmla="*/ 487565 w 2906005"/>
              <a:gd name="connsiteY40" fmla="*/ 257373 h 369828"/>
              <a:gd name="connsiteX41" fmla="*/ 478741 w 2906005"/>
              <a:gd name="connsiteY41" fmla="*/ 266519 h 369828"/>
              <a:gd name="connsiteX42" fmla="*/ 475392 w 2906005"/>
              <a:gd name="connsiteY42" fmla="*/ 280753 h 369828"/>
              <a:gd name="connsiteX43" fmla="*/ 478741 w 2906005"/>
              <a:gd name="connsiteY43" fmla="*/ 295180 h 369828"/>
              <a:gd name="connsiteX44" fmla="*/ 487629 w 2906005"/>
              <a:gd name="connsiteY44" fmla="*/ 304648 h 369828"/>
              <a:gd name="connsiteX45" fmla="*/ 499416 w 2906005"/>
              <a:gd name="connsiteY45" fmla="*/ 307933 h 369828"/>
              <a:gd name="connsiteX46" fmla="*/ 511460 w 2906005"/>
              <a:gd name="connsiteY46" fmla="*/ 304712 h 369828"/>
              <a:gd name="connsiteX47" fmla="*/ 520348 w 2906005"/>
              <a:gd name="connsiteY47" fmla="*/ 295502 h 369828"/>
              <a:gd name="connsiteX48" fmla="*/ 523633 w 2906005"/>
              <a:gd name="connsiteY48" fmla="*/ 281075 h 369828"/>
              <a:gd name="connsiteX49" fmla="*/ 520348 w 2906005"/>
              <a:gd name="connsiteY49" fmla="*/ 266648 h 369828"/>
              <a:gd name="connsiteX50" fmla="*/ 511460 w 2906005"/>
              <a:gd name="connsiteY50" fmla="*/ 257437 h 369828"/>
              <a:gd name="connsiteX51" fmla="*/ 499416 w 2906005"/>
              <a:gd name="connsiteY51" fmla="*/ 254217 h 369828"/>
              <a:gd name="connsiteX52" fmla="*/ 167717 w 2906005"/>
              <a:gd name="connsiteY52" fmla="*/ 254217 h 369828"/>
              <a:gd name="connsiteX53" fmla="*/ 155866 w 2906005"/>
              <a:gd name="connsiteY53" fmla="*/ 257373 h 369828"/>
              <a:gd name="connsiteX54" fmla="*/ 147042 w 2906005"/>
              <a:gd name="connsiteY54" fmla="*/ 266519 h 369828"/>
              <a:gd name="connsiteX55" fmla="*/ 143693 w 2906005"/>
              <a:gd name="connsiteY55" fmla="*/ 280753 h 369828"/>
              <a:gd name="connsiteX56" fmla="*/ 147042 w 2906005"/>
              <a:gd name="connsiteY56" fmla="*/ 295180 h 369828"/>
              <a:gd name="connsiteX57" fmla="*/ 155930 w 2906005"/>
              <a:gd name="connsiteY57" fmla="*/ 304648 h 369828"/>
              <a:gd name="connsiteX58" fmla="*/ 167717 w 2906005"/>
              <a:gd name="connsiteY58" fmla="*/ 307933 h 369828"/>
              <a:gd name="connsiteX59" fmla="*/ 179761 w 2906005"/>
              <a:gd name="connsiteY59" fmla="*/ 304713 h 369828"/>
              <a:gd name="connsiteX60" fmla="*/ 188649 w 2906005"/>
              <a:gd name="connsiteY60" fmla="*/ 295502 h 369828"/>
              <a:gd name="connsiteX61" fmla="*/ 191934 w 2906005"/>
              <a:gd name="connsiteY61" fmla="*/ 281075 h 369828"/>
              <a:gd name="connsiteX62" fmla="*/ 188649 w 2906005"/>
              <a:gd name="connsiteY62" fmla="*/ 266648 h 369828"/>
              <a:gd name="connsiteX63" fmla="*/ 179761 w 2906005"/>
              <a:gd name="connsiteY63" fmla="*/ 257437 h 369828"/>
              <a:gd name="connsiteX64" fmla="*/ 167717 w 2906005"/>
              <a:gd name="connsiteY64" fmla="*/ 254217 h 369828"/>
              <a:gd name="connsiteX65" fmla="*/ 2525292 w 2906005"/>
              <a:gd name="connsiteY65" fmla="*/ 254216 h 369828"/>
              <a:gd name="connsiteX66" fmla="*/ 2513441 w 2906005"/>
              <a:gd name="connsiteY66" fmla="*/ 257372 h 369828"/>
              <a:gd name="connsiteX67" fmla="*/ 2504617 w 2906005"/>
              <a:gd name="connsiteY67" fmla="*/ 266518 h 369828"/>
              <a:gd name="connsiteX68" fmla="*/ 2501268 w 2906005"/>
              <a:gd name="connsiteY68" fmla="*/ 280752 h 369828"/>
              <a:gd name="connsiteX69" fmla="*/ 2504617 w 2906005"/>
              <a:gd name="connsiteY69" fmla="*/ 295179 h 369828"/>
              <a:gd name="connsiteX70" fmla="*/ 2513505 w 2906005"/>
              <a:gd name="connsiteY70" fmla="*/ 304647 h 369828"/>
              <a:gd name="connsiteX71" fmla="*/ 2525292 w 2906005"/>
              <a:gd name="connsiteY71" fmla="*/ 307932 h 369828"/>
              <a:gd name="connsiteX72" fmla="*/ 2537336 w 2906005"/>
              <a:gd name="connsiteY72" fmla="*/ 304712 h 369828"/>
              <a:gd name="connsiteX73" fmla="*/ 2546224 w 2906005"/>
              <a:gd name="connsiteY73" fmla="*/ 295501 h 369828"/>
              <a:gd name="connsiteX74" fmla="*/ 2549509 w 2906005"/>
              <a:gd name="connsiteY74" fmla="*/ 281074 h 369828"/>
              <a:gd name="connsiteX75" fmla="*/ 2546224 w 2906005"/>
              <a:gd name="connsiteY75" fmla="*/ 266647 h 369828"/>
              <a:gd name="connsiteX76" fmla="*/ 2537336 w 2906005"/>
              <a:gd name="connsiteY76" fmla="*/ 257437 h 369828"/>
              <a:gd name="connsiteX77" fmla="*/ 2525292 w 2906005"/>
              <a:gd name="connsiteY77" fmla="*/ 254216 h 369828"/>
              <a:gd name="connsiteX78" fmla="*/ 2413674 w 2906005"/>
              <a:gd name="connsiteY78" fmla="*/ 254216 h 369828"/>
              <a:gd name="connsiteX79" fmla="*/ 2401823 w 2906005"/>
              <a:gd name="connsiteY79" fmla="*/ 257372 h 369828"/>
              <a:gd name="connsiteX80" fmla="*/ 2392999 w 2906005"/>
              <a:gd name="connsiteY80" fmla="*/ 266518 h 369828"/>
              <a:gd name="connsiteX81" fmla="*/ 2389649 w 2906005"/>
              <a:gd name="connsiteY81" fmla="*/ 280752 h 369828"/>
              <a:gd name="connsiteX82" fmla="*/ 2392999 w 2906005"/>
              <a:gd name="connsiteY82" fmla="*/ 295180 h 369828"/>
              <a:gd name="connsiteX83" fmla="*/ 2401887 w 2906005"/>
              <a:gd name="connsiteY83" fmla="*/ 304647 h 369828"/>
              <a:gd name="connsiteX84" fmla="*/ 2413674 w 2906005"/>
              <a:gd name="connsiteY84" fmla="*/ 307932 h 369828"/>
              <a:gd name="connsiteX85" fmla="*/ 2425718 w 2906005"/>
              <a:gd name="connsiteY85" fmla="*/ 304712 h 369828"/>
              <a:gd name="connsiteX86" fmla="*/ 2434606 w 2906005"/>
              <a:gd name="connsiteY86" fmla="*/ 295502 h 369828"/>
              <a:gd name="connsiteX87" fmla="*/ 2437891 w 2906005"/>
              <a:gd name="connsiteY87" fmla="*/ 281074 h 369828"/>
              <a:gd name="connsiteX88" fmla="*/ 2434606 w 2906005"/>
              <a:gd name="connsiteY88" fmla="*/ 266647 h 369828"/>
              <a:gd name="connsiteX89" fmla="*/ 2425718 w 2906005"/>
              <a:gd name="connsiteY89" fmla="*/ 257437 h 369828"/>
              <a:gd name="connsiteX90" fmla="*/ 2413674 w 2906005"/>
              <a:gd name="connsiteY90" fmla="*/ 254216 h 369828"/>
              <a:gd name="connsiteX91" fmla="*/ 1868335 w 2906005"/>
              <a:gd name="connsiteY91" fmla="*/ 254216 h 369828"/>
              <a:gd name="connsiteX92" fmla="*/ 1856484 w 2906005"/>
              <a:gd name="connsiteY92" fmla="*/ 257372 h 369828"/>
              <a:gd name="connsiteX93" fmla="*/ 1847660 w 2906005"/>
              <a:gd name="connsiteY93" fmla="*/ 266518 h 369828"/>
              <a:gd name="connsiteX94" fmla="*/ 1844311 w 2906005"/>
              <a:gd name="connsiteY94" fmla="*/ 280752 h 369828"/>
              <a:gd name="connsiteX95" fmla="*/ 1847660 w 2906005"/>
              <a:gd name="connsiteY95" fmla="*/ 295179 h 369828"/>
              <a:gd name="connsiteX96" fmla="*/ 1856548 w 2906005"/>
              <a:gd name="connsiteY96" fmla="*/ 304647 h 369828"/>
              <a:gd name="connsiteX97" fmla="*/ 1868335 w 2906005"/>
              <a:gd name="connsiteY97" fmla="*/ 307932 h 369828"/>
              <a:gd name="connsiteX98" fmla="*/ 1880379 w 2906005"/>
              <a:gd name="connsiteY98" fmla="*/ 304712 h 369828"/>
              <a:gd name="connsiteX99" fmla="*/ 1889267 w 2906005"/>
              <a:gd name="connsiteY99" fmla="*/ 295501 h 369828"/>
              <a:gd name="connsiteX100" fmla="*/ 1892552 w 2906005"/>
              <a:gd name="connsiteY100" fmla="*/ 281074 h 369828"/>
              <a:gd name="connsiteX101" fmla="*/ 1889267 w 2906005"/>
              <a:gd name="connsiteY101" fmla="*/ 266647 h 369828"/>
              <a:gd name="connsiteX102" fmla="*/ 1880379 w 2906005"/>
              <a:gd name="connsiteY102" fmla="*/ 257437 h 369828"/>
              <a:gd name="connsiteX103" fmla="*/ 1868335 w 2906005"/>
              <a:gd name="connsiteY103" fmla="*/ 254216 h 369828"/>
              <a:gd name="connsiteX104" fmla="*/ 1136987 w 2906005"/>
              <a:gd name="connsiteY104" fmla="*/ 254216 h 369828"/>
              <a:gd name="connsiteX105" fmla="*/ 1125136 w 2906005"/>
              <a:gd name="connsiteY105" fmla="*/ 257372 h 369828"/>
              <a:gd name="connsiteX106" fmla="*/ 1116312 w 2906005"/>
              <a:gd name="connsiteY106" fmla="*/ 266518 h 369828"/>
              <a:gd name="connsiteX107" fmla="*/ 1112963 w 2906005"/>
              <a:gd name="connsiteY107" fmla="*/ 280752 h 369828"/>
              <a:gd name="connsiteX108" fmla="*/ 1116312 w 2906005"/>
              <a:gd name="connsiteY108" fmla="*/ 295179 h 369828"/>
              <a:gd name="connsiteX109" fmla="*/ 1125200 w 2906005"/>
              <a:gd name="connsiteY109" fmla="*/ 304647 h 369828"/>
              <a:gd name="connsiteX110" fmla="*/ 1136987 w 2906005"/>
              <a:gd name="connsiteY110" fmla="*/ 307932 h 369828"/>
              <a:gd name="connsiteX111" fmla="*/ 1149031 w 2906005"/>
              <a:gd name="connsiteY111" fmla="*/ 304712 h 369828"/>
              <a:gd name="connsiteX112" fmla="*/ 1157919 w 2906005"/>
              <a:gd name="connsiteY112" fmla="*/ 295501 h 369828"/>
              <a:gd name="connsiteX113" fmla="*/ 1161204 w 2906005"/>
              <a:gd name="connsiteY113" fmla="*/ 281074 h 369828"/>
              <a:gd name="connsiteX114" fmla="*/ 1157919 w 2906005"/>
              <a:gd name="connsiteY114" fmla="*/ 266647 h 369828"/>
              <a:gd name="connsiteX115" fmla="*/ 1149031 w 2906005"/>
              <a:gd name="connsiteY115" fmla="*/ 257437 h 369828"/>
              <a:gd name="connsiteX116" fmla="*/ 1136987 w 2906005"/>
              <a:gd name="connsiteY116" fmla="*/ 254216 h 369828"/>
              <a:gd name="connsiteX117" fmla="*/ 2068835 w 2906005"/>
              <a:gd name="connsiteY117" fmla="*/ 254088 h 369828"/>
              <a:gd name="connsiteX118" fmla="*/ 2052282 w 2906005"/>
              <a:gd name="connsiteY118" fmla="*/ 261109 h 369828"/>
              <a:gd name="connsiteX119" fmla="*/ 2045584 w 2906005"/>
              <a:gd name="connsiteY119" fmla="*/ 281075 h 369828"/>
              <a:gd name="connsiteX120" fmla="*/ 2052089 w 2906005"/>
              <a:gd name="connsiteY120" fmla="*/ 301106 h 369828"/>
              <a:gd name="connsiteX121" fmla="*/ 2068449 w 2906005"/>
              <a:gd name="connsiteY121" fmla="*/ 308126 h 369828"/>
              <a:gd name="connsiteX122" fmla="*/ 2080235 w 2906005"/>
              <a:gd name="connsiteY122" fmla="*/ 305099 h 369828"/>
              <a:gd name="connsiteX123" fmla="*/ 2080235 w 2906005"/>
              <a:gd name="connsiteY123" fmla="*/ 305035 h 369828"/>
              <a:gd name="connsiteX124" fmla="*/ 2089059 w 2906005"/>
              <a:gd name="connsiteY124" fmla="*/ 295889 h 369828"/>
              <a:gd name="connsiteX125" fmla="*/ 2092344 w 2906005"/>
              <a:gd name="connsiteY125" fmla="*/ 281075 h 369828"/>
              <a:gd name="connsiteX126" fmla="*/ 2085517 w 2906005"/>
              <a:gd name="connsiteY126" fmla="*/ 261109 h 369828"/>
              <a:gd name="connsiteX127" fmla="*/ 2068835 w 2906005"/>
              <a:gd name="connsiteY127" fmla="*/ 254088 h 369828"/>
              <a:gd name="connsiteX128" fmla="*/ 2634398 w 2906005"/>
              <a:gd name="connsiteY128" fmla="*/ 252929 h 369828"/>
              <a:gd name="connsiteX129" fmla="*/ 2619971 w 2906005"/>
              <a:gd name="connsiteY129" fmla="*/ 258146 h 369828"/>
              <a:gd name="connsiteX130" fmla="*/ 2612822 w 2906005"/>
              <a:gd name="connsiteY130" fmla="*/ 272573 h 369828"/>
              <a:gd name="connsiteX131" fmla="*/ 2656104 w 2906005"/>
              <a:gd name="connsiteY131" fmla="*/ 272573 h 369828"/>
              <a:gd name="connsiteX132" fmla="*/ 2656168 w 2906005"/>
              <a:gd name="connsiteY132" fmla="*/ 272509 h 369828"/>
              <a:gd name="connsiteX133" fmla="*/ 2649727 w 2906005"/>
              <a:gd name="connsiteY133" fmla="*/ 258275 h 369828"/>
              <a:gd name="connsiteX134" fmla="*/ 2634398 w 2906005"/>
              <a:gd name="connsiteY134" fmla="*/ 252929 h 369828"/>
              <a:gd name="connsiteX135" fmla="*/ 719046 w 2906005"/>
              <a:gd name="connsiteY135" fmla="*/ 235538 h 369828"/>
              <a:gd name="connsiteX136" fmla="*/ 744873 w 2906005"/>
              <a:gd name="connsiteY136" fmla="*/ 235538 h 369828"/>
              <a:gd name="connsiteX137" fmla="*/ 768382 w 2906005"/>
              <a:gd name="connsiteY137" fmla="*/ 299237 h 369828"/>
              <a:gd name="connsiteX138" fmla="*/ 792277 w 2906005"/>
              <a:gd name="connsiteY138" fmla="*/ 235538 h 369828"/>
              <a:gd name="connsiteX139" fmla="*/ 816790 w 2906005"/>
              <a:gd name="connsiteY139" fmla="*/ 235538 h 369828"/>
              <a:gd name="connsiteX140" fmla="*/ 760331 w 2906005"/>
              <a:gd name="connsiteY140" fmla="*/ 369828 h 369828"/>
              <a:gd name="connsiteX141" fmla="*/ 735792 w 2906005"/>
              <a:gd name="connsiteY141" fmla="*/ 369828 h 369828"/>
              <a:gd name="connsiteX142" fmla="*/ 755565 w 2906005"/>
              <a:gd name="connsiteY142" fmla="*/ 324421 h 369828"/>
              <a:gd name="connsiteX143" fmla="*/ 1326152 w 2906005"/>
              <a:gd name="connsiteY143" fmla="*/ 235474 h 369828"/>
              <a:gd name="connsiteX144" fmla="*/ 1350820 w 2906005"/>
              <a:gd name="connsiteY144" fmla="*/ 235474 h 369828"/>
              <a:gd name="connsiteX145" fmla="*/ 1373846 w 2906005"/>
              <a:gd name="connsiteY145" fmla="*/ 305324 h 369828"/>
              <a:gd name="connsiteX146" fmla="*/ 1373814 w 2906005"/>
              <a:gd name="connsiteY146" fmla="*/ 305421 h 369828"/>
              <a:gd name="connsiteX147" fmla="*/ 1373878 w 2906005"/>
              <a:gd name="connsiteY147" fmla="*/ 305421 h 369828"/>
              <a:gd name="connsiteX148" fmla="*/ 1373846 w 2906005"/>
              <a:gd name="connsiteY148" fmla="*/ 305324 h 369828"/>
              <a:gd name="connsiteX149" fmla="*/ 1396872 w 2906005"/>
              <a:gd name="connsiteY149" fmla="*/ 235474 h 369828"/>
              <a:gd name="connsiteX150" fmla="*/ 1421411 w 2906005"/>
              <a:gd name="connsiteY150" fmla="*/ 235474 h 369828"/>
              <a:gd name="connsiteX151" fmla="*/ 1387661 w 2906005"/>
              <a:gd name="connsiteY151" fmla="*/ 326675 h 369828"/>
              <a:gd name="connsiteX152" fmla="*/ 1359708 w 2906005"/>
              <a:gd name="connsiteY152" fmla="*/ 326675 h 369828"/>
              <a:gd name="connsiteX153" fmla="*/ 816817 w 2906005"/>
              <a:gd name="connsiteY153" fmla="*/ 235474 h 369828"/>
              <a:gd name="connsiteX154" fmla="*/ 816817 w 2906005"/>
              <a:gd name="connsiteY154" fmla="*/ 235538 h 369828"/>
              <a:gd name="connsiteX155" fmla="*/ 816790 w 2906005"/>
              <a:gd name="connsiteY155" fmla="*/ 235538 h 369828"/>
              <a:gd name="connsiteX156" fmla="*/ 1037026 w 2906005"/>
              <a:gd name="connsiteY156" fmla="*/ 234186 h 369828"/>
              <a:gd name="connsiteX157" fmla="*/ 1063369 w 2906005"/>
              <a:gd name="connsiteY157" fmla="*/ 244491 h 369828"/>
              <a:gd name="connsiteX158" fmla="*/ 1063369 w 2906005"/>
              <a:gd name="connsiteY158" fmla="*/ 244427 h 369828"/>
              <a:gd name="connsiteX159" fmla="*/ 1073416 w 2906005"/>
              <a:gd name="connsiteY159" fmla="*/ 273153 h 369828"/>
              <a:gd name="connsiteX160" fmla="*/ 1073416 w 2906005"/>
              <a:gd name="connsiteY160" fmla="*/ 326675 h 369828"/>
              <a:gd name="connsiteX161" fmla="*/ 1050358 w 2906005"/>
              <a:gd name="connsiteY161" fmla="*/ 326675 h 369828"/>
              <a:gd name="connsiteX162" fmla="*/ 1050358 w 2906005"/>
              <a:gd name="connsiteY162" fmla="*/ 276309 h 369828"/>
              <a:gd name="connsiteX163" fmla="*/ 1044948 w 2906005"/>
              <a:gd name="connsiteY163" fmla="*/ 259627 h 369828"/>
              <a:gd name="connsiteX164" fmla="*/ 1030134 w 2906005"/>
              <a:gd name="connsiteY164" fmla="*/ 253766 h 369828"/>
              <a:gd name="connsiteX165" fmla="*/ 1015063 w 2906005"/>
              <a:gd name="connsiteY165" fmla="*/ 259627 h 369828"/>
              <a:gd name="connsiteX166" fmla="*/ 1009524 w 2906005"/>
              <a:gd name="connsiteY166" fmla="*/ 276309 h 369828"/>
              <a:gd name="connsiteX167" fmla="*/ 1009524 w 2906005"/>
              <a:gd name="connsiteY167" fmla="*/ 326675 h 369828"/>
              <a:gd name="connsiteX168" fmla="*/ 986466 w 2906005"/>
              <a:gd name="connsiteY168" fmla="*/ 326675 h 369828"/>
              <a:gd name="connsiteX169" fmla="*/ 986466 w 2906005"/>
              <a:gd name="connsiteY169" fmla="*/ 235474 h 369828"/>
              <a:gd name="connsiteX170" fmla="*/ 1009524 w 2906005"/>
              <a:gd name="connsiteY170" fmla="*/ 235474 h 369828"/>
              <a:gd name="connsiteX171" fmla="*/ 1009524 w 2906005"/>
              <a:gd name="connsiteY171" fmla="*/ 246810 h 369828"/>
              <a:gd name="connsiteX172" fmla="*/ 1021311 w 2906005"/>
              <a:gd name="connsiteY172" fmla="*/ 237535 h 369828"/>
              <a:gd name="connsiteX173" fmla="*/ 1037026 w 2906005"/>
              <a:gd name="connsiteY173" fmla="*/ 234186 h 369828"/>
              <a:gd name="connsiteX174" fmla="*/ 2356544 w 2906005"/>
              <a:gd name="connsiteY174" fmla="*/ 234122 h 369828"/>
              <a:gd name="connsiteX175" fmla="*/ 2356544 w 2906005"/>
              <a:gd name="connsiteY175" fmla="*/ 258339 h 369828"/>
              <a:gd name="connsiteX176" fmla="*/ 2350425 w 2906005"/>
              <a:gd name="connsiteY176" fmla="*/ 258339 h 369828"/>
              <a:gd name="connsiteX177" fmla="*/ 2334066 w 2906005"/>
              <a:gd name="connsiteY177" fmla="*/ 263427 h 369828"/>
              <a:gd name="connsiteX178" fmla="*/ 2328527 w 2906005"/>
              <a:gd name="connsiteY178" fmla="*/ 281204 h 369828"/>
              <a:gd name="connsiteX179" fmla="*/ 2328527 w 2906005"/>
              <a:gd name="connsiteY179" fmla="*/ 326611 h 369828"/>
              <a:gd name="connsiteX180" fmla="*/ 2305469 w 2906005"/>
              <a:gd name="connsiteY180" fmla="*/ 326611 h 369828"/>
              <a:gd name="connsiteX181" fmla="*/ 2305469 w 2906005"/>
              <a:gd name="connsiteY181" fmla="*/ 235410 h 369828"/>
              <a:gd name="connsiteX182" fmla="*/ 2328527 w 2906005"/>
              <a:gd name="connsiteY182" fmla="*/ 235410 h 369828"/>
              <a:gd name="connsiteX183" fmla="*/ 2328527 w 2906005"/>
              <a:gd name="connsiteY183" fmla="*/ 249580 h 369828"/>
              <a:gd name="connsiteX184" fmla="*/ 2340120 w 2906005"/>
              <a:gd name="connsiteY184" fmla="*/ 238244 h 369828"/>
              <a:gd name="connsiteX185" fmla="*/ 2340185 w 2906005"/>
              <a:gd name="connsiteY185" fmla="*/ 238244 h 369828"/>
              <a:gd name="connsiteX186" fmla="*/ 2356544 w 2906005"/>
              <a:gd name="connsiteY186" fmla="*/ 234122 h 369828"/>
              <a:gd name="connsiteX187" fmla="*/ 2182902 w 2906005"/>
              <a:gd name="connsiteY187" fmla="*/ 234122 h 369828"/>
              <a:gd name="connsiteX188" fmla="*/ 2201966 w 2906005"/>
              <a:gd name="connsiteY188" fmla="*/ 238631 h 369828"/>
              <a:gd name="connsiteX189" fmla="*/ 2214977 w 2906005"/>
              <a:gd name="connsiteY189" fmla="*/ 251576 h 369828"/>
              <a:gd name="connsiteX190" fmla="*/ 2227923 w 2906005"/>
              <a:gd name="connsiteY190" fmla="*/ 238888 h 369828"/>
              <a:gd name="connsiteX191" fmla="*/ 2246279 w 2906005"/>
              <a:gd name="connsiteY191" fmla="*/ 234122 h 369828"/>
              <a:gd name="connsiteX192" fmla="*/ 2273330 w 2906005"/>
              <a:gd name="connsiteY192" fmla="*/ 244427 h 369828"/>
              <a:gd name="connsiteX193" fmla="*/ 2283635 w 2906005"/>
              <a:gd name="connsiteY193" fmla="*/ 273153 h 369828"/>
              <a:gd name="connsiteX194" fmla="*/ 2283635 w 2906005"/>
              <a:gd name="connsiteY194" fmla="*/ 326676 h 369828"/>
              <a:gd name="connsiteX195" fmla="*/ 2260577 w 2906005"/>
              <a:gd name="connsiteY195" fmla="*/ 326676 h 369828"/>
              <a:gd name="connsiteX196" fmla="*/ 2260577 w 2906005"/>
              <a:gd name="connsiteY196" fmla="*/ 276309 h 369828"/>
              <a:gd name="connsiteX197" fmla="*/ 2255167 w 2906005"/>
              <a:gd name="connsiteY197" fmla="*/ 259949 h 369828"/>
              <a:gd name="connsiteX198" fmla="*/ 2240353 w 2906005"/>
              <a:gd name="connsiteY198" fmla="*/ 254282 h 369828"/>
              <a:gd name="connsiteX199" fmla="*/ 2225475 w 2906005"/>
              <a:gd name="connsiteY199" fmla="*/ 259949 h 369828"/>
              <a:gd name="connsiteX200" fmla="*/ 2219936 w 2906005"/>
              <a:gd name="connsiteY200" fmla="*/ 276309 h 369828"/>
              <a:gd name="connsiteX201" fmla="*/ 2219936 w 2906005"/>
              <a:gd name="connsiteY201" fmla="*/ 326676 h 369828"/>
              <a:gd name="connsiteX202" fmla="*/ 2196878 w 2906005"/>
              <a:gd name="connsiteY202" fmla="*/ 326676 h 369828"/>
              <a:gd name="connsiteX203" fmla="*/ 2196878 w 2906005"/>
              <a:gd name="connsiteY203" fmla="*/ 276309 h 369828"/>
              <a:gd name="connsiteX204" fmla="*/ 2191468 w 2906005"/>
              <a:gd name="connsiteY204" fmla="*/ 259949 h 369828"/>
              <a:gd name="connsiteX205" fmla="*/ 2176654 w 2906005"/>
              <a:gd name="connsiteY205" fmla="*/ 254282 h 369828"/>
              <a:gd name="connsiteX206" fmla="*/ 2161583 w 2906005"/>
              <a:gd name="connsiteY206" fmla="*/ 259949 h 369828"/>
              <a:gd name="connsiteX207" fmla="*/ 2156044 w 2906005"/>
              <a:gd name="connsiteY207" fmla="*/ 276309 h 369828"/>
              <a:gd name="connsiteX208" fmla="*/ 2156044 w 2906005"/>
              <a:gd name="connsiteY208" fmla="*/ 326676 h 369828"/>
              <a:gd name="connsiteX209" fmla="*/ 2132986 w 2906005"/>
              <a:gd name="connsiteY209" fmla="*/ 326676 h 369828"/>
              <a:gd name="connsiteX210" fmla="*/ 2132986 w 2906005"/>
              <a:gd name="connsiteY210" fmla="*/ 235475 h 369828"/>
              <a:gd name="connsiteX211" fmla="*/ 2156044 w 2906005"/>
              <a:gd name="connsiteY211" fmla="*/ 235475 h 369828"/>
              <a:gd name="connsiteX212" fmla="*/ 2156044 w 2906005"/>
              <a:gd name="connsiteY212" fmla="*/ 246488 h 369828"/>
              <a:gd name="connsiteX213" fmla="*/ 2167508 w 2906005"/>
              <a:gd name="connsiteY213" fmla="*/ 237407 h 369828"/>
              <a:gd name="connsiteX214" fmla="*/ 2182902 w 2906005"/>
              <a:gd name="connsiteY214" fmla="*/ 234122 h 369828"/>
              <a:gd name="connsiteX215" fmla="*/ 1811205 w 2906005"/>
              <a:gd name="connsiteY215" fmla="*/ 234122 h 369828"/>
              <a:gd name="connsiteX216" fmla="*/ 1811205 w 2906005"/>
              <a:gd name="connsiteY216" fmla="*/ 258339 h 369828"/>
              <a:gd name="connsiteX217" fmla="*/ 1805087 w 2906005"/>
              <a:gd name="connsiteY217" fmla="*/ 258339 h 369828"/>
              <a:gd name="connsiteX218" fmla="*/ 1788727 w 2906005"/>
              <a:gd name="connsiteY218" fmla="*/ 263427 h 369828"/>
              <a:gd name="connsiteX219" fmla="*/ 1783188 w 2906005"/>
              <a:gd name="connsiteY219" fmla="*/ 281204 h 369828"/>
              <a:gd name="connsiteX220" fmla="*/ 1783188 w 2906005"/>
              <a:gd name="connsiteY220" fmla="*/ 326611 h 369828"/>
              <a:gd name="connsiteX221" fmla="*/ 1760130 w 2906005"/>
              <a:gd name="connsiteY221" fmla="*/ 326611 h 369828"/>
              <a:gd name="connsiteX222" fmla="*/ 1760130 w 2906005"/>
              <a:gd name="connsiteY222" fmla="*/ 235410 h 369828"/>
              <a:gd name="connsiteX223" fmla="*/ 1783188 w 2906005"/>
              <a:gd name="connsiteY223" fmla="*/ 235410 h 369828"/>
              <a:gd name="connsiteX224" fmla="*/ 1783188 w 2906005"/>
              <a:gd name="connsiteY224" fmla="*/ 249580 h 369828"/>
              <a:gd name="connsiteX225" fmla="*/ 1794781 w 2906005"/>
              <a:gd name="connsiteY225" fmla="*/ 238244 h 369828"/>
              <a:gd name="connsiteX226" fmla="*/ 1794846 w 2906005"/>
              <a:gd name="connsiteY226" fmla="*/ 238244 h 369828"/>
              <a:gd name="connsiteX227" fmla="*/ 1811205 w 2906005"/>
              <a:gd name="connsiteY227" fmla="*/ 234122 h 369828"/>
              <a:gd name="connsiteX228" fmla="*/ 442286 w 2906005"/>
              <a:gd name="connsiteY228" fmla="*/ 234122 h 369828"/>
              <a:gd name="connsiteX229" fmla="*/ 442286 w 2906005"/>
              <a:gd name="connsiteY229" fmla="*/ 258339 h 369828"/>
              <a:gd name="connsiteX230" fmla="*/ 436167 w 2906005"/>
              <a:gd name="connsiteY230" fmla="*/ 258339 h 369828"/>
              <a:gd name="connsiteX231" fmla="*/ 419808 w 2906005"/>
              <a:gd name="connsiteY231" fmla="*/ 263427 h 369828"/>
              <a:gd name="connsiteX232" fmla="*/ 414269 w 2906005"/>
              <a:gd name="connsiteY232" fmla="*/ 281204 h 369828"/>
              <a:gd name="connsiteX233" fmla="*/ 414269 w 2906005"/>
              <a:gd name="connsiteY233" fmla="*/ 326611 h 369828"/>
              <a:gd name="connsiteX234" fmla="*/ 391211 w 2906005"/>
              <a:gd name="connsiteY234" fmla="*/ 326611 h 369828"/>
              <a:gd name="connsiteX235" fmla="*/ 391211 w 2906005"/>
              <a:gd name="connsiteY235" fmla="*/ 235410 h 369828"/>
              <a:gd name="connsiteX236" fmla="*/ 414269 w 2906005"/>
              <a:gd name="connsiteY236" fmla="*/ 235410 h 369828"/>
              <a:gd name="connsiteX237" fmla="*/ 414269 w 2906005"/>
              <a:gd name="connsiteY237" fmla="*/ 249580 h 369828"/>
              <a:gd name="connsiteX238" fmla="*/ 425862 w 2906005"/>
              <a:gd name="connsiteY238" fmla="*/ 238244 h 369828"/>
              <a:gd name="connsiteX239" fmla="*/ 425927 w 2906005"/>
              <a:gd name="connsiteY239" fmla="*/ 238244 h 369828"/>
              <a:gd name="connsiteX240" fmla="*/ 442286 w 2906005"/>
              <a:gd name="connsiteY240" fmla="*/ 234122 h 369828"/>
              <a:gd name="connsiteX241" fmla="*/ 2635042 w 2906005"/>
              <a:gd name="connsiteY241" fmla="*/ 233993 h 369828"/>
              <a:gd name="connsiteX242" fmla="*/ 2658358 w 2906005"/>
              <a:gd name="connsiteY242" fmla="*/ 239596 h 369828"/>
              <a:gd name="connsiteX243" fmla="*/ 2674331 w 2906005"/>
              <a:gd name="connsiteY243" fmla="*/ 255505 h 369828"/>
              <a:gd name="connsiteX244" fmla="*/ 2679999 w 2906005"/>
              <a:gd name="connsiteY244" fmla="*/ 279143 h 369828"/>
              <a:gd name="connsiteX245" fmla="*/ 2679355 w 2906005"/>
              <a:gd name="connsiteY245" fmla="*/ 288031 h 369828"/>
              <a:gd name="connsiteX246" fmla="*/ 2679355 w 2906005"/>
              <a:gd name="connsiteY246" fmla="*/ 287967 h 369828"/>
              <a:gd name="connsiteX247" fmla="*/ 2612693 w 2906005"/>
              <a:gd name="connsiteY247" fmla="*/ 287967 h 369828"/>
              <a:gd name="connsiteX248" fmla="*/ 2619585 w 2906005"/>
              <a:gd name="connsiteY248" fmla="*/ 303424 h 369828"/>
              <a:gd name="connsiteX249" fmla="*/ 2634592 w 2906005"/>
              <a:gd name="connsiteY249" fmla="*/ 309028 h 369828"/>
              <a:gd name="connsiteX250" fmla="*/ 2652883 w 2906005"/>
              <a:gd name="connsiteY250" fmla="*/ 298014 h 369828"/>
              <a:gd name="connsiteX251" fmla="*/ 2677745 w 2906005"/>
              <a:gd name="connsiteY251" fmla="*/ 298014 h 369828"/>
              <a:gd name="connsiteX252" fmla="*/ 2662609 w 2906005"/>
              <a:gd name="connsiteY252" fmla="*/ 319655 h 369828"/>
              <a:gd name="connsiteX253" fmla="*/ 2635107 w 2906005"/>
              <a:gd name="connsiteY253" fmla="*/ 328157 h 369828"/>
              <a:gd name="connsiteX254" fmla="*/ 2611469 w 2906005"/>
              <a:gd name="connsiteY254" fmla="*/ 322296 h 369828"/>
              <a:gd name="connsiteX255" fmla="*/ 2595174 w 2906005"/>
              <a:gd name="connsiteY255" fmla="*/ 305743 h 369828"/>
              <a:gd name="connsiteX256" fmla="*/ 2589313 w 2906005"/>
              <a:gd name="connsiteY256" fmla="*/ 281075 h 369828"/>
              <a:gd name="connsiteX257" fmla="*/ 2595045 w 2906005"/>
              <a:gd name="connsiteY257" fmla="*/ 256214 h 369828"/>
              <a:gd name="connsiteX258" fmla="*/ 2611147 w 2906005"/>
              <a:gd name="connsiteY258" fmla="*/ 239725 h 369828"/>
              <a:gd name="connsiteX259" fmla="*/ 2635042 w 2906005"/>
              <a:gd name="connsiteY259" fmla="*/ 233993 h 369828"/>
              <a:gd name="connsiteX260" fmla="*/ 2069157 w 2906005"/>
              <a:gd name="connsiteY260" fmla="*/ 233993 h 369828"/>
              <a:gd name="connsiteX261" fmla="*/ 2093052 w 2906005"/>
              <a:gd name="connsiteY261" fmla="*/ 239854 h 369828"/>
              <a:gd name="connsiteX262" fmla="*/ 2109927 w 2906005"/>
              <a:gd name="connsiteY262" fmla="*/ 256407 h 369828"/>
              <a:gd name="connsiteX263" fmla="*/ 2116110 w 2906005"/>
              <a:gd name="connsiteY263" fmla="*/ 281075 h 369828"/>
              <a:gd name="connsiteX264" fmla="*/ 2109798 w 2906005"/>
              <a:gd name="connsiteY264" fmla="*/ 305743 h 369828"/>
              <a:gd name="connsiteX265" fmla="*/ 2092666 w 2906005"/>
              <a:gd name="connsiteY265" fmla="*/ 322296 h 369828"/>
              <a:gd name="connsiteX266" fmla="*/ 2068578 w 2906005"/>
              <a:gd name="connsiteY266" fmla="*/ 328157 h 369828"/>
              <a:gd name="connsiteX267" fmla="*/ 2044875 w 2906005"/>
              <a:gd name="connsiteY267" fmla="*/ 322296 h 369828"/>
              <a:gd name="connsiteX268" fmla="*/ 2044747 w 2906005"/>
              <a:gd name="connsiteY268" fmla="*/ 322296 h 369828"/>
              <a:gd name="connsiteX269" fmla="*/ 2028194 w 2906005"/>
              <a:gd name="connsiteY269" fmla="*/ 305743 h 369828"/>
              <a:gd name="connsiteX270" fmla="*/ 2022204 w 2906005"/>
              <a:gd name="connsiteY270" fmla="*/ 281075 h 369828"/>
              <a:gd name="connsiteX271" fmla="*/ 2028387 w 2906005"/>
              <a:gd name="connsiteY271" fmla="*/ 256407 h 369828"/>
              <a:gd name="connsiteX272" fmla="*/ 2045262 w 2906005"/>
              <a:gd name="connsiteY272" fmla="*/ 239854 h 369828"/>
              <a:gd name="connsiteX273" fmla="*/ 2069157 w 2906005"/>
              <a:gd name="connsiteY273" fmla="*/ 233993 h 369828"/>
              <a:gd name="connsiteX274" fmla="*/ 1971516 w 2906005"/>
              <a:gd name="connsiteY274" fmla="*/ 233993 h 369828"/>
              <a:gd name="connsiteX275" fmla="*/ 1997536 w 2906005"/>
              <a:gd name="connsiteY275" fmla="*/ 242173 h 369828"/>
              <a:gd name="connsiteX276" fmla="*/ 2008228 w 2906005"/>
              <a:gd name="connsiteY276" fmla="*/ 264136 h 369828"/>
              <a:gd name="connsiteX277" fmla="*/ 1986201 w 2906005"/>
              <a:gd name="connsiteY277" fmla="*/ 264136 h 369828"/>
              <a:gd name="connsiteX278" fmla="*/ 1981692 w 2906005"/>
              <a:gd name="connsiteY278" fmla="*/ 255505 h 369828"/>
              <a:gd name="connsiteX279" fmla="*/ 1970936 w 2906005"/>
              <a:gd name="connsiteY279" fmla="*/ 252285 h 369828"/>
              <a:gd name="connsiteX280" fmla="*/ 1961275 w 2906005"/>
              <a:gd name="connsiteY280" fmla="*/ 254603 h 369828"/>
              <a:gd name="connsiteX281" fmla="*/ 1957926 w 2906005"/>
              <a:gd name="connsiteY281" fmla="*/ 261044 h 369828"/>
              <a:gd name="connsiteX282" fmla="*/ 1962563 w 2906005"/>
              <a:gd name="connsiteY282" fmla="*/ 268065 h 369828"/>
              <a:gd name="connsiteX283" fmla="*/ 1976861 w 2906005"/>
              <a:gd name="connsiteY283" fmla="*/ 272895 h 369828"/>
              <a:gd name="connsiteX284" fmla="*/ 1993157 w 2906005"/>
              <a:gd name="connsiteY284" fmla="*/ 277983 h 369828"/>
              <a:gd name="connsiteX285" fmla="*/ 2004299 w 2906005"/>
              <a:gd name="connsiteY285" fmla="*/ 286163 h 369828"/>
              <a:gd name="connsiteX286" fmla="*/ 2009130 w 2906005"/>
              <a:gd name="connsiteY286" fmla="*/ 300719 h 369828"/>
              <a:gd name="connsiteX287" fmla="*/ 2004750 w 2906005"/>
              <a:gd name="connsiteY287" fmla="*/ 314889 h 369828"/>
              <a:gd name="connsiteX288" fmla="*/ 1992255 w 2906005"/>
              <a:gd name="connsiteY288" fmla="*/ 324679 h 369828"/>
              <a:gd name="connsiteX289" fmla="*/ 1973255 w 2906005"/>
              <a:gd name="connsiteY289" fmla="*/ 328221 h 369828"/>
              <a:gd name="connsiteX290" fmla="*/ 1953159 w 2906005"/>
              <a:gd name="connsiteY290" fmla="*/ 324164 h 369828"/>
              <a:gd name="connsiteX291" fmla="*/ 1953095 w 2906005"/>
              <a:gd name="connsiteY291" fmla="*/ 324099 h 369828"/>
              <a:gd name="connsiteX292" fmla="*/ 1938990 w 2906005"/>
              <a:gd name="connsiteY292" fmla="*/ 313150 h 369828"/>
              <a:gd name="connsiteX293" fmla="*/ 1933322 w 2906005"/>
              <a:gd name="connsiteY293" fmla="*/ 297821 h 369828"/>
              <a:gd name="connsiteX294" fmla="*/ 1956509 w 2906005"/>
              <a:gd name="connsiteY294" fmla="*/ 297821 h 369828"/>
              <a:gd name="connsiteX295" fmla="*/ 1961661 w 2906005"/>
              <a:gd name="connsiteY295" fmla="*/ 306516 h 369828"/>
              <a:gd name="connsiteX296" fmla="*/ 1972933 w 2906005"/>
              <a:gd name="connsiteY296" fmla="*/ 309994 h 369828"/>
              <a:gd name="connsiteX297" fmla="*/ 1983238 w 2906005"/>
              <a:gd name="connsiteY297" fmla="*/ 307353 h 369828"/>
              <a:gd name="connsiteX298" fmla="*/ 1986973 w 2906005"/>
              <a:gd name="connsiteY298" fmla="*/ 300590 h 369828"/>
              <a:gd name="connsiteX299" fmla="*/ 1982465 w 2906005"/>
              <a:gd name="connsiteY299" fmla="*/ 293892 h 369828"/>
              <a:gd name="connsiteX300" fmla="*/ 1968038 w 2906005"/>
              <a:gd name="connsiteY300" fmla="*/ 289061 h 369828"/>
              <a:gd name="connsiteX301" fmla="*/ 1951356 w 2906005"/>
              <a:gd name="connsiteY301" fmla="*/ 283973 h 369828"/>
              <a:gd name="connsiteX302" fmla="*/ 1940149 w 2906005"/>
              <a:gd name="connsiteY302" fmla="*/ 275922 h 369828"/>
              <a:gd name="connsiteX303" fmla="*/ 1935447 w 2906005"/>
              <a:gd name="connsiteY303" fmla="*/ 261302 h 369828"/>
              <a:gd name="connsiteX304" fmla="*/ 1939827 w 2906005"/>
              <a:gd name="connsiteY304" fmla="*/ 247454 h 369828"/>
              <a:gd name="connsiteX305" fmla="*/ 1952322 w 2906005"/>
              <a:gd name="connsiteY305" fmla="*/ 237600 h 369828"/>
              <a:gd name="connsiteX306" fmla="*/ 1971516 w 2906005"/>
              <a:gd name="connsiteY306" fmla="*/ 233993 h 369828"/>
              <a:gd name="connsiteX307" fmla="*/ 1684258 w 2906005"/>
              <a:gd name="connsiteY307" fmla="*/ 233993 h 369828"/>
              <a:gd name="connsiteX308" fmla="*/ 1702099 w 2906005"/>
              <a:gd name="connsiteY308" fmla="*/ 238115 h 369828"/>
              <a:gd name="connsiteX309" fmla="*/ 1714337 w 2906005"/>
              <a:gd name="connsiteY309" fmla="*/ 248485 h 369828"/>
              <a:gd name="connsiteX310" fmla="*/ 1714337 w 2906005"/>
              <a:gd name="connsiteY310" fmla="*/ 235474 h 369828"/>
              <a:gd name="connsiteX311" fmla="*/ 1737523 w 2906005"/>
              <a:gd name="connsiteY311" fmla="*/ 235474 h 369828"/>
              <a:gd name="connsiteX312" fmla="*/ 1737523 w 2906005"/>
              <a:gd name="connsiteY312" fmla="*/ 326676 h 369828"/>
              <a:gd name="connsiteX313" fmla="*/ 1714337 w 2906005"/>
              <a:gd name="connsiteY313" fmla="*/ 326676 h 369828"/>
              <a:gd name="connsiteX314" fmla="*/ 1714337 w 2906005"/>
              <a:gd name="connsiteY314" fmla="*/ 313343 h 369828"/>
              <a:gd name="connsiteX315" fmla="*/ 1702099 w 2906005"/>
              <a:gd name="connsiteY315" fmla="*/ 323970 h 369828"/>
              <a:gd name="connsiteX316" fmla="*/ 1684065 w 2906005"/>
              <a:gd name="connsiteY316" fmla="*/ 328157 h 369828"/>
              <a:gd name="connsiteX317" fmla="*/ 1663068 w 2906005"/>
              <a:gd name="connsiteY317" fmla="*/ 322231 h 369828"/>
              <a:gd name="connsiteX318" fmla="*/ 1648061 w 2906005"/>
              <a:gd name="connsiteY318" fmla="*/ 305550 h 369828"/>
              <a:gd name="connsiteX319" fmla="*/ 1642522 w 2906005"/>
              <a:gd name="connsiteY319" fmla="*/ 280753 h 369828"/>
              <a:gd name="connsiteX320" fmla="*/ 1648061 w 2906005"/>
              <a:gd name="connsiteY320" fmla="*/ 256214 h 369828"/>
              <a:gd name="connsiteX321" fmla="*/ 1648125 w 2906005"/>
              <a:gd name="connsiteY321" fmla="*/ 256214 h 369828"/>
              <a:gd name="connsiteX322" fmla="*/ 1663132 w 2906005"/>
              <a:gd name="connsiteY322" fmla="*/ 239725 h 369828"/>
              <a:gd name="connsiteX323" fmla="*/ 1684258 w 2906005"/>
              <a:gd name="connsiteY323" fmla="*/ 233993 h 369828"/>
              <a:gd name="connsiteX324" fmla="*/ 1470102 w 2906005"/>
              <a:gd name="connsiteY324" fmla="*/ 233993 h 369828"/>
              <a:gd name="connsiteX325" fmla="*/ 1487943 w 2906005"/>
              <a:gd name="connsiteY325" fmla="*/ 238115 h 369828"/>
              <a:gd name="connsiteX326" fmla="*/ 1500180 w 2906005"/>
              <a:gd name="connsiteY326" fmla="*/ 248485 h 369828"/>
              <a:gd name="connsiteX327" fmla="*/ 1500180 w 2906005"/>
              <a:gd name="connsiteY327" fmla="*/ 235474 h 369828"/>
              <a:gd name="connsiteX328" fmla="*/ 1523367 w 2906005"/>
              <a:gd name="connsiteY328" fmla="*/ 235474 h 369828"/>
              <a:gd name="connsiteX329" fmla="*/ 1523367 w 2906005"/>
              <a:gd name="connsiteY329" fmla="*/ 326676 h 369828"/>
              <a:gd name="connsiteX330" fmla="*/ 1500180 w 2906005"/>
              <a:gd name="connsiteY330" fmla="*/ 326676 h 369828"/>
              <a:gd name="connsiteX331" fmla="*/ 1500180 w 2906005"/>
              <a:gd name="connsiteY331" fmla="*/ 313343 h 369828"/>
              <a:gd name="connsiteX332" fmla="*/ 1487943 w 2906005"/>
              <a:gd name="connsiteY332" fmla="*/ 323970 h 369828"/>
              <a:gd name="connsiteX333" fmla="*/ 1469909 w 2906005"/>
              <a:gd name="connsiteY333" fmla="*/ 328157 h 369828"/>
              <a:gd name="connsiteX334" fmla="*/ 1448912 w 2906005"/>
              <a:gd name="connsiteY334" fmla="*/ 322231 h 369828"/>
              <a:gd name="connsiteX335" fmla="*/ 1433905 w 2906005"/>
              <a:gd name="connsiteY335" fmla="*/ 305550 h 369828"/>
              <a:gd name="connsiteX336" fmla="*/ 1428366 w 2906005"/>
              <a:gd name="connsiteY336" fmla="*/ 280753 h 369828"/>
              <a:gd name="connsiteX337" fmla="*/ 1433905 w 2906005"/>
              <a:gd name="connsiteY337" fmla="*/ 256214 h 369828"/>
              <a:gd name="connsiteX338" fmla="*/ 1433969 w 2906005"/>
              <a:gd name="connsiteY338" fmla="*/ 256214 h 369828"/>
              <a:gd name="connsiteX339" fmla="*/ 1448976 w 2906005"/>
              <a:gd name="connsiteY339" fmla="*/ 239725 h 369828"/>
              <a:gd name="connsiteX340" fmla="*/ 1470102 w 2906005"/>
              <a:gd name="connsiteY340" fmla="*/ 233993 h 369828"/>
              <a:gd name="connsiteX341" fmla="*/ 1240168 w 2906005"/>
              <a:gd name="connsiteY341" fmla="*/ 233993 h 369828"/>
              <a:gd name="connsiteX342" fmla="*/ 1266188 w 2906005"/>
              <a:gd name="connsiteY342" fmla="*/ 242173 h 369828"/>
              <a:gd name="connsiteX343" fmla="*/ 1276880 w 2906005"/>
              <a:gd name="connsiteY343" fmla="*/ 264136 h 369828"/>
              <a:gd name="connsiteX344" fmla="*/ 1254853 w 2906005"/>
              <a:gd name="connsiteY344" fmla="*/ 264136 h 369828"/>
              <a:gd name="connsiteX345" fmla="*/ 1250344 w 2906005"/>
              <a:gd name="connsiteY345" fmla="*/ 255505 h 369828"/>
              <a:gd name="connsiteX346" fmla="*/ 1239588 w 2906005"/>
              <a:gd name="connsiteY346" fmla="*/ 252285 h 369828"/>
              <a:gd name="connsiteX347" fmla="*/ 1229927 w 2906005"/>
              <a:gd name="connsiteY347" fmla="*/ 254603 h 369828"/>
              <a:gd name="connsiteX348" fmla="*/ 1226578 w 2906005"/>
              <a:gd name="connsiteY348" fmla="*/ 261044 h 369828"/>
              <a:gd name="connsiteX349" fmla="*/ 1231215 w 2906005"/>
              <a:gd name="connsiteY349" fmla="*/ 268065 h 369828"/>
              <a:gd name="connsiteX350" fmla="*/ 1245514 w 2906005"/>
              <a:gd name="connsiteY350" fmla="*/ 272895 h 369828"/>
              <a:gd name="connsiteX351" fmla="*/ 1261809 w 2906005"/>
              <a:gd name="connsiteY351" fmla="*/ 277983 h 369828"/>
              <a:gd name="connsiteX352" fmla="*/ 1272951 w 2906005"/>
              <a:gd name="connsiteY352" fmla="*/ 286163 h 369828"/>
              <a:gd name="connsiteX353" fmla="*/ 1277782 w 2906005"/>
              <a:gd name="connsiteY353" fmla="*/ 300719 h 369828"/>
              <a:gd name="connsiteX354" fmla="*/ 1273402 w 2906005"/>
              <a:gd name="connsiteY354" fmla="*/ 314889 h 369828"/>
              <a:gd name="connsiteX355" fmla="*/ 1260907 w 2906005"/>
              <a:gd name="connsiteY355" fmla="*/ 324679 h 369828"/>
              <a:gd name="connsiteX356" fmla="*/ 1241907 w 2906005"/>
              <a:gd name="connsiteY356" fmla="*/ 328221 h 369828"/>
              <a:gd name="connsiteX357" fmla="*/ 1221812 w 2906005"/>
              <a:gd name="connsiteY357" fmla="*/ 324164 h 369828"/>
              <a:gd name="connsiteX358" fmla="*/ 1221747 w 2906005"/>
              <a:gd name="connsiteY358" fmla="*/ 324099 h 369828"/>
              <a:gd name="connsiteX359" fmla="*/ 1207642 w 2906005"/>
              <a:gd name="connsiteY359" fmla="*/ 313150 h 369828"/>
              <a:gd name="connsiteX360" fmla="*/ 1201974 w 2906005"/>
              <a:gd name="connsiteY360" fmla="*/ 297821 h 369828"/>
              <a:gd name="connsiteX361" fmla="*/ 1225161 w 2906005"/>
              <a:gd name="connsiteY361" fmla="*/ 297821 h 369828"/>
              <a:gd name="connsiteX362" fmla="*/ 1230313 w 2906005"/>
              <a:gd name="connsiteY362" fmla="*/ 306516 h 369828"/>
              <a:gd name="connsiteX363" fmla="*/ 1241585 w 2906005"/>
              <a:gd name="connsiteY363" fmla="*/ 309994 h 369828"/>
              <a:gd name="connsiteX364" fmla="*/ 1251890 w 2906005"/>
              <a:gd name="connsiteY364" fmla="*/ 307353 h 369828"/>
              <a:gd name="connsiteX365" fmla="*/ 1255626 w 2906005"/>
              <a:gd name="connsiteY365" fmla="*/ 300590 h 369828"/>
              <a:gd name="connsiteX366" fmla="*/ 1251117 w 2906005"/>
              <a:gd name="connsiteY366" fmla="*/ 293892 h 369828"/>
              <a:gd name="connsiteX367" fmla="*/ 1236690 w 2906005"/>
              <a:gd name="connsiteY367" fmla="*/ 289061 h 369828"/>
              <a:gd name="connsiteX368" fmla="*/ 1220008 w 2906005"/>
              <a:gd name="connsiteY368" fmla="*/ 283973 h 369828"/>
              <a:gd name="connsiteX369" fmla="*/ 1208801 w 2906005"/>
              <a:gd name="connsiteY369" fmla="*/ 275922 h 369828"/>
              <a:gd name="connsiteX370" fmla="*/ 1204099 w 2906005"/>
              <a:gd name="connsiteY370" fmla="*/ 261302 h 369828"/>
              <a:gd name="connsiteX371" fmla="*/ 1208479 w 2906005"/>
              <a:gd name="connsiteY371" fmla="*/ 247454 h 369828"/>
              <a:gd name="connsiteX372" fmla="*/ 1220974 w 2906005"/>
              <a:gd name="connsiteY372" fmla="*/ 237600 h 369828"/>
              <a:gd name="connsiteX373" fmla="*/ 1240168 w 2906005"/>
              <a:gd name="connsiteY373" fmla="*/ 233993 h 369828"/>
              <a:gd name="connsiteX374" fmla="*/ 910594 w 2906005"/>
              <a:gd name="connsiteY374" fmla="*/ 233993 h 369828"/>
              <a:gd name="connsiteX375" fmla="*/ 928435 w 2906005"/>
              <a:gd name="connsiteY375" fmla="*/ 238115 h 369828"/>
              <a:gd name="connsiteX376" fmla="*/ 940673 w 2906005"/>
              <a:gd name="connsiteY376" fmla="*/ 248485 h 369828"/>
              <a:gd name="connsiteX377" fmla="*/ 940673 w 2906005"/>
              <a:gd name="connsiteY377" fmla="*/ 235474 h 369828"/>
              <a:gd name="connsiteX378" fmla="*/ 963859 w 2906005"/>
              <a:gd name="connsiteY378" fmla="*/ 235474 h 369828"/>
              <a:gd name="connsiteX379" fmla="*/ 963859 w 2906005"/>
              <a:gd name="connsiteY379" fmla="*/ 326675 h 369828"/>
              <a:gd name="connsiteX380" fmla="*/ 940673 w 2906005"/>
              <a:gd name="connsiteY380" fmla="*/ 326675 h 369828"/>
              <a:gd name="connsiteX381" fmla="*/ 940673 w 2906005"/>
              <a:gd name="connsiteY381" fmla="*/ 313343 h 369828"/>
              <a:gd name="connsiteX382" fmla="*/ 928435 w 2906005"/>
              <a:gd name="connsiteY382" fmla="*/ 323970 h 369828"/>
              <a:gd name="connsiteX383" fmla="*/ 910401 w 2906005"/>
              <a:gd name="connsiteY383" fmla="*/ 328157 h 369828"/>
              <a:gd name="connsiteX384" fmla="*/ 889404 w 2906005"/>
              <a:gd name="connsiteY384" fmla="*/ 322231 h 369828"/>
              <a:gd name="connsiteX385" fmla="*/ 874397 w 2906005"/>
              <a:gd name="connsiteY385" fmla="*/ 305550 h 369828"/>
              <a:gd name="connsiteX386" fmla="*/ 868858 w 2906005"/>
              <a:gd name="connsiteY386" fmla="*/ 280753 h 369828"/>
              <a:gd name="connsiteX387" fmla="*/ 874397 w 2906005"/>
              <a:gd name="connsiteY387" fmla="*/ 256214 h 369828"/>
              <a:gd name="connsiteX388" fmla="*/ 874462 w 2906005"/>
              <a:gd name="connsiteY388" fmla="*/ 256214 h 369828"/>
              <a:gd name="connsiteX389" fmla="*/ 889469 w 2906005"/>
              <a:gd name="connsiteY389" fmla="*/ 239725 h 369828"/>
              <a:gd name="connsiteX390" fmla="*/ 910594 w 2906005"/>
              <a:gd name="connsiteY390" fmla="*/ 233993 h 369828"/>
              <a:gd name="connsiteX391" fmla="*/ 493490 w 2906005"/>
              <a:gd name="connsiteY391" fmla="*/ 233993 h 369828"/>
              <a:gd name="connsiteX392" fmla="*/ 511331 w 2906005"/>
              <a:gd name="connsiteY392" fmla="*/ 238115 h 369828"/>
              <a:gd name="connsiteX393" fmla="*/ 523568 w 2906005"/>
              <a:gd name="connsiteY393" fmla="*/ 248485 h 369828"/>
              <a:gd name="connsiteX394" fmla="*/ 523568 w 2906005"/>
              <a:gd name="connsiteY394" fmla="*/ 235474 h 369828"/>
              <a:gd name="connsiteX395" fmla="*/ 546755 w 2906005"/>
              <a:gd name="connsiteY395" fmla="*/ 235474 h 369828"/>
              <a:gd name="connsiteX396" fmla="*/ 546755 w 2906005"/>
              <a:gd name="connsiteY396" fmla="*/ 326675 h 369828"/>
              <a:gd name="connsiteX397" fmla="*/ 523568 w 2906005"/>
              <a:gd name="connsiteY397" fmla="*/ 326675 h 369828"/>
              <a:gd name="connsiteX398" fmla="*/ 523568 w 2906005"/>
              <a:gd name="connsiteY398" fmla="*/ 313343 h 369828"/>
              <a:gd name="connsiteX399" fmla="*/ 511331 w 2906005"/>
              <a:gd name="connsiteY399" fmla="*/ 323970 h 369828"/>
              <a:gd name="connsiteX400" fmla="*/ 493297 w 2906005"/>
              <a:gd name="connsiteY400" fmla="*/ 328157 h 369828"/>
              <a:gd name="connsiteX401" fmla="*/ 472300 w 2906005"/>
              <a:gd name="connsiteY401" fmla="*/ 322231 h 369828"/>
              <a:gd name="connsiteX402" fmla="*/ 457293 w 2906005"/>
              <a:gd name="connsiteY402" fmla="*/ 305550 h 369828"/>
              <a:gd name="connsiteX403" fmla="*/ 451754 w 2906005"/>
              <a:gd name="connsiteY403" fmla="*/ 280753 h 369828"/>
              <a:gd name="connsiteX404" fmla="*/ 457293 w 2906005"/>
              <a:gd name="connsiteY404" fmla="*/ 256214 h 369828"/>
              <a:gd name="connsiteX405" fmla="*/ 457357 w 2906005"/>
              <a:gd name="connsiteY405" fmla="*/ 256214 h 369828"/>
              <a:gd name="connsiteX406" fmla="*/ 472364 w 2906005"/>
              <a:gd name="connsiteY406" fmla="*/ 239725 h 369828"/>
              <a:gd name="connsiteX407" fmla="*/ 493490 w 2906005"/>
              <a:gd name="connsiteY407" fmla="*/ 233993 h 369828"/>
              <a:gd name="connsiteX408" fmla="*/ 270963 w 2906005"/>
              <a:gd name="connsiteY408" fmla="*/ 233993 h 369828"/>
              <a:gd name="connsiteX409" fmla="*/ 296983 w 2906005"/>
              <a:gd name="connsiteY409" fmla="*/ 242173 h 369828"/>
              <a:gd name="connsiteX410" fmla="*/ 307675 w 2906005"/>
              <a:gd name="connsiteY410" fmla="*/ 264136 h 369828"/>
              <a:gd name="connsiteX411" fmla="*/ 285648 w 2906005"/>
              <a:gd name="connsiteY411" fmla="*/ 264136 h 369828"/>
              <a:gd name="connsiteX412" fmla="*/ 281139 w 2906005"/>
              <a:gd name="connsiteY412" fmla="*/ 255505 h 369828"/>
              <a:gd name="connsiteX413" fmla="*/ 270383 w 2906005"/>
              <a:gd name="connsiteY413" fmla="*/ 252285 h 369828"/>
              <a:gd name="connsiteX414" fmla="*/ 260722 w 2906005"/>
              <a:gd name="connsiteY414" fmla="*/ 254603 h 369828"/>
              <a:gd name="connsiteX415" fmla="*/ 257373 w 2906005"/>
              <a:gd name="connsiteY415" fmla="*/ 261044 h 369828"/>
              <a:gd name="connsiteX416" fmla="*/ 262010 w 2906005"/>
              <a:gd name="connsiteY416" fmla="*/ 268065 h 369828"/>
              <a:gd name="connsiteX417" fmla="*/ 276309 w 2906005"/>
              <a:gd name="connsiteY417" fmla="*/ 272895 h 369828"/>
              <a:gd name="connsiteX418" fmla="*/ 292604 w 2906005"/>
              <a:gd name="connsiteY418" fmla="*/ 277983 h 369828"/>
              <a:gd name="connsiteX419" fmla="*/ 303746 w 2906005"/>
              <a:gd name="connsiteY419" fmla="*/ 286163 h 369828"/>
              <a:gd name="connsiteX420" fmla="*/ 308577 w 2906005"/>
              <a:gd name="connsiteY420" fmla="*/ 300719 h 369828"/>
              <a:gd name="connsiteX421" fmla="*/ 304197 w 2906005"/>
              <a:gd name="connsiteY421" fmla="*/ 314889 h 369828"/>
              <a:gd name="connsiteX422" fmla="*/ 291702 w 2906005"/>
              <a:gd name="connsiteY422" fmla="*/ 324679 h 369828"/>
              <a:gd name="connsiteX423" fmla="*/ 272702 w 2906005"/>
              <a:gd name="connsiteY423" fmla="*/ 328221 h 369828"/>
              <a:gd name="connsiteX424" fmla="*/ 252607 w 2906005"/>
              <a:gd name="connsiteY424" fmla="*/ 324164 h 369828"/>
              <a:gd name="connsiteX425" fmla="*/ 252542 w 2906005"/>
              <a:gd name="connsiteY425" fmla="*/ 324099 h 369828"/>
              <a:gd name="connsiteX426" fmla="*/ 238437 w 2906005"/>
              <a:gd name="connsiteY426" fmla="*/ 313150 h 369828"/>
              <a:gd name="connsiteX427" fmla="*/ 232769 w 2906005"/>
              <a:gd name="connsiteY427" fmla="*/ 297821 h 369828"/>
              <a:gd name="connsiteX428" fmla="*/ 255956 w 2906005"/>
              <a:gd name="connsiteY428" fmla="*/ 297821 h 369828"/>
              <a:gd name="connsiteX429" fmla="*/ 261108 w 2906005"/>
              <a:gd name="connsiteY429" fmla="*/ 306516 h 369828"/>
              <a:gd name="connsiteX430" fmla="*/ 272380 w 2906005"/>
              <a:gd name="connsiteY430" fmla="*/ 309994 h 369828"/>
              <a:gd name="connsiteX431" fmla="*/ 282685 w 2906005"/>
              <a:gd name="connsiteY431" fmla="*/ 307353 h 369828"/>
              <a:gd name="connsiteX432" fmla="*/ 286421 w 2906005"/>
              <a:gd name="connsiteY432" fmla="*/ 300590 h 369828"/>
              <a:gd name="connsiteX433" fmla="*/ 281912 w 2906005"/>
              <a:gd name="connsiteY433" fmla="*/ 293892 h 369828"/>
              <a:gd name="connsiteX434" fmla="*/ 267485 w 2906005"/>
              <a:gd name="connsiteY434" fmla="*/ 289061 h 369828"/>
              <a:gd name="connsiteX435" fmla="*/ 250803 w 2906005"/>
              <a:gd name="connsiteY435" fmla="*/ 283973 h 369828"/>
              <a:gd name="connsiteX436" fmla="*/ 239596 w 2906005"/>
              <a:gd name="connsiteY436" fmla="*/ 275922 h 369828"/>
              <a:gd name="connsiteX437" fmla="*/ 234894 w 2906005"/>
              <a:gd name="connsiteY437" fmla="*/ 261302 h 369828"/>
              <a:gd name="connsiteX438" fmla="*/ 239274 w 2906005"/>
              <a:gd name="connsiteY438" fmla="*/ 247454 h 369828"/>
              <a:gd name="connsiteX439" fmla="*/ 251769 w 2906005"/>
              <a:gd name="connsiteY439" fmla="*/ 237600 h 369828"/>
              <a:gd name="connsiteX440" fmla="*/ 270963 w 2906005"/>
              <a:gd name="connsiteY440" fmla="*/ 233993 h 369828"/>
              <a:gd name="connsiteX441" fmla="*/ 161791 w 2906005"/>
              <a:gd name="connsiteY441" fmla="*/ 233993 h 369828"/>
              <a:gd name="connsiteX442" fmla="*/ 179632 w 2906005"/>
              <a:gd name="connsiteY442" fmla="*/ 238115 h 369828"/>
              <a:gd name="connsiteX443" fmla="*/ 191869 w 2906005"/>
              <a:gd name="connsiteY443" fmla="*/ 248485 h 369828"/>
              <a:gd name="connsiteX444" fmla="*/ 191869 w 2906005"/>
              <a:gd name="connsiteY444" fmla="*/ 235474 h 369828"/>
              <a:gd name="connsiteX445" fmla="*/ 215056 w 2906005"/>
              <a:gd name="connsiteY445" fmla="*/ 235474 h 369828"/>
              <a:gd name="connsiteX446" fmla="*/ 215056 w 2906005"/>
              <a:gd name="connsiteY446" fmla="*/ 326676 h 369828"/>
              <a:gd name="connsiteX447" fmla="*/ 191869 w 2906005"/>
              <a:gd name="connsiteY447" fmla="*/ 326676 h 369828"/>
              <a:gd name="connsiteX448" fmla="*/ 191869 w 2906005"/>
              <a:gd name="connsiteY448" fmla="*/ 313343 h 369828"/>
              <a:gd name="connsiteX449" fmla="*/ 179632 w 2906005"/>
              <a:gd name="connsiteY449" fmla="*/ 323970 h 369828"/>
              <a:gd name="connsiteX450" fmla="*/ 161598 w 2906005"/>
              <a:gd name="connsiteY450" fmla="*/ 328157 h 369828"/>
              <a:gd name="connsiteX451" fmla="*/ 140601 w 2906005"/>
              <a:gd name="connsiteY451" fmla="*/ 322231 h 369828"/>
              <a:gd name="connsiteX452" fmla="*/ 125594 w 2906005"/>
              <a:gd name="connsiteY452" fmla="*/ 305550 h 369828"/>
              <a:gd name="connsiteX453" fmla="*/ 120055 w 2906005"/>
              <a:gd name="connsiteY453" fmla="*/ 280753 h 369828"/>
              <a:gd name="connsiteX454" fmla="*/ 125594 w 2906005"/>
              <a:gd name="connsiteY454" fmla="*/ 256214 h 369828"/>
              <a:gd name="connsiteX455" fmla="*/ 125658 w 2906005"/>
              <a:gd name="connsiteY455" fmla="*/ 256214 h 369828"/>
              <a:gd name="connsiteX456" fmla="*/ 140665 w 2906005"/>
              <a:gd name="connsiteY456" fmla="*/ 239725 h 369828"/>
              <a:gd name="connsiteX457" fmla="*/ 161791 w 2906005"/>
              <a:gd name="connsiteY457" fmla="*/ 233993 h 369828"/>
              <a:gd name="connsiteX458" fmla="*/ 2407748 w 2906005"/>
              <a:gd name="connsiteY458" fmla="*/ 233992 h 369828"/>
              <a:gd name="connsiteX459" fmla="*/ 2425589 w 2906005"/>
              <a:gd name="connsiteY459" fmla="*/ 238114 h 369828"/>
              <a:gd name="connsiteX460" fmla="*/ 2437826 w 2906005"/>
              <a:gd name="connsiteY460" fmla="*/ 248484 h 369828"/>
              <a:gd name="connsiteX461" fmla="*/ 2437826 w 2906005"/>
              <a:gd name="connsiteY461" fmla="*/ 235474 h 369828"/>
              <a:gd name="connsiteX462" fmla="*/ 2461013 w 2906005"/>
              <a:gd name="connsiteY462" fmla="*/ 235474 h 369828"/>
              <a:gd name="connsiteX463" fmla="*/ 2461013 w 2906005"/>
              <a:gd name="connsiteY463" fmla="*/ 326675 h 369828"/>
              <a:gd name="connsiteX464" fmla="*/ 2437826 w 2906005"/>
              <a:gd name="connsiteY464" fmla="*/ 326675 h 369828"/>
              <a:gd name="connsiteX465" fmla="*/ 2437826 w 2906005"/>
              <a:gd name="connsiteY465" fmla="*/ 313342 h 369828"/>
              <a:gd name="connsiteX466" fmla="*/ 2425589 w 2906005"/>
              <a:gd name="connsiteY466" fmla="*/ 323970 h 369828"/>
              <a:gd name="connsiteX467" fmla="*/ 2407555 w 2906005"/>
              <a:gd name="connsiteY467" fmla="*/ 328156 h 369828"/>
              <a:gd name="connsiteX468" fmla="*/ 2386558 w 2906005"/>
              <a:gd name="connsiteY468" fmla="*/ 322231 h 369828"/>
              <a:gd name="connsiteX469" fmla="*/ 2371551 w 2906005"/>
              <a:gd name="connsiteY469" fmla="*/ 305549 h 369828"/>
              <a:gd name="connsiteX470" fmla="*/ 2366012 w 2906005"/>
              <a:gd name="connsiteY470" fmla="*/ 280752 h 369828"/>
              <a:gd name="connsiteX471" fmla="*/ 2371551 w 2906005"/>
              <a:gd name="connsiteY471" fmla="*/ 256213 h 369828"/>
              <a:gd name="connsiteX472" fmla="*/ 2371615 w 2906005"/>
              <a:gd name="connsiteY472" fmla="*/ 256213 h 369828"/>
              <a:gd name="connsiteX473" fmla="*/ 2386622 w 2906005"/>
              <a:gd name="connsiteY473" fmla="*/ 239725 h 369828"/>
              <a:gd name="connsiteX474" fmla="*/ 2407748 w 2906005"/>
              <a:gd name="connsiteY474" fmla="*/ 233992 h 369828"/>
              <a:gd name="connsiteX475" fmla="*/ 331055 w 2906005"/>
              <a:gd name="connsiteY475" fmla="*/ 212996 h 369828"/>
              <a:gd name="connsiteX476" fmla="*/ 354242 w 2906005"/>
              <a:gd name="connsiteY476" fmla="*/ 212996 h 369828"/>
              <a:gd name="connsiteX477" fmla="*/ 354242 w 2906005"/>
              <a:gd name="connsiteY477" fmla="*/ 235539 h 369828"/>
              <a:gd name="connsiteX478" fmla="*/ 374659 w 2906005"/>
              <a:gd name="connsiteY478" fmla="*/ 235539 h 369828"/>
              <a:gd name="connsiteX479" fmla="*/ 374659 w 2906005"/>
              <a:gd name="connsiteY479" fmla="*/ 254474 h 369828"/>
              <a:gd name="connsiteX480" fmla="*/ 354242 w 2906005"/>
              <a:gd name="connsiteY480" fmla="*/ 254474 h 369828"/>
              <a:gd name="connsiteX481" fmla="*/ 354242 w 2906005"/>
              <a:gd name="connsiteY481" fmla="*/ 298529 h 369828"/>
              <a:gd name="connsiteX482" fmla="*/ 356496 w 2906005"/>
              <a:gd name="connsiteY482" fmla="*/ 305228 h 369828"/>
              <a:gd name="connsiteX483" fmla="*/ 363967 w 2906005"/>
              <a:gd name="connsiteY483" fmla="*/ 307289 h 369828"/>
              <a:gd name="connsiteX484" fmla="*/ 374659 w 2906005"/>
              <a:gd name="connsiteY484" fmla="*/ 307289 h 369828"/>
              <a:gd name="connsiteX485" fmla="*/ 374659 w 2906005"/>
              <a:gd name="connsiteY485" fmla="*/ 326740 h 369828"/>
              <a:gd name="connsiteX486" fmla="*/ 360167 w 2906005"/>
              <a:gd name="connsiteY486" fmla="*/ 326740 h 369828"/>
              <a:gd name="connsiteX487" fmla="*/ 331055 w 2906005"/>
              <a:gd name="connsiteY487" fmla="*/ 298400 h 369828"/>
              <a:gd name="connsiteX488" fmla="*/ 331055 w 2906005"/>
              <a:gd name="connsiteY488" fmla="*/ 254474 h 369828"/>
              <a:gd name="connsiteX489" fmla="*/ 320170 w 2906005"/>
              <a:gd name="connsiteY489" fmla="*/ 254474 h 369828"/>
              <a:gd name="connsiteX490" fmla="*/ 320170 w 2906005"/>
              <a:gd name="connsiteY490" fmla="*/ 235539 h 369828"/>
              <a:gd name="connsiteX491" fmla="*/ 331055 w 2906005"/>
              <a:gd name="connsiteY491" fmla="*/ 235539 h 369828"/>
              <a:gd name="connsiteX492" fmla="*/ 0 w 2906005"/>
              <a:gd name="connsiteY492" fmla="*/ 211772 h 369828"/>
              <a:gd name="connsiteX493" fmla="*/ 24668 w 2906005"/>
              <a:gd name="connsiteY493" fmla="*/ 211772 h 369828"/>
              <a:gd name="connsiteX494" fmla="*/ 56292 w 2906005"/>
              <a:gd name="connsiteY494" fmla="*/ 303102 h 369828"/>
              <a:gd name="connsiteX495" fmla="*/ 87723 w 2906005"/>
              <a:gd name="connsiteY495" fmla="*/ 211772 h 369828"/>
              <a:gd name="connsiteX496" fmla="*/ 112262 w 2906005"/>
              <a:gd name="connsiteY496" fmla="*/ 211772 h 369828"/>
              <a:gd name="connsiteX497" fmla="*/ 70140 w 2906005"/>
              <a:gd name="connsiteY497" fmla="*/ 326675 h 369828"/>
              <a:gd name="connsiteX498" fmla="*/ 42123 w 2906005"/>
              <a:gd name="connsiteY498" fmla="*/ 326675 h 369828"/>
              <a:gd name="connsiteX499" fmla="*/ 608522 w 2906005"/>
              <a:gd name="connsiteY499" fmla="*/ 211643 h 369828"/>
              <a:gd name="connsiteX500" fmla="*/ 631580 w 2906005"/>
              <a:gd name="connsiteY500" fmla="*/ 211643 h 369828"/>
              <a:gd name="connsiteX501" fmla="*/ 683750 w 2906005"/>
              <a:gd name="connsiteY501" fmla="*/ 290671 h 369828"/>
              <a:gd name="connsiteX502" fmla="*/ 683750 w 2906005"/>
              <a:gd name="connsiteY502" fmla="*/ 211643 h 369828"/>
              <a:gd name="connsiteX503" fmla="*/ 706808 w 2906005"/>
              <a:gd name="connsiteY503" fmla="*/ 211643 h 369828"/>
              <a:gd name="connsiteX504" fmla="*/ 706808 w 2906005"/>
              <a:gd name="connsiteY504" fmla="*/ 326675 h 369828"/>
              <a:gd name="connsiteX505" fmla="*/ 683750 w 2906005"/>
              <a:gd name="connsiteY505" fmla="*/ 326675 h 369828"/>
              <a:gd name="connsiteX506" fmla="*/ 631580 w 2906005"/>
              <a:gd name="connsiteY506" fmla="*/ 247840 h 369828"/>
              <a:gd name="connsiteX507" fmla="*/ 631580 w 2906005"/>
              <a:gd name="connsiteY507" fmla="*/ 326675 h 369828"/>
              <a:gd name="connsiteX508" fmla="*/ 608522 w 2906005"/>
              <a:gd name="connsiteY508" fmla="*/ 326675 h 369828"/>
              <a:gd name="connsiteX509" fmla="*/ 2549316 w 2906005"/>
              <a:gd name="connsiteY509" fmla="*/ 204880 h 369828"/>
              <a:gd name="connsiteX510" fmla="*/ 2572696 w 2906005"/>
              <a:gd name="connsiteY510" fmla="*/ 204880 h 369828"/>
              <a:gd name="connsiteX511" fmla="*/ 2572696 w 2906005"/>
              <a:gd name="connsiteY511" fmla="*/ 326675 h 369828"/>
              <a:gd name="connsiteX512" fmla="*/ 2549316 w 2906005"/>
              <a:gd name="connsiteY512" fmla="*/ 326675 h 369828"/>
              <a:gd name="connsiteX513" fmla="*/ 2549316 w 2906005"/>
              <a:gd name="connsiteY513" fmla="*/ 313149 h 369828"/>
              <a:gd name="connsiteX514" fmla="*/ 2537271 w 2906005"/>
              <a:gd name="connsiteY514" fmla="*/ 324034 h 369828"/>
              <a:gd name="connsiteX515" fmla="*/ 2519302 w 2906005"/>
              <a:gd name="connsiteY515" fmla="*/ 328156 h 369828"/>
              <a:gd name="connsiteX516" fmla="*/ 2498241 w 2906005"/>
              <a:gd name="connsiteY516" fmla="*/ 322231 h 369828"/>
              <a:gd name="connsiteX517" fmla="*/ 2483169 w 2906005"/>
              <a:gd name="connsiteY517" fmla="*/ 305549 h 369828"/>
              <a:gd name="connsiteX518" fmla="*/ 2477630 w 2906005"/>
              <a:gd name="connsiteY518" fmla="*/ 280752 h 369828"/>
              <a:gd name="connsiteX519" fmla="*/ 2483169 w 2906005"/>
              <a:gd name="connsiteY519" fmla="*/ 256213 h 369828"/>
              <a:gd name="connsiteX520" fmla="*/ 2483233 w 2906005"/>
              <a:gd name="connsiteY520" fmla="*/ 256213 h 369828"/>
              <a:gd name="connsiteX521" fmla="*/ 2498305 w 2906005"/>
              <a:gd name="connsiteY521" fmla="*/ 239724 h 369828"/>
              <a:gd name="connsiteX522" fmla="*/ 2519559 w 2906005"/>
              <a:gd name="connsiteY522" fmla="*/ 233992 h 369828"/>
              <a:gd name="connsiteX523" fmla="*/ 2536499 w 2906005"/>
              <a:gd name="connsiteY523" fmla="*/ 237857 h 369828"/>
              <a:gd name="connsiteX524" fmla="*/ 2549316 w 2906005"/>
              <a:gd name="connsiteY524" fmla="*/ 248162 h 369828"/>
              <a:gd name="connsiteX525" fmla="*/ 1892359 w 2906005"/>
              <a:gd name="connsiteY525" fmla="*/ 204880 h 369828"/>
              <a:gd name="connsiteX526" fmla="*/ 1915739 w 2906005"/>
              <a:gd name="connsiteY526" fmla="*/ 204880 h 369828"/>
              <a:gd name="connsiteX527" fmla="*/ 1915739 w 2906005"/>
              <a:gd name="connsiteY527" fmla="*/ 326675 h 369828"/>
              <a:gd name="connsiteX528" fmla="*/ 1892359 w 2906005"/>
              <a:gd name="connsiteY528" fmla="*/ 326675 h 369828"/>
              <a:gd name="connsiteX529" fmla="*/ 1892359 w 2906005"/>
              <a:gd name="connsiteY529" fmla="*/ 313149 h 369828"/>
              <a:gd name="connsiteX530" fmla="*/ 1880314 w 2906005"/>
              <a:gd name="connsiteY530" fmla="*/ 324034 h 369828"/>
              <a:gd name="connsiteX531" fmla="*/ 1862345 w 2906005"/>
              <a:gd name="connsiteY531" fmla="*/ 328156 h 369828"/>
              <a:gd name="connsiteX532" fmla="*/ 1841284 w 2906005"/>
              <a:gd name="connsiteY532" fmla="*/ 322231 h 369828"/>
              <a:gd name="connsiteX533" fmla="*/ 1826212 w 2906005"/>
              <a:gd name="connsiteY533" fmla="*/ 305549 h 369828"/>
              <a:gd name="connsiteX534" fmla="*/ 1820673 w 2906005"/>
              <a:gd name="connsiteY534" fmla="*/ 280752 h 369828"/>
              <a:gd name="connsiteX535" fmla="*/ 1826212 w 2906005"/>
              <a:gd name="connsiteY535" fmla="*/ 256213 h 369828"/>
              <a:gd name="connsiteX536" fmla="*/ 1826276 w 2906005"/>
              <a:gd name="connsiteY536" fmla="*/ 256213 h 369828"/>
              <a:gd name="connsiteX537" fmla="*/ 1841348 w 2906005"/>
              <a:gd name="connsiteY537" fmla="*/ 239724 h 369828"/>
              <a:gd name="connsiteX538" fmla="*/ 1862602 w 2906005"/>
              <a:gd name="connsiteY538" fmla="*/ 233992 h 369828"/>
              <a:gd name="connsiteX539" fmla="*/ 1879542 w 2906005"/>
              <a:gd name="connsiteY539" fmla="*/ 237857 h 369828"/>
              <a:gd name="connsiteX540" fmla="*/ 1892359 w 2906005"/>
              <a:gd name="connsiteY540" fmla="*/ 248162 h 369828"/>
              <a:gd name="connsiteX541" fmla="*/ 1161011 w 2906005"/>
              <a:gd name="connsiteY541" fmla="*/ 204880 h 369828"/>
              <a:gd name="connsiteX542" fmla="*/ 1184391 w 2906005"/>
              <a:gd name="connsiteY542" fmla="*/ 204880 h 369828"/>
              <a:gd name="connsiteX543" fmla="*/ 1184391 w 2906005"/>
              <a:gd name="connsiteY543" fmla="*/ 326675 h 369828"/>
              <a:gd name="connsiteX544" fmla="*/ 1161011 w 2906005"/>
              <a:gd name="connsiteY544" fmla="*/ 326675 h 369828"/>
              <a:gd name="connsiteX545" fmla="*/ 1161011 w 2906005"/>
              <a:gd name="connsiteY545" fmla="*/ 313149 h 369828"/>
              <a:gd name="connsiteX546" fmla="*/ 1148966 w 2906005"/>
              <a:gd name="connsiteY546" fmla="*/ 324034 h 369828"/>
              <a:gd name="connsiteX547" fmla="*/ 1130997 w 2906005"/>
              <a:gd name="connsiteY547" fmla="*/ 328156 h 369828"/>
              <a:gd name="connsiteX548" fmla="*/ 1109935 w 2906005"/>
              <a:gd name="connsiteY548" fmla="*/ 322231 h 369828"/>
              <a:gd name="connsiteX549" fmla="*/ 1094864 w 2906005"/>
              <a:gd name="connsiteY549" fmla="*/ 305549 h 369828"/>
              <a:gd name="connsiteX550" fmla="*/ 1089325 w 2906005"/>
              <a:gd name="connsiteY550" fmla="*/ 280752 h 369828"/>
              <a:gd name="connsiteX551" fmla="*/ 1094864 w 2906005"/>
              <a:gd name="connsiteY551" fmla="*/ 256213 h 369828"/>
              <a:gd name="connsiteX552" fmla="*/ 1094928 w 2906005"/>
              <a:gd name="connsiteY552" fmla="*/ 256213 h 369828"/>
              <a:gd name="connsiteX553" fmla="*/ 1110000 w 2906005"/>
              <a:gd name="connsiteY553" fmla="*/ 239724 h 369828"/>
              <a:gd name="connsiteX554" fmla="*/ 1131254 w 2906005"/>
              <a:gd name="connsiteY554" fmla="*/ 233992 h 369828"/>
              <a:gd name="connsiteX555" fmla="*/ 1148194 w 2906005"/>
              <a:gd name="connsiteY555" fmla="*/ 237857 h 369828"/>
              <a:gd name="connsiteX556" fmla="*/ 1161011 w 2906005"/>
              <a:gd name="connsiteY556" fmla="*/ 248162 h 369828"/>
              <a:gd name="connsiteX557" fmla="*/ 1545975 w 2906005"/>
              <a:gd name="connsiteY557" fmla="*/ 204816 h 369828"/>
              <a:gd name="connsiteX558" fmla="*/ 1569033 w 2906005"/>
              <a:gd name="connsiteY558" fmla="*/ 204816 h 369828"/>
              <a:gd name="connsiteX559" fmla="*/ 1569033 w 2906005"/>
              <a:gd name="connsiteY559" fmla="*/ 326611 h 369828"/>
              <a:gd name="connsiteX560" fmla="*/ 1545975 w 2906005"/>
              <a:gd name="connsiteY560" fmla="*/ 326611 h 369828"/>
              <a:gd name="connsiteX561" fmla="*/ 829118 w 2906005"/>
              <a:gd name="connsiteY561" fmla="*/ 204816 h 369828"/>
              <a:gd name="connsiteX562" fmla="*/ 852176 w 2906005"/>
              <a:gd name="connsiteY562" fmla="*/ 204816 h 369828"/>
              <a:gd name="connsiteX563" fmla="*/ 852176 w 2906005"/>
              <a:gd name="connsiteY563" fmla="*/ 326611 h 369828"/>
              <a:gd name="connsiteX564" fmla="*/ 829118 w 2906005"/>
              <a:gd name="connsiteY564" fmla="*/ 326611 h 369828"/>
              <a:gd name="connsiteX565" fmla="*/ 1708475 w 2906005"/>
              <a:gd name="connsiteY565" fmla="*/ 202691 h 369828"/>
              <a:gd name="connsiteX566" fmla="*/ 1716269 w 2906005"/>
              <a:gd name="connsiteY566" fmla="*/ 205911 h 369828"/>
              <a:gd name="connsiteX567" fmla="*/ 1719489 w 2906005"/>
              <a:gd name="connsiteY567" fmla="*/ 213705 h 369828"/>
              <a:gd name="connsiteX568" fmla="*/ 1716269 w 2906005"/>
              <a:gd name="connsiteY568" fmla="*/ 221434 h 369828"/>
              <a:gd name="connsiteX569" fmla="*/ 1708475 w 2906005"/>
              <a:gd name="connsiteY569" fmla="*/ 224590 h 369828"/>
              <a:gd name="connsiteX570" fmla="*/ 1700746 w 2906005"/>
              <a:gd name="connsiteY570" fmla="*/ 221434 h 369828"/>
              <a:gd name="connsiteX571" fmla="*/ 1697591 w 2906005"/>
              <a:gd name="connsiteY571" fmla="*/ 213705 h 369828"/>
              <a:gd name="connsiteX572" fmla="*/ 1700746 w 2906005"/>
              <a:gd name="connsiteY572" fmla="*/ 205911 h 369828"/>
              <a:gd name="connsiteX573" fmla="*/ 1708475 w 2906005"/>
              <a:gd name="connsiteY573" fmla="*/ 202691 h 369828"/>
              <a:gd name="connsiteX574" fmla="*/ 1678011 w 2906005"/>
              <a:gd name="connsiteY574" fmla="*/ 202691 h 369828"/>
              <a:gd name="connsiteX575" fmla="*/ 1685804 w 2906005"/>
              <a:gd name="connsiteY575" fmla="*/ 205911 h 369828"/>
              <a:gd name="connsiteX576" fmla="*/ 1689024 w 2906005"/>
              <a:gd name="connsiteY576" fmla="*/ 213705 h 369828"/>
              <a:gd name="connsiteX577" fmla="*/ 1685804 w 2906005"/>
              <a:gd name="connsiteY577" fmla="*/ 221434 h 369828"/>
              <a:gd name="connsiteX578" fmla="*/ 1678011 w 2906005"/>
              <a:gd name="connsiteY578" fmla="*/ 224590 h 369828"/>
              <a:gd name="connsiteX579" fmla="*/ 1670282 w 2906005"/>
              <a:gd name="connsiteY579" fmla="*/ 221434 h 369828"/>
              <a:gd name="connsiteX580" fmla="*/ 1667126 w 2906005"/>
              <a:gd name="connsiteY580" fmla="*/ 213705 h 369828"/>
              <a:gd name="connsiteX581" fmla="*/ 1670282 w 2906005"/>
              <a:gd name="connsiteY581" fmla="*/ 205911 h 369828"/>
              <a:gd name="connsiteX582" fmla="*/ 1678011 w 2906005"/>
              <a:gd name="connsiteY582" fmla="*/ 202691 h 369828"/>
              <a:gd name="connsiteX583" fmla="*/ 1494319 w 2906005"/>
              <a:gd name="connsiteY583" fmla="*/ 202691 h 369828"/>
              <a:gd name="connsiteX584" fmla="*/ 1502113 w 2906005"/>
              <a:gd name="connsiteY584" fmla="*/ 205911 h 369828"/>
              <a:gd name="connsiteX585" fmla="*/ 1505333 w 2906005"/>
              <a:gd name="connsiteY585" fmla="*/ 213705 h 369828"/>
              <a:gd name="connsiteX586" fmla="*/ 1502113 w 2906005"/>
              <a:gd name="connsiteY586" fmla="*/ 221434 h 369828"/>
              <a:gd name="connsiteX587" fmla="*/ 1494319 w 2906005"/>
              <a:gd name="connsiteY587" fmla="*/ 224590 h 369828"/>
              <a:gd name="connsiteX588" fmla="*/ 1486590 w 2906005"/>
              <a:gd name="connsiteY588" fmla="*/ 221434 h 369828"/>
              <a:gd name="connsiteX589" fmla="*/ 1483435 w 2906005"/>
              <a:gd name="connsiteY589" fmla="*/ 213705 h 369828"/>
              <a:gd name="connsiteX590" fmla="*/ 1486590 w 2906005"/>
              <a:gd name="connsiteY590" fmla="*/ 205911 h 369828"/>
              <a:gd name="connsiteX591" fmla="*/ 1494319 w 2906005"/>
              <a:gd name="connsiteY591" fmla="*/ 202691 h 369828"/>
              <a:gd name="connsiteX592" fmla="*/ 1463855 w 2906005"/>
              <a:gd name="connsiteY592" fmla="*/ 202691 h 369828"/>
              <a:gd name="connsiteX593" fmla="*/ 1471648 w 2906005"/>
              <a:gd name="connsiteY593" fmla="*/ 205911 h 369828"/>
              <a:gd name="connsiteX594" fmla="*/ 1474868 w 2906005"/>
              <a:gd name="connsiteY594" fmla="*/ 213705 h 369828"/>
              <a:gd name="connsiteX595" fmla="*/ 1471648 w 2906005"/>
              <a:gd name="connsiteY595" fmla="*/ 221434 h 369828"/>
              <a:gd name="connsiteX596" fmla="*/ 1463855 w 2906005"/>
              <a:gd name="connsiteY596" fmla="*/ 224590 h 369828"/>
              <a:gd name="connsiteX597" fmla="*/ 1456126 w 2906005"/>
              <a:gd name="connsiteY597" fmla="*/ 221434 h 369828"/>
              <a:gd name="connsiteX598" fmla="*/ 1452970 w 2906005"/>
              <a:gd name="connsiteY598" fmla="*/ 213705 h 369828"/>
              <a:gd name="connsiteX599" fmla="*/ 1456126 w 2906005"/>
              <a:gd name="connsiteY599" fmla="*/ 205911 h 369828"/>
              <a:gd name="connsiteX600" fmla="*/ 1463855 w 2906005"/>
              <a:gd name="connsiteY600" fmla="*/ 202691 h 369828"/>
              <a:gd name="connsiteX601" fmla="*/ 186008 w 2906005"/>
              <a:gd name="connsiteY601" fmla="*/ 202691 h 369828"/>
              <a:gd name="connsiteX602" fmla="*/ 193802 w 2906005"/>
              <a:gd name="connsiteY602" fmla="*/ 205911 h 369828"/>
              <a:gd name="connsiteX603" fmla="*/ 197022 w 2906005"/>
              <a:gd name="connsiteY603" fmla="*/ 213705 h 369828"/>
              <a:gd name="connsiteX604" fmla="*/ 193802 w 2906005"/>
              <a:gd name="connsiteY604" fmla="*/ 221434 h 369828"/>
              <a:gd name="connsiteX605" fmla="*/ 186008 w 2906005"/>
              <a:gd name="connsiteY605" fmla="*/ 224590 h 369828"/>
              <a:gd name="connsiteX606" fmla="*/ 178279 w 2906005"/>
              <a:gd name="connsiteY606" fmla="*/ 221434 h 369828"/>
              <a:gd name="connsiteX607" fmla="*/ 175123 w 2906005"/>
              <a:gd name="connsiteY607" fmla="*/ 213705 h 369828"/>
              <a:gd name="connsiteX608" fmla="*/ 178279 w 2906005"/>
              <a:gd name="connsiteY608" fmla="*/ 205911 h 369828"/>
              <a:gd name="connsiteX609" fmla="*/ 186008 w 2906005"/>
              <a:gd name="connsiteY609" fmla="*/ 202691 h 369828"/>
              <a:gd name="connsiteX610" fmla="*/ 155544 w 2906005"/>
              <a:gd name="connsiteY610" fmla="*/ 202691 h 369828"/>
              <a:gd name="connsiteX611" fmla="*/ 163337 w 2906005"/>
              <a:gd name="connsiteY611" fmla="*/ 205911 h 369828"/>
              <a:gd name="connsiteX612" fmla="*/ 166557 w 2906005"/>
              <a:gd name="connsiteY612" fmla="*/ 213705 h 369828"/>
              <a:gd name="connsiteX613" fmla="*/ 163337 w 2906005"/>
              <a:gd name="connsiteY613" fmla="*/ 221434 h 369828"/>
              <a:gd name="connsiteX614" fmla="*/ 155544 w 2906005"/>
              <a:gd name="connsiteY614" fmla="*/ 224590 h 369828"/>
              <a:gd name="connsiteX615" fmla="*/ 147815 w 2906005"/>
              <a:gd name="connsiteY615" fmla="*/ 221434 h 369828"/>
              <a:gd name="connsiteX616" fmla="*/ 144659 w 2906005"/>
              <a:gd name="connsiteY616" fmla="*/ 213705 h 369828"/>
              <a:gd name="connsiteX617" fmla="*/ 147815 w 2906005"/>
              <a:gd name="connsiteY617" fmla="*/ 205911 h 369828"/>
              <a:gd name="connsiteX618" fmla="*/ 155544 w 2906005"/>
              <a:gd name="connsiteY618" fmla="*/ 202691 h 369828"/>
              <a:gd name="connsiteX619" fmla="*/ 2416765 w 2906005"/>
              <a:gd name="connsiteY619" fmla="*/ 200372 h 369828"/>
              <a:gd name="connsiteX620" fmla="*/ 2411162 w 2906005"/>
              <a:gd name="connsiteY620" fmla="*/ 202562 h 369828"/>
              <a:gd name="connsiteX621" fmla="*/ 2408843 w 2906005"/>
              <a:gd name="connsiteY621" fmla="*/ 208551 h 369828"/>
              <a:gd name="connsiteX622" fmla="*/ 2411162 w 2906005"/>
              <a:gd name="connsiteY622" fmla="*/ 214412 h 369828"/>
              <a:gd name="connsiteX623" fmla="*/ 2416765 w 2906005"/>
              <a:gd name="connsiteY623" fmla="*/ 216796 h 369828"/>
              <a:gd name="connsiteX624" fmla="*/ 2422369 w 2906005"/>
              <a:gd name="connsiteY624" fmla="*/ 214412 h 369828"/>
              <a:gd name="connsiteX625" fmla="*/ 2424687 w 2906005"/>
              <a:gd name="connsiteY625" fmla="*/ 208551 h 369828"/>
              <a:gd name="connsiteX626" fmla="*/ 2422369 w 2906005"/>
              <a:gd name="connsiteY626" fmla="*/ 202562 h 369828"/>
              <a:gd name="connsiteX627" fmla="*/ 2416765 w 2906005"/>
              <a:gd name="connsiteY627" fmla="*/ 200372 h 369828"/>
              <a:gd name="connsiteX628" fmla="*/ 1632538 w 2906005"/>
              <a:gd name="connsiteY628" fmla="*/ 198762 h 369828"/>
              <a:gd name="connsiteX629" fmla="*/ 1632538 w 2906005"/>
              <a:gd name="connsiteY629" fmla="*/ 218213 h 369828"/>
              <a:gd name="connsiteX630" fmla="*/ 1620880 w 2906005"/>
              <a:gd name="connsiteY630" fmla="*/ 220983 h 369828"/>
              <a:gd name="connsiteX631" fmla="*/ 1617596 w 2906005"/>
              <a:gd name="connsiteY631" fmla="*/ 231674 h 369828"/>
              <a:gd name="connsiteX632" fmla="*/ 1617596 w 2906005"/>
              <a:gd name="connsiteY632" fmla="*/ 235474 h 369828"/>
              <a:gd name="connsiteX633" fmla="*/ 1633569 w 2906005"/>
              <a:gd name="connsiteY633" fmla="*/ 235474 h 369828"/>
              <a:gd name="connsiteX634" fmla="*/ 1633569 w 2906005"/>
              <a:gd name="connsiteY634" fmla="*/ 254410 h 369828"/>
              <a:gd name="connsiteX635" fmla="*/ 1617596 w 2906005"/>
              <a:gd name="connsiteY635" fmla="*/ 254410 h 369828"/>
              <a:gd name="connsiteX636" fmla="*/ 1617596 w 2906005"/>
              <a:gd name="connsiteY636" fmla="*/ 326675 h 369828"/>
              <a:gd name="connsiteX637" fmla="*/ 1594216 w 2906005"/>
              <a:gd name="connsiteY637" fmla="*/ 326675 h 369828"/>
              <a:gd name="connsiteX638" fmla="*/ 1594216 w 2906005"/>
              <a:gd name="connsiteY638" fmla="*/ 254410 h 369828"/>
              <a:gd name="connsiteX639" fmla="*/ 1583846 w 2906005"/>
              <a:gd name="connsiteY639" fmla="*/ 254410 h 369828"/>
              <a:gd name="connsiteX640" fmla="*/ 1583846 w 2906005"/>
              <a:gd name="connsiteY640" fmla="*/ 235474 h 369828"/>
              <a:gd name="connsiteX641" fmla="*/ 1594216 w 2906005"/>
              <a:gd name="connsiteY641" fmla="*/ 235474 h 369828"/>
              <a:gd name="connsiteX642" fmla="*/ 1594216 w 2906005"/>
              <a:gd name="connsiteY642" fmla="*/ 230837 h 369828"/>
              <a:gd name="connsiteX643" fmla="*/ 1603748 w 2906005"/>
              <a:gd name="connsiteY643" fmla="*/ 206169 h 369828"/>
              <a:gd name="connsiteX644" fmla="*/ 1632538 w 2906005"/>
              <a:gd name="connsiteY644" fmla="*/ 198762 h 369828"/>
              <a:gd name="connsiteX645" fmla="*/ 2416829 w 2906005"/>
              <a:gd name="connsiteY645" fmla="*/ 189680 h 369828"/>
              <a:gd name="connsiteX646" fmla="*/ 2430548 w 2906005"/>
              <a:gd name="connsiteY646" fmla="*/ 194897 h 369828"/>
              <a:gd name="connsiteX647" fmla="*/ 2436087 w 2906005"/>
              <a:gd name="connsiteY647" fmla="*/ 208616 h 369828"/>
              <a:gd name="connsiteX648" fmla="*/ 2430548 w 2906005"/>
              <a:gd name="connsiteY648" fmla="*/ 222335 h 369828"/>
              <a:gd name="connsiteX649" fmla="*/ 2416829 w 2906005"/>
              <a:gd name="connsiteY649" fmla="*/ 227552 h 369828"/>
              <a:gd name="connsiteX650" fmla="*/ 2403175 w 2906005"/>
              <a:gd name="connsiteY650" fmla="*/ 222335 h 369828"/>
              <a:gd name="connsiteX651" fmla="*/ 2397572 w 2906005"/>
              <a:gd name="connsiteY651" fmla="*/ 208616 h 369828"/>
              <a:gd name="connsiteX652" fmla="*/ 2403175 w 2906005"/>
              <a:gd name="connsiteY652" fmla="*/ 194897 h 369828"/>
              <a:gd name="connsiteX653" fmla="*/ 2416829 w 2906005"/>
              <a:gd name="connsiteY653" fmla="*/ 189680 h 369828"/>
              <a:gd name="connsiteX654" fmla="*/ 440806 w 2906005"/>
              <a:gd name="connsiteY654" fmla="*/ 60672 h 369828"/>
              <a:gd name="connsiteX655" fmla="*/ 510623 w 2906005"/>
              <a:gd name="connsiteY655" fmla="*/ 60672 h 369828"/>
              <a:gd name="connsiteX656" fmla="*/ 510623 w 2906005"/>
              <a:gd name="connsiteY656" fmla="*/ 80123 h 369828"/>
              <a:gd name="connsiteX657" fmla="*/ 440806 w 2906005"/>
              <a:gd name="connsiteY657" fmla="*/ 80123 h 369828"/>
              <a:gd name="connsiteX658" fmla="*/ 2596720 w 2906005"/>
              <a:gd name="connsiteY658" fmla="*/ 56679 h 369828"/>
              <a:gd name="connsiteX659" fmla="*/ 2584869 w 2906005"/>
              <a:gd name="connsiteY659" fmla="*/ 59835 h 369828"/>
              <a:gd name="connsiteX660" fmla="*/ 2576045 w 2906005"/>
              <a:gd name="connsiteY660" fmla="*/ 68981 h 369828"/>
              <a:gd name="connsiteX661" fmla="*/ 2572696 w 2906005"/>
              <a:gd name="connsiteY661" fmla="*/ 83215 h 369828"/>
              <a:gd name="connsiteX662" fmla="*/ 2576045 w 2906005"/>
              <a:gd name="connsiteY662" fmla="*/ 97642 h 369828"/>
              <a:gd name="connsiteX663" fmla="*/ 2584933 w 2906005"/>
              <a:gd name="connsiteY663" fmla="*/ 107110 h 369828"/>
              <a:gd name="connsiteX664" fmla="*/ 2596720 w 2906005"/>
              <a:gd name="connsiteY664" fmla="*/ 110395 h 369828"/>
              <a:gd name="connsiteX665" fmla="*/ 2608764 w 2906005"/>
              <a:gd name="connsiteY665" fmla="*/ 107174 h 369828"/>
              <a:gd name="connsiteX666" fmla="*/ 2617652 w 2906005"/>
              <a:gd name="connsiteY666" fmla="*/ 97964 h 369828"/>
              <a:gd name="connsiteX667" fmla="*/ 2620937 w 2906005"/>
              <a:gd name="connsiteY667" fmla="*/ 83537 h 369828"/>
              <a:gd name="connsiteX668" fmla="*/ 2617652 w 2906005"/>
              <a:gd name="connsiteY668" fmla="*/ 69110 h 369828"/>
              <a:gd name="connsiteX669" fmla="*/ 2608764 w 2906005"/>
              <a:gd name="connsiteY669" fmla="*/ 59899 h 369828"/>
              <a:gd name="connsiteX670" fmla="*/ 2596720 w 2906005"/>
              <a:gd name="connsiteY670" fmla="*/ 56679 h 369828"/>
              <a:gd name="connsiteX671" fmla="*/ 1407756 w 2906005"/>
              <a:gd name="connsiteY671" fmla="*/ 56679 h 369828"/>
              <a:gd name="connsiteX672" fmla="*/ 1395905 w 2906005"/>
              <a:gd name="connsiteY672" fmla="*/ 59835 h 369828"/>
              <a:gd name="connsiteX673" fmla="*/ 1387081 w 2906005"/>
              <a:gd name="connsiteY673" fmla="*/ 68981 h 369828"/>
              <a:gd name="connsiteX674" fmla="*/ 1383732 w 2906005"/>
              <a:gd name="connsiteY674" fmla="*/ 83215 h 369828"/>
              <a:gd name="connsiteX675" fmla="*/ 1387081 w 2906005"/>
              <a:gd name="connsiteY675" fmla="*/ 97642 h 369828"/>
              <a:gd name="connsiteX676" fmla="*/ 1395969 w 2906005"/>
              <a:gd name="connsiteY676" fmla="*/ 107110 h 369828"/>
              <a:gd name="connsiteX677" fmla="*/ 1407756 w 2906005"/>
              <a:gd name="connsiteY677" fmla="*/ 110395 h 369828"/>
              <a:gd name="connsiteX678" fmla="*/ 1419800 w 2906005"/>
              <a:gd name="connsiteY678" fmla="*/ 107174 h 369828"/>
              <a:gd name="connsiteX679" fmla="*/ 1428688 w 2906005"/>
              <a:gd name="connsiteY679" fmla="*/ 97964 h 369828"/>
              <a:gd name="connsiteX680" fmla="*/ 1431973 w 2906005"/>
              <a:gd name="connsiteY680" fmla="*/ 83537 h 369828"/>
              <a:gd name="connsiteX681" fmla="*/ 1428688 w 2906005"/>
              <a:gd name="connsiteY681" fmla="*/ 69110 h 369828"/>
              <a:gd name="connsiteX682" fmla="*/ 1419800 w 2906005"/>
              <a:gd name="connsiteY682" fmla="*/ 59899 h 369828"/>
              <a:gd name="connsiteX683" fmla="*/ 1407756 w 2906005"/>
              <a:gd name="connsiteY683" fmla="*/ 56679 h 369828"/>
              <a:gd name="connsiteX684" fmla="*/ 1296138 w 2906005"/>
              <a:gd name="connsiteY684" fmla="*/ 56679 h 369828"/>
              <a:gd name="connsiteX685" fmla="*/ 1284287 w 2906005"/>
              <a:gd name="connsiteY685" fmla="*/ 59835 h 369828"/>
              <a:gd name="connsiteX686" fmla="*/ 1275463 w 2906005"/>
              <a:gd name="connsiteY686" fmla="*/ 68981 h 369828"/>
              <a:gd name="connsiteX687" fmla="*/ 1272114 w 2906005"/>
              <a:gd name="connsiteY687" fmla="*/ 83215 h 369828"/>
              <a:gd name="connsiteX688" fmla="*/ 1275463 w 2906005"/>
              <a:gd name="connsiteY688" fmla="*/ 97642 h 369828"/>
              <a:gd name="connsiteX689" fmla="*/ 1284351 w 2906005"/>
              <a:gd name="connsiteY689" fmla="*/ 107110 h 369828"/>
              <a:gd name="connsiteX690" fmla="*/ 1296138 w 2906005"/>
              <a:gd name="connsiteY690" fmla="*/ 110395 h 369828"/>
              <a:gd name="connsiteX691" fmla="*/ 1308182 w 2906005"/>
              <a:gd name="connsiteY691" fmla="*/ 107174 h 369828"/>
              <a:gd name="connsiteX692" fmla="*/ 1317070 w 2906005"/>
              <a:gd name="connsiteY692" fmla="*/ 97964 h 369828"/>
              <a:gd name="connsiteX693" fmla="*/ 1320355 w 2906005"/>
              <a:gd name="connsiteY693" fmla="*/ 83537 h 369828"/>
              <a:gd name="connsiteX694" fmla="*/ 1317070 w 2906005"/>
              <a:gd name="connsiteY694" fmla="*/ 69110 h 369828"/>
              <a:gd name="connsiteX695" fmla="*/ 1308182 w 2906005"/>
              <a:gd name="connsiteY695" fmla="*/ 59899 h 369828"/>
              <a:gd name="connsiteX696" fmla="*/ 1296138 w 2906005"/>
              <a:gd name="connsiteY696" fmla="*/ 56679 h 369828"/>
              <a:gd name="connsiteX697" fmla="*/ 801681 w 2906005"/>
              <a:gd name="connsiteY697" fmla="*/ 56679 h 369828"/>
              <a:gd name="connsiteX698" fmla="*/ 789830 w 2906005"/>
              <a:gd name="connsiteY698" fmla="*/ 59835 h 369828"/>
              <a:gd name="connsiteX699" fmla="*/ 781006 w 2906005"/>
              <a:gd name="connsiteY699" fmla="*/ 68980 h 369828"/>
              <a:gd name="connsiteX700" fmla="*/ 777657 w 2906005"/>
              <a:gd name="connsiteY700" fmla="*/ 83214 h 369828"/>
              <a:gd name="connsiteX701" fmla="*/ 781006 w 2906005"/>
              <a:gd name="connsiteY701" fmla="*/ 97642 h 369828"/>
              <a:gd name="connsiteX702" fmla="*/ 789894 w 2906005"/>
              <a:gd name="connsiteY702" fmla="*/ 107110 h 369828"/>
              <a:gd name="connsiteX703" fmla="*/ 801681 w 2906005"/>
              <a:gd name="connsiteY703" fmla="*/ 110394 h 369828"/>
              <a:gd name="connsiteX704" fmla="*/ 813725 w 2906005"/>
              <a:gd name="connsiteY704" fmla="*/ 107174 h 369828"/>
              <a:gd name="connsiteX705" fmla="*/ 822613 w 2906005"/>
              <a:gd name="connsiteY705" fmla="*/ 97964 h 369828"/>
              <a:gd name="connsiteX706" fmla="*/ 825898 w 2906005"/>
              <a:gd name="connsiteY706" fmla="*/ 83537 h 369828"/>
              <a:gd name="connsiteX707" fmla="*/ 822613 w 2906005"/>
              <a:gd name="connsiteY707" fmla="*/ 69109 h 369828"/>
              <a:gd name="connsiteX708" fmla="*/ 813725 w 2906005"/>
              <a:gd name="connsiteY708" fmla="*/ 59899 h 369828"/>
              <a:gd name="connsiteX709" fmla="*/ 801681 w 2906005"/>
              <a:gd name="connsiteY709" fmla="*/ 56679 h 369828"/>
              <a:gd name="connsiteX710" fmla="*/ 126240 w 2906005"/>
              <a:gd name="connsiteY710" fmla="*/ 56679 h 369828"/>
              <a:gd name="connsiteX711" fmla="*/ 114389 w 2906005"/>
              <a:gd name="connsiteY711" fmla="*/ 59835 h 369828"/>
              <a:gd name="connsiteX712" fmla="*/ 105565 w 2906005"/>
              <a:gd name="connsiteY712" fmla="*/ 68981 h 369828"/>
              <a:gd name="connsiteX713" fmla="*/ 102216 w 2906005"/>
              <a:gd name="connsiteY713" fmla="*/ 83215 h 369828"/>
              <a:gd name="connsiteX714" fmla="*/ 105565 w 2906005"/>
              <a:gd name="connsiteY714" fmla="*/ 97642 h 369828"/>
              <a:gd name="connsiteX715" fmla="*/ 114453 w 2906005"/>
              <a:gd name="connsiteY715" fmla="*/ 107110 h 369828"/>
              <a:gd name="connsiteX716" fmla="*/ 126240 w 2906005"/>
              <a:gd name="connsiteY716" fmla="*/ 110395 h 369828"/>
              <a:gd name="connsiteX717" fmla="*/ 138284 w 2906005"/>
              <a:gd name="connsiteY717" fmla="*/ 107175 h 369828"/>
              <a:gd name="connsiteX718" fmla="*/ 147172 w 2906005"/>
              <a:gd name="connsiteY718" fmla="*/ 97964 h 369828"/>
              <a:gd name="connsiteX719" fmla="*/ 150457 w 2906005"/>
              <a:gd name="connsiteY719" fmla="*/ 83537 h 369828"/>
              <a:gd name="connsiteX720" fmla="*/ 147172 w 2906005"/>
              <a:gd name="connsiteY720" fmla="*/ 69110 h 369828"/>
              <a:gd name="connsiteX721" fmla="*/ 138284 w 2906005"/>
              <a:gd name="connsiteY721" fmla="*/ 59899 h 369828"/>
              <a:gd name="connsiteX722" fmla="*/ 126240 w 2906005"/>
              <a:gd name="connsiteY722" fmla="*/ 56679 h 369828"/>
              <a:gd name="connsiteX723" fmla="*/ 2226698 w 2906005"/>
              <a:gd name="connsiteY723" fmla="*/ 56550 h 369828"/>
              <a:gd name="connsiteX724" fmla="*/ 2210145 w 2906005"/>
              <a:gd name="connsiteY724" fmla="*/ 63571 h 369828"/>
              <a:gd name="connsiteX725" fmla="*/ 2203447 w 2906005"/>
              <a:gd name="connsiteY725" fmla="*/ 83537 h 369828"/>
              <a:gd name="connsiteX726" fmla="*/ 2209952 w 2906005"/>
              <a:gd name="connsiteY726" fmla="*/ 103568 h 369828"/>
              <a:gd name="connsiteX727" fmla="*/ 2226312 w 2906005"/>
              <a:gd name="connsiteY727" fmla="*/ 110588 h 369828"/>
              <a:gd name="connsiteX728" fmla="*/ 2238098 w 2906005"/>
              <a:gd name="connsiteY728" fmla="*/ 107561 h 369828"/>
              <a:gd name="connsiteX729" fmla="*/ 2238098 w 2906005"/>
              <a:gd name="connsiteY729" fmla="*/ 107497 h 369828"/>
              <a:gd name="connsiteX730" fmla="*/ 2246922 w 2906005"/>
              <a:gd name="connsiteY730" fmla="*/ 98351 h 369828"/>
              <a:gd name="connsiteX731" fmla="*/ 2250207 w 2906005"/>
              <a:gd name="connsiteY731" fmla="*/ 83537 h 369828"/>
              <a:gd name="connsiteX732" fmla="*/ 2243380 w 2906005"/>
              <a:gd name="connsiteY732" fmla="*/ 63571 h 369828"/>
              <a:gd name="connsiteX733" fmla="*/ 2226698 w 2906005"/>
              <a:gd name="connsiteY733" fmla="*/ 56550 h 369828"/>
              <a:gd name="connsiteX734" fmla="*/ 2860404 w 2906005"/>
              <a:gd name="connsiteY734" fmla="*/ 55391 h 369828"/>
              <a:gd name="connsiteX735" fmla="*/ 2845977 w 2906005"/>
              <a:gd name="connsiteY735" fmla="*/ 60608 h 369828"/>
              <a:gd name="connsiteX736" fmla="*/ 2838828 w 2906005"/>
              <a:gd name="connsiteY736" fmla="*/ 75035 h 369828"/>
              <a:gd name="connsiteX737" fmla="*/ 2882110 w 2906005"/>
              <a:gd name="connsiteY737" fmla="*/ 75035 h 369828"/>
              <a:gd name="connsiteX738" fmla="*/ 2882174 w 2906005"/>
              <a:gd name="connsiteY738" fmla="*/ 74971 h 369828"/>
              <a:gd name="connsiteX739" fmla="*/ 2875733 w 2906005"/>
              <a:gd name="connsiteY739" fmla="*/ 60737 h 369828"/>
              <a:gd name="connsiteX740" fmla="*/ 2860404 w 2906005"/>
              <a:gd name="connsiteY740" fmla="*/ 55391 h 369828"/>
              <a:gd name="connsiteX741" fmla="*/ 910787 w 2906005"/>
              <a:gd name="connsiteY741" fmla="*/ 55391 h 369828"/>
              <a:gd name="connsiteX742" fmla="*/ 896360 w 2906005"/>
              <a:gd name="connsiteY742" fmla="*/ 60608 h 369828"/>
              <a:gd name="connsiteX743" fmla="*/ 889211 w 2906005"/>
              <a:gd name="connsiteY743" fmla="*/ 75035 h 369828"/>
              <a:gd name="connsiteX744" fmla="*/ 932493 w 2906005"/>
              <a:gd name="connsiteY744" fmla="*/ 75035 h 369828"/>
              <a:gd name="connsiteX745" fmla="*/ 932557 w 2906005"/>
              <a:gd name="connsiteY745" fmla="*/ 74971 h 369828"/>
              <a:gd name="connsiteX746" fmla="*/ 926116 w 2906005"/>
              <a:gd name="connsiteY746" fmla="*/ 60737 h 369828"/>
              <a:gd name="connsiteX747" fmla="*/ 910787 w 2906005"/>
              <a:gd name="connsiteY747" fmla="*/ 55391 h 369828"/>
              <a:gd name="connsiteX748" fmla="*/ 1723933 w 2906005"/>
              <a:gd name="connsiteY748" fmla="*/ 38000 h 369828"/>
              <a:gd name="connsiteX749" fmla="*/ 1749761 w 2906005"/>
              <a:gd name="connsiteY749" fmla="*/ 38000 h 369828"/>
              <a:gd name="connsiteX750" fmla="*/ 1773269 w 2906005"/>
              <a:gd name="connsiteY750" fmla="*/ 101699 h 369828"/>
              <a:gd name="connsiteX751" fmla="*/ 1797164 w 2906005"/>
              <a:gd name="connsiteY751" fmla="*/ 38000 h 369828"/>
              <a:gd name="connsiteX752" fmla="*/ 1821677 w 2906005"/>
              <a:gd name="connsiteY752" fmla="*/ 38000 h 369828"/>
              <a:gd name="connsiteX753" fmla="*/ 1765218 w 2906005"/>
              <a:gd name="connsiteY753" fmla="*/ 172290 h 369828"/>
              <a:gd name="connsiteX754" fmla="*/ 1740679 w 2906005"/>
              <a:gd name="connsiteY754" fmla="*/ 172290 h 369828"/>
              <a:gd name="connsiteX755" fmla="*/ 1760452 w 2906005"/>
              <a:gd name="connsiteY755" fmla="*/ 126883 h 369828"/>
              <a:gd name="connsiteX756" fmla="*/ 2711559 w 2906005"/>
              <a:gd name="connsiteY756" fmla="*/ 37936 h 369828"/>
              <a:gd name="connsiteX757" fmla="*/ 2734617 w 2906005"/>
              <a:gd name="connsiteY757" fmla="*/ 37936 h 369828"/>
              <a:gd name="connsiteX758" fmla="*/ 2734617 w 2906005"/>
              <a:gd name="connsiteY758" fmla="*/ 88174 h 369828"/>
              <a:gd name="connsiteX759" fmla="*/ 2740027 w 2906005"/>
              <a:gd name="connsiteY759" fmla="*/ 104855 h 369828"/>
              <a:gd name="connsiteX760" fmla="*/ 2754841 w 2906005"/>
              <a:gd name="connsiteY760" fmla="*/ 110717 h 369828"/>
              <a:gd name="connsiteX761" fmla="*/ 2769848 w 2906005"/>
              <a:gd name="connsiteY761" fmla="*/ 104855 h 369828"/>
              <a:gd name="connsiteX762" fmla="*/ 2775258 w 2906005"/>
              <a:gd name="connsiteY762" fmla="*/ 88174 h 369828"/>
              <a:gd name="connsiteX763" fmla="*/ 2775258 w 2906005"/>
              <a:gd name="connsiteY763" fmla="*/ 37936 h 369828"/>
              <a:gd name="connsiteX764" fmla="*/ 2798445 w 2906005"/>
              <a:gd name="connsiteY764" fmla="*/ 37936 h 369828"/>
              <a:gd name="connsiteX765" fmla="*/ 2798509 w 2906005"/>
              <a:gd name="connsiteY765" fmla="*/ 37936 h 369828"/>
              <a:gd name="connsiteX766" fmla="*/ 2798509 w 2906005"/>
              <a:gd name="connsiteY766" fmla="*/ 129137 h 369828"/>
              <a:gd name="connsiteX767" fmla="*/ 2775322 w 2906005"/>
              <a:gd name="connsiteY767" fmla="*/ 129137 h 369828"/>
              <a:gd name="connsiteX768" fmla="*/ 2775322 w 2906005"/>
              <a:gd name="connsiteY768" fmla="*/ 117608 h 369828"/>
              <a:gd name="connsiteX769" fmla="*/ 2763729 w 2906005"/>
              <a:gd name="connsiteY769" fmla="*/ 126883 h 369828"/>
              <a:gd name="connsiteX770" fmla="*/ 2748142 w 2906005"/>
              <a:gd name="connsiteY770" fmla="*/ 130232 h 369828"/>
              <a:gd name="connsiteX771" fmla="*/ 2729207 w 2906005"/>
              <a:gd name="connsiteY771" fmla="*/ 125723 h 369828"/>
              <a:gd name="connsiteX772" fmla="*/ 2716261 w 2906005"/>
              <a:gd name="connsiteY772" fmla="*/ 112391 h 369828"/>
              <a:gd name="connsiteX773" fmla="*/ 2711559 w 2906005"/>
              <a:gd name="connsiteY773" fmla="*/ 91394 h 369828"/>
              <a:gd name="connsiteX774" fmla="*/ 2509319 w 2906005"/>
              <a:gd name="connsiteY774" fmla="*/ 37936 h 369828"/>
              <a:gd name="connsiteX775" fmla="*/ 2532377 w 2906005"/>
              <a:gd name="connsiteY775" fmla="*/ 37936 h 369828"/>
              <a:gd name="connsiteX776" fmla="*/ 2532377 w 2906005"/>
              <a:gd name="connsiteY776" fmla="*/ 129137 h 369828"/>
              <a:gd name="connsiteX777" fmla="*/ 2509319 w 2906005"/>
              <a:gd name="connsiteY777" fmla="*/ 129137 h 369828"/>
              <a:gd name="connsiteX778" fmla="*/ 2290913 w 2906005"/>
              <a:gd name="connsiteY778" fmla="*/ 37936 h 369828"/>
              <a:gd name="connsiteX779" fmla="*/ 2313971 w 2906005"/>
              <a:gd name="connsiteY779" fmla="*/ 37936 h 369828"/>
              <a:gd name="connsiteX780" fmla="*/ 2313971 w 2906005"/>
              <a:gd name="connsiteY780" fmla="*/ 129137 h 369828"/>
              <a:gd name="connsiteX781" fmla="*/ 2290913 w 2906005"/>
              <a:gd name="connsiteY781" fmla="*/ 129137 h 369828"/>
              <a:gd name="connsiteX782" fmla="*/ 2077595 w 2906005"/>
              <a:gd name="connsiteY782" fmla="*/ 37936 h 369828"/>
              <a:gd name="connsiteX783" fmla="*/ 2102263 w 2906005"/>
              <a:gd name="connsiteY783" fmla="*/ 37936 h 369828"/>
              <a:gd name="connsiteX784" fmla="*/ 2125289 w 2906005"/>
              <a:gd name="connsiteY784" fmla="*/ 107786 h 369828"/>
              <a:gd name="connsiteX785" fmla="*/ 2125257 w 2906005"/>
              <a:gd name="connsiteY785" fmla="*/ 107883 h 369828"/>
              <a:gd name="connsiteX786" fmla="*/ 2125321 w 2906005"/>
              <a:gd name="connsiteY786" fmla="*/ 107883 h 369828"/>
              <a:gd name="connsiteX787" fmla="*/ 2125289 w 2906005"/>
              <a:gd name="connsiteY787" fmla="*/ 107786 h 369828"/>
              <a:gd name="connsiteX788" fmla="*/ 2148314 w 2906005"/>
              <a:gd name="connsiteY788" fmla="*/ 37936 h 369828"/>
              <a:gd name="connsiteX789" fmla="*/ 2172854 w 2906005"/>
              <a:gd name="connsiteY789" fmla="*/ 37936 h 369828"/>
              <a:gd name="connsiteX790" fmla="*/ 2139104 w 2906005"/>
              <a:gd name="connsiteY790" fmla="*/ 129137 h 369828"/>
              <a:gd name="connsiteX791" fmla="*/ 2111151 w 2906005"/>
              <a:gd name="connsiteY791" fmla="*/ 129137 h 369828"/>
              <a:gd name="connsiteX792" fmla="*/ 1932678 w 2906005"/>
              <a:gd name="connsiteY792" fmla="*/ 37936 h 369828"/>
              <a:gd name="connsiteX793" fmla="*/ 1955736 w 2906005"/>
              <a:gd name="connsiteY793" fmla="*/ 37936 h 369828"/>
              <a:gd name="connsiteX794" fmla="*/ 1955736 w 2906005"/>
              <a:gd name="connsiteY794" fmla="*/ 129137 h 369828"/>
              <a:gd name="connsiteX795" fmla="*/ 1932678 w 2906005"/>
              <a:gd name="connsiteY795" fmla="*/ 129137 h 369828"/>
              <a:gd name="connsiteX796" fmla="*/ 1824473 w 2906005"/>
              <a:gd name="connsiteY796" fmla="*/ 37936 h 369828"/>
              <a:gd name="connsiteX797" fmla="*/ 1849141 w 2906005"/>
              <a:gd name="connsiteY797" fmla="*/ 37936 h 369828"/>
              <a:gd name="connsiteX798" fmla="*/ 1872167 w 2906005"/>
              <a:gd name="connsiteY798" fmla="*/ 107786 h 369828"/>
              <a:gd name="connsiteX799" fmla="*/ 1872135 w 2906005"/>
              <a:gd name="connsiteY799" fmla="*/ 107883 h 369828"/>
              <a:gd name="connsiteX800" fmla="*/ 1872199 w 2906005"/>
              <a:gd name="connsiteY800" fmla="*/ 107883 h 369828"/>
              <a:gd name="connsiteX801" fmla="*/ 1872167 w 2906005"/>
              <a:gd name="connsiteY801" fmla="*/ 107786 h 369828"/>
              <a:gd name="connsiteX802" fmla="*/ 1895193 w 2906005"/>
              <a:gd name="connsiteY802" fmla="*/ 37936 h 369828"/>
              <a:gd name="connsiteX803" fmla="*/ 1919732 w 2906005"/>
              <a:gd name="connsiteY803" fmla="*/ 37936 h 369828"/>
              <a:gd name="connsiteX804" fmla="*/ 1885982 w 2906005"/>
              <a:gd name="connsiteY804" fmla="*/ 129137 h 369828"/>
              <a:gd name="connsiteX805" fmla="*/ 1858029 w 2906005"/>
              <a:gd name="connsiteY805" fmla="*/ 129137 h 369828"/>
              <a:gd name="connsiteX806" fmla="*/ 1821704 w 2906005"/>
              <a:gd name="connsiteY806" fmla="*/ 37936 h 369828"/>
              <a:gd name="connsiteX807" fmla="*/ 1821704 w 2906005"/>
              <a:gd name="connsiteY807" fmla="*/ 38000 h 369828"/>
              <a:gd name="connsiteX808" fmla="*/ 1821677 w 2906005"/>
              <a:gd name="connsiteY808" fmla="*/ 38000 h 369828"/>
              <a:gd name="connsiteX809" fmla="*/ 650323 w 2906005"/>
              <a:gd name="connsiteY809" fmla="*/ 37936 h 369828"/>
              <a:gd name="connsiteX810" fmla="*/ 673381 w 2906005"/>
              <a:gd name="connsiteY810" fmla="*/ 37936 h 369828"/>
              <a:gd name="connsiteX811" fmla="*/ 673381 w 2906005"/>
              <a:gd name="connsiteY811" fmla="*/ 88174 h 369828"/>
              <a:gd name="connsiteX812" fmla="*/ 678791 w 2906005"/>
              <a:gd name="connsiteY812" fmla="*/ 104855 h 369828"/>
              <a:gd name="connsiteX813" fmla="*/ 693605 w 2906005"/>
              <a:gd name="connsiteY813" fmla="*/ 110717 h 369828"/>
              <a:gd name="connsiteX814" fmla="*/ 708612 w 2906005"/>
              <a:gd name="connsiteY814" fmla="*/ 104855 h 369828"/>
              <a:gd name="connsiteX815" fmla="*/ 714022 w 2906005"/>
              <a:gd name="connsiteY815" fmla="*/ 88174 h 369828"/>
              <a:gd name="connsiteX816" fmla="*/ 714022 w 2906005"/>
              <a:gd name="connsiteY816" fmla="*/ 37936 h 369828"/>
              <a:gd name="connsiteX817" fmla="*/ 737209 w 2906005"/>
              <a:gd name="connsiteY817" fmla="*/ 37936 h 369828"/>
              <a:gd name="connsiteX818" fmla="*/ 737273 w 2906005"/>
              <a:gd name="connsiteY818" fmla="*/ 37936 h 369828"/>
              <a:gd name="connsiteX819" fmla="*/ 737273 w 2906005"/>
              <a:gd name="connsiteY819" fmla="*/ 129137 h 369828"/>
              <a:gd name="connsiteX820" fmla="*/ 714087 w 2906005"/>
              <a:gd name="connsiteY820" fmla="*/ 129137 h 369828"/>
              <a:gd name="connsiteX821" fmla="*/ 714087 w 2906005"/>
              <a:gd name="connsiteY821" fmla="*/ 117608 h 369828"/>
              <a:gd name="connsiteX822" fmla="*/ 702493 w 2906005"/>
              <a:gd name="connsiteY822" fmla="*/ 126883 h 369828"/>
              <a:gd name="connsiteX823" fmla="*/ 686907 w 2906005"/>
              <a:gd name="connsiteY823" fmla="*/ 130232 h 369828"/>
              <a:gd name="connsiteX824" fmla="*/ 667971 w 2906005"/>
              <a:gd name="connsiteY824" fmla="*/ 125723 h 369828"/>
              <a:gd name="connsiteX825" fmla="*/ 655025 w 2906005"/>
              <a:gd name="connsiteY825" fmla="*/ 112391 h 369828"/>
              <a:gd name="connsiteX826" fmla="*/ 650323 w 2906005"/>
              <a:gd name="connsiteY826" fmla="*/ 91394 h 369828"/>
              <a:gd name="connsiteX827" fmla="*/ 394755 w 2906005"/>
              <a:gd name="connsiteY827" fmla="*/ 37936 h 369828"/>
              <a:gd name="connsiteX828" fmla="*/ 417813 w 2906005"/>
              <a:gd name="connsiteY828" fmla="*/ 37936 h 369828"/>
              <a:gd name="connsiteX829" fmla="*/ 417813 w 2906005"/>
              <a:gd name="connsiteY829" fmla="*/ 129137 h 369828"/>
              <a:gd name="connsiteX830" fmla="*/ 394755 w 2906005"/>
              <a:gd name="connsiteY830" fmla="*/ 129137 h 369828"/>
              <a:gd name="connsiteX831" fmla="*/ 2387138 w 2906005"/>
              <a:gd name="connsiteY831" fmla="*/ 36648 h 369828"/>
              <a:gd name="connsiteX832" fmla="*/ 2413481 w 2906005"/>
              <a:gd name="connsiteY832" fmla="*/ 46953 h 369828"/>
              <a:gd name="connsiteX833" fmla="*/ 2413481 w 2906005"/>
              <a:gd name="connsiteY833" fmla="*/ 46889 h 369828"/>
              <a:gd name="connsiteX834" fmla="*/ 2423528 w 2906005"/>
              <a:gd name="connsiteY834" fmla="*/ 75615 h 369828"/>
              <a:gd name="connsiteX835" fmla="*/ 2423528 w 2906005"/>
              <a:gd name="connsiteY835" fmla="*/ 129137 h 369828"/>
              <a:gd name="connsiteX836" fmla="*/ 2400470 w 2906005"/>
              <a:gd name="connsiteY836" fmla="*/ 129137 h 369828"/>
              <a:gd name="connsiteX837" fmla="*/ 2400470 w 2906005"/>
              <a:gd name="connsiteY837" fmla="*/ 78771 h 369828"/>
              <a:gd name="connsiteX838" fmla="*/ 2395060 w 2906005"/>
              <a:gd name="connsiteY838" fmla="*/ 62089 h 369828"/>
              <a:gd name="connsiteX839" fmla="*/ 2380246 w 2906005"/>
              <a:gd name="connsiteY839" fmla="*/ 56228 h 369828"/>
              <a:gd name="connsiteX840" fmla="*/ 2365175 w 2906005"/>
              <a:gd name="connsiteY840" fmla="*/ 62089 h 369828"/>
              <a:gd name="connsiteX841" fmla="*/ 2359636 w 2906005"/>
              <a:gd name="connsiteY841" fmla="*/ 78771 h 369828"/>
              <a:gd name="connsiteX842" fmla="*/ 2359636 w 2906005"/>
              <a:gd name="connsiteY842" fmla="*/ 129137 h 369828"/>
              <a:gd name="connsiteX843" fmla="*/ 2336578 w 2906005"/>
              <a:gd name="connsiteY843" fmla="*/ 129137 h 369828"/>
              <a:gd name="connsiteX844" fmla="*/ 2336578 w 2906005"/>
              <a:gd name="connsiteY844" fmla="*/ 37936 h 369828"/>
              <a:gd name="connsiteX845" fmla="*/ 2359636 w 2906005"/>
              <a:gd name="connsiteY845" fmla="*/ 37936 h 369828"/>
              <a:gd name="connsiteX846" fmla="*/ 2359636 w 2906005"/>
              <a:gd name="connsiteY846" fmla="*/ 49272 h 369828"/>
              <a:gd name="connsiteX847" fmla="*/ 2371423 w 2906005"/>
              <a:gd name="connsiteY847" fmla="*/ 39997 h 369828"/>
              <a:gd name="connsiteX848" fmla="*/ 2387138 w 2906005"/>
              <a:gd name="connsiteY848" fmla="*/ 36648 h 369828"/>
              <a:gd name="connsiteX849" fmla="*/ 2028967 w 2906005"/>
              <a:gd name="connsiteY849" fmla="*/ 36648 h 369828"/>
              <a:gd name="connsiteX850" fmla="*/ 2055309 w 2906005"/>
              <a:gd name="connsiteY850" fmla="*/ 46953 h 369828"/>
              <a:gd name="connsiteX851" fmla="*/ 2055309 w 2906005"/>
              <a:gd name="connsiteY851" fmla="*/ 46889 h 369828"/>
              <a:gd name="connsiteX852" fmla="*/ 2065357 w 2906005"/>
              <a:gd name="connsiteY852" fmla="*/ 75615 h 369828"/>
              <a:gd name="connsiteX853" fmla="*/ 2065357 w 2906005"/>
              <a:gd name="connsiteY853" fmla="*/ 129137 h 369828"/>
              <a:gd name="connsiteX854" fmla="*/ 2042299 w 2906005"/>
              <a:gd name="connsiteY854" fmla="*/ 129137 h 369828"/>
              <a:gd name="connsiteX855" fmla="*/ 2042299 w 2906005"/>
              <a:gd name="connsiteY855" fmla="*/ 78771 h 369828"/>
              <a:gd name="connsiteX856" fmla="*/ 2036889 w 2906005"/>
              <a:gd name="connsiteY856" fmla="*/ 62089 h 369828"/>
              <a:gd name="connsiteX857" fmla="*/ 2022075 w 2906005"/>
              <a:gd name="connsiteY857" fmla="*/ 56228 h 369828"/>
              <a:gd name="connsiteX858" fmla="*/ 2007004 w 2906005"/>
              <a:gd name="connsiteY858" fmla="*/ 62089 h 369828"/>
              <a:gd name="connsiteX859" fmla="*/ 2001465 w 2906005"/>
              <a:gd name="connsiteY859" fmla="*/ 78771 h 369828"/>
              <a:gd name="connsiteX860" fmla="*/ 2001465 w 2906005"/>
              <a:gd name="connsiteY860" fmla="*/ 129137 h 369828"/>
              <a:gd name="connsiteX861" fmla="*/ 1978407 w 2906005"/>
              <a:gd name="connsiteY861" fmla="*/ 129137 h 369828"/>
              <a:gd name="connsiteX862" fmla="*/ 1978407 w 2906005"/>
              <a:gd name="connsiteY862" fmla="*/ 37936 h 369828"/>
              <a:gd name="connsiteX863" fmla="*/ 2001465 w 2906005"/>
              <a:gd name="connsiteY863" fmla="*/ 37936 h 369828"/>
              <a:gd name="connsiteX864" fmla="*/ 2001465 w 2906005"/>
              <a:gd name="connsiteY864" fmla="*/ 49272 h 369828"/>
              <a:gd name="connsiteX865" fmla="*/ 2013251 w 2906005"/>
              <a:gd name="connsiteY865" fmla="*/ 39997 h 369828"/>
              <a:gd name="connsiteX866" fmla="*/ 2028967 w 2906005"/>
              <a:gd name="connsiteY866" fmla="*/ 36648 h 369828"/>
              <a:gd name="connsiteX867" fmla="*/ 1528198 w 2906005"/>
              <a:gd name="connsiteY867" fmla="*/ 36648 h 369828"/>
              <a:gd name="connsiteX868" fmla="*/ 1554541 w 2906005"/>
              <a:gd name="connsiteY868" fmla="*/ 46953 h 369828"/>
              <a:gd name="connsiteX869" fmla="*/ 1554541 w 2906005"/>
              <a:gd name="connsiteY869" fmla="*/ 46889 h 369828"/>
              <a:gd name="connsiteX870" fmla="*/ 1564588 w 2906005"/>
              <a:gd name="connsiteY870" fmla="*/ 75615 h 369828"/>
              <a:gd name="connsiteX871" fmla="*/ 1564588 w 2906005"/>
              <a:gd name="connsiteY871" fmla="*/ 129137 h 369828"/>
              <a:gd name="connsiteX872" fmla="*/ 1541530 w 2906005"/>
              <a:gd name="connsiteY872" fmla="*/ 129137 h 369828"/>
              <a:gd name="connsiteX873" fmla="*/ 1541530 w 2906005"/>
              <a:gd name="connsiteY873" fmla="*/ 78771 h 369828"/>
              <a:gd name="connsiteX874" fmla="*/ 1536120 w 2906005"/>
              <a:gd name="connsiteY874" fmla="*/ 62089 h 369828"/>
              <a:gd name="connsiteX875" fmla="*/ 1521306 w 2906005"/>
              <a:gd name="connsiteY875" fmla="*/ 56228 h 369828"/>
              <a:gd name="connsiteX876" fmla="*/ 1506235 w 2906005"/>
              <a:gd name="connsiteY876" fmla="*/ 62089 h 369828"/>
              <a:gd name="connsiteX877" fmla="*/ 1500696 w 2906005"/>
              <a:gd name="connsiteY877" fmla="*/ 78771 h 369828"/>
              <a:gd name="connsiteX878" fmla="*/ 1500696 w 2906005"/>
              <a:gd name="connsiteY878" fmla="*/ 129137 h 369828"/>
              <a:gd name="connsiteX879" fmla="*/ 1477638 w 2906005"/>
              <a:gd name="connsiteY879" fmla="*/ 129137 h 369828"/>
              <a:gd name="connsiteX880" fmla="*/ 1477638 w 2906005"/>
              <a:gd name="connsiteY880" fmla="*/ 37936 h 369828"/>
              <a:gd name="connsiteX881" fmla="*/ 1500696 w 2906005"/>
              <a:gd name="connsiteY881" fmla="*/ 37936 h 369828"/>
              <a:gd name="connsiteX882" fmla="*/ 1500696 w 2906005"/>
              <a:gd name="connsiteY882" fmla="*/ 49272 h 369828"/>
              <a:gd name="connsiteX883" fmla="*/ 1512483 w 2906005"/>
              <a:gd name="connsiteY883" fmla="*/ 39997 h 369828"/>
              <a:gd name="connsiteX884" fmla="*/ 1528198 w 2906005"/>
              <a:gd name="connsiteY884" fmla="*/ 36648 h 369828"/>
              <a:gd name="connsiteX885" fmla="*/ 1023694 w 2906005"/>
              <a:gd name="connsiteY885" fmla="*/ 36648 h 369828"/>
              <a:gd name="connsiteX886" fmla="*/ 1050037 w 2906005"/>
              <a:gd name="connsiteY886" fmla="*/ 46953 h 369828"/>
              <a:gd name="connsiteX887" fmla="*/ 1050037 w 2906005"/>
              <a:gd name="connsiteY887" fmla="*/ 46889 h 369828"/>
              <a:gd name="connsiteX888" fmla="*/ 1060084 w 2906005"/>
              <a:gd name="connsiteY888" fmla="*/ 75615 h 369828"/>
              <a:gd name="connsiteX889" fmla="*/ 1060084 w 2906005"/>
              <a:gd name="connsiteY889" fmla="*/ 129137 h 369828"/>
              <a:gd name="connsiteX890" fmla="*/ 1037026 w 2906005"/>
              <a:gd name="connsiteY890" fmla="*/ 129137 h 369828"/>
              <a:gd name="connsiteX891" fmla="*/ 1037026 w 2906005"/>
              <a:gd name="connsiteY891" fmla="*/ 78771 h 369828"/>
              <a:gd name="connsiteX892" fmla="*/ 1031616 w 2906005"/>
              <a:gd name="connsiteY892" fmla="*/ 62089 h 369828"/>
              <a:gd name="connsiteX893" fmla="*/ 1016802 w 2906005"/>
              <a:gd name="connsiteY893" fmla="*/ 56228 h 369828"/>
              <a:gd name="connsiteX894" fmla="*/ 1001731 w 2906005"/>
              <a:gd name="connsiteY894" fmla="*/ 62089 h 369828"/>
              <a:gd name="connsiteX895" fmla="*/ 996192 w 2906005"/>
              <a:gd name="connsiteY895" fmla="*/ 78771 h 369828"/>
              <a:gd name="connsiteX896" fmla="*/ 996192 w 2906005"/>
              <a:gd name="connsiteY896" fmla="*/ 129137 h 369828"/>
              <a:gd name="connsiteX897" fmla="*/ 973134 w 2906005"/>
              <a:gd name="connsiteY897" fmla="*/ 129137 h 369828"/>
              <a:gd name="connsiteX898" fmla="*/ 973134 w 2906005"/>
              <a:gd name="connsiteY898" fmla="*/ 37936 h 369828"/>
              <a:gd name="connsiteX899" fmla="*/ 996192 w 2906005"/>
              <a:gd name="connsiteY899" fmla="*/ 37936 h 369828"/>
              <a:gd name="connsiteX900" fmla="*/ 996192 w 2906005"/>
              <a:gd name="connsiteY900" fmla="*/ 49272 h 369828"/>
              <a:gd name="connsiteX901" fmla="*/ 1007979 w 2906005"/>
              <a:gd name="connsiteY901" fmla="*/ 39997 h 369828"/>
              <a:gd name="connsiteX902" fmla="*/ 1023694 w 2906005"/>
              <a:gd name="connsiteY902" fmla="*/ 36648 h 369828"/>
              <a:gd name="connsiteX903" fmla="*/ 246746 w 2906005"/>
              <a:gd name="connsiteY903" fmla="*/ 36648 h 369828"/>
              <a:gd name="connsiteX904" fmla="*/ 273089 w 2906005"/>
              <a:gd name="connsiteY904" fmla="*/ 46953 h 369828"/>
              <a:gd name="connsiteX905" fmla="*/ 273089 w 2906005"/>
              <a:gd name="connsiteY905" fmla="*/ 46889 h 369828"/>
              <a:gd name="connsiteX906" fmla="*/ 283136 w 2906005"/>
              <a:gd name="connsiteY906" fmla="*/ 75615 h 369828"/>
              <a:gd name="connsiteX907" fmla="*/ 283136 w 2906005"/>
              <a:gd name="connsiteY907" fmla="*/ 129137 h 369828"/>
              <a:gd name="connsiteX908" fmla="*/ 260078 w 2906005"/>
              <a:gd name="connsiteY908" fmla="*/ 129137 h 369828"/>
              <a:gd name="connsiteX909" fmla="*/ 260078 w 2906005"/>
              <a:gd name="connsiteY909" fmla="*/ 78771 h 369828"/>
              <a:gd name="connsiteX910" fmla="*/ 254668 w 2906005"/>
              <a:gd name="connsiteY910" fmla="*/ 62089 h 369828"/>
              <a:gd name="connsiteX911" fmla="*/ 239854 w 2906005"/>
              <a:gd name="connsiteY911" fmla="*/ 56228 h 369828"/>
              <a:gd name="connsiteX912" fmla="*/ 224783 w 2906005"/>
              <a:gd name="connsiteY912" fmla="*/ 62089 h 369828"/>
              <a:gd name="connsiteX913" fmla="*/ 219244 w 2906005"/>
              <a:gd name="connsiteY913" fmla="*/ 78771 h 369828"/>
              <a:gd name="connsiteX914" fmla="*/ 219244 w 2906005"/>
              <a:gd name="connsiteY914" fmla="*/ 129137 h 369828"/>
              <a:gd name="connsiteX915" fmla="*/ 196186 w 2906005"/>
              <a:gd name="connsiteY915" fmla="*/ 129137 h 369828"/>
              <a:gd name="connsiteX916" fmla="*/ 196186 w 2906005"/>
              <a:gd name="connsiteY916" fmla="*/ 37936 h 369828"/>
              <a:gd name="connsiteX917" fmla="*/ 219244 w 2906005"/>
              <a:gd name="connsiteY917" fmla="*/ 37936 h 369828"/>
              <a:gd name="connsiteX918" fmla="*/ 219244 w 2906005"/>
              <a:gd name="connsiteY918" fmla="*/ 49272 h 369828"/>
              <a:gd name="connsiteX919" fmla="*/ 231031 w 2906005"/>
              <a:gd name="connsiteY919" fmla="*/ 39997 h 369828"/>
              <a:gd name="connsiteX920" fmla="*/ 246746 w 2906005"/>
              <a:gd name="connsiteY920" fmla="*/ 36648 h 369828"/>
              <a:gd name="connsiteX921" fmla="*/ 1131899 w 2906005"/>
              <a:gd name="connsiteY921" fmla="*/ 36584 h 369828"/>
              <a:gd name="connsiteX922" fmla="*/ 1150963 w 2906005"/>
              <a:gd name="connsiteY922" fmla="*/ 41093 h 369828"/>
              <a:gd name="connsiteX923" fmla="*/ 1163974 w 2906005"/>
              <a:gd name="connsiteY923" fmla="*/ 54038 h 369828"/>
              <a:gd name="connsiteX924" fmla="*/ 1176920 w 2906005"/>
              <a:gd name="connsiteY924" fmla="*/ 41350 h 369828"/>
              <a:gd name="connsiteX925" fmla="*/ 1195276 w 2906005"/>
              <a:gd name="connsiteY925" fmla="*/ 36584 h 369828"/>
              <a:gd name="connsiteX926" fmla="*/ 1222327 w 2906005"/>
              <a:gd name="connsiteY926" fmla="*/ 46889 h 369828"/>
              <a:gd name="connsiteX927" fmla="*/ 1232632 w 2906005"/>
              <a:gd name="connsiteY927" fmla="*/ 75615 h 369828"/>
              <a:gd name="connsiteX928" fmla="*/ 1232632 w 2906005"/>
              <a:gd name="connsiteY928" fmla="*/ 129138 h 369828"/>
              <a:gd name="connsiteX929" fmla="*/ 1209574 w 2906005"/>
              <a:gd name="connsiteY929" fmla="*/ 129138 h 369828"/>
              <a:gd name="connsiteX930" fmla="*/ 1209574 w 2906005"/>
              <a:gd name="connsiteY930" fmla="*/ 78771 h 369828"/>
              <a:gd name="connsiteX931" fmla="*/ 1204164 w 2906005"/>
              <a:gd name="connsiteY931" fmla="*/ 62411 h 369828"/>
              <a:gd name="connsiteX932" fmla="*/ 1189350 w 2906005"/>
              <a:gd name="connsiteY932" fmla="*/ 56744 h 369828"/>
              <a:gd name="connsiteX933" fmla="*/ 1174472 w 2906005"/>
              <a:gd name="connsiteY933" fmla="*/ 62411 h 369828"/>
              <a:gd name="connsiteX934" fmla="*/ 1168933 w 2906005"/>
              <a:gd name="connsiteY934" fmla="*/ 78771 h 369828"/>
              <a:gd name="connsiteX935" fmla="*/ 1168933 w 2906005"/>
              <a:gd name="connsiteY935" fmla="*/ 129138 h 369828"/>
              <a:gd name="connsiteX936" fmla="*/ 1145875 w 2906005"/>
              <a:gd name="connsiteY936" fmla="*/ 129138 h 369828"/>
              <a:gd name="connsiteX937" fmla="*/ 1145875 w 2906005"/>
              <a:gd name="connsiteY937" fmla="*/ 78771 h 369828"/>
              <a:gd name="connsiteX938" fmla="*/ 1140465 w 2906005"/>
              <a:gd name="connsiteY938" fmla="*/ 62411 h 369828"/>
              <a:gd name="connsiteX939" fmla="*/ 1125651 w 2906005"/>
              <a:gd name="connsiteY939" fmla="*/ 56744 h 369828"/>
              <a:gd name="connsiteX940" fmla="*/ 1110580 w 2906005"/>
              <a:gd name="connsiteY940" fmla="*/ 62411 h 369828"/>
              <a:gd name="connsiteX941" fmla="*/ 1105041 w 2906005"/>
              <a:gd name="connsiteY941" fmla="*/ 78771 h 369828"/>
              <a:gd name="connsiteX942" fmla="*/ 1105041 w 2906005"/>
              <a:gd name="connsiteY942" fmla="*/ 129138 h 369828"/>
              <a:gd name="connsiteX943" fmla="*/ 1081983 w 2906005"/>
              <a:gd name="connsiteY943" fmla="*/ 129138 h 369828"/>
              <a:gd name="connsiteX944" fmla="*/ 1081983 w 2906005"/>
              <a:gd name="connsiteY944" fmla="*/ 37937 h 369828"/>
              <a:gd name="connsiteX945" fmla="*/ 1105041 w 2906005"/>
              <a:gd name="connsiteY945" fmla="*/ 37937 h 369828"/>
              <a:gd name="connsiteX946" fmla="*/ 1105041 w 2906005"/>
              <a:gd name="connsiteY946" fmla="*/ 48950 h 369828"/>
              <a:gd name="connsiteX947" fmla="*/ 1116505 w 2906005"/>
              <a:gd name="connsiteY947" fmla="*/ 39869 h 369828"/>
              <a:gd name="connsiteX948" fmla="*/ 1131899 w 2906005"/>
              <a:gd name="connsiteY948" fmla="*/ 36584 h 369828"/>
              <a:gd name="connsiteX949" fmla="*/ 2861048 w 2906005"/>
              <a:gd name="connsiteY949" fmla="*/ 36455 h 369828"/>
              <a:gd name="connsiteX950" fmla="*/ 2884364 w 2906005"/>
              <a:gd name="connsiteY950" fmla="*/ 42058 h 369828"/>
              <a:gd name="connsiteX951" fmla="*/ 2900337 w 2906005"/>
              <a:gd name="connsiteY951" fmla="*/ 57967 h 369828"/>
              <a:gd name="connsiteX952" fmla="*/ 2906005 w 2906005"/>
              <a:gd name="connsiteY952" fmla="*/ 81605 h 369828"/>
              <a:gd name="connsiteX953" fmla="*/ 2905361 w 2906005"/>
              <a:gd name="connsiteY953" fmla="*/ 90493 h 369828"/>
              <a:gd name="connsiteX954" fmla="*/ 2905361 w 2906005"/>
              <a:gd name="connsiteY954" fmla="*/ 90429 h 369828"/>
              <a:gd name="connsiteX955" fmla="*/ 2838699 w 2906005"/>
              <a:gd name="connsiteY955" fmla="*/ 90429 h 369828"/>
              <a:gd name="connsiteX956" fmla="*/ 2845591 w 2906005"/>
              <a:gd name="connsiteY956" fmla="*/ 105886 h 369828"/>
              <a:gd name="connsiteX957" fmla="*/ 2860598 w 2906005"/>
              <a:gd name="connsiteY957" fmla="*/ 111490 h 369828"/>
              <a:gd name="connsiteX958" fmla="*/ 2878889 w 2906005"/>
              <a:gd name="connsiteY958" fmla="*/ 100476 h 369828"/>
              <a:gd name="connsiteX959" fmla="*/ 2903751 w 2906005"/>
              <a:gd name="connsiteY959" fmla="*/ 100476 h 369828"/>
              <a:gd name="connsiteX960" fmla="*/ 2888615 w 2906005"/>
              <a:gd name="connsiteY960" fmla="*/ 122117 h 369828"/>
              <a:gd name="connsiteX961" fmla="*/ 2861113 w 2906005"/>
              <a:gd name="connsiteY961" fmla="*/ 130619 h 369828"/>
              <a:gd name="connsiteX962" fmla="*/ 2837475 w 2906005"/>
              <a:gd name="connsiteY962" fmla="*/ 124758 h 369828"/>
              <a:gd name="connsiteX963" fmla="*/ 2821180 w 2906005"/>
              <a:gd name="connsiteY963" fmla="*/ 108205 h 369828"/>
              <a:gd name="connsiteX964" fmla="*/ 2815319 w 2906005"/>
              <a:gd name="connsiteY964" fmla="*/ 83537 h 369828"/>
              <a:gd name="connsiteX965" fmla="*/ 2821051 w 2906005"/>
              <a:gd name="connsiteY965" fmla="*/ 58676 h 369828"/>
              <a:gd name="connsiteX966" fmla="*/ 2837153 w 2906005"/>
              <a:gd name="connsiteY966" fmla="*/ 42187 h 369828"/>
              <a:gd name="connsiteX967" fmla="*/ 2861048 w 2906005"/>
              <a:gd name="connsiteY967" fmla="*/ 36455 h 369828"/>
              <a:gd name="connsiteX968" fmla="*/ 2590794 w 2906005"/>
              <a:gd name="connsiteY968" fmla="*/ 36455 h 369828"/>
              <a:gd name="connsiteX969" fmla="*/ 2608635 w 2906005"/>
              <a:gd name="connsiteY969" fmla="*/ 40577 h 369828"/>
              <a:gd name="connsiteX970" fmla="*/ 2620873 w 2906005"/>
              <a:gd name="connsiteY970" fmla="*/ 50947 h 369828"/>
              <a:gd name="connsiteX971" fmla="*/ 2620873 w 2906005"/>
              <a:gd name="connsiteY971" fmla="*/ 37936 h 369828"/>
              <a:gd name="connsiteX972" fmla="*/ 2644059 w 2906005"/>
              <a:gd name="connsiteY972" fmla="*/ 37936 h 369828"/>
              <a:gd name="connsiteX973" fmla="*/ 2644059 w 2906005"/>
              <a:gd name="connsiteY973" fmla="*/ 129137 h 369828"/>
              <a:gd name="connsiteX974" fmla="*/ 2620873 w 2906005"/>
              <a:gd name="connsiteY974" fmla="*/ 129137 h 369828"/>
              <a:gd name="connsiteX975" fmla="*/ 2620873 w 2906005"/>
              <a:gd name="connsiteY975" fmla="*/ 115805 h 369828"/>
              <a:gd name="connsiteX976" fmla="*/ 2608635 w 2906005"/>
              <a:gd name="connsiteY976" fmla="*/ 126432 h 369828"/>
              <a:gd name="connsiteX977" fmla="*/ 2590601 w 2906005"/>
              <a:gd name="connsiteY977" fmla="*/ 130619 h 369828"/>
              <a:gd name="connsiteX978" fmla="*/ 2569604 w 2906005"/>
              <a:gd name="connsiteY978" fmla="*/ 124693 h 369828"/>
              <a:gd name="connsiteX979" fmla="*/ 2554597 w 2906005"/>
              <a:gd name="connsiteY979" fmla="*/ 108012 h 369828"/>
              <a:gd name="connsiteX980" fmla="*/ 2549058 w 2906005"/>
              <a:gd name="connsiteY980" fmla="*/ 83215 h 369828"/>
              <a:gd name="connsiteX981" fmla="*/ 2554597 w 2906005"/>
              <a:gd name="connsiteY981" fmla="*/ 58676 h 369828"/>
              <a:gd name="connsiteX982" fmla="*/ 2554662 w 2906005"/>
              <a:gd name="connsiteY982" fmla="*/ 58676 h 369828"/>
              <a:gd name="connsiteX983" fmla="*/ 2569669 w 2906005"/>
              <a:gd name="connsiteY983" fmla="*/ 42187 h 369828"/>
              <a:gd name="connsiteX984" fmla="*/ 2590794 w 2906005"/>
              <a:gd name="connsiteY984" fmla="*/ 36455 h 369828"/>
              <a:gd name="connsiteX985" fmla="*/ 2227020 w 2906005"/>
              <a:gd name="connsiteY985" fmla="*/ 36455 h 369828"/>
              <a:gd name="connsiteX986" fmla="*/ 2250915 w 2906005"/>
              <a:gd name="connsiteY986" fmla="*/ 42316 h 369828"/>
              <a:gd name="connsiteX987" fmla="*/ 2267790 w 2906005"/>
              <a:gd name="connsiteY987" fmla="*/ 58869 h 369828"/>
              <a:gd name="connsiteX988" fmla="*/ 2273973 w 2906005"/>
              <a:gd name="connsiteY988" fmla="*/ 83537 h 369828"/>
              <a:gd name="connsiteX989" fmla="*/ 2267661 w 2906005"/>
              <a:gd name="connsiteY989" fmla="*/ 108205 h 369828"/>
              <a:gd name="connsiteX990" fmla="*/ 2250529 w 2906005"/>
              <a:gd name="connsiteY990" fmla="*/ 124758 h 369828"/>
              <a:gd name="connsiteX991" fmla="*/ 2226440 w 2906005"/>
              <a:gd name="connsiteY991" fmla="*/ 130619 h 369828"/>
              <a:gd name="connsiteX992" fmla="*/ 2202738 w 2906005"/>
              <a:gd name="connsiteY992" fmla="*/ 124758 h 369828"/>
              <a:gd name="connsiteX993" fmla="*/ 2202610 w 2906005"/>
              <a:gd name="connsiteY993" fmla="*/ 124758 h 369828"/>
              <a:gd name="connsiteX994" fmla="*/ 2186057 w 2906005"/>
              <a:gd name="connsiteY994" fmla="*/ 108205 h 369828"/>
              <a:gd name="connsiteX995" fmla="*/ 2180067 w 2906005"/>
              <a:gd name="connsiteY995" fmla="*/ 83537 h 369828"/>
              <a:gd name="connsiteX996" fmla="*/ 2186250 w 2906005"/>
              <a:gd name="connsiteY996" fmla="*/ 58869 h 369828"/>
              <a:gd name="connsiteX997" fmla="*/ 2203125 w 2906005"/>
              <a:gd name="connsiteY997" fmla="*/ 42316 h 369828"/>
              <a:gd name="connsiteX998" fmla="*/ 2227020 w 2906005"/>
              <a:gd name="connsiteY998" fmla="*/ 36455 h 369828"/>
              <a:gd name="connsiteX999" fmla="*/ 1401830 w 2906005"/>
              <a:gd name="connsiteY999" fmla="*/ 36455 h 369828"/>
              <a:gd name="connsiteX1000" fmla="*/ 1419671 w 2906005"/>
              <a:gd name="connsiteY1000" fmla="*/ 40577 h 369828"/>
              <a:gd name="connsiteX1001" fmla="*/ 1431909 w 2906005"/>
              <a:gd name="connsiteY1001" fmla="*/ 50947 h 369828"/>
              <a:gd name="connsiteX1002" fmla="*/ 1431909 w 2906005"/>
              <a:gd name="connsiteY1002" fmla="*/ 37936 h 369828"/>
              <a:gd name="connsiteX1003" fmla="*/ 1455095 w 2906005"/>
              <a:gd name="connsiteY1003" fmla="*/ 37936 h 369828"/>
              <a:gd name="connsiteX1004" fmla="*/ 1455095 w 2906005"/>
              <a:gd name="connsiteY1004" fmla="*/ 129137 h 369828"/>
              <a:gd name="connsiteX1005" fmla="*/ 1431909 w 2906005"/>
              <a:gd name="connsiteY1005" fmla="*/ 129137 h 369828"/>
              <a:gd name="connsiteX1006" fmla="*/ 1431909 w 2906005"/>
              <a:gd name="connsiteY1006" fmla="*/ 115805 h 369828"/>
              <a:gd name="connsiteX1007" fmla="*/ 1419671 w 2906005"/>
              <a:gd name="connsiteY1007" fmla="*/ 126432 h 369828"/>
              <a:gd name="connsiteX1008" fmla="*/ 1401637 w 2906005"/>
              <a:gd name="connsiteY1008" fmla="*/ 130619 h 369828"/>
              <a:gd name="connsiteX1009" fmla="*/ 1380640 w 2906005"/>
              <a:gd name="connsiteY1009" fmla="*/ 124693 h 369828"/>
              <a:gd name="connsiteX1010" fmla="*/ 1365633 w 2906005"/>
              <a:gd name="connsiteY1010" fmla="*/ 108012 h 369828"/>
              <a:gd name="connsiteX1011" fmla="*/ 1360094 w 2906005"/>
              <a:gd name="connsiteY1011" fmla="*/ 83215 h 369828"/>
              <a:gd name="connsiteX1012" fmla="*/ 1365633 w 2906005"/>
              <a:gd name="connsiteY1012" fmla="*/ 58676 h 369828"/>
              <a:gd name="connsiteX1013" fmla="*/ 1365697 w 2906005"/>
              <a:gd name="connsiteY1013" fmla="*/ 58676 h 369828"/>
              <a:gd name="connsiteX1014" fmla="*/ 1380704 w 2906005"/>
              <a:gd name="connsiteY1014" fmla="*/ 42187 h 369828"/>
              <a:gd name="connsiteX1015" fmla="*/ 1401830 w 2906005"/>
              <a:gd name="connsiteY1015" fmla="*/ 36455 h 369828"/>
              <a:gd name="connsiteX1016" fmla="*/ 1290212 w 2906005"/>
              <a:gd name="connsiteY1016" fmla="*/ 36455 h 369828"/>
              <a:gd name="connsiteX1017" fmla="*/ 1308053 w 2906005"/>
              <a:gd name="connsiteY1017" fmla="*/ 40577 h 369828"/>
              <a:gd name="connsiteX1018" fmla="*/ 1320291 w 2906005"/>
              <a:gd name="connsiteY1018" fmla="*/ 50947 h 369828"/>
              <a:gd name="connsiteX1019" fmla="*/ 1320291 w 2906005"/>
              <a:gd name="connsiteY1019" fmla="*/ 37936 h 369828"/>
              <a:gd name="connsiteX1020" fmla="*/ 1343477 w 2906005"/>
              <a:gd name="connsiteY1020" fmla="*/ 37936 h 369828"/>
              <a:gd name="connsiteX1021" fmla="*/ 1343477 w 2906005"/>
              <a:gd name="connsiteY1021" fmla="*/ 129137 h 369828"/>
              <a:gd name="connsiteX1022" fmla="*/ 1320291 w 2906005"/>
              <a:gd name="connsiteY1022" fmla="*/ 129137 h 369828"/>
              <a:gd name="connsiteX1023" fmla="*/ 1320291 w 2906005"/>
              <a:gd name="connsiteY1023" fmla="*/ 115805 h 369828"/>
              <a:gd name="connsiteX1024" fmla="*/ 1308053 w 2906005"/>
              <a:gd name="connsiteY1024" fmla="*/ 126432 h 369828"/>
              <a:gd name="connsiteX1025" fmla="*/ 1290019 w 2906005"/>
              <a:gd name="connsiteY1025" fmla="*/ 130619 h 369828"/>
              <a:gd name="connsiteX1026" fmla="*/ 1269022 w 2906005"/>
              <a:gd name="connsiteY1026" fmla="*/ 124693 h 369828"/>
              <a:gd name="connsiteX1027" fmla="*/ 1254015 w 2906005"/>
              <a:gd name="connsiteY1027" fmla="*/ 108012 h 369828"/>
              <a:gd name="connsiteX1028" fmla="*/ 1248476 w 2906005"/>
              <a:gd name="connsiteY1028" fmla="*/ 83215 h 369828"/>
              <a:gd name="connsiteX1029" fmla="*/ 1254015 w 2906005"/>
              <a:gd name="connsiteY1029" fmla="*/ 58676 h 369828"/>
              <a:gd name="connsiteX1030" fmla="*/ 1254080 w 2906005"/>
              <a:gd name="connsiteY1030" fmla="*/ 58676 h 369828"/>
              <a:gd name="connsiteX1031" fmla="*/ 1269086 w 2906005"/>
              <a:gd name="connsiteY1031" fmla="*/ 42187 h 369828"/>
              <a:gd name="connsiteX1032" fmla="*/ 1290212 w 2906005"/>
              <a:gd name="connsiteY1032" fmla="*/ 36455 h 369828"/>
              <a:gd name="connsiteX1033" fmla="*/ 911431 w 2906005"/>
              <a:gd name="connsiteY1033" fmla="*/ 36455 h 369828"/>
              <a:gd name="connsiteX1034" fmla="*/ 934747 w 2906005"/>
              <a:gd name="connsiteY1034" fmla="*/ 42058 h 369828"/>
              <a:gd name="connsiteX1035" fmla="*/ 950720 w 2906005"/>
              <a:gd name="connsiteY1035" fmla="*/ 57967 h 369828"/>
              <a:gd name="connsiteX1036" fmla="*/ 956388 w 2906005"/>
              <a:gd name="connsiteY1036" fmla="*/ 81605 h 369828"/>
              <a:gd name="connsiteX1037" fmla="*/ 955744 w 2906005"/>
              <a:gd name="connsiteY1037" fmla="*/ 90493 h 369828"/>
              <a:gd name="connsiteX1038" fmla="*/ 955744 w 2906005"/>
              <a:gd name="connsiteY1038" fmla="*/ 90429 h 369828"/>
              <a:gd name="connsiteX1039" fmla="*/ 889082 w 2906005"/>
              <a:gd name="connsiteY1039" fmla="*/ 90429 h 369828"/>
              <a:gd name="connsiteX1040" fmla="*/ 895974 w 2906005"/>
              <a:gd name="connsiteY1040" fmla="*/ 105886 h 369828"/>
              <a:gd name="connsiteX1041" fmla="*/ 910981 w 2906005"/>
              <a:gd name="connsiteY1041" fmla="*/ 111490 h 369828"/>
              <a:gd name="connsiteX1042" fmla="*/ 929272 w 2906005"/>
              <a:gd name="connsiteY1042" fmla="*/ 100476 h 369828"/>
              <a:gd name="connsiteX1043" fmla="*/ 954134 w 2906005"/>
              <a:gd name="connsiteY1043" fmla="*/ 100476 h 369828"/>
              <a:gd name="connsiteX1044" fmla="*/ 938998 w 2906005"/>
              <a:gd name="connsiteY1044" fmla="*/ 122117 h 369828"/>
              <a:gd name="connsiteX1045" fmla="*/ 911496 w 2906005"/>
              <a:gd name="connsiteY1045" fmla="*/ 130619 h 369828"/>
              <a:gd name="connsiteX1046" fmla="*/ 887858 w 2906005"/>
              <a:gd name="connsiteY1046" fmla="*/ 124758 h 369828"/>
              <a:gd name="connsiteX1047" fmla="*/ 871563 w 2906005"/>
              <a:gd name="connsiteY1047" fmla="*/ 108205 h 369828"/>
              <a:gd name="connsiteX1048" fmla="*/ 865702 w 2906005"/>
              <a:gd name="connsiteY1048" fmla="*/ 83537 h 369828"/>
              <a:gd name="connsiteX1049" fmla="*/ 871434 w 2906005"/>
              <a:gd name="connsiteY1049" fmla="*/ 58676 h 369828"/>
              <a:gd name="connsiteX1050" fmla="*/ 887536 w 2906005"/>
              <a:gd name="connsiteY1050" fmla="*/ 42187 h 369828"/>
              <a:gd name="connsiteX1051" fmla="*/ 911431 w 2906005"/>
              <a:gd name="connsiteY1051" fmla="*/ 36455 h 369828"/>
              <a:gd name="connsiteX1052" fmla="*/ 338269 w 2906005"/>
              <a:gd name="connsiteY1052" fmla="*/ 36455 h 369828"/>
              <a:gd name="connsiteX1053" fmla="*/ 364289 w 2906005"/>
              <a:gd name="connsiteY1053" fmla="*/ 44635 h 369828"/>
              <a:gd name="connsiteX1054" fmla="*/ 374981 w 2906005"/>
              <a:gd name="connsiteY1054" fmla="*/ 66598 h 369828"/>
              <a:gd name="connsiteX1055" fmla="*/ 352954 w 2906005"/>
              <a:gd name="connsiteY1055" fmla="*/ 66598 h 369828"/>
              <a:gd name="connsiteX1056" fmla="*/ 348445 w 2906005"/>
              <a:gd name="connsiteY1056" fmla="*/ 57967 h 369828"/>
              <a:gd name="connsiteX1057" fmla="*/ 337689 w 2906005"/>
              <a:gd name="connsiteY1057" fmla="*/ 54747 h 369828"/>
              <a:gd name="connsiteX1058" fmla="*/ 328028 w 2906005"/>
              <a:gd name="connsiteY1058" fmla="*/ 57065 h 369828"/>
              <a:gd name="connsiteX1059" fmla="*/ 324679 w 2906005"/>
              <a:gd name="connsiteY1059" fmla="*/ 63506 h 369828"/>
              <a:gd name="connsiteX1060" fmla="*/ 329316 w 2906005"/>
              <a:gd name="connsiteY1060" fmla="*/ 70527 h 369828"/>
              <a:gd name="connsiteX1061" fmla="*/ 343615 w 2906005"/>
              <a:gd name="connsiteY1061" fmla="*/ 75357 h 369828"/>
              <a:gd name="connsiteX1062" fmla="*/ 359910 w 2906005"/>
              <a:gd name="connsiteY1062" fmla="*/ 80445 h 369828"/>
              <a:gd name="connsiteX1063" fmla="*/ 371052 w 2906005"/>
              <a:gd name="connsiteY1063" fmla="*/ 88625 h 369828"/>
              <a:gd name="connsiteX1064" fmla="*/ 375883 w 2906005"/>
              <a:gd name="connsiteY1064" fmla="*/ 103181 h 369828"/>
              <a:gd name="connsiteX1065" fmla="*/ 371503 w 2906005"/>
              <a:gd name="connsiteY1065" fmla="*/ 117351 h 369828"/>
              <a:gd name="connsiteX1066" fmla="*/ 359008 w 2906005"/>
              <a:gd name="connsiteY1066" fmla="*/ 127141 h 369828"/>
              <a:gd name="connsiteX1067" fmla="*/ 340008 w 2906005"/>
              <a:gd name="connsiteY1067" fmla="*/ 130683 h 369828"/>
              <a:gd name="connsiteX1068" fmla="*/ 319913 w 2906005"/>
              <a:gd name="connsiteY1068" fmla="*/ 126626 h 369828"/>
              <a:gd name="connsiteX1069" fmla="*/ 319848 w 2906005"/>
              <a:gd name="connsiteY1069" fmla="*/ 126561 h 369828"/>
              <a:gd name="connsiteX1070" fmla="*/ 305743 w 2906005"/>
              <a:gd name="connsiteY1070" fmla="*/ 115612 h 369828"/>
              <a:gd name="connsiteX1071" fmla="*/ 300075 w 2906005"/>
              <a:gd name="connsiteY1071" fmla="*/ 100283 h 369828"/>
              <a:gd name="connsiteX1072" fmla="*/ 323262 w 2906005"/>
              <a:gd name="connsiteY1072" fmla="*/ 100283 h 369828"/>
              <a:gd name="connsiteX1073" fmla="*/ 328414 w 2906005"/>
              <a:gd name="connsiteY1073" fmla="*/ 108978 h 369828"/>
              <a:gd name="connsiteX1074" fmla="*/ 339686 w 2906005"/>
              <a:gd name="connsiteY1074" fmla="*/ 112456 h 369828"/>
              <a:gd name="connsiteX1075" fmla="*/ 349991 w 2906005"/>
              <a:gd name="connsiteY1075" fmla="*/ 109815 h 369828"/>
              <a:gd name="connsiteX1076" fmla="*/ 353727 w 2906005"/>
              <a:gd name="connsiteY1076" fmla="*/ 103052 h 369828"/>
              <a:gd name="connsiteX1077" fmla="*/ 349218 w 2906005"/>
              <a:gd name="connsiteY1077" fmla="*/ 96354 h 369828"/>
              <a:gd name="connsiteX1078" fmla="*/ 334791 w 2906005"/>
              <a:gd name="connsiteY1078" fmla="*/ 91523 h 369828"/>
              <a:gd name="connsiteX1079" fmla="*/ 318109 w 2906005"/>
              <a:gd name="connsiteY1079" fmla="*/ 86435 h 369828"/>
              <a:gd name="connsiteX1080" fmla="*/ 306902 w 2906005"/>
              <a:gd name="connsiteY1080" fmla="*/ 78384 h 369828"/>
              <a:gd name="connsiteX1081" fmla="*/ 302200 w 2906005"/>
              <a:gd name="connsiteY1081" fmla="*/ 63764 h 369828"/>
              <a:gd name="connsiteX1082" fmla="*/ 306579 w 2906005"/>
              <a:gd name="connsiteY1082" fmla="*/ 49916 h 369828"/>
              <a:gd name="connsiteX1083" fmla="*/ 319075 w 2906005"/>
              <a:gd name="connsiteY1083" fmla="*/ 40062 h 369828"/>
              <a:gd name="connsiteX1084" fmla="*/ 338269 w 2906005"/>
              <a:gd name="connsiteY1084" fmla="*/ 36455 h 369828"/>
              <a:gd name="connsiteX1085" fmla="*/ 120314 w 2906005"/>
              <a:gd name="connsiteY1085" fmla="*/ 36455 h 369828"/>
              <a:gd name="connsiteX1086" fmla="*/ 138155 w 2906005"/>
              <a:gd name="connsiteY1086" fmla="*/ 40577 h 369828"/>
              <a:gd name="connsiteX1087" fmla="*/ 150392 w 2906005"/>
              <a:gd name="connsiteY1087" fmla="*/ 50947 h 369828"/>
              <a:gd name="connsiteX1088" fmla="*/ 150392 w 2906005"/>
              <a:gd name="connsiteY1088" fmla="*/ 37936 h 369828"/>
              <a:gd name="connsiteX1089" fmla="*/ 173579 w 2906005"/>
              <a:gd name="connsiteY1089" fmla="*/ 37936 h 369828"/>
              <a:gd name="connsiteX1090" fmla="*/ 173579 w 2906005"/>
              <a:gd name="connsiteY1090" fmla="*/ 129138 h 369828"/>
              <a:gd name="connsiteX1091" fmla="*/ 150392 w 2906005"/>
              <a:gd name="connsiteY1091" fmla="*/ 129138 h 369828"/>
              <a:gd name="connsiteX1092" fmla="*/ 150392 w 2906005"/>
              <a:gd name="connsiteY1092" fmla="*/ 115805 h 369828"/>
              <a:gd name="connsiteX1093" fmla="*/ 138155 w 2906005"/>
              <a:gd name="connsiteY1093" fmla="*/ 126432 h 369828"/>
              <a:gd name="connsiteX1094" fmla="*/ 120121 w 2906005"/>
              <a:gd name="connsiteY1094" fmla="*/ 130619 h 369828"/>
              <a:gd name="connsiteX1095" fmla="*/ 99124 w 2906005"/>
              <a:gd name="connsiteY1095" fmla="*/ 124693 h 369828"/>
              <a:gd name="connsiteX1096" fmla="*/ 84117 w 2906005"/>
              <a:gd name="connsiteY1096" fmla="*/ 108012 h 369828"/>
              <a:gd name="connsiteX1097" fmla="*/ 78578 w 2906005"/>
              <a:gd name="connsiteY1097" fmla="*/ 83215 h 369828"/>
              <a:gd name="connsiteX1098" fmla="*/ 84117 w 2906005"/>
              <a:gd name="connsiteY1098" fmla="*/ 58676 h 369828"/>
              <a:gd name="connsiteX1099" fmla="*/ 84181 w 2906005"/>
              <a:gd name="connsiteY1099" fmla="*/ 58676 h 369828"/>
              <a:gd name="connsiteX1100" fmla="*/ 99188 w 2906005"/>
              <a:gd name="connsiteY1100" fmla="*/ 42187 h 369828"/>
              <a:gd name="connsiteX1101" fmla="*/ 120314 w 2906005"/>
              <a:gd name="connsiteY1101" fmla="*/ 36455 h 369828"/>
              <a:gd name="connsiteX1102" fmla="*/ 2449098 w 2906005"/>
              <a:gd name="connsiteY1102" fmla="*/ 15393 h 369828"/>
              <a:gd name="connsiteX1103" fmla="*/ 2472285 w 2906005"/>
              <a:gd name="connsiteY1103" fmla="*/ 15393 h 369828"/>
              <a:gd name="connsiteX1104" fmla="*/ 2472285 w 2906005"/>
              <a:gd name="connsiteY1104" fmla="*/ 37936 h 369828"/>
              <a:gd name="connsiteX1105" fmla="*/ 2492702 w 2906005"/>
              <a:gd name="connsiteY1105" fmla="*/ 37936 h 369828"/>
              <a:gd name="connsiteX1106" fmla="*/ 2492702 w 2906005"/>
              <a:gd name="connsiteY1106" fmla="*/ 56871 h 369828"/>
              <a:gd name="connsiteX1107" fmla="*/ 2472285 w 2906005"/>
              <a:gd name="connsiteY1107" fmla="*/ 56871 h 369828"/>
              <a:gd name="connsiteX1108" fmla="*/ 2472285 w 2906005"/>
              <a:gd name="connsiteY1108" fmla="*/ 100991 h 369828"/>
              <a:gd name="connsiteX1109" fmla="*/ 2474539 w 2906005"/>
              <a:gd name="connsiteY1109" fmla="*/ 107689 h 369828"/>
              <a:gd name="connsiteX1110" fmla="*/ 2482010 w 2906005"/>
              <a:gd name="connsiteY1110" fmla="*/ 109750 h 369828"/>
              <a:gd name="connsiteX1111" fmla="*/ 2492702 w 2906005"/>
              <a:gd name="connsiteY1111" fmla="*/ 109750 h 369828"/>
              <a:gd name="connsiteX1112" fmla="*/ 2492702 w 2906005"/>
              <a:gd name="connsiteY1112" fmla="*/ 129201 h 369828"/>
              <a:gd name="connsiteX1113" fmla="*/ 2478210 w 2906005"/>
              <a:gd name="connsiteY1113" fmla="*/ 129201 h 369828"/>
              <a:gd name="connsiteX1114" fmla="*/ 2449098 w 2906005"/>
              <a:gd name="connsiteY1114" fmla="*/ 100862 h 369828"/>
              <a:gd name="connsiteX1115" fmla="*/ 2449098 w 2906005"/>
              <a:gd name="connsiteY1115" fmla="*/ 56936 h 369828"/>
              <a:gd name="connsiteX1116" fmla="*/ 2438213 w 2906005"/>
              <a:gd name="connsiteY1116" fmla="*/ 56936 h 369828"/>
              <a:gd name="connsiteX1117" fmla="*/ 2438213 w 2906005"/>
              <a:gd name="connsiteY1117" fmla="*/ 38000 h 369828"/>
              <a:gd name="connsiteX1118" fmla="*/ 2449098 w 2906005"/>
              <a:gd name="connsiteY1118" fmla="*/ 38000 h 369828"/>
              <a:gd name="connsiteX1119" fmla="*/ 536128 w 2906005"/>
              <a:gd name="connsiteY1119" fmla="*/ 14234 h 369828"/>
              <a:gd name="connsiteX1120" fmla="*/ 559186 w 2906005"/>
              <a:gd name="connsiteY1120" fmla="*/ 14234 h 369828"/>
              <a:gd name="connsiteX1121" fmla="*/ 559186 w 2906005"/>
              <a:gd name="connsiteY1121" fmla="*/ 85340 h 369828"/>
              <a:gd name="connsiteX1122" fmla="*/ 565305 w 2906005"/>
              <a:gd name="connsiteY1122" fmla="*/ 103181 h 369828"/>
              <a:gd name="connsiteX1123" fmla="*/ 582437 w 2906005"/>
              <a:gd name="connsiteY1123" fmla="*/ 109364 h 369828"/>
              <a:gd name="connsiteX1124" fmla="*/ 599698 w 2906005"/>
              <a:gd name="connsiteY1124" fmla="*/ 103181 h 369828"/>
              <a:gd name="connsiteX1125" fmla="*/ 605817 w 2906005"/>
              <a:gd name="connsiteY1125" fmla="*/ 85340 h 369828"/>
              <a:gd name="connsiteX1126" fmla="*/ 605817 w 2906005"/>
              <a:gd name="connsiteY1126" fmla="*/ 14234 h 369828"/>
              <a:gd name="connsiteX1127" fmla="*/ 629004 w 2906005"/>
              <a:gd name="connsiteY1127" fmla="*/ 14234 h 369828"/>
              <a:gd name="connsiteX1128" fmla="*/ 629004 w 2906005"/>
              <a:gd name="connsiteY1128" fmla="*/ 85147 h 369828"/>
              <a:gd name="connsiteX1129" fmla="*/ 622692 w 2906005"/>
              <a:gd name="connsiteY1129" fmla="*/ 109944 h 369828"/>
              <a:gd name="connsiteX1130" fmla="*/ 605753 w 2906005"/>
              <a:gd name="connsiteY1130" fmla="*/ 125144 h 369828"/>
              <a:gd name="connsiteX1131" fmla="*/ 582115 w 2906005"/>
              <a:gd name="connsiteY1131" fmla="*/ 130232 h 369828"/>
              <a:gd name="connsiteX1132" fmla="*/ 558799 w 2906005"/>
              <a:gd name="connsiteY1132" fmla="*/ 125144 h 369828"/>
              <a:gd name="connsiteX1133" fmla="*/ 542247 w 2906005"/>
              <a:gd name="connsiteY1133" fmla="*/ 109944 h 369828"/>
              <a:gd name="connsiteX1134" fmla="*/ 536128 w 2906005"/>
              <a:gd name="connsiteY1134" fmla="*/ 85147 h 369828"/>
              <a:gd name="connsiteX1135" fmla="*/ 9082 w 2906005"/>
              <a:gd name="connsiteY1135" fmla="*/ 14234 h 369828"/>
              <a:gd name="connsiteX1136" fmla="*/ 32140 w 2906005"/>
              <a:gd name="connsiteY1136" fmla="*/ 14234 h 369828"/>
              <a:gd name="connsiteX1137" fmla="*/ 32140 w 2906005"/>
              <a:gd name="connsiteY1137" fmla="*/ 110845 h 369828"/>
              <a:gd name="connsiteX1138" fmla="*/ 69947 w 2906005"/>
              <a:gd name="connsiteY1138" fmla="*/ 110845 h 369828"/>
              <a:gd name="connsiteX1139" fmla="*/ 69947 w 2906005"/>
              <a:gd name="connsiteY1139" fmla="*/ 129137 h 369828"/>
              <a:gd name="connsiteX1140" fmla="*/ 9082 w 2906005"/>
              <a:gd name="connsiteY1140" fmla="*/ 129137 h 369828"/>
              <a:gd name="connsiteX1141" fmla="*/ 2666667 w 2906005"/>
              <a:gd name="connsiteY1141" fmla="*/ 7278 h 369828"/>
              <a:gd name="connsiteX1142" fmla="*/ 2689725 w 2906005"/>
              <a:gd name="connsiteY1142" fmla="*/ 7278 h 369828"/>
              <a:gd name="connsiteX1143" fmla="*/ 2689725 w 2906005"/>
              <a:gd name="connsiteY1143" fmla="*/ 129137 h 369828"/>
              <a:gd name="connsiteX1144" fmla="*/ 2666667 w 2906005"/>
              <a:gd name="connsiteY1144" fmla="*/ 129137 h 369828"/>
              <a:gd name="connsiteX1145" fmla="*/ 1625647 w 2906005"/>
              <a:gd name="connsiteY1145" fmla="*/ 7278 h 369828"/>
              <a:gd name="connsiteX1146" fmla="*/ 1648705 w 2906005"/>
              <a:gd name="connsiteY1146" fmla="*/ 7278 h 369828"/>
              <a:gd name="connsiteX1147" fmla="*/ 1648705 w 2906005"/>
              <a:gd name="connsiteY1147" fmla="*/ 49272 h 369828"/>
              <a:gd name="connsiteX1148" fmla="*/ 1660556 w 2906005"/>
              <a:gd name="connsiteY1148" fmla="*/ 39997 h 369828"/>
              <a:gd name="connsiteX1149" fmla="*/ 1677044 w 2906005"/>
              <a:gd name="connsiteY1149" fmla="*/ 36648 h 369828"/>
              <a:gd name="connsiteX1150" fmla="*/ 1695465 w 2906005"/>
              <a:gd name="connsiteY1150" fmla="*/ 41156 h 369828"/>
              <a:gd name="connsiteX1151" fmla="*/ 1708089 w 2906005"/>
              <a:gd name="connsiteY1151" fmla="*/ 54489 h 369828"/>
              <a:gd name="connsiteX1152" fmla="*/ 1712597 w 2906005"/>
              <a:gd name="connsiteY1152" fmla="*/ 75614 h 369828"/>
              <a:gd name="connsiteX1153" fmla="*/ 1712597 w 2906005"/>
              <a:gd name="connsiteY1153" fmla="*/ 129137 h 369828"/>
              <a:gd name="connsiteX1154" fmla="*/ 1689539 w 2906005"/>
              <a:gd name="connsiteY1154" fmla="*/ 129137 h 369828"/>
              <a:gd name="connsiteX1155" fmla="*/ 1689539 w 2906005"/>
              <a:gd name="connsiteY1155" fmla="*/ 78770 h 369828"/>
              <a:gd name="connsiteX1156" fmla="*/ 1684129 w 2906005"/>
              <a:gd name="connsiteY1156" fmla="*/ 62089 h 369828"/>
              <a:gd name="connsiteX1157" fmla="*/ 1669315 w 2906005"/>
              <a:gd name="connsiteY1157" fmla="*/ 56228 h 369828"/>
              <a:gd name="connsiteX1158" fmla="*/ 1654244 w 2906005"/>
              <a:gd name="connsiteY1158" fmla="*/ 62089 h 369828"/>
              <a:gd name="connsiteX1159" fmla="*/ 1648705 w 2906005"/>
              <a:gd name="connsiteY1159" fmla="*/ 78770 h 369828"/>
              <a:gd name="connsiteX1160" fmla="*/ 1648705 w 2906005"/>
              <a:gd name="connsiteY1160" fmla="*/ 129137 h 369828"/>
              <a:gd name="connsiteX1161" fmla="*/ 1625647 w 2906005"/>
              <a:gd name="connsiteY1161" fmla="*/ 129137 h 369828"/>
              <a:gd name="connsiteX1162" fmla="*/ 825705 w 2906005"/>
              <a:gd name="connsiteY1162" fmla="*/ 7278 h 369828"/>
              <a:gd name="connsiteX1163" fmla="*/ 849085 w 2906005"/>
              <a:gd name="connsiteY1163" fmla="*/ 7278 h 369828"/>
              <a:gd name="connsiteX1164" fmla="*/ 849085 w 2906005"/>
              <a:gd name="connsiteY1164" fmla="*/ 129137 h 369828"/>
              <a:gd name="connsiteX1165" fmla="*/ 825705 w 2906005"/>
              <a:gd name="connsiteY1165" fmla="*/ 129137 h 369828"/>
              <a:gd name="connsiteX1166" fmla="*/ 825705 w 2906005"/>
              <a:gd name="connsiteY1166" fmla="*/ 115611 h 369828"/>
              <a:gd name="connsiteX1167" fmla="*/ 813660 w 2906005"/>
              <a:gd name="connsiteY1167" fmla="*/ 126496 h 369828"/>
              <a:gd name="connsiteX1168" fmla="*/ 795691 w 2906005"/>
              <a:gd name="connsiteY1168" fmla="*/ 130618 h 369828"/>
              <a:gd name="connsiteX1169" fmla="*/ 774629 w 2906005"/>
              <a:gd name="connsiteY1169" fmla="*/ 124693 h 369828"/>
              <a:gd name="connsiteX1170" fmla="*/ 759558 w 2906005"/>
              <a:gd name="connsiteY1170" fmla="*/ 108011 h 369828"/>
              <a:gd name="connsiteX1171" fmla="*/ 754019 w 2906005"/>
              <a:gd name="connsiteY1171" fmla="*/ 83214 h 369828"/>
              <a:gd name="connsiteX1172" fmla="*/ 759558 w 2906005"/>
              <a:gd name="connsiteY1172" fmla="*/ 58675 h 369828"/>
              <a:gd name="connsiteX1173" fmla="*/ 759622 w 2906005"/>
              <a:gd name="connsiteY1173" fmla="*/ 58675 h 369828"/>
              <a:gd name="connsiteX1174" fmla="*/ 774694 w 2906005"/>
              <a:gd name="connsiteY1174" fmla="*/ 42187 h 369828"/>
              <a:gd name="connsiteX1175" fmla="*/ 795948 w 2906005"/>
              <a:gd name="connsiteY1175" fmla="*/ 36455 h 369828"/>
              <a:gd name="connsiteX1176" fmla="*/ 812888 w 2906005"/>
              <a:gd name="connsiteY1176" fmla="*/ 40319 h 369828"/>
              <a:gd name="connsiteX1177" fmla="*/ 825705 w 2906005"/>
              <a:gd name="connsiteY1177" fmla="*/ 50624 h 369828"/>
              <a:gd name="connsiteX1178" fmla="*/ 144531 w 2906005"/>
              <a:gd name="connsiteY1178" fmla="*/ 5153 h 369828"/>
              <a:gd name="connsiteX1179" fmla="*/ 152325 w 2906005"/>
              <a:gd name="connsiteY1179" fmla="*/ 8373 h 369828"/>
              <a:gd name="connsiteX1180" fmla="*/ 155545 w 2906005"/>
              <a:gd name="connsiteY1180" fmla="*/ 16167 h 369828"/>
              <a:gd name="connsiteX1181" fmla="*/ 152325 w 2906005"/>
              <a:gd name="connsiteY1181" fmla="*/ 23896 h 369828"/>
              <a:gd name="connsiteX1182" fmla="*/ 144531 w 2906005"/>
              <a:gd name="connsiteY1182" fmla="*/ 27052 h 369828"/>
              <a:gd name="connsiteX1183" fmla="*/ 136802 w 2906005"/>
              <a:gd name="connsiteY1183" fmla="*/ 23896 h 369828"/>
              <a:gd name="connsiteX1184" fmla="*/ 133646 w 2906005"/>
              <a:gd name="connsiteY1184" fmla="*/ 16167 h 369828"/>
              <a:gd name="connsiteX1185" fmla="*/ 136802 w 2906005"/>
              <a:gd name="connsiteY1185" fmla="*/ 8373 h 369828"/>
              <a:gd name="connsiteX1186" fmla="*/ 144531 w 2906005"/>
              <a:gd name="connsiteY1186" fmla="*/ 5153 h 369828"/>
              <a:gd name="connsiteX1187" fmla="*/ 114067 w 2906005"/>
              <a:gd name="connsiteY1187" fmla="*/ 5153 h 369828"/>
              <a:gd name="connsiteX1188" fmla="*/ 121860 w 2906005"/>
              <a:gd name="connsiteY1188" fmla="*/ 8373 h 369828"/>
              <a:gd name="connsiteX1189" fmla="*/ 125080 w 2906005"/>
              <a:gd name="connsiteY1189" fmla="*/ 16167 h 369828"/>
              <a:gd name="connsiteX1190" fmla="*/ 121860 w 2906005"/>
              <a:gd name="connsiteY1190" fmla="*/ 23896 h 369828"/>
              <a:gd name="connsiteX1191" fmla="*/ 114067 w 2906005"/>
              <a:gd name="connsiteY1191" fmla="*/ 27052 h 369828"/>
              <a:gd name="connsiteX1192" fmla="*/ 106338 w 2906005"/>
              <a:gd name="connsiteY1192" fmla="*/ 23896 h 369828"/>
              <a:gd name="connsiteX1193" fmla="*/ 103182 w 2906005"/>
              <a:gd name="connsiteY1193" fmla="*/ 16167 h 369828"/>
              <a:gd name="connsiteX1194" fmla="*/ 106338 w 2906005"/>
              <a:gd name="connsiteY1194" fmla="*/ 8373 h 369828"/>
              <a:gd name="connsiteX1195" fmla="*/ 114067 w 2906005"/>
              <a:gd name="connsiteY1195" fmla="*/ 5153 h 369828"/>
              <a:gd name="connsiteX1196" fmla="*/ 2520977 w 2906005"/>
              <a:gd name="connsiteY1196" fmla="*/ 0 h 369828"/>
              <a:gd name="connsiteX1197" fmla="*/ 2531089 w 2906005"/>
              <a:gd name="connsiteY1197" fmla="*/ 3864 h 369828"/>
              <a:gd name="connsiteX1198" fmla="*/ 2535146 w 2906005"/>
              <a:gd name="connsiteY1198" fmla="*/ 13526 h 369828"/>
              <a:gd name="connsiteX1199" fmla="*/ 2531089 w 2906005"/>
              <a:gd name="connsiteY1199" fmla="*/ 23187 h 369828"/>
              <a:gd name="connsiteX1200" fmla="*/ 2520977 w 2906005"/>
              <a:gd name="connsiteY1200" fmla="*/ 27051 h 369828"/>
              <a:gd name="connsiteX1201" fmla="*/ 2510865 w 2906005"/>
              <a:gd name="connsiteY1201" fmla="*/ 23187 h 369828"/>
              <a:gd name="connsiteX1202" fmla="*/ 2506807 w 2906005"/>
              <a:gd name="connsiteY1202" fmla="*/ 13526 h 369828"/>
              <a:gd name="connsiteX1203" fmla="*/ 2510865 w 2906005"/>
              <a:gd name="connsiteY1203" fmla="*/ 3864 h 369828"/>
              <a:gd name="connsiteX1204" fmla="*/ 2520977 w 2906005"/>
              <a:gd name="connsiteY1204" fmla="*/ 0 h 369828"/>
              <a:gd name="connsiteX1205" fmla="*/ 2302571 w 2906005"/>
              <a:gd name="connsiteY1205" fmla="*/ 0 h 369828"/>
              <a:gd name="connsiteX1206" fmla="*/ 2312683 w 2906005"/>
              <a:gd name="connsiteY1206" fmla="*/ 3864 h 369828"/>
              <a:gd name="connsiteX1207" fmla="*/ 2316740 w 2906005"/>
              <a:gd name="connsiteY1207" fmla="*/ 13526 h 369828"/>
              <a:gd name="connsiteX1208" fmla="*/ 2312683 w 2906005"/>
              <a:gd name="connsiteY1208" fmla="*/ 23187 h 369828"/>
              <a:gd name="connsiteX1209" fmla="*/ 2302571 w 2906005"/>
              <a:gd name="connsiteY1209" fmla="*/ 27051 h 369828"/>
              <a:gd name="connsiteX1210" fmla="*/ 2292459 w 2906005"/>
              <a:gd name="connsiteY1210" fmla="*/ 23187 h 369828"/>
              <a:gd name="connsiteX1211" fmla="*/ 2288401 w 2906005"/>
              <a:gd name="connsiteY1211" fmla="*/ 13526 h 369828"/>
              <a:gd name="connsiteX1212" fmla="*/ 2292459 w 2906005"/>
              <a:gd name="connsiteY1212" fmla="*/ 3864 h 369828"/>
              <a:gd name="connsiteX1213" fmla="*/ 2302571 w 2906005"/>
              <a:gd name="connsiteY1213" fmla="*/ 0 h 369828"/>
              <a:gd name="connsiteX1214" fmla="*/ 1944336 w 2906005"/>
              <a:gd name="connsiteY1214" fmla="*/ 0 h 369828"/>
              <a:gd name="connsiteX1215" fmla="*/ 1954448 w 2906005"/>
              <a:gd name="connsiteY1215" fmla="*/ 3864 h 369828"/>
              <a:gd name="connsiteX1216" fmla="*/ 1958505 w 2906005"/>
              <a:gd name="connsiteY1216" fmla="*/ 13526 h 369828"/>
              <a:gd name="connsiteX1217" fmla="*/ 1954448 w 2906005"/>
              <a:gd name="connsiteY1217" fmla="*/ 23187 h 369828"/>
              <a:gd name="connsiteX1218" fmla="*/ 1944336 w 2906005"/>
              <a:gd name="connsiteY1218" fmla="*/ 27051 h 369828"/>
              <a:gd name="connsiteX1219" fmla="*/ 1934224 w 2906005"/>
              <a:gd name="connsiteY1219" fmla="*/ 23187 h 369828"/>
              <a:gd name="connsiteX1220" fmla="*/ 1930166 w 2906005"/>
              <a:gd name="connsiteY1220" fmla="*/ 13526 h 369828"/>
              <a:gd name="connsiteX1221" fmla="*/ 1934224 w 2906005"/>
              <a:gd name="connsiteY1221" fmla="*/ 3864 h 369828"/>
              <a:gd name="connsiteX1222" fmla="*/ 1944336 w 2906005"/>
              <a:gd name="connsiteY1222" fmla="*/ 0 h 369828"/>
              <a:gd name="connsiteX1223" fmla="*/ 406413 w 2906005"/>
              <a:gd name="connsiteY1223" fmla="*/ 0 h 369828"/>
              <a:gd name="connsiteX1224" fmla="*/ 416525 w 2906005"/>
              <a:gd name="connsiteY1224" fmla="*/ 3864 h 369828"/>
              <a:gd name="connsiteX1225" fmla="*/ 420582 w 2906005"/>
              <a:gd name="connsiteY1225" fmla="*/ 13526 h 369828"/>
              <a:gd name="connsiteX1226" fmla="*/ 416525 w 2906005"/>
              <a:gd name="connsiteY1226" fmla="*/ 23187 h 369828"/>
              <a:gd name="connsiteX1227" fmla="*/ 406413 w 2906005"/>
              <a:gd name="connsiteY1227" fmla="*/ 27051 h 369828"/>
              <a:gd name="connsiteX1228" fmla="*/ 396301 w 2906005"/>
              <a:gd name="connsiteY1228" fmla="*/ 23187 h 369828"/>
              <a:gd name="connsiteX1229" fmla="*/ 392243 w 2906005"/>
              <a:gd name="connsiteY1229" fmla="*/ 13526 h 369828"/>
              <a:gd name="connsiteX1230" fmla="*/ 396301 w 2906005"/>
              <a:gd name="connsiteY1230" fmla="*/ 3864 h 369828"/>
              <a:gd name="connsiteX1231" fmla="*/ 406413 w 2906005"/>
              <a:gd name="connsiteY1231" fmla="*/ 0 h 36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Lst>
            <a:rect l="l" t="t" r="r" b="b"/>
            <a:pathLst>
              <a:path w="2906005" h="369828">
                <a:moveTo>
                  <a:pt x="1690184" y="254217"/>
                </a:moveTo>
                <a:cubicBezTo>
                  <a:pt x="1685868" y="254217"/>
                  <a:pt x="1681940" y="255248"/>
                  <a:pt x="1678333" y="257373"/>
                </a:cubicBezTo>
                <a:cubicBezTo>
                  <a:pt x="1674726" y="259434"/>
                  <a:pt x="1671763" y="262526"/>
                  <a:pt x="1669509" y="266519"/>
                </a:cubicBezTo>
                <a:cubicBezTo>
                  <a:pt x="1667254" y="270512"/>
                  <a:pt x="1666160" y="275278"/>
                  <a:pt x="1666160" y="280753"/>
                </a:cubicBezTo>
                <a:cubicBezTo>
                  <a:pt x="1666160" y="286228"/>
                  <a:pt x="1667254" y="291058"/>
                  <a:pt x="1669509" y="295180"/>
                </a:cubicBezTo>
                <a:cubicBezTo>
                  <a:pt x="1671763" y="299302"/>
                  <a:pt x="1674726" y="302458"/>
                  <a:pt x="1678397" y="304648"/>
                </a:cubicBezTo>
                <a:cubicBezTo>
                  <a:pt x="1682068" y="306838"/>
                  <a:pt x="1685997" y="307933"/>
                  <a:pt x="1690184" y="307933"/>
                </a:cubicBezTo>
                <a:cubicBezTo>
                  <a:pt x="1694370" y="307933"/>
                  <a:pt x="1698492" y="306838"/>
                  <a:pt x="1702228" y="304713"/>
                </a:cubicBezTo>
                <a:cubicBezTo>
                  <a:pt x="1705963" y="302587"/>
                  <a:pt x="1708926" y="299496"/>
                  <a:pt x="1711116" y="295502"/>
                </a:cubicBezTo>
                <a:cubicBezTo>
                  <a:pt x="1713306" y="291509"/>
                  <a:pt x="1714401" y="286678"/>
                  <a:pt x="1714401" y="281075"/>
                </a:cubicBezTo>
                <a:cubicBezTo>
                  <a:pt x="1714401" y="275472"/>
                  <a:pt x="1713306" y="270705"/>
                  <a:pt x="1711116" y="266648"/>
                </a:cubicBezTo>
                <a:cubicBezTo>
                  <a:pt x="1708926" y="262654"/>
                  <a:pt x="1705963" y="259563"/>
                  <a:pt x="1702228" y="257437"/>
                </a:cubicBezTo>
                <a:cubicBezTo>
                  <a:pt x="1698492" y="255312"/>
                  <a:pt x="1694499" y="254217"/>
                  <a:pt x="1690184" y="254217"/>
                </a:cubicBezTo>
                <a:close/>
                <a:moveTo>
                  <a:pt x="1476028" y="254217"/>
                </a:moveTo>
                <a:cubicBezTo>
                  <a:pt x="1471712" y="254217"/>
                  <a:pt x="1467783" y="255248"/>
                  <a:pt x="1464177" y="257373"/>
                </a:cubicBezTo>
                <a:cubicBezTo>
                  <a:pt x="1460570" y="259434"/>
                  <a:pt x="1457607" y="262526"/>
                  <a:pt x="1455353" y="266519"/>
                </a:cubicBezTo>
                <a:cubicBezTo>
                  <a:pt x="1453098" y="270512"/>
                  <a:pt x="1452004" y="275278"/>
                  <a:pt x="1452004" y="280753"/>
                </a:cubicBezTo>
                <a:cubicBezTo>
                  <a:pt x="1452004" y="286228"/>
                  <a:pt x="1453098" y="291058"/>
                  <a:pt x="1455353" y="295180"/>
                </a:cubicBezTo>
                <a:cubicBezTo>
                  <a:pt x="1457607" y="299302"/>
                  <a:pt x="1460570" y="302458"/>
                  <a:pt x="1464241" y="304648"/>
                </a:cubicBezTo>
                <a:cubicBezTo>
                  <a:pt x="1467912" y="306838"/>
                  <a:pt x="1471841" y="307933"/>
                  <a:pt x="1476028" y="307933"/>
                </a:cubicBezTo>
                <a:cubicBezTo>
                  <a:pt x="1480214" y="307933"/>
                  <a:pt x="1484336" y="306838"/>
                  <a:pt x="1488072" y="304713"/>
                </a:cubicBezTo>
                <a:cubicBezTo>
                  <a:pt x="1491807" y="302587"/>
                  <a:pt x="1494770" y="299496"/>
                  <a:pt x="1496960" y="295502"/>
                </a:cubicBezTo>
                <a:cubicBezTo>
                  <a:pt x="1499150" y="291509"/>
                  <a:pt x="1500245" y="286678"/>
                  <a:pt x="1500245" y="281075"/>
                </a:cubicBezTo>
                <a:cubicBezTo>
                  <a:pt x="1500245" y="275472"/>
                  <a:pt x="1499150" y="270705"/>
                  <a:pt x="1496960" y="266648"/>
                </a:cubicBezTo>
                <a:cubicBezTo>
                  <a:pt x="1494770" y="262654"/>
                  <a:pt x="1491807" y="259563"/>
                  <a:pt x="1488072" y="257437"/>
                </a:cubicBezTo>
                <a:cubicBezTo>
                  <a:pt x="1484336" y="255312"/>
                  <a:pt x="1480343" y="254217"/>
                  <a:pt x="1476028" y="254217"/>
                </a:cubicBezTo>
                <a:close/>
                <a:moveTo>
                  <a:pt x="916520" y="254217"/>
                </a:moveTo>
                <a:cubicBezTo>
                  <a:pt x="912204" y="254217"/>
                  <a:pt x="908276" y="255247"/>
                  <a:pt x="904669" y="257373"/>
                </a:cubicBezTo>
                <a:cubicBezTo>
                  <a:pt x="901062" y="259434"/>
                  <a:pt x="898099" y="262526"/>
                  <a:pt x="895845" y="266519"/>
                </a:cubicBezTo>
                <a:cubicBezTo>
                  <a:pt x="893591" y="270512"/>
                  <a:pt x="892496" y="275278"/>
                  <a:pt x="892496" y="280753"/>
                </a:cubicBezTo>
                <a:cubicBezTo>
                  <a:pt x="892496" y="286228"/>
                  <a:pt x="893591" y="291058"/>
                  <a:pt x="895845" y="295180"/>
                </a:cubicBezTo>
                <a:cubicBezTo>
                  <a:pt x="898099" y="299302"/>
                  <a:pt x="901062" y="302458"/>
                  <a:pt x="904733" y="304648"/>
                </a:cubicBezTo>
                <a:cubicBezTo>
                  <a:pt x="908404" y="306838"/>
                  <a:pt x="912333" y="307933"/>
                  <a:pt x="916520" y="307933"/>
                </a:cubicBezTo>
                <a:cubicBezTo>
                  <a:pt x="920706" y="307933"/>
                  <a:pt x="924828" y="306838"/>
                  <a:pt x="928564" y="304712"/>
                </a:cubicBezTo>
                <a:cubicBezTo>
                  <a:pt x="932300" y="302587"/>
                  <a:pt x="935262" y="299495"/>
                  <a:pt x="937452" y="295502"/>
                </a:cubicBezTo>
                <a:cubicBezTo>
                  <a:pt x="939642" y="291509"/>
                  <a:pt x="940737" y="286678"/>
                  <a:pt x="940737" y="281075"/>
                </a:cubicBezTo>
                <a:cubicBezTo>
                  <a:pt x="940737" y="275471"/>
                  <a:pt x="939642" y="270705"/>
                  <a:pt x="937452" y="266648"/>
                </a:cubicBezTo>
                <a:cubicBezTo>
                  <a:pt x="935262" y="262654"/>
                  <a:pt x="932300" y="259563"/>
                  <a:pt x="928564" y="257437"/>
                </a:cubicBezTo>
                <a:cubicBezTo>
                  <a:pt x="924828" y="255312"/>
                  <a:pt x="920835" y="254217"/>
                  <a:pt x="916520" y="254217"/>
                </a:cubicBezTo>
                <a:close/>
                <a:moveTo>
                  <a:pt x="499416" y="254217"/>
                </a:moveTo>
                <a:cubicBezTo>
                  <a:pt x="495100" y="254217"/>
                  <a:pt x="491171" y="255247"/>
                  <a:pt x="487565" y="257373"/>
                </a:cubicBezTo>
                <a:cubicBezTo>
                  <a:pt x="483958" y="259434"/>
                  <a:pt x="480995" y="262526"/>
                  <a:pt x="478741" y="266519"/>
                </a:cubicBezTo>
                <a:cubicBezTo>
                  <a:pt x="476487" y="270512"/>
                  <a:pt x="475392" y="275278"/>
                  <a:pt x="475392" y="280753"/>
                </a:cubicBezTo>
                <a:cubicBezTo>
                  <a:pt x="475392" y="286228"/>
                  <a:pt x="476487" y="291058"/>
                  <a:pt x="478741" y="295180"/>
                </a:cubicBezTo>
                <a:cubicBezTo>
                  <a:pt x="480995" y="299302"/>
                  <a:pt x="483958" y="302458"/>
                  <a:pt x="487629" y="304648"/>
                </a:cubicBezTo>
                <a:cubicBezTo>
                  <a:pt x="491300" y="306838"/>
                  <a:pt x="495229" y="307933"/>
                  <a:pt x="499416" y="307933"/>
                </a:cubicBezTo>
                <a:cubicBezTo>
                  <a:pt x="503602" y="307933"/>
                  <a:pt x="507724" y="306838"/>
                  <a:pt x="511460" y="304712"/>
                </a:cubicBezTo>
                <a:cubicBezTo>
                  <a:pt x="515195" y="302587"/>
                  <a:pt x="518158" y="299495"/>
                  <a:pt x="520348" y="295502"/>
                </a:cubicBezTo>
                <a:cubicBezTo>
                  <a:pt x="522538" y="291509"/>
                  <a:pt x="523633" y="286678"/>
                  <a:pt x="523633" y="281075"/>
                </a:cubicBezTo>
                <a:cubicBezTo>
                  <a:pt x="523633" y="275471"/>
                  <a:pt x="522538" y="270705"/>
                  <a:pt x="520348" y="266648"/>
                </a:cubicBezTo>
                <a:cubicBezTo>
                  <a:pt x="518158" y="262654"/>
                  <a:pt x="515195" y="259563"/>
                  <a:pt x="511460" y="257437"/>
                </a:cubicBezTo>
                <a:cubicBezTo>
                  <a:pt x="507724" y="255312"/>
                  <a:pt x="503731" y="254217"/>
                  <a:pt x="499416" y="254217"/>
                </a:cubicBezTo>
                <a:close/>
                <a:moveTo>
                  <a:pt x="167717" y="254217"/>
                </a:moveTo>
                <a:cubicBezTo>
                  <a:pt x="163401" y="254217"/>
                  <a:pt x="159472" y="255248"/>
                  <a:pt x="155866" y="257373"/>
                </a:cubicBezTo>
                <a:cubicBezTo>
                  <a:pt x="152259" y="259434"/>
                  <a:pt x="149296" y="262526"/>
                  <a:pt x="147042" y="266519"/>
                </a:cubicBezTo>
                <a:cubicBezTo>
                  <a:pt x="144788" y="270512"/>
                  <a:pt x="143693" y="275278"/>
                  <a:pt x="143693" y="280753"/>
                </a:cubicBezTo>
                <a:cubicBezTo>
                  <a:pt x="143693" y="286228"/>
                  <a:pt x="144788" y="291058"/>
                  <a:pt x="147042" y="295180"/>
                </a:cubicBezTo>
                <a:cubicBezTo>
                  <a:pt x="149296" y="299302"/>
                  <a:pt x="152259" y="302458"/>
                  <a:pt x="155930" y="304648"/>
                </a:cubicBezTo>
                <a:cubicBezTo>
                  <a:pt x="159601" y="306838"/>
                  <a:pt x="163530" y="307933"/>
                  <a:pt x="167717" y="307933"/>
                </a:cubicBezTo>
                <a:cubicBezTo>
                  <a:pt x="171903" y="307933"/>
                  <a:pt x="176025" y="306838"/>
                  <a:pt x="179761" y="304713"/>
                </a:cubicBezTo>
                <a:cubicBezTo>
                  <a:pt x="183496" y="302587"/>
                  <a:pt x="186459" y="299496"/>
                  <a:pt x="188649" y="295502"/>
                </a:cubicBezTo>
                <a:cubicBezTo>
                  <a:pt x="190839" y="291509"/>
                  <a:pt x="191934" y="286678"/>
                  <a:pt x="191934" y="281075"/>
                </a:cubicBezTo>
                <a:cubicBezTo>
                  <a:pt x="191934" y="275472"/>
                  <a:pt x="190839" y="270705"/>
                  <a:pt x="188649" y="266648"/>
                </a:cubicBezTo>
                <a:cubicBezTo>
                  <a:pt x="186459" y="262654"/>
                  <a:pt x="183496" y="259563"/>
                  <a:pt x="179761" y="257437"/>
                </a:cubicBezTo>
                <a:cubicBezTo>
                  <a:pt x="176025" y="255312"/>
                  <a:pt x="172032" y="254217"/>
                  <a:pt x="167717" y="254217"/>
                </a:cubicBezTo>
                <a:close/>
                <a:moveTo>
                  <a:pt x="2525292" y="254216"/>
                </a:moveTo>
                <a:cubicBezTo>
                  <a:pt x="2520976" y="254216"/>
                  <a:pt x="2517047" y="255247"/>
                  <a:pt x="2513441" y="257372"/>
                </a:cubicBezTo>
                <a:cubicBezTo>
                  <a:pt x="2509834" y="259433"/>
                  <a:pt x="2506871" y="262525"/>
                  <a:pt x="2504617" y="266518"/>
                </a:cubicBezTo>
                <a:cubicBezTo>
                  <a:pt x="2502362" y="270511"/>
                  <a:pt x="2501268" y="275277"/>
                  <a:pt x="2501268" y="280752"/>
                </a:cubicBezTo>
                <a:cubicBezTo>
                  <a:pt x="2501268" y="286227"/>
                  <a:pt x="2502362" y="291057"/>
                  <a:pt x="2504617" y="295179"/>
                </a:cubicBezTo>
                <a:cubicBezTo>
                  <a:pt x="2506871" y="299301"/>
                  <a:pt x="2509834" y="302457"/>
                  <a:pt x="2513505" y="304647"/>
                </a:cubicBezTo>
                <a:cubicBezTo>
                  <a:pt x="2517176" y="306837"/>
                  <a:pt x="2521105" y="307932"/>
                  <a:pt x="2525292" y="307932"/>
                </a:cubicBezTo>
                <a:cubicBezTo>
                  <a:pt x="2529478" y="307932"/>
                  <a:pt x="2533600" y="306837"/>
                  <a:pt x="2537336" y="304712"/>
                </a:cubicBezTo>
                <a:cubicBezTo>
                  <a:pt x="2541072" y="302586"/>
                  <a:pt x="2544034" y="299495"/>
                  <a:pt x="2546224" y="295501"/>
                </a:cubicBezTo>
                <a:cubicBezTo>
                  <a:pt x="2548414" y="291508"/>
                  <a:pt x="2549509" y="286678"/>
                  <a:pt x="2549509" y="281074"/>
                </a:cubicBezTo>
                <a:cubicBezTo>
                  <a:pt x="2549509" y="275471"/>
                  <a:pt x="2548414" y="270705"/>
                  <a:pt x="2546224" y="266647"/>
                </a:cubicBezTo>
                <a:cubicBezTo>
                  <a:pt x="2544034" y="262654"/>
                  <a:pt x="2541072" y="259562"/>
                  <a:pt x="2537336" y="257437"/>
                </a:cubicBezTo>
                <a:cubicBezTo>
                  <a:pt x="2533600" y="255311"/>
                  <a:pt x="2529607" y="254216"/>
                  <a:pt x="2525292" y="254216"/>
                </a:cubicBezTo>
                <a:close/>
                <a:moveTo>
                  <a:pt x="2413674" y="254216"/>
                </a:moveTo>
                <a:cubicBezTo>
                  <a:pt x="2409358" y="254216"/>
                  <a:pt x="2405429" y="255247"/>
                  <a:pt x="2401823" y="257372"/>
                </a:cubicBezTo>
                <a:cubicBezTo>
                  <a:pt x="2398216" y="259433"/>
                  <a:pt x="2395253" y="262525"/>
                  <a:pt x="2392999" y="266518"/>
                </a:cubicBezTo>
                <a:cubicBezTo>
                  <a:pt x="2390744" y="270511"/>
                  <a:pt x="2389649" y="275278"/>
                  <a:pt x="2389649" y="280752"/>
                </a:cubicBezTo>
                <a:cubicBezTo>
                  <a:pt x="2389649" y="286227"/>
                  <a:pt x="2390744" y="291057"/>
                  <a:pt x="2392999" y="295180"/>
                </a:cubicBezTo>
                <a:cubicBezTo>
                  <a:pt x="2395253" y="299302"/>
                  <a:pt x="2398216" y="302458"/>
                  <a:pt x="2401887" y="304647"/>
                </a:cubicBezTo>
                <a:cubicBezTo>
                  <a:pt x="2405558" y="306837"/>
                  <a:pt x="2409487" y="307932"/>
                  <a:pt x="2413674" y="307932"/>
                </a:cubicBezTo>
                <a:cubicBezTo>
                  <a:pt x="2417860" y="307932"/>
                  <a:pt x="2421982" y="306837"/>
                  <a:pt x="2425718" y="304712"/>
                </a:cubicBezTo>
                <a:cubicBezTo>
                  <a:pt x="2429454" y="302586"/>
                  <a:pt x="2432416" y="299495"/>
                  <a:pt x="2434606" y="295502"/>
                </a:cubicBezTo>
                <a:cubicBezTo>
                  <a:pt x="2436796" y="291508"/>
                  <a:pt x="2437891" y="286678"/>
                  <a:pt x="2437891" y="281074"/>
                </a:cubicBezTo>
                <a:cubicBezTo>
                  <a:pt x="2437891" y="275471"/>
                  <a:pt x="2436796" y="270705"/>
                  <a:pt x="2434606" y="266647"/>
                </a:cubicBezTo>
                <a:cubicBezTo>
                  <a:pt x="2432416" y="262654"/>
                  <a:pt x="2429454" y="259562"/>
                  <a:pt x="2425718" y="257437"/>
                </a:cubicBezTo>
                <a:cubicBezTo>
                  <a:pt x="2421982" y="255311"/>
                  <a:pt x="2417989" y="254216"/>
                  <a:pt x="2413674" y="254216"/>
                </a:cubicBezTo>
                <a:close/>
                <a:moveTo>
                  <a:pt x="1868335" y="254216"/>
                </a:moveTo>
                <a:cubicBezTo>
                  <a:pt x="1864019" y="254216"/>
                  <a:pt x="1860090" y="255247"/>
                  <a:pt x="1856484" y="257372"/>
                </a:cubicBezTo>
                <a:cubicBezTo>
                  <a:pt x="1852877" y="259433"/>
                  <a:pt x="1849914" y="262525"/>
                  <a:pt x="1847660" y="266518"/>
                </a:cubicBezTo>
                <a:cubicBezTo>
                  <a:pt x="1845405" y="270511"/>
                  <a:pt x="1844311" y="275277"/>
                  <a:pt x="1844311" y="280752"/>
                </a:cubicBezTo>
                <a:cubicBezTo>
                  <a:pt x="1844311" y="286227"/>
                  <a:pt x="1845405" y="291057"/>
                  <a:pt x="1847660" y="295179"/>
                </a:cubicBezTo>
                <a:cubicBezTo>
                  <a:pt x="1849914" y="299301"/>
                  <a:pt x="1852877" y="302457"/>
                  <a:pt x="1856548" y="304647"/>
                </a:cubicBezTo>
                <a:cubicBezTo>
                  <a:pt x="1860219" y="306837"/>
                  <a:pt x="1864148" y="307932"/>
                  <a:pt x="1868335" y="307932"/>
                </a:cubicBezTo>
                <a:cubicBezTo>
                  <a:pt x="1872521" y="307932"/>
                  <a:pt x="1876643" y="306837"/>
                  <a:pt x="1880379" y="304712"/>
                </a:cubicBezTo>
                <a:cubicBezTo>
                  <a:pt x="1884115" y="302586"/>
                  <a:pt x="1887077" y="299495"/>
                  <a:pt x="1889267" y="295501"/>
                </a:cubicBezTo>
                <a:cubicBezTo>
                  <a:pt x="1891457" y="291508"/>
                  <a:pt x="1892552" y="286678"/>
                  <a:pt x="1892552" y="281074"/>
                </a:cubicBezTo>
                <a:cubicBezTo>
                  <a:pt x="1892552" y="275471"/>
                  <a:pt x="1891457" y="270705"/>
                  <a:pt x="1889267" y="266647"/>
                </a:cubicBezTo>
                <a:cubicBezTo>
                  <a:pt x="1887077" y="262654"/>
                  <a:pt x="1884115" y="259562"/>
                  <a:pt x="1880379" y="257437"/>
                </a:cubicBezTo>
                <a:cubicBezTo>
                  <a:pt x="1876643" y="255311"/>
                  <a:pt x="1872650" y="254216"/>
                  <a:pt x="1868335" y="254216"/>
                </a:cubicBezTo>
                <a:close/>
                <a:moveTo>
                  <a:pt x="1136987" y="254216"/>
                </a:moveTo>
                <a:cubicBezTo>
                  <a:pt x="1132671" y="254216"/>
                  <a:pt x="1128742" y="255247"/>
                  <a:pt x="1125136" y="257372"/>
                </a:cubicBezTo>
                <a:cubicBezTo>
                  <a:pt x="1121529" y="259433"/>
                  <a:pt x="1118566" y="262525"/>
                  <a:pt x="1116312" y="266518"/>
                </a:cubicBezTo>
                <a:cubicBezTo>
                  <a:pt x="1114057" y="270511"/>
                  <a:pt x="1112963" y="275277"/>
                  <a:pt x="1112963" y="280752"/>
                </a:cubicBezTo>
                <a:cubicBezTo>
                  <a:pt x="1112963" y="286227"/>
                  <a:pt x="1114057" y="291057"/>
                  <a:pt x="1116312" y="295179"/>
                </a:cubicBezTo>
                <a:cubicBezTo>
                  <a:pt x="1118566" y="299301"/>
                  <a:pt x="1121529" y="302457"/>
                  <a:pt x="1125200" y="304647"/>
                </a:cubicBezTo>
                <a:cubicBezTo>
                  <a:pt x="1128871" y="306837"/>
                  <a:pt x="1132800" y="307932"/>
                  <a:pt x="1136987" y="307932"/>
                </a:cubicBezTo>
                <a:cubicBezTo>
                  <a:pt x="1141173" y="307932"/>
                  <a:pt x="1145295" y="306837"/>
                  <a:pt x="1149031" y="304712"/>
                </a:cubicBezTo>
                <a:cubicBezTo>
                  <a:pt x="1152766" y="302586"/>
                  <a:pt x="1155729" y="299495"/>
                  <a:pt x="1157919" y="295501"/>
                </a:cubicBezTo>
                <a:cubicBezTo>
                  <a:pt x="1160109" y="291508"/>
                  <a:pt x="1161204" y="286678"/>
                  <a:pt x="1161204" y="281074"/>
                </a:cubicBezTo>
                <a:cubicBezTo>
                  <a:pt x="1161204" y="275471"/>
                  <a:pt x="1160109" y="270705"/>
                  <a:pt x="1157919" y="266647"/>
                </a:cubicBezTo>
                <a:cubicBezTo>
                  <a:pt x="1155729" y="262654"/>
                  <a:pt x="1152766" y="259562"/>
                  <a:pt x="1149031" y="257437"/>
                </a:cubicBezTo>
                <a:cubicBezTo>
                  <a:pt x="1145295" y="255311"/>
                  <a:pt x="1141302" y="254216"/>
                  <a:pt x="1136987" y="254216"/>
                </a:cubicBezTo>
                <a:close/>
                <a:moveTo>
                  <a:pt x="2068835" y="254088"/>
                </a:moveTo>
                <a:cubicBezTo>
                  <a:pt x="2062266" y="254088"/>
                  <a:pt x="2056726" y="256407"/>
                  <a:pt x="2052282" y="261109"/>
                </a:cubicBezTo>
                <a:cubicBezTo>
                  <a:pt x="2047838" y="265810"/>
                  <a:pt x="2045584" y="272444"/>
                  <a:pt x="2045584" y="281075"/>
                </a:cubicBezTo>
                <a:cubicBezTo>
                  <a:pt x="2045584" y="289706"/>
                  <a:pt x="2047774" y="296404"/>
                  <a:pt x="2052089" y="301106"/>
                </a:cubicBezTo>
                <a:cubicBezTo>
                  <a:pt x="2056404" y="305743"/>
                  <a:pt x="2061879" y="308126"/>
                  <a:pt x="2068449" y="308126"/>
                </a:cubicBezTo>
                <a:cubicBezTo>
                  <a:pt x="2072635" y="308126"/>
                  <a:pt x="2076564" y="307096"/>
                  <a:pt x="2080235" y="305099"/>
                </a:cubicBezTo>
                <a:lnTo>
                  <a:pt x="2080235" y="305035"/>
                </a:lnTo>
                <a:cubicBezTo>
                  <a:pt x="2083906" y="303038"/>
                  <a:pt x="2086869" y="299946"/>
                  <a:pt x="2089059" y="295889"/>
                </a:cubicBezTo>
                <a:cubicBezTo>
                  <a:pt x="2091249" y="291831"/>
                  <a:pt x="2092344" y="286872"/>
                  <a:pt x="2092344" y="281075"/>
                </a:cubicBezTo>
                <a:cubicBezTo>
                  <a:pt x="2092344" y="272380"/>
                  <a:pt x="2090090" y="265746"/>
                  <a:pt x="2085517" y="261109"/>
                </a:cubicBezTo>
                <a:cubicBezTo>
                  <a:pt x="2080944" y="256471"/>
                  <a:pt x="2075405" y="254088"/>
                  <a:pt x="2068835" y="254088"/>
                </a:cubicBezTo>
                <a:close/>
                <a:moveTo>
                  <a:pt x="2634398" y="252929"/>
                </a:moveTo>
                <a:cubicBezTo>
                  <a:pt x="2628666" y="252929"/>
                  <a:pt x="2623900" y="254668"/>
                  <a:pt x="2619971" y="258146"/>
                </a:cubicBezTo>
                <a:cubicBezTo>
                  <a:pt x="2616107" y="261624"/>
                  <a:pt x="2613659" y="266390"/>
                  <a:pt x="2612822" y="272573"/>
                </a:cubicBezTo>
                <a:lnTo>
                  <a:pt x="2656104" y="272573"/>
                </a:lnTo>
                <a:lnTo>
                  <a:pt x="2656168" y="272509"/>
                </a:lnTo>
                <a:cubicBezTo>
                  <a:pt x="2656039" y="266583"/>
                  <a:pt x="2653914" y="261817"/>
                  <a:pt x="2649727" y="258275"/>
                </a:cubicBezTo>
                <a:cubicBezTo>
                  <a:pt x="2645541" y="254732"/>
                  <a:pt x="2640453" y="252929"/>
                  <a:pt x="2634398" y="252929"/>
                </a:cubicBezTo>
                <a:close/>
                <a:moveTo>
                  <a:pt x="719046" y="235538"/>
                </a:moveTo>
                <a:lnTo>
                  <a:pt x="744873" y="235538"/>
                </a:lnTo>
                <a:lnTo>
                  <a:pt x="768382" y="299237"/>
                </a:lnTo>
                <a:lnTo>
                  <a:pt x="792277" y="235538"/>
                </a:lnTo>
                <a:lnTo>
                  <a:pt x="816790" y="235538"/>
                </a:lnTo>
                <a:lnTo>
                  <a:pt x="760331" y="369828"/>
                </a:lnTo>
                <a:lnTo>
                  <a:pt x="735792" y="369828"/>
                </a:lnTo>
                <a:lnTo>
                  <a:pt x="755565" y="324421"/>
                </a:lnTo>
                <a:close/>
                <a:moveTo>
                  <a:pt x="1326152" y="235474"/>
                </a:moveTo>
                <a:lnTo>
                  <a:pt x="1350820" y="235474"/>
                </a:lnTo>
                <a:lnTo>
                  <a:pt x="1373846" y="305324"/>
                </a:lnTo>
                <a:lnTo>
                  <a:pt x="1373814" y="305421"/>
                </a:lnTo>
                <a:lnTo>
                  <a:pt x="1373878" y="305421"/>
                </a:lnTo>
                <a:lnTo>
                  <a:pt x="1373846" y="305324"/>
                </a:lnTo>
                <a:lnTo>
                  <a:pt x="1396872" y="235474"/>
                </a:lnTo>
                <a:lnTo>
                  <a:pt x="1421411" y="235474"/>
                </a:lnTo>
                <a:lnTo>
                  <a:pt x="1387661" y="326675"/>
                </a:lnTo>
                <a:lnTo>
                  <a:pt x="1359708" y="326675"/>
                </a:lnTo>
                <a:close/>
                <a:moveTo>
                  <a:pt x="816817" y="235474"/>
                </a:moveTo>
                <a:lnTo>
                  <a:pt x="816817" y="235538"/>
                </a:lnTo>
                <a:lnTo>
                  <a:pt x="816790" y="235538"/>
                </a:lnTo>
                <a:close/>
                <a:moveTo>
                  <a:pt x="1037026" y="234186"/>
                </a:moveTo>
                <a:cubicBezTo>
                  <a:pt x="1047911" y="234186"/>
                  <a:pt x="1056670" y="237600"/>
                  <a:pt x="1063369" y="244491"/>
                </a:cubicBezTo>
                <a:lnTo>
                  <a:pt x="1063369" y="244427"/>
                </a:lnTo>
                <a:cubicBezTo>
                  <a:pt x="1070067" y="251254"/>
                  <a:pt x="1073416" y="260851"/>
                  <a:pt x="1073416" y="273153"/>
                </a:cubicBezTo>
                <a:lnTo>
                  <a:pt x="1073416" y="326675"/>
                </a:lnTo>
                <a:lnTo>
                  <a:pt x="1050358" y="326675"/>
                </a:lnTo>
                <a:lnTo>
                  <a:pt x="1050358" y="276309"/>
                </a:lnTo>
                <a:cubicBezTo>
                  <a:pt x="1050358" y="269095"/>
                  <a:pt x="1048555" y="263491"/>
                  <a:pt x="1044948" y="259627"/>
                </a:cubicBezTo>
                <a:cubicBezTo>
                  <a:pt x="1041341" y="255763"/>
                  <a:pt x="1036382" y="253766"/>
                  <a:pt x="1030134" y="253766"/>
                </a:cubicBezTo>
                <a:cubicBezTo>
                  <a:pt x="1023887" y="253766"/>
                  <a:pt x="1018734" y="255698"/>
                  <a:pt x="1015063" y="259627"/>
                </a:cubicBezTo>
                <a:cubicBezTo>
                  <a:pt x="1011392" y="263491"/>
                  <a:pt x="1009524" y="269095"/>
                  <a:pt x="1009524" y="276309"/>
                </a:cubicBezTo>
                <a:lnTo>
                  <a:pt x="1009524" y="326675"/>
                </a:lnTo>
                <a:lnTo>
                  <a:pt x="986466" y="326675"/>
                </a:lnTo>
                <a:lnTo>
                  <a:pt x="986466" y="235474"/>
                </a:lnTo>
                <a:lnTo>
                  <a:pt x="1009524" y="235474"/>
                </a:lnTo>
                <a:lnTo>
                  <a:pt x="1009524" y="246810"/>
                </a:lnTo>
                <a:cubicBezTo>
                  <a:pt x="1012615" y="242881"/>
                  <a:pt x="1016544" y="239789"/>
                  <a:pt x="1021311" y="237535"/>
                </a:cubicBezTo>
                <a:cubicBezTo>
                  <a:pt x="1026077" y="235281"/>
                  <a:pt x="1031294" y="234186"/>
                  <a:pt x="1037026" y="234186"/>
                </a:cubicBezTo>
                <a:close/>
                <a:moveTo>
                  <a:pt x="2356544" y="234122"/>
                </a:moveTo>
                <a:lnTo>
                  <a:pt x="2356544" y="258339"/>
                </a:lnTo>
                <a:lnTo>
                  <a:pt x="2350425" y="258339"/>
                </a:lnTo>
                <a:cubicBezTo>
                  <a:pt x="2343212" y="258339"/>
                  <a:pt x="2337737" y="260014"/>
                  <a:pt x="2334066" y="263427"/>
                </a:cubicBezTo>
                <a:cubicBezTo>
                  <a:pt x="2330395" y="266841"/>
                  <a:pt x="2328527" y="272767"/>
                  <a:pt x="2328527" y="281204"/>
                </a:cubicBezTo>
                <a:lnTo>
                  <a:pt x="2328527" y="326611"/>
                </a:lnTo>
                <a:lnTo>
                  <a:pt x="2305469" y="326611"/>
                </a:lnTo>
                <a:lnTo>
                  <a:pt x="2305469" y="235410"/>
                </a:lnTo>
                <a:lnTo>
                  <a:pt x="2328527" y="235410"/>
                </a:lnTo>
                <a:lnTo>
                  <a:pt x="2328527" y="249580"/>
                </a:lnTo>
                <a:cubicBezTo>
                  <a:pt x="2331490" y="244749"/>
                  <a:pt x="2335354" y="240949"/>
                  <a:pt x="2340120" y="238244"/>
                </a:cubicBezTo>
                <a:lnTo>
                  <a:pt x="2340185" y="238244"/>
                </a:lnTo>
                <a:cubicBezTo>
                  <a:pt x="2344951" y="235475"/>
                  <a:pt x="2350425" y="234122"/>
                  <a:pt x="2356544" y="234122"/>
                </a:cubicBezTo>
                <a:close/>
                <a:moveTo>
                  <a:pt x="2182902" y="234122"/>
                </a:moveTo>
                <a:cubicBezTo>
                  <a:pt x="2190051" y="234122"/>
                  <a:pt x="2196427" y="235603"/>
                  <a:pt x="2201966" y="238631"/>
                </a:cubicBezTo>
                <a:cubicBezTo>
                  <a:pt x="2207570" y="241658"/>
                  <a:pt x="2211885" y="245973"/>
                  <a:pt x="2214977" y="251576"/>
                </a:cubicBezTo>
                <a:cubicBezTo>
                  <a:pt x="2217939" y="246295"/>
                  <a:pt x="2222255" y="242109"/>
                  <a:pt x="2227923" y="238888"/>
                </a:cubicBezTo>
                <a:cubicBezTo>
                  <a:pt x="2233591" y="235732"/>
                  <a:pt x="2239709" y="234122"/>
                  <a:pt x="2246279" y="234122"/>
                </a:cubicBezTo>
                <a:cubicBezTo>
                  <a:pt x="2257486" y="234122"/>
                  <a:pt x="2266503" y="237536"/>
                  <a:pt x="2273330" y="244427"/>
                </a:cubicBezTo>
                <a:cubicBezTo>
                  <a:pt x="2280157" y="251254"/>
                  <a:pt x="2283635" y="260851"/>
                  <a:pt x="2283635" y="273153"/>
                </a:cubicBezTo>
                <a:lnTo>
                  <a:pt x="2283635" y="326676"/>
                </a:lnTo>
                <a:lnTo>
                  <a:pt x="2260577" y="326676"/>
                </a:lnTo>
                <a:lnTo>
                  <a:pt x="2260577" y="276309"/>
                </a:lnTo>
                <a:cubicBezTo>
                  <a:pt x="2260577" y="269160"/>
                  <a:pt x="2258774" y="263685"/>
                  <a:pt x="2255167" y="259949"/>
                </a:cubicBezTo>
                <a:cubicBezTo>
                  <a:pt x="2251560" y="256149"/>
                  <a:pt x="2246601" y="254282"/>
                  <a:pt x="2240353" y="254282"/>
                </a:cubicBezTo>
                <a:cubicBezTo>
                  <a:pt x="2234106" y="254282"/>
                  <a:pt x="2229146" y="256149"/>
                  <a:pt x="2225475" y="259949"/>
                </a:cubicBezTo>
                <a:cubicBezTo>
                  <a:pt x="2221804" y="263749"/>
                  <a:pt x="2219936" y="269224"/>
                  <a:pt x="2219936" y="276309"/>
                </a:cubicBezTo>
                <a:lnTo>
                  <a:pt x="2219936" y="326676"/>
                </a:lnTo>
                <a:lnTo>
                  <a:pt x="2196878" y="326676"/>
                </a:lnTo>
                <a:lnTo>
                  <a:pt x="2196878" y="276309"/>
                </a:lnTo>
                <a:cubicBezTo>
                  <a:pt x="2196878" y="269160"/>
                  <a:pt x="2195075" y="263685"/>
                  <a:pt x="2191468" y="259949"/>
                </a:cubicBezTo>
                <a:cubicBezTo>
                  <a:pt x="2187861" y="256149"/>
                  <a:pt x="2182902" y="254282"/>
                  <a:pt x="2176654" y="254282"/>
                </a:cubicBezTo>
                <a:cubicBezTo>
                  <a:pt x="2170407" y="254282"/>
                  <a:pt x="2165254" y="256149"/>
                  <a:pt x="2161583" y="259949"/>
                </a:cubicBezTo>
                <a:cubicBezTo>
                  <a:pt x="2157912" y="263749"/>
                  <a:pt x="2156044" y="269224"/>
                  <a:pt x="2156044" y="276309"/>
                </a:cubicBezTo>
                <a:lnTo>
                  <a:pt x="2156044" y="326676"/>
                </a:lnTo>
                <a:lnTo>
                  <a:pt x="2132986" y="326676"/>
                </a:lnTo>
                <a:lnTo>
                  <a:pt x="2132986" y="235475"/>
                </a:lnTo>
                <a:lnTo>
                  <a:pt x="2156044" y="235475"/>
                </a:lnTo>
                <a:lnTo>
                  <a:pt x="2156044" y="246488"/>
                </a:lnTo>
                <a:cubicBezTo>
                  <a:pt x="2159007" y="242624"/>
                  <a:pt x="2162807" y="239661"/>
                  <a:pt x="2167508" y="237407"/>
                </a:cubicBezTo>
                <a:cubicBezTo>
                  <a:pt x="2172210" y="235153"/>
                  <a:pt x="2177298" y="234122"/>
                  <a:pt x="2182902" y="234122"/>
                </a:cubicBezTo>
                <a:close/>
                <a:moveTo>
                  <a:pt x="1811205" y="234122"/>
                </a:moveTo>
                <a:lnTo>
                  <a:pt x="1811205" y="258339"/>
                </a:lnTo>
                <a:lnTo>
                  <a:pt x="1805087" y="258339"/>
                </a:lnTo>
                <a:cubicBezTo>
                  <a:pt x="1797873" y="258339"/>
                  <a:pt x="1792398" y="260014"/>
                  <a:pt x="1788727" y="263427"/>
                </a:cubicBezTo>
                <a:cubicBezTo>
                  <a:pt x="1785056" y="266841"/>
                  <a:pt x="1783188" y="272767"/>
                  <a:pt x="1783188" y="281204"/>
                </a:cubicBezTo>
                <a:lnTo>
                  <a:pt x="1783188" y="326611"/>
                </a:lnTo>
                <a:lnTo>
                  <a:pt x="1760130" y="326611"/>
                </a:lnTo>
                <a:lnTo>
                  <a:pt x="1760130" y="235410"/>
                </a:lnTo>
                <a:lnTo>
                  <a:pt x="1783188" y="235410"/>
                </a:lnTo>
                <a:lnTo>
                  <a:pt x="1783188" y="249580"/>
                </a:lnTo>
                <a:cubicBezTo>
                  <a:pt x="1786151" y="244749"/>
                  <a:pt x="1790015" y="240949"/>
                  <a:pt x="1794781" y="238244"/>
                </a:cubicBezTo>
                <a:lnTo>
                  <a:pt x="1794846" y="238244"/>
                </a:lnTo>
                <a:cubicBezTo>
                  <a:pt x="1799612" y="235475"/>
                  <a:pt x="1805087" y="234122"/>
                  <a:pt x="1811205" y="234122"/>
                </a:cubicBezTo>
                <a:close/>
                <a:moveTo>
                  <a:pt x="442286" y="234122"/>
                </a:moveTo>
                <a:lnTo>
                  <a:pt x="442286" y="258339"/>
                </a:lnTo>
                <a:lnTo>
                  <a:pt x="436167" y="258339"/>
                </a:lnTo>
                <a:cubicBezTo>
                  <a:pt x="428954" y="258339"/>
                  <a:pt x="423479" y="260014"/>
                  <a:pt x="419808" y="263427"/>
                </a:cubicBezTo>
                <a:cubicBezTo>
                  <a:pt x="416137" y="266841"/>
                  <a:pt x="414269" y="272767"/>
                  <a:pt x="414269" y="281204"/>
                </a:cubicBezTo>
                <a:lnTo>
                  <a:pt x="414269" y="326611"/>
                </a:lnTo>
                <a:lnTo>
                  <a:pt x="391211" y="326611"/>
                </a:lnTo>
                <a:lnTo>
                  <a:pt x="391211" y="235410"/>
                </a:lnTo>
                <a:lnTo>
                  <a:pt x="414269" y="235410"/>
                </a:lnTo>
                <a:lnTo>
                  <a:pt x="414269" y="249580"/>
                </a:lnTo>
                <a:cubicBezTo>
                  <a:pt x="417232" y="244749"/>
                  <a:pt x="421096" y="240949"/>
                  <a:pt x="425862" y="238244"/>
                </a:cubicBezTo>
                <a:lnTo>
                  <a:pt x="425927" y="238244"/>
                </a:lnTo>
                <a:cubicBezTo>
                  <a:pt x="430693" y="235475"/>
                  <a:pt x="436167" y="234122"/>
                  <a:pt x="442286" y="234122"/>
                </a:cubicBezTo>
                <a:close/>
                <a:moveTo>
                  <a:pt x="2635042" y="233993"/>
                </a:moveTo>
                <a:cubicBezTo>
                  <a:pt x="2644059" y="233993"/>
                  <a:pt x="2651466" y="235861"/>
                  <a:pt x="2658358" y="239596"/>
                </a:cubicBezTo>
                <a:cubicBezTo>
                  <a:pt x="2665185" y="243332"/>
                  <a:pt x="2670531" y="248614"/>
                  <a:pt x="2674331" y="255505"/>
                </a:cubicBezTo>
                <a:cubicBezTo>
                  <a:pt x="2678131" y="262332"/>
                  <a:pt x="2679999" y="270254"/>
                  <a:pt x="2679999" y="279143"/>
                </a:cubicBezTo>
                <a:cubicBezTo>
                  <a:pt x="2679999" y="282427"/>
                  <a:pt x="2679806" y="285390"/>
                  <a:pt x="2679355" y="288031"/>
                </a:cubicBezTo>
                <a:lnTo>
                  <a:pt x="2679355" y="287967"/>
                </a:lnTo>
                <a:lnTo>
                  <a:pt x="2612693" y="287967"/>
                </a:lnTo>
                <a:cubicBezTo>
                  <a:pt x="2613208" y="294536"/>
                  <a:pt x="2615527" y="299689"/>
                  <a:pt x="2619585" y="303424"/>
                </a:cubicBezTo>
                <a:cubicBezTo>
                  <a:pt x="2623642" y="307160"/>
                  <a:pt x="2628666" y="309028"/>
                  <a:pt x="2634592" y="309028"/>
                </a:cubicBezTo>
                <a:cubicBezTo>
                  <a:pt x="2643158" y="309028"/>
                  <a:pt x="2649212" y="305357"/>
                  <a:pt x="2652883" y="298014"/>
                </a:cubicBezTo>
                <a:lnTo>
                  <a:pt x="2677745" y="298014"/>
                </a:lnTo>
                <a:cubicBezTo>
                  <a:pt x="2675104" y="306774"/>
                  <a:pt x="2670080" y="313987"/>
                  <a:pt x="2662609" y="319655"/>
                </a:cubicBezTo>
                <a:cubicBezTo>
                  <a:pt x="2655138" y="325323"/>
                  <a:pt x="2645992" y="328157"/>
                  <a:pt x="2635107" y="328157"/>
                </a:cubicBezTo>
                <a:cubicBezTo>
                  <a:pt x="2626347" y="328157"/>
                  <a:pt x="2618425" y="326225"/>
                  <a:pt x="2611469" y="322296"/>
                </a:cubicBezTo>
                <a:cubicBezTo>
                  <a:pt x="2604513" y="318431"/>
                  <a:pt x="2599039" y="312892"/>
                  <a:pt x="2595174" y="305743"/>
                </a:cubicBezTo>
                <a:cubicBezTo>
                  <a:pt x="2591310" y="298594"/>
                  <a:pt x="2589313" y="290350"/>
                  <a:pt x="2589313" y="281075"/>
                </a:cubicBezTo>
                <a:cubicBezTo>
                  <a:pt x="2589313" y="271800"/>
                  <a:pt x="2591245" y="263363"/>
                  <a:pt x="2595045" y="256214"/>
                </a:cubicBezTo>
                <a:cubicBezTo>
                  <a:pt x="2598910" y="249064"/>
                  <a:pt x="2604256" y="243590"/>
                  <a:pt x="2611147" y="239725"/>
                </a:cubicBezTo>
                <a:cubicBezTo>
                  <a:pt x="2618039" y="235861"/>
                  <a:pt x="2626025" y="233993"/>
                  <a:pt x="2635042" y="233993"/>
                </a:cubicBezTo>
                <a:close/>
                <a:moveTo>
                  <a:pt x="2069157" y="233993"/>
                </a:moveTo>
                <a:cubicBezTo>
                  <a:pt x="2077981" y="233993"/>
                  <a:pt x="2085903" y="235925"/>
                  <a:pt x="2093052" y="239854"/>
                </a:cubicBezTo>
                <a:cubicBezTo>
                  <a:pt x="2100201" y="243719"/>
                  <a:pt x="2105805" y="249258"/>
                  <a:pt x="2109927" y="256407"/>
                </a:cubicBezTo>
                <a:cubicBezTo>
                  <a:pt x="2114049" y="263556"/>
                  <a:pt x="2116110" y="271800"/>
                  <a:pt x="2116110" y="281075"/>
                </a:cubicBezTo>
                <a:cubicBezTo>
                  <a:pt x="2116110" y="290350"/>
                  <a:pt x="2113985" y="298658"/>
                  <a:pt x="2109798" y="305743"/>
                </a:cubicBezTo>
                <a:cubicBezTo>
                  <a:pt x="2105612" y="312828"/>
                  <a:pt x="2099880" y="318367"/>
                  <a:pt x="2092666" y="322296"/>
                </a:cubicBezTo>
                <a:cubicBezTo>
                  <a:pt x="2085452" y="326160"/>
                  <a:pt x="2077466" y="328157"/>
                  <a:pt x="2068578" y="328157"/>
                </a:cubicBezTo>
                <a:cubicBezTo>
                  <a:pt x="2059689" y="328157"/>
                  <a:pt x="2051896" y="326225"/>
                  <a:pt x="2044875" y="322296"/>
                </a:cubicBezTo>
                <a:lnTo>
                  <a:pt x="2044747" y="322296"/>
                </a:lnTo>
                <a:cubicBezTo>
                  <a:pt x="2037726" y="318431"/>
                  <a:pt x="2032187" y="312892"/>
                  <a:pt x="2028194" y="305743"/>
                </a:cubicBezTo>
                <a:cubicBezTo>
                  <a:pt x="2024201" y="298594"/>
                  <a:pt x="2022204" y="290350"/>
                  <a:pt x="2022204" y="281075"/>
                </a:cubicBezTo>
                <a:cubicBezTo>
                  <a:pt x="2022204" y="271800"/>
                  <a:pt x="2024265" y="263492"/>
                  <a:pt x="2028387" y="256407"/>
                </a:cubicBezTo>
                <a:cubicBezTo>
                  <a:pt x="2032509" y="249258"/>
                  <a:pt x="2038113" y="243783"/>
                  <a:pt x="2045262" y="239854"/>
                </a:cubicBezTo>
                <a:cubicBezTo>
                  <a:pt x="2052411" y="235990"/>
                  <a:pt x="2060333" y="233993"/>
                  <a:pt x="2069157" y="233993"/>
                </a:cubicBezTo>
                <a:close/>
                <a:moveTo>
                  <a:pt x="1971516" y="233993"/>
                </a:moveTo>
                <a:cubicBezTo>
                  <a:pt x="1982401" y="233993"/>
                  <a:pt x="1991031" y="236698"/>
                  <a:pt x="1997536" y="242173"/>
                </a:cubicBezTo>
                <a:cubicBezTo>
                  <a:pt x="2003977" y="247583"/>
                  <a:pt x="2007584" y="254925"/>
                  <a:pt x="2008228" y="264136"/>
                </a:cubicBezTo>
                <a:lnTo>
                  <a:pt x="1986201" y="264136"/>
                </a:lnTo>
                <a:cubicBezTo>
                  <a:pt x="1985878" y="260529"/>
                  <a:pt x="1984333" y="257631"/>
                  <a:pt x="1981692" y="255505"/>
                </a:cubicBezTo>
                <a:cubicBezTo>
                  <a:pt x="1978987" y="253380"/>
                  <a:pt x="1975380" y="252285"/>
                  <a:pt x="1970936" y="252285"/>
                </a:cubicBezTo>
                <a:cubicBezTo>
                  <a:pt x="1966749" y="252285"/>
                  <a:pt x="1963529" y="253058"/>
                  <a:pt x="1961275" y="254603"/>
                </a:cubicBezTo>
                <a:cubicBezTo>
                  <a:pt x="1959021" y="256149"/>
                  <a:pt x="1957926" y="258275"/>
                  <a:pt x="1957926" y="261044"/>
                </a:cubicBezTo>
                <a:cubicBezTo>
                  <a:pt x="1957926" y="264136"/>
                  <a:pt x="1959471" y="266454"/>
                  <a:pt x="1962563" y="268065"/>
                </a:cubicBezTo>
                <a:cubicBezTo>
                  <a:pt x="1965655" y="269675"/>
                  <a:pt x="1970421" y="271285"/>
                  <a:pt x="1976861" y="272895"/>
                </a:cubicBezTo>
                <a:cubicBezTo>
                  <a:pt x="1983431" y="274570"/>
                  <a:pt x="1988906" y="276244"/>
                  <a:pt x="1993157" y="277983"/>
                </a:cubicBezTo>
                <a:cubicBezTo>
                  <a:pt x="1997407" y="279722"/>
                  <a:pt x="2001143" y="282427"/>
                  <a:pt x="2004299" y="286163"/>
                </a:cubicBezTo>
                <a:cubicBezTo>
                  <a:pt x="2007455" y="289834"/>
                  <a:pt x="2009065" y="294665"/>
                  <a:pt x="2009130" y="300719"/>
                </a:cubicBezTo>
                <a:cubicBezTo>
                  <a:pt x="2009130" y="306001"/>
                  <a:pt x="2007648" y="310702"/>
                  <a:pt x="2004750" y="314889"/>
                </a:cubicBezTo>
                <a:cubicBezTo>
                  <a:pt x="2001852" y="319075"/>
                  <a:pt x="1997665" y="322296"/>
                  <a:pt x="1992255" y="324679"/>
                </a:cubicBezTo>
                <a:cubicBezTo>
                  <a:pt x="1986845" y="327062"/>
                  <a:pt x="1980468" y="328221"/>
                  <a:pt x="1973255" y="328221"/>
                </a:cubicBezTo>
                <a:cubicBezTo>
                  <a:pt x="1966041" y="328221"/>
                  <a:pt x="1959085" y="326869"/>
                  <a:pt x="1953159" y="324164"/>
                </a:cubicBezTo>
                <a:lnTo>
                  <a:pt x="1953095" y="324099"/>
                </a:lnTo>
                <a:cubicBezTo>
                  <a:pt x="1947170" y="321394"/>
                  <a:pt x="1942468" y="317787"/>
                  <a:pt x="1938990" y="313150"/>
                </a:cubicBezTo>
                <a:cubicBezTo>
                  <a:pt x="1935512" y="308513"/>
                  <a:pt x="1933644" y="303424"/>
                  <a:pt x="1933322" y="297821"/>
                </a:cubicBezTo>
                <a:lnTo>
                  <a:pt x="1956509" y="297821"/>
                </a:lnTo>
                <a:cubicBezTo>
                  <a:pt x="1956959" y="301363"/>
                  <a:pt x="1958698" y="304262"/>
                  <a:pt x="1961661" y="306516"/>
                </a:cubicBezTo>
                <a:cubicBezTo>
                  <a:pt x="1964624" y="308770"/>
                  <a:pt x="1968424" y="309994"/>
                  <a:pt x="1972933" y="309994"/>
                </a:cubicBezTo>
                <a:cubicBezTo>
                  <a:pt x="1977441" y="309994"/>
                  <a:pt x="1980726" y="309092"/>
                  <a:pt x="1983238" y="307353"/>
                </a:cubicBezTo>
                <a:cubicBezTo>
                  <a:pt x="1985685" y="305614"/>
                  <a:pt x="1986973" y="303360"/>
                  <a:pt x="1986973" y="300590"/>
                </a:cubicBezTo>
                <a:cubicBezTo>
                  <a:pt x="1986973" y="297628"/>
                  <a:pt x="1985492" y="295373"/>
                  <a:pt x="1982465" y="293892"/>
                </a:cubicBezTo>
                <a:cubicBezTo>
                  <a:pt x="1979438" y="292411"/>
                  <a:pt x="1974672" y="290800"/>
                  <a:pt x="1968038" y="289061"/>
                </a:cubicBezTo>
                <a:cubicBezTo>
                  <a:pt x="1961210" y="287387"/>
                  <a:pt x="1955671" y="285712"/>
                  <a:pt x="1951356" y="283973"/>
                </a:cubicBezTo>
                <a:cubicBezTo>
                  <a:pt x="1947041" y="282234"/>
                  <a:pt x="1943305" y="279529"/>
                  <a:pt x="1940149" y="275922"/>
                </a:cubicBezTo>
                <a:cubicBezTo>
                  <a:pt x="1936993" y="272315"/>
                  <a:pt x="1935447" y="267421"/>
                  <a:pt x="1935447" y="261302"/>
                </a:cubicBezTo>
                <a:cubicBezTo>
                  <a:pt x="1935447" y="256278"/>
                  <a:pt x="1936929" y="251641"/>
                  <a:pt x="1939827" y="247454"/>
                </a:cubicBezTo>
                <a:cubicBezTo>
                  <a:pt x="1942725" y="243268"/>
                  <a:pt x="1946912" y="239983"/>
                  <a:pt x="1952322" y="237600"/>
                </a:cubicBezTo>
                <a:cubicBezTo>
                  <a:pt x="1957732" y="235217"/>
                  <a:pt x="1964173" y="233993"/>
                  <a:pt x="1971516" y="233993"/>
                </a:cubicBezTo>
                <a:close/>
                <a:moveTo>
                  <a:pt x="1684258" y="233993"/>
                </a:moveTo>
                <a:cubicBezTo>
                  <a:pt x="1691085" y="233993"/>
                  <a:pt x="1697011" y="235346"/>
                  <a:pt x="1702099" y="238115"/>
                </a:cubicBezTo>
                <a:cubicBezTo>
                  <a:pt x="1707187" y="240885"/>
                  <a:pt x="1711309" y="244298"/>
                  <a:pt x="1714337" y="248485"/>
                </a:cubicBezTo>
                <a:lnTo>
                  <a:pt x="1714337" y="235474"/>
                </a:lnTo>
                <a:lnTo>
                  <a:pt x="1737523" y="235474"/>
                </a:lnTo>
                <a:lnTo>
                  <a:pt x="1737523" y="326676"/>
                </a:lnTo>
                <a:lnTo>
                  <a:pt x="1714337" y="326676"/>
                </a:lnTo>
                <a:lnTo>
                  <a:pt x="1714337" y="313343"/>
                </a:lnTo>
                <a:cubicBezTo>
                  <a:pt x="1711374" y="317594"/>
                  <a:pt x="1707316" y="321136"/>
                  <a:pt x="1702099" y="323970"/>
                </a:cubicBezTo>
                <a:cubicBezTo>
                  <a:pt x="1696882" y="326740"/>
                  <a:pt x="1690892" y="328157"/>
                  <a:pt x="1684065" y="328157"/>
                </a:cubicBezTo>
                <a:cubicBezTo>
                  <a:pt x="1676400" y="328157"/>
                  <a:pt x="1669380" y="326160"/>
                  <a:pt x="1663068" y="322231"/>
                </a:cubicBezTo>
                <a:cubicBezTo>
                  <a:pt x="1656756" y="318303"/>
                  <a:pt x="1651732" y="312699"/>
                  <a:pt x="1648061" y="305550"/>
                </a:cubicBezTo>
                <a:cubicBezTo>
                  <a:pt x="1644390" y="298336"/>
                  <a:pt x="1642522" y="290092"/>
                  <a:pt x="1642522" y="280753"/>
                </a:cubicBezTo>
                <a:cubicBezTo>
                  <a:pt x="1642522" y="271414"/>
                  <a:pt x="1644390" y="263363"/>
                  <a:pt x="1648061" y="256214"/>
                </a:cubicBezTo>
                <a:lnTo>
                  <a:pt x="1648125" y="256214"/>
                </a:lnTo>
                <a:cubicBezTo>
                  <a:pt x="1651797" y="249064"/>
                  <a:pt x="1656820" y="243590"/>
                  <a:pt x="1663132" y="239725"/>
                </a:cubicBezTo>
                <a:cubicBezTo>
                  <a:pt x="1669444" y="235861"/>
                  <a:pt x="1676465" y="233993"/>
                  <a:pt x="1684258" y="233993"/>
                </a:cubicBezTo>
                <a:close/>
                <a:moveTo>
                  <a:pt x="1470102" y="233993"/>
                </a:moveTo>
                <a:cubicBezTo>
                  <a:pt x="1476929" y="233993"/>
                  <a:pt x="1482855" y="235346"/>
                  <a:pt x="1487943" y="238115"/>
                </a:cubicBezTo>
                <a:cubicBezTo>
                  <a:pt x="1493031" y="240885"/>
                  <a:pt x="1497153" y="244298"/>
                  <a:pt x="1500180" y="248485"/>
                </a:cubicBezTo>
                <a:lnTo>
                  <a:pt x="1500180" y="235474"/>
                </a:lnTo>
                <a:lnTo>
                  <a:pt x="1523367" y="235474"/>
                </a:lnTo>
                <a:lnTo>
                  <a:pt x="1523367" y="326676"/>
                </a:lnTo>
                <a:lnTo>
                  <a:pt x="1500180" y="326676"/>
                </a:lnTo>
                <a:lnTo>
                  <a:pt x="1500180" y="313343"/>
                </a:lnTo>
                <a:cubicBezTo>
                  <a:pt x="1497218" y="317594"/>
                  <a:pt x="1493160" y="321136"/>
                  <a:pt x="1487943" y="323970"/>
                </a:cubicBezTo>
                <a:cubicBezTo>
                  <a:pt x="1482726" y="326740"/>
                  <a:pt x="1476736" y="328157"/>
                  <a:pt x="1469909" y="328157"/>
                </a:cubicBezTo>
                <a:cubicBezTo>
                  <a:pt x="1462244" y="328157"/>
                  <a:pt x="1455224" y="326160"/>
                  <a:pt x="1448912" y="322231"/>
                </a:cubicBezTo>
                <a:cubicBezTo>
                  <a:pt x="1442600" y="318303"/>
                  <a:pt x="1437576" y="312699"/>
                  <a:pt x="1433905" y="305550"/>
                </a:cubicBezTo>
                <a:cubicBezTo>
                  <a:pt x="1430234" y="298336"/>
                  <a:pt x="1428366" y="290092"/>
                  <a:pt x="1428366" y="280753"/>
                </a:cubicBezTo>
                <a:cubicBezTo>
                  <a:pt x="1428366" y="271414"/>
                  <a:pt x="1430234" y="263363"/>
                  <a:pt x="1433905" y="256214"/>
                </a:cubicBezTo>
                <a:lnTo>
                  <a:pt x="1433969" y="256214"/>
                </a:lnTo>
                <a:cubicBezTo>
                  <a:pt x="1437641" y="249064"/>
                  <a:pt x="1442664" y="243590"/>
                  <a:pt x="1448976" y="239725"/>
                </a:cubicBezTo>
                <a:cubicBezTo>
                  <a:pt x="1455288" y="235861"/>
                  <a:pt x="1462309" y="233993"/>
                  <a:pt x="1470102" y="233993"/>
                </a:cubicBezTo>
                <a:close/>
                <a:moveTo>
                  <a:pt x="1240168" y="233993"/>
                </a:moveTo>
                <a:cubicBezTo>
                  <a:pt x="1251053" y="233993"/>
                  <a:pt x="1259683" y="236698"/>
                  <a:pt x="1266188" y="242173"/>
                </a:cubicBezTo>
                <a:cubicBezTo>
                  <a:pt x="1272629" y="247583"/>
                  <a:pt x="1276236" y="254925"/>
                  <a:pt x="1276880" y="264136"/>
                </a:cubicBezTo>
                <a:lnTo>
                  <a:pt x="1254853" y="264136"/>
                </a:lnTo>
                <a:cubicBezTo>
                  <a:pt x="1254531" y="260529"/>
                  <a:pt x="1252985" y="257631"/>
                  <a:pt x="1250344" y="255505"/>
                </a:cubicBezTo>
                <a:cubicBezTo>
                  <a:pt x="1247639" y="253380"/>
                  <a:pt x="1244032" y="252285"/>
                  <a:pt x="1239588" y="252285"/>
                </a:cubicBezTo>
                <a:cubicBezTo>
                  <a:pt x="1235402" y="252285"/>
                  <a:pt x="1232181" y="253058"/>
                  <a:pt x="1229927" y="254603"/>
                </a:cubicBezTo>
                <a:cubicBezTo>
                  <a:pt x="1227673" y="256149"/>
                  <a:pt x="1226578" y="258275"/>
                  <a:pt x="1226578" y="261044"/>
                </a:cubicBezTo>
                <a:cubicBezTo>
                  <a:pt x="1226578" y="264136"/>
                  <a:pt x="1228123" y="266454"/>
                  <a:pt x="1231215" y="268065"/>
                </a:cubicBezTo>
                <a:cubicBezTo>
                  <a:pt x="1234307" y="269675"/>
                  <a:pt x="1239073" y="271285"/>
                  <a:pt x="1245514" y="272895"/>
                </a:cubicBezTo>
                <a:cubicBezTo>
                  <a:pt x="1252083" y="274570"/>
                  <a:pt x="1257558" y="276244"/>
                  <a:pt x="1261809" y="277983"/>
                </a:cubicBezTo>
                <a:cubicBezTo>
                  <a:pt x="1266060" y="279722"/>
                  <a:pt x="1269795" y="282427"/>
                  <a:pt x="1272951" y="286163"/>
                </a:cubicBezTo>
                <a:cubicBezTo>
                  <a:pt x="1276107" y="289834"/>
                  <a:pt x="1277717" y="294665"/>
                  <a:pt x="1277782" y="300719"/>
                </a:cubicBezTo>
                <a:cubicBezTo>
                  <a:pt x="1277782" y="306001"/>
                  <a:pt x="1276300" y="310702"/>
                  <a:pt x="1273402" y="314889"/>
                </a:cubicBezTo>
                <a:cubicBezTo>
                  <a:pt x="1270504" y="319075"/>
                  <a:pt x="1266317" y="322296"/>
                  <a:pt x="1260907" y="324679"/>
                </a:cubicBezTo>
                <a:cubicBezTo>
                  <a:pt x="1255497" y="327062"/>
                  <a:pt x="1249120" y="328221"/>
                  <a:pt x="1241907" y="328221"/>
                </a:cubicBezTo>
                <a:cubicBezTo>
                  <a:pt x="1234693" y="328221"/>
                  <a:pt x="1227737" y="326869"/>
                  <a:pt x="1221812" y="324164"/>
                </a:cubicBezTo>
                <a:lnTo>
                  <a:pt x="1221747" y="324099"/>
                </a:lnTo>
                <a:cubicBezTo>
                  <a:pt x="1215822" y="321394"/>
                  <a:pt x="1211120" y="317787"/>
                  <a:pt x="1207642" y="313150"/>
                </a:cubicBezTo>
                <a:cubicBezTo>
                  <a:pt x="1204164" y="308513"/>
                  <a:pt x="1202296" y="303424"/>
                  <a:pt x="1201974" y="297821"/>
                </a:cubicBezTo>
                <a:lnTo>
                  <a:pt x="1225161" y="297821"/>
                </a:lnTo>
                <a:cubicBezTo>
                  <a:pt x="1225612" y="301363"/>
                  <a:pt x="1227351" y="304262"/>
                  <a:pt x="1230313" y="306516"/>
                </a:cubicBezTo>
                <a:cubicBezTo>
                  <a:pt x="1233276" y="308770"/>
                  <a:pt x="1237076" y="309994"/>
                  <a:pt x="1241585" y="309994"/>
                </a:cubicBezTo>
                <a:cubicBezTo>
                  <a:pt x="1246093" y="309994"/>
                  <a:pt x="1249378" y="309092"/>
                  <a:pt x="1251890" y="307353"/>
                </a:cubicBezTo>
                <a:cubicBezTo>
                  <a:pt x="1254337" y="305614"/>
                  <a:pt x="1255626" y="303360"/>
                  <a:pt x="1255626" y="300590"/>
                </a:cubicBezTo>
                <a:cubicBezTo>
                  <a:pt x="1255626" y="297628"/>
                  <a:pt x="1254144" y="295373"/>
                  <a:pt x="1251117" y="293892"/>
                </a:cubicBezTo>
                <a:cubicBezTo>
                  <a:pt x="1248090" y="292411"/>
                  <a:pt x="1243324" y="290800"/>
                  <a:pt x="1236690" y="289061"/>
                </a:cubicBezTo>
                <a:cubicBezTo>
                  <a:pt x="1229862" y="287387"/>
                  <a:pt x="1224323" y="285712"/>
                  <a:pt x="1220008" y="283973"/>
                </a:cubicBezTo>
                <a:cubicBezTo>
                  <a:pt x="1215693" y="282234"/>
                  <a:pt x="1211957" y="279529"/>
                  <a:pt x="1208801" y="275922"/>
                </a:cubicBezTo>
                <a:cubicBezTo>
                  <a:pt x="1205645" y="272315"/>
                  <a:pt x="1204099" y="267421"/>
                  <a:pt x="1204099" y="261302"/>
                </a:cubicBezTo>
                <a:cubicBezTo>
                  <a:pt x="1204099" y="256278"/>
                  <a:pt x="1205581" y="251641"/>
                  <a:pt x="1208479" y="247454"/>
                </a:cubicBezTo>
                <a:cubicBezTo>
                  <a:pt x="1211378" y="243268"/>
                  <a:pt x="1215564" y="239983"/>
                  <a:pt x="1220974" y="237600"/>
                </a:cubicBezTo>
                <a:cubicBezTo>
                  <a:pt x="1226385" y="235217"/>
                  <a:pt x="1232825" y="233993"/>
                  <a:pt x="1240168" y="233993"/>
                </a:cubicBezTo>
                <a:close/>
                <a:moveTo>
                  <a:pt x="910594" y="233993"/>
                </a:moveTo>
                <a:cubicBezTo>
                  <a:pt x="917421" y="233993"/>
                  <a:pt x="923347" y="235346"/>
                  <a:pt x="928435" y="238115"/>
                </a:cubicBezTo>
                <a:cubicBezTo>
                  <a:pt x="933523" y="240885"/>
                  <a:pt x="937645" y="244298"/>
                  <a:pt x="940673" y="248485"/>
                </a:cubicBezTo>
                <a:lnTo>
                  <a:pt x="940673" y="235474"/>
                </a:lnTo>
                <a:lnTo>
                  <a:pt x="963859" y="235474"/>
                </a:lnTo>
                <a:lnTo>
                  <a:pt x="963859" y="326675"/>
                </a:lnTo>
                <a:lnTo>
                  <a:pt x="940673" y="326675"/>
                </a:lnTo>
                <a:lnTo>
                  <a:pt x="940673" y="313343"/>
                </a:lnTo>
                <a:cubicBezTo>
                  <a:pt x="937710" y="317594"/>
                  <a:pt x="933652" y="321136"/>
                  <a:pt x="928435" y="323970"/>
                </a:cubicBezTo>
                <a:cubicBezTo>
                  <a:pt x="923218" y="326740"/>
                  <a:pt x="917228" y="328157"/>
                  <a:pt x="910401" y="328157"/>
                </a:cubicBezTo>
                <a:cubicBezTo>
                  <a:pt x="902736" y="328157"/>
                  <a:pt x="895716" y="326160"/>
                  <a:pt x="889404" y="322231"/>
                </a:cubicBezTo>
                <a:cubicBezTo>
                  <a:pt x="883092" y="318302"/>
                  <a:pt x="878068" y="312699"/>
                  <a:pt x="874397" y="305550"/>
                </a:cubicBezTo>
                <a:cubicBezTo>
                  <a:pt x="870726" y="298336"/>
                  <a:pt x="868858" y="290092"/>
                  <a:pt x="868858" y="280753"/>
                </a:cubicBezTo>
                <a:cubicBezTo>
                  <a:pt x="868858" y="271414"/>
                  <a:pt x="870726" y="263363"/>
                  <a:pt x="874397" y="256214"/>
                </a:cubicBezTo>
                <a:lnTo>
                  <a:pt x="874462" y="256214"/>
                </a:lnTo>
                <a:cubicBezTo>
                  <a:pt x="878133" y="249064"/>
                  <a:pt x="883156" y="243590"/>
                  <a:pt x="889469" y="239725"/>
                </a:cubicBezTo>
                <a:cubicBezTo>
                  <a:pt x="895780" y="235861"/>
                  <a:pt x="902801" y="233993"/>
                  <a:pt x="910594" y="233993"/>
                </a:cubicBezTo>
                <a:close/>
                <a:moveTo>
                  <a:pt x="493490" y="233993"/>
                </a:moveTo>
                <a:cubicBezTo>
                  <a:pt x="500317" y="233993"/>
                  <a:pt x="506243" y="235346"/>
                  <a:pt x="511331" y="238115"/>
                </a:cubicBezTo>
                <a:cubicBezTo>
                  <a:pt x="516419" y="240885"/>
                  <a:pt x="520541" y="244298"/>
                  <a:pt x="523568" y="248485"/>
                </a:cubicBezTo>
                <a:lnTo>
                  <a:pt x="523568" y="235474"/>
                </a:lnTo>
                <a:lnTo>
                  <a:pt x="546755" y="235474"/>
                </a:lnTo>
                <a:lnTo>
                  <a:pt x="546755" y="326675"/>
                </a:lnTo>
                <a:lnTo>
                  <a:pt x="523568" y="326675"/>
                </a:lnTo>
                <a:lnTo>
                  <a:pt x="523568" y="313343"/>
                </a:lnTo>
                <a:cubicBezTo>
                  <a:pt x="520606" y="317594"/>
                  <a:pt x="516548" y="321136"/>
                  <a:pt x="511331" y="323970"/>
                </a:cubicBezTo>
                <a:cubicBezTo>
                  <a:pt x="506114" y="326740"/>
                  <a:pt x="500124" y="328157"/>
                  <a:pt x="493297" y="328157"/>
                </a:cubicBezTo>
                <a:cubicBezTo>
                  <a:pt x="485632" y="328157"/>
                  <a:pt x="478612" y="326160"/>
                  <a:pt x="472300" y="322231"/>
                </a:cubicBezTo>
                <a:cubicBezTo>
                  <a:pt x="465988" y="318302"/>
                  <a:pt x="460964" y="312699"/>
                  <a:pt x="457293" y="305550"/>
                </a:cubicBezTo>
                <a:cubicBezTo>
                  <a:pt x="453622" y="298336"/>
                  <a:pt x="451754" y="290092"/>
                  <a:pt x="451754" y="280753"/>
                </a:cubicBezTo>
                <a:cubicBezTo>
                  <a:pt x="451754" y="271414"/>
                  <a:pt x="453622" y="263363"/>
                  <a:pt x="457293" y="256214"/>
                </a:cubicBezTo>
                <a:lnTo>
                  <a:pt x="457357" y="256214"/>
                </a:lnTo>
                <a:cubicBezTo>
                  <a:pt x="461029" y="249064"/>
                  <a:pt x="466052" y="243590"/>
                  <a:pt x="472364" y="239725"/>
                </a:cubicBezTo>
                <a:cubicBezTo>
                  <a:pt x="478676" y="235861"/>
                  <a:pt x="485697" y="233993"/>
                  <a:pt x="493490" y="233993"/>
                </a:cubicBezTo>
                <a:close/>
                <a:moveTo>
                  <a:pt x="270963" y="233993"/>
                </a:moveTo>
                <a:cubicBezTo>
                  <a:pt x="281848" y="233993"/>
                  <a:pt x="290478" y="236698"/>
                  <a:pt x="296983" y="242173"/>
                </a:cubicBezTo>
                <a:cubicBezTo>
                  <a:pt x="303424" y="247583"/>
                  <a:pt x="307031" y="254925"/>
                  <a:pt x="307675" y="264136"/>
                </a:cubicBezTo>
                <a:lnTo>
                  <a:pt x="285648" y="264136"/>
                </a:lnTo>
                <a:cubicBezTo>
                  <a:pt x="285326" y="260529"/>
                  <a:pt x="283780" y="257631"/>
                  <a:pt x="281139" y="255505"/>
                </a:cubicBezTo>
                <a:cubicBezTo>
                  <a:pt x="278434" y="253380"/>
                  <a:pt x="274827" y="252285"/>
                  <a:pt x="270383" y="252285"/>
                </a:cubicBezTo>
                <a:cubicBezTo>
                  <a:pt x="266197" y="252285"/>
                  <a:pt x="262976" y="253058"/>
                  <a:pt x="260722" y="254603"/>
                </a:cubicBezTo>
                <a:cubicBezTo>
                  <a:pt x="258468" y="256149"/>
                  <a:pt x="257373" y="258275"/>
                  <a:pt x="257373" y="261044"/>
                </a:cubicBezTo>
                <a:cubicBezTo>
                  <a:pt x="257373" y="264136"/>
                  <a:pt x="258918" y="266454"/>
                  <a:pt x="262010" y="268065"/>
                </a:cubicBezTo>
                <a:cubicBezTo>
                  <a:pt x="265102" y="269675"/>
                  <a:pt x="269868" y="271285"/>
                  <a:pt x="276309" y="272895"/>
                </a:cubicBezTo>
                <a:cubicBezTo>
                  <a:pt x="282878" y="274570"/>
                  <a:pt x="288353" y="276244"/>
                  <a:pt x="292604" y="277983"/>
                </a:cubicBezTo>
                <a:cubicBezTo>
                  <a:pt x="296855" y="279722"/>
                  <a:pt x="300590" y="282427"/>
                  <a:pt x="303746" y="286163"/>
                </a:cubicBezTo>
                <a:cubicBezTo>
                  <a:pt x="306902" y="289834"/>
                  <a:pt x="308512" y="294665"/>
                  <a:pt x="308577" y="300719"/>
                </a:cubicBezTo>
                <a:cubicBezTo>
                  <a:pt x="308577" y="306001"/>
                  <a:pt x="307095" y="310702"/>
                  <a:pt x="304197" y="314889"/>
                </a:cubicBezTo>
                <a:cubicBezTo>
                  <a:pt x="301299" y="319075"/>
                  <a:pt x="297112" y="322296"/>
                  <a:pt x="291702" y="324679"/>
                </a:cubicBezTo>
                <a:cubicBezTo>
                  <a:pt x="286292" y="327062"/>
                  <a:pt x="279915" y="328221"/>
                  <a:pt x="272702" y="328221"/>
                </a:cubicBezTo>
                <a:cubicBezTo>
                  <a:pt x="265488" y="328221"/>
                  <a:pt x="258532" y="326869"/>
                  <a:pt x="252607" y="324164"/>
                </a:cubicBezTo>
                <a:lnTo>
                  <a:pt x="252542" y="324099"/>
                </a:lnTo>
                <a:cubicBezTo>
                  <a:pt x="246617" y="321394"/>
                  <a:pt x="241915" y="317787"/>
                  <a:pt x="238437" y="313150"/>
                </a:cubicBezTo>
                <a:cubicBezTo>
                  <a:pt x="234959" y="308513"/>
                  <a:pt x="233091" y="303424"/>
                  <a:pt x="232769" y="297821"/>
                </a:cubicBezTo>
                <a:lnTo>
                  <a:pt x="255956" y="297821"/>
                </a:lnTo>
                <a:cubicBezTo>
                  <a:pt x="256407" y="301363"/>
                  <a:pt x="258146" y="304262"/>
                  <a:pt x="261108" y="306516"/>
                </a:cubicBezTo>
                <a:cubicBezTo>
                  <a:pt x="264071" y="308770"/>
                  <a:pt x="267871" y="309994"/>
                  <a:pt x="272380" y="309994"/>
                </a:cubicBezTo>
                <a:cubicBezTo>
                  <a:pt x="276888" y="309994"/>
                  <a:pt x="280173" y="309092"/>
                  <a:pt x="282685" y="307353"/>
                </a:cubicBezTo>
                <a:cubicBezTo>
                  <a:pt x="285132" y="305614"/>
                  <a:pt x="286421" y="303360"/>
                  <a:pt x="286421" y="300590"/>
                </a:cubicBezTo>
                <a:cubicBezTo>
                  <a:pt x="286421" y="297628"/>
                  <a:pt x="284939" y="295373"/>
                  <a:pt x="281912" y="293892"/>
                </a:cubicBezTo>
                <a:cubicBezTo>
                  <a:pt x="278885" y="292411"/>
                  <a:pt x="274119" y="290800"/>
                  <a:pt x="267485" y="289061"/>
                </a:cubicBezTo>
                <a:cubicBezTo>
                  <a:pt x="260657" y="287387"/>
                  <a:pt x="255118" y="285712"/>
                  <a:pt x="250803" y="283973"/>
                </a:cubicBezTo>
                <a:cubicBezTo>
                  <a:pt x="246488" y="282234"/>
                  <a:pt x="242752" y="279529"/>
                  <a:pt x="239596" y="275922"/>
                </a:cubicBezTo>
                <a:cubicBezTo>
                  <a:pt x="236440" y="272315"/>
                  <a:pt x="234894" y="267421"/>
                  <a:pt x="234894" y="261302"/>
                </a:cubicBezTo>
                <a:cubicBezTo>
                  <a:pt x="234894" y="256278"/>
                  <a:pt x="236376" y="251641"/>
                  <a:pt x="239274" y="247454"/>
                </a:cubicBezTo>
                <a:cubicBezTo>
                  <a:pt x="242173" y="243268"/>
                  <a:pt x="246359" y="239983"/>
                  <a:pt x="251769" y="237600"/>
                </a:cubicBezTo>
                <a:cubicBezTo>
                  <a:pt x="257179" y="235217"/>
                  <a:pt x="263620" y="233993"/>
                  <a:pt x="270963" y="233993"/>
                </a:cubicBezTo>
                <a:close/>
                <a:moveTo>
                  <a:pt x="161791" y="233993"/>
                </a:moveTo>
                <a:cubicBezTo>
                  <a:pt x="168618" y="233993"/>
                  <a:pt x="174544" y="235346"/>
                  <a:pt x="179632" y="238115"/>
                </a:cubicBezTo>
                <a:cubicBezTo>
                  <a:pt x="184720" y="240885"/>
                  <a:pt x="188842" y="244298"/>
                  <a:pt x="191869" y="248485"/>
                </a:cubicBezTo>
                <a:lnTo>
                  <a:pt x="191869" y="235474"/>
                </a:lnTo>
                <a:lnTo>
                  <a:pt x="215056" y="235474"/>
                </a:lnTo>
                <a:lnTo>
                  <a:pt x="215056" y="326676"/>
                </a:lnTo>
                <a:lnTo>
                  <a:pt x="191869" y="326676"/>
                </a:lnTo>
                <a:lnTo>
                  <a:pt x="191869" y="313343"/>
                </a:lnTo>
                <a:cubicBezTo>
                  <a:pt x="188907" y="317594"/>
                  <a:pt x="184849" y="321136"/>
                  <a:pt x="179632" y="323970"/>
                </a:cubicBezTo>
                <a:cubicBezTo>
                  <a:pt x="174415" y="326740"/>
                  <a:pt x="168425" y="328157"/>
                  <a:pt x="161598" y="328157"/>
                </a:cubicBezTo>
                <a:cubicBezTo>
                  <a:pt x="153933" y="328157"/>
                  <a:pt x="146913" y="326160"/>
                  <a:pt x="140601" y="322231"/>
                </a:cubicBezTo>
                <a:cubicBezTo>
                  <a:pt x="134289" y="318303"/>
                  <a:pt x="129265" y="312699"/>
                  <a:pt x="125594" y="305550"/>
                </a:cubicBezTo>
                <a:cubicBezTo>
                  <a:pt x="121923" y="298336"/>
                  <a:pt x="120055" y="290092"/>
                  <a:pt x="120055" y="280753"/>
                </a:cubicBezTo>
                <a:cubicBezTo>
                  <a:pt x="120055" y="271414"/>
                  <a:pt x="121923" y="263363"/>
                  <a:pt x="125594" y="256214"/>
                </a:cubicBezTo>
                <a:lnTo>
                  <a:pt x="125658" y="256214"/>
                </a:lnTo>
                <a:cubicBezTo>
                  <a:pt x="129330" y="249064"/>
                  <a:pt x="134353" y="243590"/>
                  <a:pt x="140665" y="239725"/>
                </a:cubicBezTo>
                <a:cubicBezTo>
                  <a:pt x="146977" y="235861"/>
                  <a:pt x="153998" y="233993"/>
                  <a:pt x="161791" y="233993"/>
                </a:cubicBezTo>
                <a:close/>
                <a:moveTo>
                  <a:pt x="2407748" y="233992"/>
                </a:moveTo>
                <a:cubicBezTo>
                  <a:pt x="2414575" y="233992"/>
                  <a:pt x="2420501" y="235345"/>
                  <a:pt x="2425589" y="238114"/>
                </a:cubicBezTo>
                <a:cubicBezTo>
                  <a:pt x="2430677" y="240884"/>
                  <a:pt x="2434799" y="244298"/>
                  <a:pt x="2437826" y="248484"/>
                </a:cubicBezTo>
                <a:lnTo>
                  <a:pt x="2437826" y="235474"/>
                </a:lnTo>
                <a:lnTo>
                  <a:pt x="2461013" y="235474"/>
                </a:lnTo>
                <a:lnTo>
                  <a:pt x="2461013" y="326675"/>
                </a:lnTo>
                <a:lnTo>
                  <a:pt x="2437826" y="326675"/>
                </a:lnTo>
                <a:lnTo>
                  <a:pt x="2437826" y="313342"/>
                </a:lnTo>
                <a:cubicBezTo>
                  <a:pt x="2434864" y="317593"/>
                  <a:pt x="2430806" y="321136"/>
                  <a:pt x="2425589" y="323970"/>
                </a:cubicBezTo>
                <a:cubicBezTo>
                  <a:pt x="2420372" y="326739"/>
                  <a:pt x="2414382" y="328156"/>
                  <a:pt x="2407555" y="328156"/>
                </a:cubicBezTo>
                <a:cubicBezTo>
                  <a:pt x="2399890" y="328156"/>
                  <a:pt x="2392870" y="326160"/>
                  <a:pt x="2386558" y="322231"/>
                </a:cubicBezTo>
                <a:cubicBezTo>
                  <a:pt x="2380246" y="318302"/>
                  <a:pt x="2375222" y="312698"/>
                  <a:pt x="2371551" y="305549"/>
                </a:cubicBezTo>
                <a:cubicBezTo>
                  <a:pt x="2367880" y="298336"/>
                  <a:pt x="2366012" y="290091"/>
                  <a:pt x="2366012" y="280752"/>
                </a:cubicBezTo>
                <a:cubicBezTo>
                  <a:pt x="2366012" y="271413"/>
                  <a:pt x="2367880" y="263362"/>
                  <a:pt x="2371551" y="256213"/>
                </a:cubicBezTo>
                <a:lnTo>
                  <a:pt x="2371615" y="256213"/>
                </a:lnTo>
                <a:cubicBezTo>
                  <a:pt x="2375287" y="249064"/>
                  <a:pt x="2380310" y="243589"/>
                  <a:pt x="2386622" y="239725"/>
                </a:cubicBezTo>
                <a:cubicBezTo>
                  <a:pt x="2392934" y="235860"/>
                  <a:pt x="2399955" y="233992"/>
                  <a:pt x="2407748" y="233992"/>
                </a:cubicBezTo>
                <a:close/>
                <a:moveTo>
                  <a:pt x="331055" y="212996"/>
                </a:moveTo>
                <a:lnTo>
                  <a:pt x="354242" y="212996"/>
                </a:lnTo>
                <a:lnTo>
                  <a:pt x="354242" y="235539"/>
                </a:lnTo>
                <a:lnTo>
                  <a:pt x="374659" y="235539"/>
                </a:lnTo>
                <a:lnTo>
                  <a:pt x="374659" y="254474"/>
                </a:lnTo>
                <a:lnTo>
                  <a:pt x="354242" y="254474"/>
                </a:lnTo>
                <a:lnTo>
                  <a:pt x="354242" y="298529"/>
                </a:lnTo>
                <a:cubicBezTo>
                  <a:pt x="354242" y="301621"/>
                  <a:pt x="355015" y="303811"/>
                  <a:pt x="356496" y="305228"/>
                </a:cubicBezTo>
                <a:cubicBezTo>
                  <a:pt x="357977" y="306580"/>
                  <a:pt x="360489" y="307289"/>
                  <a:pt x="363967" y="307289"/>
                </a:cubicBezTo>
                <a:lnTo>
                  <a:pt x="374659" y="307289"/>
                </a:lnTo>
                <a:lnTo>
                  <a:pt x="374659" y="326740"/>
                </a:lnTo>
                <a:lnTo>
                  <a:pt x="360167" y="326740"/>
                </a:lnTo>
                <a:cubicBezTo>
                  <a:pt x="340716" y="326740"/>
                  <a:pt x="331055" y="317272"/>
                  <a:pt x="331055" y="298400"/>
                </a:cubicBezTo>
                <a:lnTo>
                  <a:pt x="331055" y="254474"/>
                </a:lnTo>
                <a:lnTo>
                  <a:pt x="320170" y="254474"/>
                </a:lnTo>
                <a:lnTo>
                  <a:pt x="320170" y="235539"/>
                </a:lnTo>
                <a:lnTo>
                  <a:pt x="331055" y="235539"/>
                </a:lnTo>
                <a:close/>
                <a:moveTo>
                  <a:pt x="0" y="211772"/>
                </a:moveTo>
                <a:lnTo>
                  <a:pt x="24668" y="211772"/>
                </a:lnTo>
                <a:lnTo>
                  <a:pt x="56292" y="303102"/>
                </a:lnTo>
                <a:lnTo>
                  <a:pt x="87723" y="211772"/>
                </a:lnTo>
                <a:lnTo>
                  <a:pt x="112262" y="211772"/>
                </a:lnTo>
                <a:lnTo>
                  <a:pt x="70140" y="326675"/>
                </a:lnTo>
                <a:lnTo>
                  <a:pt x="42123" y="326675"/>
                </a:lnTo>
                <a:close/>
                <a:moveTo>
                  <a:pt x="608522" y="211643"/>
                </a:moveTo>
                <a:lnTo>
                  <a:pt x="631580" y="211643"/>
                </a:lnTo>
                <a:lnTo>
                  <a:pt x="683750" y="290671"/>
                </a:lnTo>
                <a:lnTo>
                  <a:pt x="683750" y="211643"/>
                </a:lnTo>
                <a:lnTo>
                  <a:pt x="706808" y="211643"/>
                </a:lnTo>
                <a:lnTo>
                  <a:pt x="706808" y="326675"/>
                </a:lnTo>
                <a:lnTo>
                  <a:pt x="683750" y="326675"/>
                </a:lnTo>
                <a:lnTo>
                  <a:pt x="631580" y="247840"/>
                </a:lnTo>
                <a:lnTo>
                  <a:pt x="631580" y="326675"/>
                </a:lnTo>
                <a:lnTo>
                  <a:pt x="608522" y="326675"/>
                </a:lnTo>
                <a:close/>
                <a:moveTo>
                  <a:pt x="2549316" y="204880"/>
                </a:moveTo>
                <a:lnTo>
                  <a:pt x="2572696" y="204880"/>
                </a:lnTo>
                <a:lnTo>
                  <a:pt x="2572696" y="326675"/>
                </a:lnTo>
                <a:lnTo>
                  <a:pt x="2549316" y="326675"/>
                </a:lnTo>
                <a:lnTo>
                  <a:pt x="2549316" y="313149"/>
                </a:lnTo>
                <a:cubicBezTo>
                  <a:pt x="2546482" y="317658"/>
                  <a:pt x="2542488" y="321264"/>
                  <a:pt x="2537271" y="324034"/>
                </a:cubicBezTo>
                <a:cubicBezTo>
                  <a:pt x="2532119" y="326803"/>
                  <a:pt x="2526129" y="328156"/>
                  <a:pt x="2519302" y="328156"/>
                </a:cubicBezTo>
                <a:cubicBezTo>
                  <a:pt x="2511637" y="328156"/>
                  <a:pt x="2504617" y="326159"/>
                  <a:pt x="2498241" y="322231"/>
                </a:cubicBezTo>
                <a:cubicBezTo>
                  <a:pt x="2491864" y="318302"/>
                  <a:pt x="2486840" y="312698"/>
                  <a:pt x="2483169" y="305549"/>
                </a:cubicBezTo>
                <a:cubicBezTo>
                  <a:pt x="2479498" y="298335"/>
                  <a:pt x="2477630" y="290091"/>
                  <a:pt x="2477630" y="280752"/>
                </a:cubicBezTo>
                <a:cubicBezTo>
                  <a:pt x="2477630" y="271413"/>
                  <a:pt x="2479498" y="263362"/>
                  <a:pt x="2483169" y="256213"/>
                </a:cubicBezTo>
                <a:lnTo>
                  <a:pt x="2483233" y="256213"/>
                </a:lnTo>
                <a:cubicBezTo>
                  <a:pt x="2486905" y="249064"/>
                  <a:pt x="2491928" y="243589"/>
                  <a:pt x="2498305" y="239724"/>
                </a:cubicBezTo>
                <a:cubicBezTo>
                  <a:pt x="2504681" y="235860"/>
                  <a:pt x="2511766" y="233992"/>
                  <a:pt x="2519559" y="233992"/>
                </a:cubicBezTo>
                <a:cubicBezTo>
                  <a:pt x="2525485" y="233992"/>
                  <a:pt x="2531153" y="235280"/>
                  <a:pt x="2536499" y="237857"/>
                </a:cubicBezTo>
                <a:cubicBezTo>
                  <a:pt x="2541844" y="240433"/>
                  <a:pt x="2546160" y="243847"/>
                  <a:pt x="2549316" y="248162"/>
                </a:cubicBezTo>
                <a:close/>
                <a:moveTo>
                  <a:pt x="1892359" y="204880"/>
                </a:moveTo>
                <a:lnTo>
                  <a:pt x="1915739" y="204880"/>
                </a:lnTo>
                <a:lnTo>
                  <a:pt x="1915739" y="326675"/>
                </a:lnTo>
                <a:lnTo>
                  <a:pt x="1892359" y="326675"/>
                </a:lnTo>
                <a:lnTo>
                  <a:pt x="1892359" y="313149"/>
                </a:lnTo>
                <a:cubicBezTo>
                  <a:pt x="1889525" y="317658"/>
                  <a:pt x="1885531" y="321264"/>
                  <a:pt x="1880314" y="324034"/>
                </a:cubicBezTo>
                <a:cubicBezTo>
                  <a:pt x="1875162" y="326803"/>
                  <a:pt x="1869172" y="328156"/>
                  <a:pt x="1862345" y="328156"/>
                </a:cubicBezTo>
                <a:cubicBezTo>
                  <a:pt x="1854680" y="328156"/>
                  <a:pt x="1847660" y="326159"/>
                  <a:pt x="1841284" y="322231"/>
                </a:cubicBezTo>
                <a:cubicBezTo>
                  <a:pt x="1834907" y="318302"/>
                  <a:pt x="1829883" y="312698"/>
                  <a:pt x="1826212" y="305549"/>
                </a:cubicBezTo>
                <a:cubicBezTo>
                  <a:pt x="1822541" y="298335"/>
                  <a:pt x="1820673" y="290091"/>
                  <a:pt x="1820673" y="280752"/>
                </a:cubicBezTo>
                <a:cubicBezTo>
                  <a:pt x="1820673" y="271413"/>
                  <a:pt x="1822541" y="263362"/>
                  <a:pt x="1826212" y="256213"/>
                </a:cubicBezTo>
                <a:lnTo>
                  <a:pt x="1826276" y="256213"/>
                </a:lnTo>
                <a:cubicBezTo>
                  <a:pt x="1829948" y="249064"/>
                  <a:pt x="1834971" y="243589"/>
                  <a:pt x="1841348" y="239724"/>
                </a:cubicBezTo>
                <a:cubicBezTo>
                  <a:pt x="1847724" y="235860"/>
                  <a:pt x="1854809" y="233992"/>
                  <a:pt x="1862602" y="233992"/>
                </a:cubicBezTo>
                <a:cubicBezTo>
                  <a:pt x="1868528" y="233992"/>
                  <a:pt x="1874196" y="235280"/>
                  <a:pt x="1879542" y="237857"/>
                </a:cubicBezTo>
                <a:cubicBezTo>
                  <a:pt x="1884887" y="240433"/>
                  <a:pt x="1889203" y="243847"/>
                  <a:pt x="1892359" y="248162"/>
                </a:cubicBezTo>
                <a:close/>
                <a:moveTo>
                  <a:pt x="1161011" y="204880"/>
                </a:moveTo>
                <a:lnTo>
                  <a:pt x="1184391" y="204880"/>
                </a:lnTo>
                <a:lnTo>
                  <a:pt x="1184391" y="326675"/>
                </a:lnTo>
                <a:lnTo>
                  <a:pt x="1161011" y="326675"/>
                </a:lnTo>
                <a:lnTo>
                  <a:pt x="1161011" y="313149"/>
                </a:lnTo>
                <a:cubicBezTo>
                  <a:pt x="1158177" y="317658"/>
                  <a:pt x="1154183" y="321264"/>
                  <a:pt x="1148966" y="324034"/>
                </a:cubicBezTo>
                <a:cubicBezTo>
                  <a:pt x="1143814" y="326803"/>
                  <a:pt x="1137824" y="328156"/>
                  <a:pt x="1130997" y="328156"/>
                </a:cubicBezTo>
                <a:cubicBezTo>
                  <a:pt x="1123332" y="328156"/>
                  <a:pt x="1116312" y="326159"/>
                  <a:pt x="1109935" y="322231"/>
                </a:cubicBezTo>
                <a:cubicBezTo>
                  <a:pt x="1103559" y="318302"/>
                  <a:pt x="1098535" y="312698"/>
                  <a:pt x="1094864" y="305549"/>
                </a:cubicBezTo>
                <a:cubicBezTo>
                  <a:pt x="1091193" y="298335"/>
                  <a:pt x="1089325" y="290091"/>
                  <a:pt x="1089325" y="280752"/>
                </a:cubicBezTo>
                <a:cubicBezTo>
                  <a:pt x="1089325" y="271413"/>
                  <a:pt x="1091193" y="263362"/>
                  <a:pt x="1094864" y="256213"/>
                </a:cubicBezTo>
                <a:lnTo>
                  <a:pt x="1094928" y="256213"/>
                </a:lnTo>
                <a:cubicBezTo>
                  <a:pt x="1098600" y="249064"/>
                  <a:pt x="1103623" y="243589"/>
                  <a:pt x="1110000" y="239724"/>
                </a:cubicBezTo>
                <a:cubicBezTo>
                  <a:pt x="1116376" y="235860"/>
                  <a:pt x="1123461" y="233992"/>
                  <a:pt x="1131254" y="233992"/>
                </a:cubicBezTo>
                <a:cubicBezTo>
                  <a:pt x="1137180" y="233992"/>
                  <a:pt x="1142848" y="235280"/>
                  <a:pt x="1148194" y="237857"/>
                </a:cubicBezTo>
                <a:cubicBezTo>
                  <a:pt x="1153539" y="240433"/>
                  <a:pt x="1157855" y="243847"/>
                  <a:pt x="1161011" y="248162"/>
                </a:cubicBezTo>
                <a:close/>
                <a:moveTo>
                  <a:pt x="1545975" y="204816"/>
                </a:moveTo>
                <a:lnTo>
                  <a:pt x="1569033" y="204816"/>
                </a:lnTo>
                <a:lnTo>
                  <a:pt x="1569033" y="326611"/>
                </a:lnTo>
                <a:lnTo>
                  <a:pt x="1545975" y="326611"/>
                </a:lnTo>
                <a:close/>
                <a:moveTo>
                  <a:pt x="829118" y="204816"/>
                </a:moveTo>
                <a:lnTo>
                  <a:pt x="852176" y="204816"/>
                </a:lnTo>
                <a:lnTo>
                  <a:pt x="852176" y="326611"/>
                </a:lnTo>
                <a:lnTo>
                  <a:pt x="829118" y="326611"/>
                </a:lnTo>
                <a:close/>
                <a:moveTo>
                  <a:pt x="1708475" y="202691"/>
                </a:moveTo>
                <a:cubicBezTo>
                  <a:pt x="1711567" y="202691"/>
                  <a:pt x="1714143" y="203786"/>
                  <a:pt x="1716269" y="205911"/>
                </a:cubicBezTo>
                <a:cubicBezTo>
                  <a:pt x="1718394" y="208037"/>
                  <a:pt x="1719489" y="210678"/>
                  <a:pt x="1719489" y="213705"/>
                </a:cubicBezTo>
                <a:cubicBezTo>
                  <a:pt x="1719489" y="216732"/>
                  <a:pt x="1718394" y="219373"/>
                  <a:pt x="1716269" y="221434"/>
                </a:cubicBezTo>
                <a:cubicBezTo>
                  <a:pt x="1714143" y="223495"/>
                  <a:pt x="1711503" y="224590"/>
                  <a:pt x="1708475" y="224590"/>
                </a:cubicBezTo>
                <a:cubicBezTo>
                  <a:pt x="1705448" y="224590"/>
                  <a:pt x="1702808" y="223559"/>
                  <a:pt x="1700746" y="221434"/>
                </a:cubicBezTo>
                <a:cubicBezTo>
                  <a:pt x="1698685" y="219373"/>
                  <a:pt x="1697591" y="216796"/>
                  <a:pt x="1697591" y="213705"/>
                </a:cubicBezTo>
                <a:cubicBezTo>
                  <a:pt x="1697591" y="210613"/>
                  <a:pt x="1698621" y="208037"/>
                  <a:pt x="1700746" y="205911"/>
                </a:cubicBezTo>
                <a:cubicBezTo>
                  <a:pt x="1702872" y="203786"/>
                  <a:pt x="1705384" y="202691"/>
                  <a:pt x="1708475" y="202691"/>
                </a:cubicBezTo>
                <a:close/>
                <a:moveTo>
                  <a:pt x="1678011" y="202691"/>
                </a:moveTo>
                <a:cubicBezTo>
                  <a:pt x="1681102" y="202691"/>
                  <a:pt x="1683678" y="203786"/>
                  <a:pt x="1685804" y="205911"/>
                </a:cubicBezTo>
                <a:cubicBezTo>
                  <a:pt x="1687929" y="208037"/>
                  <a:pt x="1689024" y="210678"/>
                  <a:pt x="1689024" y="213705"/>
                </a:cubicBezTo>
                <a:cubicBezTo>
                  <a:pt x="1689024" y="216732"/>
                  <a:pt x="1687929" y="219373"/>
                  <a:pt x="1685804" y="221434"/>
                </a:cubicBezTo>
                <a:cubicBezTo>
                  <a:pt x="1683678" y="223495"/>
                  <a:pt x="1681038" y="224590"/>
                  <a:pt x="1678011" y="224590"/>
                </a:cubicBezTo>
                <a:cubicBezTo>
                  <a:pt x="1674983" y="224590"/>
                  <a:pt x="1672343" y="223559"/>
                  <a:pt x="1670282" y="221434"/>
                </a:cubicBezTo>
                <a:cubicBezTo>
                  <a:pt x="1668221" y="219373"/>
                  <a:pt x="1667126" y="216796"/>
                  <a:pt x="1667126" y="213705"/>
                </a:cubicBezTo>
                <a:cubicBezTo>
                  <a:pt x="1667126" y="210613"/>
                  <a:pt x="1668156" y="208037"/>
                  <a:pt x="1670282" y="205911"/>
                </a:cubicBezTo>
                <a:cubicBezTo>
                  <a:pt x="1672343" y="203786"/>
                  <a:pt x="1674919" y="202691"/>
                  <a:pt x="1678011" y="202691"/>
                </a:cubicBezTo>
                <a:close/>
                <a:moveTo>
                  <a:pt x="1494319" y="202691"/>
                </a:moveTo>
                <a:cubicBezTo>
                  <a:pt x="1497411" y="202691"/>
                  <a:pt x="1499987" y="203786"/>
                  <a:pt x="1502113" y="205911"/>
                </a:cubicBezTo>
                <a:cubicBezTo>
                  <a:pt x="1504238" y="208037"/>
                  <a:pt x="1505333" y="210678"/>
                  <a:pt x="1505333" y="213705"/>
                </a:cubicBezTo>
                <a:cubicBezTo>
                  <a:pt x="1505333" y="216732"/>
                  <a:pt x="1504238" y="219373"/>
                  <a:pt x="1502113" y="221434"/>
                </a:cubicBezTo>
                <a:cubicBezTo>
                  <a:pt x="1499987" y="223495"/>
                  <a:pt x="1497346" y="224590"/>
                  <a:pt x="1494319" y="224590"/>
                </a:cubicBezTo>
                <a:cubicBezTo>
                  <a:pt x="1491292" y="224590"/>
                  <a:pt x="1488652" y="223559"/>
                  <a:pt x="1486590" y="221434"/>
                </a:cubicBezTo>
                <a:cubicBezTo>
                  <a:pt x="1484529" y="219373"/>
                  <a:pt x="1483435" y="216796"/>
                  <a:pt x="1483435" y="213705"/>
                </a:cubicBezTo>
                <a:cubicBezTo>
                  <a:pt x="1483435" y="210613"/>
                  <a:pt x="1484465" y="208037"/>
                  <a:pt x="1486590" y="205911"/>
                </a:cubicBezTo>
                <a:cubicBezTo>
                  <a:pt x="1488716" y="203786"/>
                  <a:pt x="1491228" y="202691"/>
                  <a:pt x="1494319" y="202691"/>
                </a:cubicBezTo>
                <a:close/>
                <a:moveTo>
                  <a:pt x="1463855" y="202691"/>
                </a:moveTo>
                <a:cubicBezTo>
                  <a:pt x="1466946" y="202691"/>
                  <a:pt x="1469522" y="203786"/>
                  <a:pt x="1471648" y="205911"/>
                </a:cubicBezTo>
                <a:cubicBezTo>
                  <a:pt x="1473773" y="208037"/>
                  <a:pt x="1474868" y="210678"/>
                  <a:pt x="1474868" y="213705"/>
                </a:cubicBezTo>
                <a:cubicBezTo>
                  <a:pt x="1474868" y="216732"/>
                  <a:pt x="1473773" y="219373"/>
                  <a:pt x="1471648" y="221434"/>
                </a:cubicBezTo>
                <a:cubicBezTo>
                  <a:pt x="1469522" y="223495"/>
                  <a:pt x="1466882" y="224590"/>
                  <a:pt x="1463855" y="224590"/>
                </a:cubicBezTo>
                <a:cubicBezTo>
                  <a:pt x="1460827" y="224590"/>
                  <a:pt x="1458187" y="223559"/>
                  <a:pt x="1456126" y="221434"/>
                </a:cubicBezTo>
                <a:cubicBezTo>
                  <a:pt x="1454065" y="219373"/>
                  <a:pt x="1452970" y="216796"/>
                  <a:pt x="1452970" y="213705"/>
                </a:cubicBezTo>
                <a:cubicBezTo>
                  <a:pt x="1452970" y="210613"/>
                  <a:pt x="1454000" y="208037"/>
                  <a:pt x="1456126" y="205911"/>
                </a:cubicBezTo>
                <a:cubicBezTo>
                  <a:pt x="1458187" y="203786"/>
                  <a:pt x="1460763" y="202691"/>
                  <a:pt x="1463855" y="202691"/>
                </a:cubicBezTo>
                <a:close/>
                <a:moveTo>
                  <a:pt x="186008" y="202691"/>
                </a:moveTo>
                <a:cubicBezTo>
                  <a:pt x="189100" y="202691"/>
                  <a:pt x="191676" y="203786"/>
                  <a:pt x="193802" y="205911"/>
                </a:cubicBezTo>
                <a:cubicBezTo>
                  <a:pt x="195927" y="208037"/>
                  <a:pt x="197022" y="210678"/>
                  <a:pt x="197022" y="213705"/>
                </a:cubicBezTo>
                <a:cubicBezTo>
                  <a:pt x="197022" y="216732"/>
                  <a:pt x="195927" y="219373"/>
                  <a:pt x="193802" y="221434"/>
                </a:cubicBezTo>
                <a:cubicBezTo>
                  <a:pt x="191676" y="223495"/>
                  <a:pt x="189036" y="224590"/>
                  <a:pt x="186008" y="224590"/>
                </a:cubicBezTo>
                <a:cubicBezTo>
                  <a:pt x="182981" y="224590"/>
                  <a:pt x="180341" y="223559"/>
                  <a:pt x="178279" y="221434"/>
                </a:cubicBezTo>
                <a:cubicBezTo>
                  <a:pt x="176218" y="219373"/>
                  <a:pt x="175123" y="216796"/>
                  <a:pt x="175123" y="213705"/>
                </a:cubicBezTo>
                <a:cubicBezTo>
                  <a:pt x="175123" y="210613"/>
                  <a:pt x="176154" y="208037"/>
                  <a:pt x="178279" y="205911"/>
                </a:cubicBezTo>
                <a:cubicBezTo>
                  <a:pt x="180405" y="203786"/>
                  <a:pt x="182917" y="202691"/>
                  <a:pt x="186008" y="202691"/>
                </a:cubicBezTo>
                <a:close/>
                <a:moveTo>
                  <a:pt x="155544" y="202691"/>
                </a:moveTo>
                <a:cubicBezTo>
                  <a:pt x="158635" y="202691"/>
                  <a:pt x="161211" y="203786"/>
                  <a:pt x="163337" y="205911"/>
                </a:cubicBezTo>
                <a:cubicBezTo>
                  <a:pt x="165462" y="208037"/>
                  <a:pt x="166557" y="210678"/>
                  <a:pt x="166557" y="213705"/>
                </a:cubicBezTo>
                <a:cubicBezTo>
                  <a:pt x="166557" y="216732"/>
                  <a:pt x="165462" y="219373"/>
                  <a:pt x="163337" y="221434"/>
                </a:cubicBezTo>
                <a:cubicBezTo>
                  <a:pt x="161211" y="223495"/>
                  <a:pt x="158571" y="224590"/>
                  <a:pt x="155544" y="224590"/>
                </a:cubicBezTo>
                <a:cubicBezTo>
                  <a:pt x="152516" y="224590"/>
                  <a:pt x="149876" y="223559"/>
                  <a:pt x="147815" y="221434"/>
                </a:cubicBezTo>
                <a:cubicBezTo>
                  <a:pt x="145754" y="219373"/>
                  <a:pt x="144659" y="216796"/>
                  <a:pt x="144659" y="213705"/>
                </a:cubicBezTo>
                <a:cubicBezTo>
                  <a:pt x="144659" y="210613"/>
                  <a:pt x="145689" y="208037"/>
                  <a:pt x="147815" y="205911"/>
                </a:cubicBezTo>
                <a:cubicBezTo>
                  <a:pt x="149876" y="203786"/>
                  <a:pt x="152452" y="202691"/>
                  <a:pt x="155544" y="202691"/>
                </a:cubicBezTo>
                <a:close/>
                <a:moveTo>
                  <a:pt x="2416765" y="200372"/>
                </a:moveTo>
                <a:cubicBezTo>
                  <a:pt x="2414575" y="200372"/>
                  <a:pt x="2412707" y="201080"/>
                  <a:pt x="2411162" y="202562"/>
                </a:cubicBezTo>
                <a:cubicBezTo>
                  <a:pt x="2409616" y="204043"/>
                  <a:pt x="2408843" y="206040"/>
                  <a:pt x="2408843" y="208551"/>
                </a:cubicBezTo>
                <a:cubicBezTo>
                  <a:pt x="2408843" y="210870"/>
                  <a:pt x="2409616" y="212802"/>
                  <a:pt x="2411162" y="214412"/>
                </a:cubicBezTo>
                <a:cubicBezTo>
                  <a:pt x="2412707" y="216023"/>
                  <a:pt x="2414575" y="216796"/>
                  <a:pt x="2416765" y="216796"/>
                </a:cubicBezTo>
                <a:cubicBezTo>
                  <a:pt x="2418955" y="216796"/>
                  <a:pt x="2420823" y="216023"/>
                  <a:pt x="2422369" y="214412"/>
                </a:cubicBezTo>
                <a:cubicBezTo>
                  <a:pt x="2423914" y="212802"/>
                  <a:pt x="2424687" y="210870"/>
                  <a:pt x="2424687" y="208551"/>
                </a:cubicBezTo>
                <a:cubicBezTo>
                  <a:pt x="2424687" y="206040"/>
                  <a:pt x="2423914" y="204043"/>
                  <a:pt x="2422369" y="202562"/>
                </a:cubicBezTo>
                <a:cubicBezTo>
                  <a:pt x="2420823" y="201080"/>
                  <a:pt x="2418955" y="200372"/>
                  <a:pt x="2416765" y="200372"/>
                </a:cubicBezTo>
                <a:close/>
                <a:moveTo>
                  <a:pt x="1632538" y="198762"/>
                </a:moveTo>
                <a:lnTo>
                  <a:pt x="1632538" y="218213"/>
                </a:lnTo>
                <a:cubicBezTo>
                  <a:pt x="1626935" y="218084"/>
                  <a:pt x="1623070" y="219050"/>
                  <a:pt x="1620880" y="220983"/>
                </a:cubicBezTo>
                <a:cubicBezTo>
                  <a:pt x="1618691" y="222915"/>
                  <a:pt x="1617596" y="226522"/>
                  <a:pt x="1617596" y="231674"/>
                </a:cubicBezTo>
                <a:lnTo>
                  <a:pt x="1617596" y="235474"/>
                </a:lnTo>
                <a:lnTo>
                  <a:pt x="1633569" y="235474"/>
                </a:lnTo>
                <a:lnTo>
                  <a:pt x="1633569" y="254410"/>
                </a:lnTo>
                <a:lnTo>
                  <a:pt x="1617596" y="254410"/>
                </a:lnTo>
                <a:lnTo>
                  <a:pt x="1617596" y="326675"/>
                </a:lnTo>
                <a:lnTo>
                  <a:pt x="1594216" y="326675"/>
                </a:lnTo>
                <a:lnTo>
                  <a:pt x="1594216" y="254410"/>
                </a:lnTo>
                <a:lnTo>
                  <a:pt x="1583846" y="254410"/>
                </a:lnTo>
                <a:lnTo>
                  <a:pt x="1583846" y="235474"/>
                </a:lnTo>
                <a:lnTo>
                  <a:pt x="1594216" y="235474"/>
                </a:lnTo>
                <a:lnTo>
                  <a:pt x="1594216" y="230837"/>
                </a:lnTo>
                <a:cubicBezTo>
                  <a:pt x="1594216" y="219630"/>
                  <a:pt x="1597372" y="211386"/>
                  <a:pt x="1603748" y="206169"/>
                </a:cubicBezTo>
                <a:cubicBezTo>
                  <a:pt x="1610124" y="200888"/>
                  <a:pt x="1619721" y="198440"/>
                  <a:pt x="1632538" y="198762"/>
                </a:cubicBezTo>
                <a:close/>
                <a:moveTo>
                  <a:pt x="2416829" y="189680"/>
                </a:moveTo>
                <a:cubicBezTo>
                  <a:pt x="2422175" y="189680"/>
                  <a:pt x="2426877" y="191419"/>
                  <a:pt x="2430548" y="194897"/>
                </a:cubicBezTo>
                <a:cubicBezTo>
                  <a:pt x="2434220" y="198375"/>
                  <a:pt x="2436087" y="202948"/>
                  <a:pt x="2436087" y="208616"/>
                </a:cubicBezTo>
                <a:cubicBezTo>
                  <a:pt x="2436087" y="214284"/>
                  <a:pt x="2434220" y="218921"/>
                  <a:pt x="2430548" y="222335"/>
                </a:cubicBezTo>
                <a:cubicBezTo>
                  <a:pt x="2426877" y="225813"/>
                  <a:pt x="2422304" y="227552"/>
                  <a:pt x="2416829" y="227552"/>
                </a:cubicBezTo>
                <a:cubicBezTo>
                  <a:pt x="2411355" y="227552"/>
                  <a:pt x="2406911" y="225813"/>
                  <a:pt x="2403175" y="222335"/>
                </a:cubicBezTo>
                <a:cubicBezTo>
                  <a:pt x="2399440" y="218857"/>
                  <a:pt x="2397572" y="214284"/>
                  <a:pt x="2397572" y="208616"/>
                </a:cubicBezTo>
                <a:cubicBezTo>
                  <a:pt x="2397572" y="202948"/>
                  <a:pt x="2399440" y="198311"/>
                  <a:pt x="2403175" y="194897"/>
                </a:cubicBezTo>
                <a:cubicBezTo>
                  <a:pt x="2406911" y="191483"/>
                  <a:pt x="2411484" y="189680"/>
                  <a:pt x="2416829" y="189680"/>
                </a:cubicBezTo>
                <a:close/>
                <a:moveTo>
                  <a:pt x="440806" y="60672"/>
                </a:moveTo>
                <a:lnTo>
                  <a:pt x="510623" y="60672"/>
                </a:lnTo>
                <a:lnTo>
                  <a:pt x="510623" y="80123"/>
                </a:lnTo>
                <a:lnTo>
                  <a:pt x="440806" y="80123"/>
                </a:lnTo>
                <a:close/>
                <a:moveTo>
                  <a:pt x="2596720" y="56679"/>
                </a:moveTo>
                <a:cubicBezTo>
                  <a:pt x="2592404" y="56679"/>
                  <a:pt x="2588476" y="57709"/>
                  <a:pt x="2584869" y="59835"/>
                </a:cubicBezTo>
                <a:cubicBezTo>
                  <a:pt x="2581262" y="61896"/>
                  <a:pt x="2578299" y="64988"/>
                  <a:pt x="2576045" y="68981"/>
                </a:cubicBezTo>
                <a:cubicBezTo>
                  <a:pt x="2573790" y="72974"/>
                  <a:pt x="2572696" y="77740"/>
                  <a:pt x="2572696" y="83215"/>
                </a:cubicBezTo>
                <a:cubicBezTo>
                  <a:pt x="2572696" y="88690"/>
                  <a:pt x="2573790" y="93520"/>
                  <a:pt x="2576045" y="97642"/>
                </a:cubicBezTo>
                <a:cubicBezTo>
                  <a:pt x="2578299" y="101764"/>
                  <a:pt x="2581262" y="104920"/>
                  <a:pt x="2584933" y="107110"/>
                </a:cubicBezTo>
                <a:cubicBezTo>
                  <a:pt x="2588604" y="109300"/>
                  <a:pt x="2592533" y="110395"/>
                  <a:pt x="2596720" y="110395"/>
                </a:cubicBezTo>
                <a:cubicBezTo>
                  <a:pt x="2600906" y="110395"/>
                  <a:pt x="2605028" y="109300"/>
                  <a:pt x="2608764" y="107174"/>
                </a:cubicBezTo>
                <a:cubicBezTo>
                  <a:pt x="2612500" y="105049"/>
                  <a:pt x="2615462" y="101957"/>
                  <a:pt x="2617652" y="97964"/>
                </a:cubicBezTo>
                <a:cubicBezTo>
                  <a:pt x="2619842" y="93971"/>
                  <a:pt x="2620937" y="89140"/>
                  <a:pt x="2620937" y="83537"/>
                </a:cubicBezTo>
                <a:cubicBezTo>
                  <a:pt x="2620937" y="77933"/>
                  <a:pt x="2619842" y="73167"/>
                  <a:pt x="2617652" y="69110"/>
                </a:cubicBezTo>
                <a:cubicBezTo>
                  <a:pt x="2615462" y="65116"/>
                  <a:pt x="2612500" y="62025"/>
                  <a:pt x="2608764" y="59899"/>
                </a:cubicBezTo>
                <a:cubicBezTo>
                  <a:pt x="2605028" y="57774"/>
                  <a:pt x="2601035" y="56679"/>
                  <a:pt x="2596720" y="56679"/>
                </a:cubicBezTo>
                <a:close/>
                <a:moveTo>
                  <a:pt x="1407756" y="56679"/>
                </a:moveTo>
                <a:cubicBezTo>
                  <a:pt x="1403440" y="56679"/>
                  <a:pt x="1399511" y="57709"/>
                  <a:pt x="1395905" y="59835"/>
                </a:cubicBezTo>
                <a:cubicBezTo>
                  <a:pt x="1392298" y="61896"/>
                  <a:pt x="1389335" y="64988"/>
                  <a:pt x="1387081" y="68981"/>
                </a:cubicBezTo>
                <a:cubicBezTo>
                  <a:pt x="1384826" y="72974"/>
                  <a:pt x="1383732" y="77740"/>
                  <a:pt x="1383732" y="83215"/>
                </a:cubicBezTo>
                <a:cubicBezTo>
                  <a:pt x="1383732" y="88690"/>
                  <a:pt x="1384826" y="93520"/>
                  <a:pt x="1387081" y="97642"/>
                </a:cubicBezTo>
                <a:cubicBezTo>
                  <a:pt x="1389335" y="101764"/>
                  <a:pt x="1392298" y="104920"/>
                  <a:pt x="1395969" y="107110"/>
                </a:cubicBezTo>
                <a:cubicBezTo>
                  <a:pt x="1399640" y="109300"/>
                  <a:pt x="1403569" y="110395"/>
                  <a:pt x="1407756" y="110395"/>
                </a:cubicBezTo>
                <a:cubicBezTo>
                  <a:pt x="1411942" y="110395"/>
                  <a:pt x="1416064" y="109300"/>
                  <a:pt x="1419800" y="107174"/>
                </a:cubicBezTo>
                <a:cubicBezTo>
                  <a:pt x="1423536" y="105049"/>
                  <a:pt x="1426498" y="101957"/>
                  <a:pt x="1428688" y="97964"/>
                </a:cubicBezTo>
                <a:cubicBezTo>
                  <a:pt x="1430878" y="93971"/>
                  <a:pt x="1431973" y="89140"/>
                  <a:pt x="1431973" y="83537"/>
                </a:cubicBezTo>
                <a:cubicBezTo>
                  <a:pt x="1431973" y="77933"/>
                  <a:pt x="1430878" y="73167"/>
                  <a:pt x="1428688" y="69110"/>
                </a:cubicBezTo>
                <a:cubicBezTo>
                  <a:pt x="1426498" y="65116"/>
                  <a:pt x="1423536" y="62025"/>
                  <a:pt x="1419800" y="59899"/>
                </a:cubicBezTo>
                <a:cubicBezTo>
                  <a:pt x="1416064" y="57774"/>
                  <a:pt x="1412071" y="56679"/>
                  <a:pt x="1407756" y="56679"/>
                </a:cubicBezTo>
                <a:close/>
                <a:moveTo>
                  <a:pt x="1296138" y="56679"/>
                </a:moveTo>
                <a:cubicBezTo>
                  <a:pt x="1291822" y="56679"/>
                  <a:pt x="1287894" y="57709"/>
                  <a:pt x="1284287" y="59835"/>
                </a:cubicBezTo>
                <a:cubicBezTo>
                  <a:pt x="1280680" y="61896"/>
                  <a:pt x="1277717" y="64988"/>
                  <a:pt x="1275463" y="68981"/>
                </a:cubicBezTo>
                <a:cubicBezTo>
                  <a:pt x="1273208" y="72974"/>
                  <a:pt x="1272114" y="77740"/>
                  <a:pt x="1272114" y="83215"/>
                </a:cubicBezTo>
                <a:cubicBezTo>
                  <a:pt x="1272114" y="88690"/>
                  <a:pt x="1273208" y="93520"/>
                  <a:pt x="1275463" y="97642"/>
                </a:cubicBezTo>
                <a:cubicBezTo>
                  <a:pt x="1277717" y="101764"/>
                  <a:pt x="1280680" y="104920"/>
                  <a:pt x="1284351" y="107110"/>
                </a:cubicBezTo>
                <a:cubicBezTo>
                  <a:pt x="1288022" y="109300"/>
                  <a:pt x="1291951" y="110395"/>
                  <a:pt x="1296138" y="110395"/>
                </a:cubicBezTo>
                <a:cubicBezTo>
                  <a:pt x="1300324" y="110395"/>
                  <a:pt x="1304446" y="109300"/>
                  <a:pt x="1308182" y="107174"/>
                </a:cubicBezTo>
                <a:cubicBezTo>
                  <a:pt x="1311918" y="105049"/>
                  <a:pt x="1314880" y="101957"/>
                  <a:pt x="1317070" y="97964"/>
                </a:cubicBezTo>
                <a:cubicBezTo>
                  <a:pt x="1319260" y="93971"/>
                  <a:pt x="1320355" y="89140"/>
                  <a:pt x="1320355" y="83537"/>
                </a:cubicBezTo>
                <a:cubicBezTo>
                  <a:pt x="1320355" y="77933"/>
                  <a:pt x="1319260" y="73167"/>
                  <a:pt x="1317070" y="69110"/>
                </a:cubicBezTo>
                <a:cubicBezTo>
                  <a:pt x="1314880" y="65116"/>
                  <a:pt x="1311918" y="62025"/>
                  <a:pt x="1308182" y="59899"/>
                </a:cubicBezTo>
                <a:cubicBezTo>
                  <a:pt x="1304446" y="57774"/>
                  <a:pt x="1300453" y="56679"/>
                  <a:pt x="1296138" y="56679"/>
                </a:cubicBezTo>
                <a:close/>
                <a:moveTo>
                  <a:pt x="801681" y="56679"/>
                </a:moveTo>
                <a:cubicBezTo>
                  <a:pt x="797365" y="56679"/>
                  <a:pt x="793436" y="57709"/>
                  <a:pt x="789830" y="59835"/>
                </a:cubicBezTo>
                <a:cubicBezTo>
                  <a:pt x="786223" y="61896"/>
                  <a:pt x="783260" y="64987"/>
                  <a:pt x="781006" y="68980"/>
                </a:cubicBezTo>
                <a:cubicBezTo>
                  <a:pt x="778752" y="72974"/>
                  <a:pt x="777657" y="77740"/>
                  <a:pt x="777657" y="83214"/>
                </a:cubicBezTo>
                <a:cubicBezTo>
                  <a:pt x="777657" y="88689"/>
                  <a:pt x="778752" y="93520"/>
                  <a:pt x="781006" y="97642"/>
                </a:cubicBezTo>
                <a:cubicBezTo>
                  <a:pt x="783260" y="101764"/>
                  <a:pt x="786223" y="104920"/>
                  <a:pt x="789894" y="107110"/>
                </a:cubicBezTo>
                <a:cubicBezTo>
                  <a:pt x="793565" y="109300"/>
                  <a:pt x="797494" y="110394"/>
                  <a:pt x="801681" y="110394"/>
                </a:cubicBezTo>
                <a:cubicBezTo>
                  <a:pt x="805867" y="110394"/>
                  <a:pt x="809989" y="109300"/>
                  <a:pt x="813725" y="107174"/>
                </a:cubicBezTo>
                <a:cubicBezTo>
                  <a:pt x="817460" y="105049"/>
                  <a:pt x="820423" y="101957"/>
                  <a:pt x="822613" y="97964"/>
                </a:cubicBezTo>
                <a:cubicBezTo>
                  <a:pt x="824803" y="93971"/>
                  <a:pt x="825898" y="89140"/>
                  <a:pt x="825898" y="83537"/>
                </a:cubicBezTo>
                <a:cubicBezTo>
                  <a:pt x="825898" y="77933"/>
                  <a:pt x="824803" y="73167"/>
                  <a:pt x="822613" y="69109"/>
                </a:cubicBezTo>
                <a:cubicBezTo>
                  <a:pt x="820423" y="65116"/>
                  <a:pt x="817460" y="62024"/>
                  <a:pt x="813725" y="59899"/>
                </a:cubicBezTo>
                <a:cubicBezTo>
                  <a:pt x="809989" y="57774"/>
                  <a:pt x="805996" y="56679"/>
                  <a:pt x="801681" y="56679"/>
                </a:cubicBezTo>
                <a:close/>
                <a:moveTo>
                  <a:pt x="126240" y="56679"/>
                </a:moveTo>
                <a:cubicBezTo>
                  <a:pt x="121924" y="56679"/>
                  <a:pt x="117995" y="57710"/>
                  <a:pt x="114389" y="59835"/>
                </a:cubicBezTo>
                <a:cubicBezTo>
                  <a:pt x="110782" y="61896"/>
                  <a:pt x="107819" y="64988"/>
                  <a:pt x="105565" y="68981"/>
                </a:cubicBezTo>
                <a:cubicBezTo>
                  <a:pt x="103311" y="72974"/>
                  <a:pt x="102216" y="77740"/>
                  <a:pt x="102216" y="83215"/>
                </a:cubicBezTo>
                <a:cubicBezTo>
                  <a:pt x="102216" y="88690"/>
                  <a:pt x="103311" y="93520"/>
                  <a:pt x="105565" y="97642"/>
                </a:cubicBezTo>
                <a:cubicBezTo>
                  <a:pt x="107819" y="101764"/>
                  <a:pt x="110782" y="104920"/>
                  <a:pt x="114453" y="107110"/>
                </a:cubicBezTo>
                <a:cubicBezTo>
                  <a:pt x="118124" y="109300"/>
                  <a:pt x="122053" y="110395"/>
                  <a:pt x="126240" y="110395"/>
                </a:cubicBezTo>
                <a:cubicBezTo>
                  <a:pt x="130426" y="110395"/>
                  <a:pt x="134548" y="109300"/>
                  <a:pt x="138284" y="107175"/>
                </a:cubicBezTo>
                <a:cubicBezTo>
                  <a:pt x="142019" y="105049"/>
                  <a:pt x="144982" y="101958"/>
                  <a:pt x="147172" y="97964"/>
                </a:cubicBezTo>
                <a:cubicBezTo>
                  <a:pt x="149361" y="93971"/>
                  <a:pt x="150457" y="89140"/>
                  <a:pt x="150457" y="83537"/>
                </a:cubicBezTo>
                <a:cubicBezTo>
                  <a:pt x="150457" y="77934"/>
                  <a:pt x="149361" y="73167"/>
                  <a:pt x="147172" y="69110"/>
                </a:cubicBezTo>
                <a:cubicBezTo>
                  <a:pt x="144982" y="65116"/>
                  <a:pt x="142019" y="62025"/>
                  <a:pt x="138284" y="59899"/>
                </a:cubicBezTo>
                <a:cubicBezTo>
                  <a:pt x="134548" y="57774"/>
                  <a:pt x="130555" y="56679"/>
                  <a:pt x="126240" y="56679"/>
                </a:cubicBezTo>
                <a:close/>
                <a:moveTo>
                  <a:pt x="2226698" y="56550"/>
                </a:moveTo>
                <a:cubicBezTo>
                  <a:pt x="2220129" y="56550"/>
                  <a:pt x="2214589" y="58869"/>
                  <a:pt x="2210145" y="63571"/>
                </a:cubicBezTo>
                <a:cubicBezTo>
                  <a:pt x="2205701" y="68272"/>
                  <a:pt x="2203447" y="74906"/>
                  <a:pt x="2203447" y="83537"/>
                </a:cubicBezTo>
                <a:cubicBezTo>
                  <a:pt x="2203447" y="92168"/>
                  <a:pt x="2205637" y="98866"/>
                  <a:pt x="2209952" y="103568"/>
                </a:cubicBezTo>
                <a:cubicBezTo>
                  <a:pt x="2214267" y="108205"/>
                  <a:pt x="2219742" y="110588"/>
                  <a:pt x="2226312" y="110588"/>
                </a:cubicBezTo>
                <a:cubicBezTo>
                  <a:pt x="2230498" y="110588"/>
                  <a:pt x="2234427" y="109558"/>
                  <a:pt x="2238098" y="107561"/>
                </a:cubicBezTo>
                <a:lnTo>
                  <a:pt x="2238098" y="107497"/>
                </a:lnTo>
                <a:cubicBezTo>
                  <a:pt x="2241769" y="105500"/>
                  <a:pt x="2244732" y="102408"/>
                  <a:pt x="2246922" y="98351"/>
                </a:cubicBezTo>
                <a:cubicBezTo>
                  <a:pt x="2249112" y="94293"/>
                  <a:pt x="2250207" y="89334"/>
                  <a:pt x="2250207" y="83537"/>
                </a:cubicBezTo>
                <a:cubicBezTo>
                  <a:pt x="2250207" y="74842"/>
                  <a:pt x="2247952" y="68208"/>
                  <a:pt x="2243380" y="63571"/>
                </a:cubicBezTo>
                <a:cubicBezTo>
                  <a:pt x="2238807" y="58933"/>
                  <a:pt x="2233268" y="56550"/>
                  <a:pt x="2226698" y="56550"/>
                </a:cubicBezTo>
                <a:close/>
                <a:moveTo>
                  <a:pt x="2860404" y="55391"/>
                </a:moveTo>
                <a:cubicBezTo>
                  <a:pt x="2854672" y="55391"/>
                  <a:pt x="2849906" y="57130"/>
                  <a:pt x="2845977" y="60608"/>
                </a:cubicBezTo>
                <a:cubicBezTo>
                  <a:pt x="2842113" y="64086"/>
                  <a:pt x="2839665" y="68852"/>
                  <a:pt x="2838828" y="75035"/>
                </a:cubicBezTo>
                <a:lnTo>
                  <a:pt x="2882110" y="75035"/>
                </a:lnTo>
                <a:lnTo>
                  <a:pt x="2882174" y="74971"/>
                </a:lnTo>
                <a:cubicBezTo>
                  <a:pt x="2882045" y="69045"/>
                  <a:pt x="2879920" y="64279"/>
                  <a:pt x="2875733" y="60737"/>
                </a:cubicBezTo>
                <a:cubicBezTo>
                  <a:pt x="2871547" y="57194"/>
                  <a:pt x="2866459" y="55391"/>
                  <a:pt x="2860404" y="55391"/>
                </a:cubicBezTo>
                <a:close/>
                <a:moveTo>
                  <a:pt x="910787" y="55391"/>
                </a:moveTo>
                <a:cubicBezTo>
                  <a:pt x="905055" y="55391"/>
                  <a:pt x="900289" y="57130"/>
                  <a:pt x="896360" y="60608"/>
                </a:cubicBezTo>
                <a:cubicBezTo>
                  <a:pt x="892496" y="64086"/>
                  <a:pt x="890048" y="68852"/>
                  <a:pt x="889211" y="75035"/>
                </a:cubicBezTo>
                <a:lnTo>
                  <a:pt x="932493" y="75035"/>
                </a:lnTo>
                <a:lnTo>
                  <a:pt x="932557" y="74971"/>
                </a:lnTo>
                <a:cubicBezTo>
                  <a:pt x="932428" y="69045"/>
                  <a:pt x="930303" y="64279"/>
                  <a:pt x="926116" y="60737"/>
                </a:cubicBezTo>
                <a:cubicBezTo>
                  <a:pt x="921930" y="57194"/>
                  <a:pt x="916842" y="55391"/>
                  <a:pt x="910787" y="55391"/>
                </a:cubicBezTo>
                <a:close/>
                <a:moveTo>
                  <a:pt x="1723933" y="38000"/>
                </a:moveTo>
                <a:lnTo>
                  <a:pt x="1749761" y="38000"/>
                </a:lnTo>
                <a:lnTo>
                  <a:pt x="1773269" y="101699"/>
                </a:lnTo>
                <a:lnTo>
                  <a:pt x="1797164" y="38000"/>
                </a:lnTo>
                <a:lnTo>
                  <a:pt x="1821677" y="38000"/>
                </a:lnTo>
                <a:lnTo>
                  <a:pt x="1765218" y="172290"/>
                </a:lnTo>
                <a:lnTo>
                  <a:pt x="1740679" y="172290"/>
                </a:lnTo>
                <a:lnTo>
                  <a:pt x="1760452" y="126883"/>
                </a:lnTo>
                <a:close/>
                <a:moveTo>
                  <a:pt x="2711559" y="37936"/>
                </a:moveTo>
                <a:lnTo>
                  <a:pt x="2734617" y="37936"/>
                </a:lnTo>
                <a:lnTo>
                  <a:pt x="2734617" y="88174"/>
                </a:lnTo>
                <a:cubicBezTo>
                  <a:pt x="2734617" y="95388"/>
                  <a:pt x="2736420" y="100991"/>
                  <a:pt x="2740027" y="104855"/>
                </a:cubicBezTo>
                <a:cubicBezTo>
                  <a:pt x="2743634" y="108720"/>
                  <a:pt x="2748593" y="110717"/>
                  <a:pt x="2754841" y="110717"/>
                </a:cubicBezTo>
                <a:cubicBezTo>
                  <a:pt x="2761088" y="110717"/>
                  <a:pt x="2766177" y="108784"/>
                  <a:pt x="2769848" y="104855"/>
                </a:cubicBezTo>
                <a:cubicBezTo>
                  <a:pt x="2773519" y="100927"/>
                  <a:pt x="2775258" y="95388"/>
                  <a:pt x="2775258" y="88174"/>
                </a:cubicBezTo>
                <a:lnTo>
                  <a:pt x="2775258" y="37936"/>
                </a:lnTo>
                <a:lnTo>
                  <a:pt x="2798445" y="37936"/>
                </a:lnTo>
                <a:lnTo>
                  <a:pt x="2798509" y="37936"/>
                </a:lnTo>
                <a:lnTo>
                  <a:pt x="2798509" y="129137"/>
                </a:lnTo>
                <a:lnTo>
                  <a:pt x="2775322" y="129137"/>
                </a:lnTo>
                <a:lnTo>
                  <a:pt x="2775322" y="117608"/>
                </a:lnTo>
                <a:cubicBezTo>
                  <a:pt x="2772360" y="121537"/>
                  <a:pt x="2768495" y="124693"/>
                  <a:pt x="2763729" y="126883"/>
                </a:cubicBezTo>
                <a:cubicBezTo>
                  <a:pt x="2758963" y="129137"/>
                  <a:pt x="2753746" y="130232"/>
                  <a:pt x="2748142" y="130232"/>
                </a:cubicBezTo>
                <a:cubicBezTo>
                  <a:pt x="2740993" y="130232"/>
                  <a:pt x="2734681" y="128751"/>
                  <a:pt x="2729207" y="125723"/>
                </a:cubicBezTo>
                <a:cubicBezTo>
                  <a:pt x="2723732" y="122696"/>
                  <a:pt x="2719417" y="118252"/>
                  <a:pt x="2716261" y="112391"/>
                </a:cubicBezTo>
                <a:cubicBezTo>
                  <a:pt x="2713105" y="106530"/>
                  <a:pt x="2711559" y="99510"/>
                  <a:pt x="2711559" y="91394"/>
                </a:cubicBezTo>
                <a:close/>
                <a:moveTo>
                  <a:pt x="2509319" y="37936"/>
                </a:moveTo>
                <a:lnTo>
                  <a:pt x="2532377" y="37936"/>
                </a:lnTo>
                <a:lnTo>
                  <a:pt x="2532377" y="129137"/>
                </a:lnTo>
                <a:lnTo>
                  <a:pt x="2509319" y="129137"/>
                </a:lnTo>
                <a:close/>
                <a:moveTo>
                  <a:pt x="2290913" y="37936"/>
                </a:moveTo>
                <a:lnTo>
                  <a:pt x="2313971" y="37936"/>
                </a:lnTo>
                <a:lnTo>
                  <a:pt x="2313971" y="129137"/>
                </a:lnTo>
                <a:lnTo>
                  <a:pt x="2290913" y="129137"/>
                </a:lnTo>
                <a:close/>
                <a:moveTo>
                  <a:pt x="2077595" y="37936"/>
                </a:moveTo>
                <a:lnTo>
                  <a:pt x="2102263" y="37936"/>
                </a:lnTo>
                <a:lnTo>
                  <a:pt x="2125289" y="107786"/>
                </a:lnTo>
                <a:lnTo>
                  <a:pt x="2125257" y="107883"/>
                </a:lnTo>
                <a:lnTo>
                  <a:pt x="2125321" y="107883"/>
                </a:lnTo>
                <a:lnTo>
                  <a:pt x="2125289" y="107786"/>
                </a:lnTo>
                <a:lnTo>
                  <a:pt x="2148314" y="37936"/>
                </a:lnTo>
                <a:lnTo>
                  <a:pt x="2172854" y="37936"/>
                </a:lnTo>
                <a:lnTo>
                  <a:pt x="2139104" y="129137"/>
                </a:lnTo>
                <a:lnTo>
                  <a:pt x="2111151" y="129137"/>
                </a:lnTo>
                <a:close/>
                <a:moveTo>
                  <a:pt x="1932678" y="37936"/>
                </a:moveTo>
                <a:lnTo>
                  <a:pt x="1955736" y="37936"/>
                </a:lnTo>
                <a:lnTo>
                  <a:pt x="1955736" y="129137"/>
                </a:lnTo>
                <a:lnTo>
                  <a:pt x="1932678" y="129137"/>
                </a:lnTo>
                <a:close/>
                <a:moveTo>
                  <a:pt x="1824473" y="37936"/>
                </a:moveTo>
                <a:lnTo>
                  <a:pt x="1849141" y="37936"/>
                </a:lnTo>
                <a:lnTo>
                  <a:pt x="1872167" y="107786"/>
                </a:lnTo>
                <a:lnTo>
                  <a:pt x="1872135" y="107883"/>
                </a:lnTo>
                <a:lnTo>
                  <a:pt x="1872199" y="107883"/>
                </a:lnTo>
                <a:lnTo>
                  <a:pt x="1872167" y="107786"/>
                </a:lnTo>
                <a:lnTo>
                  <a:pt x="1895193" y="37936"/>
                </a:lnTo>
                <a:lnTo>
                  <a:pt x="1919732" y="37936"/>
                </a:lnTo>
                <a:lnTo>
                  <a:pt x="1885982" y="129137"/>
                </a:lnTo>
                <a:lnTo>
                  <a:pt x="1858029" y="129137"/>
                </a:lnTo>
                <a:close/>
                <a:moveTo>
                  <a:pt x="1821704" y="37936"/>
                </a:moveTo>
                <a:lnTo>
                  <a:pt x="1821704" y="38000"/>
                </a:lnTo>
                <a:lnTo>
                  <a:pt x="1821677" y="38000"/>
                </a:lnTo>
                <a:close/>
                <a:moveTo>
                  <a:pt x="650323" y="37936"/>
                </a:moveTo>
                <a:lnTo>
                  <a:pt x="673381" y="37936"/>
                </a:lnTo>
                <a:lnTo>
                  <a:pt x="673381" y="88174"/>
                </a:lnTo>
                <a:cubicBezTo>
                  <a:pt x="673381" y="95388"/>
                  <a:pt x="675184" y="100991"/>
                  <a:pt x="678791" y="104855"/>
                </a:cubicBezTo>
                <a:cubicBezTo>
                  <a:pt x="682398" y="108720"/>
                  <a:pt x="687357" y="110717"/>
                  <a:pt x="693605" y="110717"/>
                </a:cubicBezTo>
                <a:cubicBezTo>
                  <a:pt x="699852" y="110717"/>
                  <a:pt x="704941" y="108784"/>
                  <a:pt x="708612" y="104855"/>
                </a:cubicBezTo>
                <a:cubicBezTo>
                  <a:pt x="712283" y="100927"/>
                  <a:pt x="714022" y="95388"/>
                  <a:pt x="714022" y="88174"/>
                </a:cubicBezTo>
                <a:lnTo>
                  <a:pt x="714022" y="37936"/>
                </a:lnTo>
                <a:lnTo>
                  <a:pt x="737209" y="37936"/>
                </a:lnTo>
                <a:lnTo>
                  <a:pt x="737273" y="37936"/>
                </a:lnTo>
                <a:lnTo>
                  <a:pt x="737273" y="129137"/>
                </a:lnTo>
                <a:lnTo>
                  <a:pt x="714087" y="129137"/>
                </a:lnTo>
                <a:lnTo>
                  <a:pt x="714087" y="117608"/>
                </a:lnTo>
                <a:cubicBezTo>
                  <a:pt x="711124" y="121537"/>
                  <a:pt x="707259" y="124693"/>
                  <a:pt x="702493" y="126883"/>
                </a:cubicBezTo>
                <a:cubicBezTo>
                  <a:pt x="697727" y="129137"/>
                  <a:pt x="692510" y="130232"/>
                  <a:pt x="686907" y="130232"/>
                </a:cubicBezTo>
                <a:cubicBezTo>
                  <a:pt x="679757" y="130232"/>
                  <a:pt x="673445" y="128751"/>
                  <a:pt x="667971" y="125723"/>
                </a:cubicBezTo>
                <a:cubicBezTo>
                  <a:pt x="662496" y="122696"/>
                  <a:pt x="658181" y="118252"/>
                  <a:pt x="655025" y="112391"/>
                </a:cubicBezTo>
                <a:cubicBezTo>
                  <a:pt x="651869" y="106530"/>
                  <a:pt x="650323" y="99510"/>
                  <a:pt x="650323" y="91394"/>
                </a:cubicBezTo>
                <a:close/>
                <a:moveTo>
                  <a:pt x="394755" y="37936"/>
                </a:moveTo>
                <a:lnTo>
                  <a:pt x="417813" y="37936"/>
                </a:lnTo>
                <a:lnTo>
                  <a:pt x="417813" y="129137"/>
                </a:lnTo>
                <a:lnTo>
                  <a:pt x="394755" y="129137"/>
                </a:lnTo>
                <a:close/>
                <a:moveTo>
                  <a:pt x="2387138" y="36648"/>
                </a:moveTo>
                <a:cubicBezTo>
                  <a:pt x="2398023" y="36648"/>
                  <a:pt x="2406782" y="40062"/>
                  <a:pt x="2413481" y="46953"/>
                </a:cubicBezTo>
                <a:lnTo>
                  <a:pt x="2413481" y="46889"/>
                </a:lnTo>
                <a:cubicBezTo>
                  <a:pt x="2420179" y="53716"/>
                  <a:pt x="2423528" y="63313"/>
                  <a:pt x="2423528" y="75615"/>
                </a:cubicBezTo>
                <a:lnTo>
                  <a:pt x="2423528" y="129137"/>
                </a:lnTo>
                <a:lnTo>
                  <a:pt x="2400470" y="129137"/>
                </a:lnTo>
                <a:lnTo>
                  <a:pt x="2400470" y="78771"/>
                </a:lnTo>
                <a:cubicBezTo>
                  <a:pt x="2400470" y="71557"/>
                  <a:pt x="2398667" y="65953"/>
                  <a:pt x="2395060" y="62089"/>
                </a:cubicBezTo>
                <a:cubicBezTo>
                  <a:pt x="2391453" y="58225"/>
                  <a:pt x="2386494" y="56228"/>
                  <a:pt x="2380246" y="56228"/>
                </a:cubicBezTo>
                <a:cubicBezTo>
                  <a:pt x="2373999" y="56228"/>
                  <a:pt x="2368846" y="58160"/>
                  <a:pt x="2365175" y="62089"/>
                </a:cubicBezTo>
                <a:cubicBezTo>
                  <a:pt x="2361504" y="65953"/>
                  <a:pt x="2359636" y="71557"/>
                  <a:pt x="2359636" y="78771"/>
                </a:cubicBezTo>
                <a:lnTo>
                  <a:pt x="2359636" y="129137"/>
                </a:lnTo>
                <a:lnTo>
                  <a:pt x="2336578" y="129137"/>
                </a:lnTo>
                <a:lnTo>
                  <a:pt x="2336578" y="37936"/>
                </a:lnTo>
                <a:lnTo>
                  <a:pt x="2359636" y="37936"/>
                </a:lnTo>
                <a:lnTo>
                  <a:pt x="2359636" y="49272"/>
                </a:lnTo>
                <a:cubicBezTo>
                  <a:pt x="2362727" y="45343"/>
                  <a:pt x="2366656" y="42251"/>
                  <a:pt x="2371423" y="39997"/>
                </a:cubicBezTo>
                <a:cubicBezTo>
                  <a:pt x="2376189" y="37743"/>
                  <a:pt x="2381406" y="36648"/>
                  <a:pt x="2387138" y="36648"/>
                </a:cubicBezTo>
                <a:close/>
                <a:moveTo>
                  <a:pt x="2028967" y="36648"/>
                </a:moveTo>
                <a:cubicBezTo>
                  <a:pt x="2039852" y="36648"/>
                  <a:pt x="2048611" y="40062"/>
                  <a:pt x="2055309" y="46953"/>
                </a:cubicBezTo>
                <a:lnTo>
                  <a:pt x="2055309" y="46889"/>
                </a:lnTo>
                <a:cubicBezTo>
                  <a:pt x="2062008" y="53716"/>
                  <a:pt x="2065357" y="63313"/>
                  <a:pt x="2065357" y="75615"/>
                </a:cubicBezTo>
                <a:lnTo>
                  <a:pt x="2065357" y="129137"/>
                </a:lnTo>
                <a:lnTo>
                  <a:pt x="2042299" y="129137"/>
                </a:lnTo>
                <a:lnTo>
                  <a:pt x="2042299" y="78771"/>
                </a:lnTo>
                <a:cubicBezTo>
                  <a:pt x="2042299" y="71557"/>
                  <a:pt x="2040496" y="65953"/>
                  <a:pt x="2036889" y="62089"/>
                </a:cubicBezTo>
                <a:cubicBezTo>
                  <a:pt x="2033282" y="58225"/>
                  <a:pt x="2028323" y="56228"/>
                  <a:pt x="2022075" y="56228"/>
                </a:cubicBezTo>
                <a:cubicBezTo>
                  <a:pt x="2015828" y="56228"/>
                  <a:pt x="2010675" y="58160"/>
                  <a:pt x="2007004" y="62089"/>
                </a:cubicBezTo>
                <a:cubicBezTo>
                  <a:pt x="2003333" y="65953"/>
                  <a:pt x="2001465" y="71557"/>
                  <a:pt x="2001465" y="78771"/>
                </a:cubicBezTo>
                <a:lnTo>
                  <a:pt x="2001465" y="129137"/>
                </a:lnTo>
                <a:lnTo>
                  <a:pt x="1978407" y="129137"/>
                </a:lnTo>
                <a:lnTo>
                  <a:pt x="1978407" y="37936"/>
                </a:lnTo>
                <a:lnTo>
                  <a:pt x="2001465" y="37936"/>
                </a:lnTo>
                <a:lnTo>
                  <a:pt x="2001465" y="49272"/>
                </a:lnTo>
                <a:cubicBezTo>
                  <a:pt x="2004556" y="45343"/>
                  <a:pt x="2008485" y="42251"/>
                  <a:pt x="2013251" y="39997"/>
                </a:cubicBezTo>
                <a:cubicBezTo>
                  <a:pt x="2018018" y="37743"/>
                  <a:pt x="2023235" y="36648"/>
                  <a:pt x="2028967" y="36648"/>
                </a:cubicBezTo>
                <a:close/>
                <a:moveTo>
                  <a:pt x="1528198" y="36648"/>
                </a:moveTo>
                <a:cubicBezTo>
                  <a:pt x="1539083" y="36648"/>
                  <a:pt x="1547842" y="40062"/>
                  <a:pt x="1554541" y="46953"/>
                </a:cubicBezTo>
                <a:lnTo>
                  <a:pt x="1554541" y="46889"/>
                </a:lnTo>
                <a:cubicBezTo>
                  <a:pt x="1561239" y="53716"/>
                  <a:pt x="1564588" y="63313"/>
                  <a:pt x="1564588" y="75615"/>
                </a:cubicBezTo>
                <a:lnTo>
                  <a:pt x="1564588" y="129137"/>
                </a:lnTo>
                <a:lnTo>
                  <a:pt x="1541530" y="129137"/>
                </a:lnTo>
                <a:lnTo>
                  <a:pt x="1541530" y="78771"/>
                </a:lnTo>
                <a:cubicBezTo>
                  <a:pt x="1541530" y="71557"/>
                  <a:pt x="1539727" y="65953"/>
                  <a:pt x="1536120" y="62089"/>
                </a:cubicBezTo>
                <a:cubicBezTo>
                  <a:pt x="1532513" y="58225"/>
                  <a:pt x="1527554" y="56228"/>
                  <a:pt x="1521306" y="56228"/>
                </a:cubicBezTo>
                <a:cubicBezTo>
                  <a:pt x="1515059" y="56228"/>
                  <a:pt x="1509906" y="58160"/>
                  <a:pt x="1506235" y="62089"/>
                </a:cubicBezTo>
                <a:cubicBezTo>
                  <a:pt x="1502564" y="65953"/>
                  <a:pt x="1500696" y="71557"/>
                  <a:pt x="1500696" y="78771"/>
                </a:cubicBezTo>
                <a:lnTo>
                  <a:pt x="1500696" y="129137"/>
                </a:lnTo>
                <a:lnTo>
                  <a:pt x="1477638" y="129137"/>
                </a:lnTo>
                <a:lnTo>
                  <a:pt x="1477638" y="37936"/>
                </a:lnTo>
                <a:lnTo>
                  <a:pt x="1500696" y="37936"/>
                </a:lnTo>
                <a:lnTo>
                  <a:pt x="1500696" y="49272"/>
                </a:lnTo>
                <a:cubicBezTo>
                  <a:pt x="1503787" y="45343"/>
                  <a:pt x="1507716" y="42251"/>
                  <a:pt x="1512483" y="39997"/>
                </a:cubicBezTo>
                <a:cubicBezTo>
                  <a:pt x="1517249" y="37743"/>
                  <a:pt x="1522466" y="36648"/>
                  <a:pt x="1528198" y="36648"/>
                </a:cubicBezTo>
                <a:close/>
                <a:moveTo>
                  <a:pt x="1023694" y="36648"/>
                </a:moveTo>
                <a:cubicBezTo>
                  <a:pt x="1034579" y="36648"/>
                  <a:pt x="1043338" y="40062"/>
                  <a:pt x="1050037" y="46953"/>
                </a:cubicBezTo>
                <a:lnTo>
                  <a:pt x="1050037" y="46889"/>
                </a:lnTo>
                <a:cubicBezTo>
                  <a:pt x="1056735" y="53716"/>
                  <a:pt x="1060084" y="63313"/>
                  <a:pt x="1060084" y="75615"/>
                </a:cubicBezTo>
                <a:lnTo>
                  <a:pt x="1060084" y="129137"/>
                </a:lnTo>
                <a:lnTo>
                  <a:pt x="1037026" y="129137"/>
                </a:lnTo>
                <a:lnTo>
                  <a:pt x="1037026" y="78771"/>
                </a:lnTo>
                <a:cubicBezTo>
                  <a:pt x="1037026" y="71557"/>
                  <a:pt x="1035223" y="65953"/>
                  <a:pt x="1031616" y="62089"/>
                </a:cubicBezTo>
                <a:cubicBezTo>
                  <a:pt x="1028009" y="58225"/>
                  <a:pt x="1023050" y="56228"/>
                  <a:pt x="1016802" y="56228"/>
                </a:cubicBezTo>
                <a:cubicBezTo>
                  <a:pt x="1010555" y="56228"/>
                  <a:pt x="1005402" y="58160"/>
                  <a:pt x="1001731" y="62089"/>
                </a:cubicBezTo>
                <a:cubicBezTo>
                  <a:pt x="998060" y="65953"/>
                  <a:pt x="996192" y="71557"/>
                  <a:pt x="996192" y="78771"/>
                </a:cubicBezTo>
                <a:lnTo>
                  <a:pt x="996192" y="129137"/>
                </a:lnTo>
                <a:lnTo>
                  <a:pt x="973134" y="129137"/>
                </a:lnTo>
                <a:lnTo>
                  <a:pt x="973134" y="37936"/>
                </a:lnTo>
                <a:lnTo>
                  <a:pt x="996192" y="37936"/>
                </a:lnTo>
                <a:lnTo>
                  <a:pt x="996192" y="49272"/>
                </a:lnTo>
                <a:cubicBezTo>
                  <a:pt x="999283" y="45343"/>
                  <a:pt x="1003212" y="42251"/>
                  <a:pt x="1007979" y="39997"/>
                </a:cubicBezTo>
                <a:cubicBezTo>
                  <a:pt x="1012745" y="37743"/>
                  <a:pt x="1017962" y="36648"/>
                  <a:pt x="1023694" y="36648"/>
                </a:cubicBezTo>
                <a:close/>
                <a:moveTo>
                  <a:pt x="246746" y="36648"/>
                </a:moveTo>
                <a:cubicBezTo>
                  <a:pt x="257631" y="36648"/>
                  <a:pt x="266390" y="40062"/>
                  <a:pt x="273089" y="46953"/>
                </a:cubicBezTo>
                <a:lnTo>
                  <a:pt x="273089" y="46889"/>
                </a:lnTo>
                <a:cubicBezTo>
                  <a:pt x="279787" y="53716"/>
                  <a:pt x="283136" y="63313"/>
                  <a:pt x="283136" y="75615"/>
                </a:cubicBezTo>
                <a:lnTo>
                  <a:pt x="283136" y="129137"/>
                </a:lnTo>
                <a:lnTo>
                  <a:pt x="260078" y="129137"/>
                </a:lnTo>
                <a:lnTo>
                  <a:pt x="260078" y="78771"/>
                </a:lnTo>
                <a:cubicBezTo>
                  <a:pt x="260078" y="71557"/>
                  <a:pt x="258275" y="65953"/>
                  <a:pt x="254668" y="62089"/>
                </a:cubicBezTo>
                <a:cubicBezTo>
                  <a:pt x="251061" y="58225"/>
                  <a:pt x="246102" y="56228"/>
                  <a:pt x="239854" y="56228"/>
                </a:cubicBezTo>
                <a:cubicBezTo>
                  <a:pt x="233607" y="56228"/>
                  <a:pt x="228454" y="58160"/>
                  <a:pt x="224783" y="62089"/>
                </a:cubicBezTo>
                <a:cubicBezTo>
                  <a:pt x="221112" y="65953"/>
                  <a:pt x="219244" y="71557"/>
                  <a:pt x="219244" y="78771"/>
                </a:cubicBezTo>
                <a:lnTo>
                  <a:pt x="219244" y="129137"/>
                </a:lnTo>
                <a:lnTo>
                  <a:pt x="196186" y="129137"/>
                </a:lnTo>
                <a:lnTo>
                  <a:pt x="196186" y="37936"/>
                </a:lnTo>
                <a:lnTo>
                  <a:pt x="219244" y="37936"/>
                </a:lnTo>
                <a:lnTo>
                  <a:pt x="219244" y="49272"/>
                </a:lnTo>
                <a:cubicBezTo>
                  <a:pt x="222335" y="45343"/>
                  <a:pt x="226264" y="42251"/>
                  <a:pt x="231031" y="39997"/>
                </a:cubicBezTo>
                <a:cubicBezTo>
                  <a:pt x="235797" y="37743"/>
                  <a:pt x="241014" y="36648"/>
                  <a:pt x="246746" y="36648"/>
                </a:cubicBezTo>
                <a:close/>
                <a:moveTo>
                  <a:pt x="1131899" y="36584"/>
                </a:moveTo>
                <a:cubicBezTo>
                  <a:pt x="1139048" y="36584"/>
                  <a:pt x="1145424" y="38065"/>
                  <a:pt x="1150963" y="41093"/>
                </a:cubicBezTo>
                <a:cubicBezTo>
                  <a:pt x="1156567" y="44120"/>
                  <a:pt x="1160882" y="48435"/>
                  <a:pt x="1163974" y="54038"/>
                </a:cubicBezTo>
                <a:cubicBezTo>
                  <a:pt x="1166937" y="48757"/>
                  <a:pt x="1171252" y="44571"/>
                  <a:pt x="1176920" y="41350"/>
                </a:cubicBezTo>
                <a:cubicBezTo>
                  <a:pt x="1182588" y="38194"/>
                  <a:pt x="1188706" y="36584"/>
                  <a:pt x="1195276" y="36584"/>
                </a:cubicBezTo>
                <a:cubicBezTo>
                  <a:pt x="1206483" y="36584"/>
                  <a:pt x="1215500" y="39998"/>
                  <a:pt x="1222327" y="46889"/>
                </a:cubicBezTo>
                <a:cubicBezTo>
                  <a:pt x="1229154" y="53716"/>
                  <a:pt x="1232632" y="63313"/>
                  <a:pt x="1232632" y="75615"/>
                </a:cubicBezTo>
                <a:lnTo>
                  <a:pt x="1232632" y="129138"/>
                </a:lnTo>
                <a:lnTo>
                  <a:pt x="1209574" y="129138"/>
                </a:lnTo>
                <a:lnTo>
                  <a:pt x="1209574" y="78771"/>
                </a:lnTo>
                <a:cubicBezTo>
                  <a:pt x="1209574" y="71622"/>
                  <a:pt x="1207771" y="66147"/>
                  <a:pt x="1204164" y="62411"/>
                </a:cubicBezTo>
                <a:cubicBezTo>
                  <a:pt x="1200557" y="58611"/>
                  <a:pt x="1195598" y="56744"/>
                  <a:pt x="1189350" y="56744"/>
                </a:cubicBezTo>
                <a:cubicBezTo>
                  <a:pt x="1183103" y="56744"/>
                  <a:pt x="1178143" y="58611"/>
                  <a:pt x="1174472" y="62411"/>
                </a:cubicBezTo>
                <a:cubicBezTo>
                  <a:pt x="1170801" y="66211"/>
                  <a:pt x="1168933" y="71686"/>
                  <a:pt x="1168933" y="78771"/>
                </a:cubicBezTo>
                <a:lnTo>
                  <a:pt x="1168933" y="129138"/>
                </a:lnTo>
                <a:lnTo>
                  <a:pt x="1145875" y="129138"/>
                </a:lnTo>
                <a:lnTo>
                  <a:pt x="1145875" y="78771"/>
                </a:lnTo>
                <a:cubicBezTo>
                  <a:pt x="1145875" y="71622"/>
                  <a:pt x="1144072" y="66147"/>
                  <a:pt x="1140465" y="62411"/>
                </a:cubicBezTo>
                <a:cubicBezTo>
                  <a:pt x="1136858" y="58611"/>
                  <a:pt x="1131899" y="56744"/>
                  <a:pt x="1125651" y="56744"/>
                </a:cubicBezTo>
                <a:cubicBezTo>
                  <a:pt x="1119404" y="56744"/>
                  <a:pt x="1114251" y="58611"/>
                  <a:pt x="1110580" y="62411"/>
                </a:cubicBezTo>
                <a:cubicBezTo>
                  <a:pt x="1106909" y="66211"/>
                  <a:pt x="1105041" y="71686"/>
                  <a:pt x="1105041" y="78771"/>
                </a:cubicBezTo>
                <a:lnTo>
                  <a:pt x="1105041" y="129138"/>
                </a:lnTo>
                <a:lnTo>
                  <a:pt x="1081983" y="129138"/>
                </a:lnTo>
                <a:lnTo>
                  <a:pt x="1081983" y="37937"/>
                </a:lnTo>
                <a:lnTo>
                  <a:pt x="1105041" y="37937"/>
                </a:lnTo>
                <a:lnTo>
                  <a:pt x="1105041" y="48950"/>
                </a:lnTo>
                <a:cubicBezTo>
                  <a:pt x="1108004" y="45086"/>
                  <a:pt x="1111804" y="42123"/>
                  <a:pt x="1116505" y="39869"/>
                </a:cubicBezTo>
                <a:cubicBezTo>
                  <a:pt x="1121207" y="37615"/>
                  <a:pt x="1126295" y="36584"/>
                  <a:pt x="1131899" y="36584"/>
                </a:cubicBezTo>
                <a:close/>
                <a:moveTo>
                  <a:pt x="2861048" y="36455"/>
                </a:moveTo>
                <a:cubicBezTo>
                  <a:pt x="2870065" y="36455"/>
                  <a:pt x="2877472" y="38323"/>
                  <a:pt x="2884364" y="42058"/>
                </a:cubicBezTo>
                <a:cubicBezTo>
                  <a:pt x="2891191" y="45794"/>
                  <a:pt x="2896537" y="51076"/>
                  <a:pt x="2900337" y="57967"/>
                </a:cubicBezTo>
                <a:cubicBezTo>
                  <a:pt x="2904137" y="64794"/>
                  <a:pt x="2906005" y="72716"/>
                  <a:pt x="2906005" y="81605"/>
                </a:cubicBezTo>
                <a:cubicBezTo>
                  <a:pt x="2906005" y="84889"/>
                  <a:pt x="2905812" y="87852"/>
                  <a:pt x="2905361" y="90493"/>
                </a:cubicBezTo>
                <a:lnTo>
                  <a:pt x="2905361" y="90429"/>
                </a:lnTo>
                <a:lnTo>
                  <a:pt x="2838699" y="90429"/>
                </a:lnTo>
                <a:cubicBezTo>
                  <a:pt x="2839214" y="96998"/>
                  <a:pt x="2841533" y="102151"/>
                  <a:pt x="2845591" y="105886"/>
                </a:cubicBezTo>
                <a:cubicBezTo>
                  <a:pt x="2849648" y="109622"/>
                  <a:pt x="2854672" y="111490"/>
                  <a:pt x="2860598" y="111490"/>
                </a:cubicBezTo>
                <a:cubicBezTo>
                  <a:pt x="2869164" y="111490"/>
                  <a:pt x="2875218" y="107819"/>
                  <a:pt x="2878889" y="100476"/>
                </a:cubicBezTo>
                <a:lnTo>
                  <a:pt x="2903751" y="100476"/>
                </a:lnTo>
                <a:cubicBezTo>
                  <a:pt x="2901110" y="109236"/>
                  <a:pt x="2896086" y="116449"/>
                  <a:pt x="2888615" y="122117"/>
                </a:cubicBezTo>
                <a:cubicBezTo>
                  <a:pt x="2881144" y="127785"/>
                  <a:pt x="2871998" y="130619"/>
                  <a:pt x="2861113" y="130619"/>
                </a:cubicBezTo>
                <a:cubicBezTo>
                  <a:pt x="2852353" y="130619"/>
                  <a:pt x="2844431" y="128687"/>
                  <a:pt x="2837475" y="124758"/>
                </a:cubicBezTo>
                <a:cubicBezTo>
                  <a:pt x="2830519" y="120893"/>
                  <a:pt x="2825045" y="115354"/>
                  <a:pt x="2821180" y="108205"/>
                </a:cubicBezTo>
                <a:cubicBezTo>
                  <a:pt x="2817316" y="101056"/>
                  <a:pt x="2815319" y="92812"/>
                  <a:pt x="2815319" y="83537"/>
                </a:cubicBezTo>
                <a:cubicBezTo>
                  <a:pt x="2815319" y="74262"/>
                  <a:pt x="2817251" y="65825"/>
                  <a:pt x="2821051" y="58676"/>
                </a:cubicBezTo>
                <a:cubicBezTo>
                  <a:pt x="2824916" y="51526"/>
                  <a:pt x="2830262" y="46052"/>
                  <a:pt x="2837153" y="42187"/>
                </a:cubicBezTo>
                <a:cubicBezTo>
                  <a:pt x="2844045" y="38323"/>
                  <a:pt x="2852031" y="36455"/>
                  <a:pt x="2861048" y="36455"/>
                </a:cubicBezTo>
                <a:close/>
                <a:moveTo>
                  <a:pt x="2590794" y="36455"/>
                </a:moveTo>
                <a:cubicBezTo>
                  <a:pt x="2597621" y="36455"/>
                  <a:pt x="2603547" y="37808"/>
                  <a:pt x="2608635" y="40577"/>
                </a:cubicBezTo>
                <a:cubicBezTo>
                  <a:pt x="2613723" y="43347"/>
                  <a:pt x="2617845" y="46760"/>
                  <a:pt x="2620873" y="50947"/>
                </a:cubicBezTo>
                <a:lnTo>
                  <a:pt x="2620873" y="37936"/>
                </a:lnTo>
                <a:lnTo>
                  <a:pt x="2644059" y="37936"/>
                </a:lnTo>
                <a:lnTo>
                  <a:pt x="2644059" y="129137"/>
                </a:lnTo>
                <a:lnTo>
                  <a:pt x="2620873" y="129137"/>
                </a:lnTo>
                <a:lnTo>
                  <a:pt x="2620873" y="115805"/>
                </a:lnTo>
                <a:cubicBezTo>
                  <a:pt x="2617910" y="120056"/>
                  <a:pt x="2613852" y="123598"/>
                  <a:pt x="2608635" y="126432"/>
                </a:cubicBezTo>
                <a:cubicBezTo>
                  <a:pt x="2603418" y="129202"/>
                  <a:pt x="2597428" y="130619"/>
                  <a:pt x="2590601" y="130619"/>
                </a:cubicBezTo>
                <a:cubicBezTo>
                  <a:pt x="2582936" y="130619"/>
                  <a:pt x="2575916" y="128622"/>
                  <a:pt x="2569604" y="124693"/>
                </a:cubicBezTo>
                <a:cubicBezTo>
                  <a:pt x="2563292" y="120764"/>
                  <a:pt x="2558268" y="115161"/>
                  <a:pt x="2554597" y="108012"/>
                </a:cubicBezTo>
                <a:cubicBezTo>
                  <a:pt x="2550926" y="100798"/>
                  <a:pt x="2549058" y="92554"/>
                  <a:pt x="2549058" y="83215"/>
                </a:cubicBezTo>
                <a:cubicBezTo>
                  <a:pt x="2549058" y="73876"/>
                  <a:pt x="2550926" y="65825"/>
                  <a:pt x="2554597" y="58676"/>
                </a:cubicBezTo>
                <a:lnTo>
                  <a:pt x="2554662" y="58676"/>
                </a:lnTo>
                <a:cubicBezTo>
                  <a:pt x="2558333" y="51526"/>
                  <a:pt x="2563356" y="46052"/>
                  <a:pt x="2569669" y="42187"/>
                </a:cubicBezTo>
                <a:cubicBezTo>
                  <a:pt x="2575981" y="38323"/>
                  <a:pt x="2583001" y="36455"/>
                  <a:pt x="2590794" y="36455"/>
                </a:cubicBezTo>
                <a:close/>
                <a:moveTo>
                  <a:pt x="2227020" y="36455"/>
                </a:moveTo>
                <a:cubicBezTo>
                  <a:pt x="2235844" y="36455"/>
                  <a:pt x="2243766" y="38387"/>
                  <a:pt x="2250915" y="42316"/>
                </a:cubicBezTo>
                <a:cubicBezTo>
                  <a:pt x="2258064" y="46181"/>
                  <a:pt x="2263668" y="51720"/>
                  <a:pt x="2267790" y="58869"/>
                </a:cubicBezTo>
                <a:cubicBezTo>
                  <a:pt x="2271912" y="66018"/>
                  <a:pt x="2273973" y="74262"/>
                  <a:pt x="2273973" y="83537"/>
                </a:cubicBezTo>
                <a:cubicBezTo>
                  <a:pt x="2273973" y="92812"/>
                  <a:pt x="2271848" y="101120"/>
                  <a:pt x="2267661" y="108205"/>
                </a:cubicBezTo>
                <a:cubicBezTo>
                  <a:pt x="2263475" y="115290"/>
                  <a:pt x="2257743" y="120829"/>
                  <a:pt x="2250529" y="124758"/>
                </a:cubicBezTo>
                <a:cubicBezTo>
                  <a:pt x="2243315" y="128622"/>
                  <a:pt x="2235329" y="130619"/>
                  <a:pt x="2226440" y="130619"/>
                </a:cubicBezTo>
                <a:cubicBezTo>
                  <a:pt x="2217552" y="130619"/>
                  <a:pt x="2209759" y="128687"/>
                  <a:pt x="2202738" y="124758"/>
                </a:cubicBezTo>
                <a:lnTo>
                  <a:pt x="2202610" y="124758"/>
                </a:lnTo>
                <a:cubicBezTo>
                  <a:pt x="2195589" y="120893"/>
                  <a:pt x="2190050" y="115354"/>
                  <a:pt x="2186057" y="108205"/>
                </a:cubicBezTo>
                <a:cubicBezTo>
                  <a:pt x="2182064" y="101056"/>
                  <a:pt x="2180067" y="92812"/>
                  <a:pt x="2180067" y="83537"/>
                </a:cubicBezTo>
                <a:cubicBezTo>
                  <a:pt x="2180067" y="74262"/>
                  <a:pt x="2182128" y="65954"/>
                  <a:pt x="2186250" y="58869"/>
                </a:cubicBezTo>
                <a:cubicBezTo>
                  <a:pt x="2190372" y="51720"/>
                  <a:pt x="2195976" y="46245"/>
                  <a:pt x="2203125" y="42316"/>
                </a:cubicBezTo>
                <a:cubicBezTo>
                  <a:pt x="2210274" y="38452"/>
                  <a:pt x="2218196" y="36455"/>
                  <a:pt x="2227020" y="36455"/>
                </a:cubicBezTo>
                <a:close/>
                <a:moveTo>
                  <a:pt x="1401830" y="36455"/>
                </a:moveTo>
                <a:cubicBezTo>
                  <a:pt x="1408657" y="36455"/>
                  <a:pt x="1414583" y="37808"/>
                  <a:pt x="1419671" y="40577"/>
                </a:cubicBezTo>
                <a:cubicBezTo>
                  <a:pt x="1424759" y="43347"/>
                  <a:pt x="1428881" y="46760"/>
                  <a:pt x="1431909" y="50947"/>
                </a:cubicBezTo>
                <a:lnTo>
                  <a:pt x="1431909" y="37936"/>
                </a:lnTo>
                <a:lnTo>
                  <a:pt x="1455095" y="37936"/>
                </a:lnTo>
                <a:lnTo>
                  <a:pt x="1455095" y="129137"/>
                </a:lnTo>
                <a:lnTo>
                  <a:pt x="1431909" y="129137"/>
                </a:lnTo>
                <a:lnTo>
                  <a:pt x="1431909" y="115805"/>
                </a:lnTo>
                <a:cubicBezTo>
                  <a:pt x="1428946" y="120056"/>
                  <a:pt x="1424888" y="123598"/>
                  <a:pt x="1419671" y="126432"/>
                </a:cubicBezTo>
                <a:cubicBezTo>
                  <a:pt x="1414454" y="129202"/>
                  <a:pt x="1408464" y="130619"/>
                  <a:pt x="1401637" y="130619"/>
                </a:cubicBezTo>
                <a:cubicBezTo>
                  <a:pt x="1393972" y="130619"/>
                  <a:pt x="1386952" y="128622"/>
                  <a:pt x="1380640" y="124693"/>
                </a:cubicBezTo>
                <a:cubicBezTo>
                  <a:pt x="1374328" y="120764"/>
                  <a:pt x="1369304" y="115161"/>
                  <a:pt x="1365633" y="108012"/>
                </a:cubicBezTo>
                <a:cubicBezTo>
                  <a:pt x="1361962" y="100798"/>
                  <a:pt x="1360094" y="92554"/>
                  <a:pt x="1360094" y="83215"/>
                </a:cubicBezTo>
                <a:cubicBezTo>
                  <a:pt x="1360094" y="73876"/>
                  <a:pt x="1361962" y="65825"/>
                  <a:pt x="1365633" y="58676"/>
                </a:cubicBezTo>
                <a:lnTo>
                  <a:pt x="1365697" y="58676"/>
                </a:lnTo>
                <a:cubicBezTo>
                  <a:pt x="1369369" y="51526"/>
                  <a:pt x="1374392" y="46052"/>
                  <a:pt x="1380704" y="42187"/>
                </a:cubicBezTo>
                <a:cubicBezTo>
                  <a:pt x="1387016" y="38323"/>
                  <a:pt x="1394037" y="36455"/>
                  <a:pt x="1401830" y="36455"/>
                </a:cubicBezTo>
                <a:close/>
                <a:moveTo>
                  <a:pt x="1290212" y="36455"/>
                </a:moveTo>
                <a:cubicBezTo>
                  <a:pt x="1297039" y="36455"/>
                  <a:pt x="1302965" y="37808"/>
                  <a:pt x="1308053" y="40577"/>
                </a:cubicBezTo>
                <a:cubicBezTo>
                  <a:pt x="1313141" y="43347"/>
                  <a:pt x="1317263" y="46760"/>
                  <a:pt x="1320291" y="50947"/>
                </a:cubicBezTo>
                <a:lnTo>
                  <a:pt x="1320291" y="37936"/>
                </a:lnTo>
                <a:lnTo>
                  <a:pt x="1343477" y="37936"/>
                </a:lnTo>
                <a:lnTo>
                  <a:pt x="1343477" y="129137"/>
                </a:lnTo>
                <a:lnTo>
                  <a:pt x="1320291" y="129137"/>
                </a:lnTo>
                <a:lnTo>
                  <a:pt x="1320291" y="115805"/>
                </a:lnTo>
                <a:cubicBezTo>
                  <a:pt x="1317328" y="120056"/>
                  <a:pt x="1313270" y="123598"/>
                  <a:pt x="1308053" y="126432"/>
                </a:cubicBezTo>
                <a:cubicBezTo>
                  <a:pt x="1302836" y="129202"/>
                  <a:pt x="1296846" y="130619"/>
                  <a:pt x="1290019" y="130619"/>
                </a:cubicBezTo>
                <a:cubicBezTo>
                  <a:pt x="1282354" y="130619"/>
                  <a:pt x="1275334" y="128622"/>
                  <a:pt x="1269022" y="124693"/>
                </a:cubicBezTo>
                <a:cubicBezTo>
                  <a:pt x="1262710" y="120764"/>
                  <a:pt x="1257686" y="115161"/>
                  <a:pt x="1254015" y="108012"/>
                </a:cubicBezTo>
                <a:cubicBezTo>
                  <a:pt x="1250344" y="100798"/>
                  <a:pt x="1248476" y="92554"/>
                  <a:pt x="1248476" y="83215"/>
                </a:cubicBezTo>
                <a:cubicBezTo>
                  <a:pt x="1248476" y="73876"/>
                  <a:pt x="1250344" y="65825"/>
                  <a:pt x="1254015" y="58676"/>
                </a:cubicBezTo>
                <a:lnTo>
                  <a:pt x="1254080" y="58676"/>
                </a:lnTo>
                <a:cubicBezTo>
                  <a:pt x="1257751" y="51526"/>
                  <a:pt x="1262774" y="46052"/>
                  <a:pt x="1269086" y="42187"/>
                </a:cubicBezTo>
                <a:cubicBezTo>
                  <a:pt x="1275398" y="38323"/>
                  <a:pt x="1282419" y="36455"/>
                  <a:pt x="1290212" y="36455"/>
                </a:cubicBezTo>
                <a:close/>
                <a:moveTo>
                  <a:pt x="911431" y="36455"/>
                </a:moveTo>
                <a:cubicBezTo>
                  <a:pt x="920448" y="36455"/>
                  <a:pt x="927855" y="38323"/>
                  <a:pt x="934747" y="42058"/>
                </a:cubicBezTo>
                <a:cubicBezTo>
                  <a:pt x="941574" y="45794"/>
                  <a:pt x="946920" y="51076"/>
                  <a:pt x="950720" y="57967"/>
                </a:cubicBezTo>
                <a:cubicBezTo>
                  <a:pt x="954520" y="64794"/>
                  <a:pt x="956388" y="72716"/>
                  <a:pt x="956388" y="81605"/>
                </a:cubicBezTo>
                <a:cubicBezTo>
                  <a:pt x="956388" y="84889"/>
                  <a:pt x="956195" y="87852"/>
                  <a:pt x="955744" y="90493"/>
                </a:cubicBezTo>
                <a:lnTo>
                  <a:pt x="955744" y="90429"/>
                </a:lnTo>
                <a:lnTo>
                  <a:pt x="889082" y="90429"/>
                </a:lnTo>
                <a:cubicBezTo>
                  <a:pt x="889597" y="96998"/>
                  <a:pt x="891916" y="102151"/>
                  <a:pt x="895974" y="105886"/>
                </a:cubicBezTo>
                <a:cubicBezTo>
                  <a:pt x="900031" y="109622"/>
                  <a:pt x="905055" y="111490"/>
                  <a:pt x="910981" y="111490"/>
                </a:cubicBezTo>
                <a:cubicBezTo>
                  <a:pt x="919547" y="111490"/>
                  <a:pt x="925601" y="107819"/>
                  <a:pt x="929272" y="100476"/>
                </a:cubicBezTo>
                <a:lnTo>
                  <a:pt x="954134" y="100476"/>
                </a:lnTo>
                <a:cubicBezTo>
                  <a:pt x="951493" y="109236"/>
                  <a:pt x="946469" y="116449"/>
                  <a:pt x="938998" y="122117"/>
                </a:cubicBezTo>
                <a:cubicBezTo>
                  <a:pt x="931527" y="127785"/>
                  <a:pt x="922381" y="130619"/>
                  <a:pt x="911496" y="130619"/>
                </a:cubicBezTo>
                <a:cubicBezTo>
                  <a:pt x="902736" y="130619"/>
                  <a:pt x="894814" y="128687"/>
                  <a:pt x="887858" y="124758"/>
                </a:cubicBezTo>
                <a:cubicBezTo>
                  <a:pt x="880902" y="120893"/>
                  <a:pt x="875428" y="115354"/>
                  <a:pt x="871563" y="108205"/>
                </a:cubicBezTo>
                <a:cubicBezTo>
                  <a:pt x="867699" y="101056"/>
                  <a:pt x="865702" y="92812"/>
                  <a:pt x="865702" y="83537"/>
                </a:cubicBezTo>
                <a:cubicBezTo>
                  <a:pt x="865702" y="74262"/>
                  <a:pt x="867634" y="65825"/>
                  <a:pt x="871434" y="58676"/>
                </a:cubicBezTo>
                <a:cubicBezTo>
                  <a:pt x="875299" y="51526"/>
                  <a:pt x="880645" y="46052"/>
                  <a:pt x="887536" y="42187"/>
                </a:cubicBezTo>
                <a:cubicBezTo>
                  <a:pt x="894428" y="38323"/>
                  <a:pt x="902414" y="36455"/>
                  <a:pt x="911431" y="36455"/>
                </a:cubicBezTo>
                <a:close/>
                <a:moveTo>
                  <a:pt x="338269" y="36455"/>
                </a:moveTo>
                <a:cubicBezTo>
                  <a:pt x="349154" y="36455"/>
                  <a:pt x="357784" y="39160"/>
                  <a:pt x="364289" y="44635"/>
                </a:cubicBezTo>
                <a:cubicBezTo>
                  <a:pt x="370730" y="50045"/>
                  <a:pt x="374337" y="57387"/>
                  <a:pt x="374981" y="66598"/>
                </a:cubicBezTo>
                <a:lnTo>
                  <a:pt x="352954" y="66598"/>
                </a:lnTo>
                <a:cubicBezTo>
                  <a:pt x="352632" y="62991"/>
                  <a:pt x="351086" y="60093"/>
                  <a:pt x="348445" y="57967"/>
                </a:cubicBezTo>
                <a:cubicBezTo>
                  <a:pt x="345740" y="55842"/>
                  <a:pt x="342133" y="54747"/>
                  <a:pt x="337689" y="54747"/>
                </a:cubicBezTo>
                <a:cubicBezTo>
                  <a:pt x="333503" y="54747"/>
                  <a:pt x="330282" y="55520"/>
                  <a:pt x="328028" y="57065"/>
                </a:cubicBezTo>
                <a:cubicBezTo>
                  <a:pt x="325774" y="58611"/>
                  <a:pt x="324679" y="60737"/>
                  <a:pt x="324679" y="63506"/>
                </a:cubicBezTo>
                <a:cubicBezTo>
                  <a:pt x="324679" y="66598"/>
                  <a:pt x="326224" y="68916"/>
                  <a:pt x="329316" y="70527"/>
                </a:cubicBezTo>
                <a:cubicBezTo>
                  <a:pt x="332408" y="72137"/>
                  <a:pt x="337174" y="73747"/>
                  <a:pt x="343615" y="75357"/>
                </a:cubicBezTo>
                <a:cubicBezTo>
                  <a:pt x="350184" y="77032"/>
                  <a:pt x="355659" y="78706"/>
                  <a:pt x="359910" y="80445"/>
                </a:cubicBezTo>
                <a:cubicBezTo>
                  <a:pt x="364161" y="82184"/>
                  <a:pt x="367896" y="84889"/>
                  <a:pt x="371052" y="88625"/>
                </a:cubicBezTo>
                <a:cubicBezTo>
                  <a:pt x="374208" y="92296"/>
                  <a:pt x="375818" y="97127"/>
                  <a:pt x="375883" y="103181"/>
                </a:cubicBezTo>
                <a:cubicBezTo>
                  <a:pt x="375883" y="108463"/>
                  <a:pt x="374401" y="113164"/>
                  <a:pt x="371503" y="117351"/>
                </a:cubicBezTo>
                <a:cubicBezTo>
                  <a:pt x="368605" y="121537"/>
                  <a:pt x="364418" y="124758"/>
                  <a:pt x="359008" y="127141"/>
                </a:cubicBezTo>
                <a:cubicBezTo>
                  <a:pt x="353598" y="129524"/>
                  <a:pt x="347221" y="130683"/>
                  <a:pt x="340008" y="130683"/>
                </a:cubicBezTo>
                <a:cubicBezTo>
                  <a:pt x="332794" y="130683"/>
                  <a:pt x="325838" y="129331"/>
                  <a:pt x="319913" y="126626"/>
                </a:cubicBezTo>
                <a:lnTo>
                  <a:pt x="319848" y="126561"/>
                </a:lnTo>
                <a:cubicBezTo>
                  <a:pt x="313923" y="123856"/>
                  <a:pt x="309221" y="120249"/>
                  <a:pt x="305743" y="115612"/>
                </a:cubicBezTo>
                <a:cubicBezTo>
                  <a:pt x="302265" y="110975"/>
                  <a:pt x="300397" y="105886"/>
                  <a:pt x="300075" y="100283"/>
                </a:cubicBezTo>
                <a:lnTo>
                  <a:pt x="323262" y="100283"/>
                </a:lnTo>
                <a:cubicBezTo>
                  <a:pt x="323713" y="103825"/>
                  <a:pt x="325452" y="106724"/>
                  <a:pt x="328414" y="108978"/>
                </a:cubicBezTo>
                <a:cubicBezTo>
                  <a:pt x="331377" y="111232"/>
                  <a:pt x="335177" y="112456"/>
                  <a:pt x="339686" y="112456"/>
                </a:cubicBezTo>
                <a:cubicBezTo>
                  <a:pt x="344194" y="112456"/>
                  <a:pt x="347479" y="111554"/>
                  <a:pt x="349991" y="109815"/>
                </a:cubicBezTo>
                <a:cubicBezTo>
                  <a:pt x="352438" y="108076"/>
                  <a:pt x="353727" y="105822"/>
                  <a:pt x="353727" y="103052"/>
                </a:cubicBezTo>
                <a:cubicBezTo>
                  <a:pt x="353727" y="100090"/>
                  <a:pt x="352245" y="97835"/>
                  <a:pt x="349218" y="96354"/>
                </a:cubicBezTo>
                <a:cubicBezTo>
                  <a:pt x="346191" y="94873"/>
                  <a:pt x="341425" y="93262"/>
                  <a:pt x="334791" y="91523"/>
                </a:cubicBezTo>
                <a:cubicBezTo>
                  <a:pt x="327963" y="89849"/>
                  <a:pt x="322424" y="88174"/>
                  <a:pt x="318109" y="86435"/>
                </a:cubicBezTo>
                <a:cubicBezTo>
                  <a:pt x="313794" y="84696"/>
                  <a:pt x="310058" y="81991"/>
                  <a:pt x="306902" y="78384"/>
                </a:cubicBezTo>
                <a:cubicBezTo>
                  <a:pt x="303746" y="74777"/>
                  <a:pt x="302200" y="69883"/>
                  <a:pt x="302200" y="63764"/>
                </a:cubicBezTo>
                <a:cubicBezTo>
                  <a:pt x="302200" y="58740"/>
                  <a:pt x="303682" y="54103"/>
                  <a:pt x="306579" y="49916"/>
                </a:cubicBezTo>
                <a:cubicBezTo>
                  <a:pt x="309479" y="45730"/>
                  <a:pt x="313665" y="42445"/>
                  <a:pt x="319075" y="40062"/>
                </a:cubicBezTo>
                <a:cubicBezTo>
                  <a:pt x="324485" y="37679"/>
                  <a:pt x="330926" y="36455"/>
                  <a:pt x="338269" y="36455"/>
                </a:cubicBezTo>
                <a:close/>
                <a:moveTo>
                  <a:pt x="120314" y="36455"/>
                </a:moveTo>
                <a:cubicBezTo>
                  <a:pt x="127141" y="36455"/>
                  <a:pt x="133067" y="37808"/>
                  <a:pt x="138155" y="40577"/>
                </a:cubicBezTo>
                <a:cubicBezTo>
                  <a:pt x="143243" y="43347"/>
                  <a:pt x="147365" y="46760"/>
                  <a:pt x="150392" y="50947"/>
                </a:cubicBezTo>
                <a:lnTo>
                  <a:pt x="150392" y="37936"/>
                </a:lnTo>
                <a:lnTo>
                  <a:pt x="173579" y="37936"/>
                </a:lnTo>
                <a:lnTo>
                  <a:pt x="173579" y="129138"/>
                </a:lnTo>
                <a:lnTo>
                  <a:pt x="150392" y="129138"/>
                </a:lnTo>
                <a:lnTo>
                  <a:pt x="150392" y="115805"/>
                </a:lnTo>
                <a:cubicBezTo>
                  <a:pt x="147430" y="120056"/>
                  <a:pt x="143372" y="123598"/>
                  <a:pt x="138155" y="126432"/>
                </a:cubicBezTo>
                <a:cubicBezTo>
                  <a:pt x="132938" y="129202"/>
                  <a:pt x="126948" y="130619"/>
                  <a:pt x="120121" y="130619"/>
                </a:cubicBezTo>
                <a:cubicBezTo>
                  <a:pt x="112455" y="130619"/>
                  <a:pt x="105436" y="128622"/>
                  <a:pt x="99124" y="124693"/>
                </a:cubicBezTo>
                <a:cubicBezTo>
                  <a:pt x="92812" y="120765"/>
                  <a:pt x="87788" y="115161"/>
                  <a:pt x="84117" y="108012"/>
                </a:cubicBezTo>
                <a:cubicBezTo>
                  <a:pt x="80446" y="100798"/>
                  <a:pt x="78578" y="92554"/>
                  <a:pt x="78578" y="83215"/>
                </a:cubicBezTo>
                <a:cubicBezTo>
                  <a:pt x="78578" y="73876"/>
                  <a:pt x="80446" y="65825"/>
                  <a:pt x="84117" y="58676"/>
                </a:cubicBezTo>
                <a:lnTo>
                  <a:pt x="84181" y="58676"/>
                </a:lnTo>
                <a:cubicBezTo>
                  <a:pt x="87853" y="51526"/>
                  <a:pt x="92876" y="46052"/>
                  <a:pt x="99188" y="42187"/>
                </a:cubicBezTo>
                <a:cubicBezTo>
                  <a:pt x="105500" y="38323"/>
                  <a:pt x="112521" y="36455"/>
                  <a:pt x="120314" y="36455"/>
                </a:cubicBezTo>
                <a:close/>
                <a:moveTo>
                  <a:pt x="2449098" y="15393"/>
                </a:moveTo>
                <a:lnTo>
                  <a:pt x="2472285" y="15393"/>
                </a:lnTo>
                <a:lnTo>
                  <a:pt x="2472285" y="37936"/>
                </a:lnTo>
                <a:lnTo>
                  <a:pt x="2492702" y="37936"/>
                </a:lnTo>
                <a:lnTo>
                  <a:pt x="2492702" y="56871"/>
                </a:lnTo>
                <a:lnTo>
                  <a:pt x="2472285" y="56871"/>
                </a:lnTo>
                <a:lnTo>
                  <a:pt x="2472285" y="100991"/>
                </a:lnTo>
                <a:cubicBezTo>
                  <a:pt x="2472285" y="104082"/>
                  <a:pt x="2473058" y="106272"/>
                  <a:pt x="2474539" y="107689"/>
                </a:cubicBezTo>
                <a:cubicBezTo>
                  <a:pt x="2476020" y="109042"/>
                  <a:pt x="2478532" y="109750"/>
                  <a:pt x="2482010" y="109750"/>
                </a:cubicBezTo>
                <a:lnTo>
                  <a:pt x="2492702" y="109750"/>
                </a:lnTo>
                <a:lnTo>
                  <a:pt x="2492702" y="129201"/>
                </a:lnTo>
                <a:lnTo>
                  <a:pt x="2478210" y="129201"/>
                </a:lnTo>
                <a:cubicBezTo>
                  <a:pt x="2458759" y="129201"/>
                  <a:pt x="2449098" y="119733"/>
                  <a:pt x="2449098" y="100862"/>
                </a:cubicBezTo>
                <a:lnTo>
                  <a:pt x="2449098" y="56936"/>
                </a:lnTo>
                <a:lnTo>
                  <a:pt x="2438213" y="56936"/>
                </a:lnTo>
                <a:lnTo>
                  <a:pt x="2438213" y="38000"/>
                </a:lnTo>
                <a:lnTo>
                  <a:pt x="2449098" y="38000"/>
                </a:lnTo>
                <a:close/>
                <a:moveTo>
                  <a:pt x="536128" y="14234"/>
                </a:moveTo>
                <a:lnTo>
                  <a:pt x="559186" y="14234"/>
                </a:lnTo>
                <a:lnTo>
                  <a:pt x="559186" y="85340"/>
                </a:lnTo>
                <a:cubicBezTo>
                  <a:pt x="559186" y="93133"/>
                  <a:pt x="561183" y="99059"/>
                  <a:pt x="565305" y="103181"/>
                </a:cubicBezTo>
                <a:cubicBezTo>
                  <a:pt x="569362" y="107303"/>
                  <a:pt x="575095" y="109364"/>
                  <a:pt x="582437" y="109364"/>
                </a:cubicBezTo>
                <a:cubicBezTo>
                  <a:pt x="589780" y="109364"/>
                  <a:pt x="595641" y="107303"/>
                  <a:pt x="599698" y="103181"/>
                </a:cubicBezTo>
                <a:cubicBezTo>
                  <a:pt x="603756" y="99059"/>
                  <a:pt x="605817" y="93133"/>
                  <a:pt x="605817" y="85340"/>
                </a:cubicBezTo>
                <a:lnTo>
                  <a:pt x="605817" y="14234"/>
                </a:lnTo>
                <a:lnTo>
                  <a:pt x="629004" y="14234"/>
                </a:lnTo>
                <a:lnTo>
                  <a:pt x="629004" y="85147"/>
                </a:lnTo>
                <a:cubicBezTo>
                  <a:pt x="629004" y="94937"/>
                  <a:pt x="626878" y="103181"/>
                  <a:pt x="622692" y="109944"/>
                </a:cubicBezTo>
                <a:cubicBezTo>
                  <a:pt x="618441" y="116706"/>
                  <a:pt x="612837" y="121795"/>
                  <a:pt x="605753" y="125144"/>
                </a:cubicBezTo>
                <a:cubicBezTo>
                  <a:pt x="598668" y="128557"/>
                  <a:pt x="590810" y="130232"/>
                  <a:pt x="582115" y="130232"/>
                </a:cubicBezTo>
                <a:cubicBezTo>
                  <a:pt x="573420" y="130232"/>
                  <a:pt x="565820" y="128557"/>
                  <a:pt x="558799" y="125144"/>
                </a:cubicBezTo>
                <a:cubicBezTo>
                  <a:pt x="551843" y="121730"/>
                  <a:pt x="546304" y="116642"/>
                  <a:pt x="542247" y="109944"/>
                </a:cubicBezTo>
                <a:cubicBezTo>
                  <a:pt x="538189" y="103181"/>
                  <a:pt x="536128" y="94937"/>
                  <a:pt x="536128" y="85147"/>
                </a:cubicBezTo>
                <a:close/>
                <a:moveTo>
                  <a:pt x="9082" y="14234"/>
                </a:moveTo>
                <a:lnTo>
                  <a:pt x="32140" y="14234"/>
                </a:lnTo>
                <a:lnTo>
                  <a:pt x="32140" y="110845"/>
                </a:lnTo>
                <a:lnTo>
                  <a:pt x="69947" y="110845"/>
                </a:lnTo>
                <a:lnTo>
                  <a:pt x="69947" y="129137"/>
                </a:lnTo>
                <a:lnTo>
                  <a:pt x="9082" y="129137"/>
                </a:lnTo>
                <a:close/>
                <a:moveTo>
                  <a:pt x="2666667" y="7278"/>
                </a:moveTo>
                <a:lnTo>
                  <a:pt x="2689725" y="7278"/>
                </a:lnTo>
                <a:lnTo>
                  <a:pt x="2689725" y="129137"/>
                </a:lnTo>
                <a:lnTo>
                  <a:pt x="2666667" y="129137"/>
                </a:lnTo>
                <a:close/>
                <a:moveTo>
                  <a:pt x="1625647" y="7278"/>
                </a:moveTo>
                <a:lnTo>
                  <a:pt x="1648705" y="7278"/>
                </a:lnTo>
                <a:lnTo>
                  <a:pt x="1648705" y="49272"/>
                </a:lnTo>
                <a:cubicBezTo>
                  <a:pt x="1651668" y="45343"/>
                  <a:pt x="1655596" y="42251"/>
                  <a:pt x="1660556" y="39997"/>
                </a:cubicBezTo>
                <a:cubicBezTo>
                  <a:pt x="1665515" y="37743"/>
                  <a:pt x="1670990" y="36648"/>
                  <a:pt x="1677044" y="36648"/>
                </a:cubicBezTo>
                <a:cubicBezTo>
                  <a:pt x="1683936" y="36648"/>
                  <a:pt x="1690119" y="38129"/>
                  <a:pt x="1695465" y="41156"/>
                </a:cubicBezTo>
                <a:cubicBezTo>
                  <a:pt x="1700811" y="44184"/>
                  <a:pt x="1705062" y="48628"/>
                  <a:pt x="1708089" y="54489"/>
                </a:cubicBezTo>
                <a:cubicBezTo>
                  <a:pt x="1711116" y="60350"/>
                  <a:pt x="1712597" y="67435"/>
                  <a:pt x="1712597" y="75614"/>
                </a:cubicBezTo>
                <a:lnTo>
                  <a:pt x="1712597" y="129137"/>
                </a:lnTo>
                <a:lnTo>
                  <a:pt x="1689539" y="129137"/>
                </a:lnTo>
                <a:lnTo>
                  <a:pt x="1689539" y="78770"/>
                </a:lnTo>
                <a:cubicBezTo>
                  <a:pt x="1689539" y="71557"/>
                  <a:pt x="1687736" y="65953"/>
                  <a:pt x="1684129" y="62089"/>
                </a:cubicBezTo>
                <a:cubicBezTo>
                  <a:pt x="1680522" y="58224"/>
                  <a:pt x="1675563" y="56228"/>
                  <a:pt x="1669315" y="56228"/>
                </a:cubicBezTo>
                <a:cubicBezTo>
                  <a:pt x="1663068" y="56228"/>
                  <a:pt x="1657915" y="58160"/>
                  <a:pt x="1654244" y="62089"/>
                </a:cubicBezTo>
                <a:cubicBezTo>
                  <a:pt x="1650573" y="65953"/>
                  <a:pt x="1648705" y="71557"/>
                  <a:pt x="1648705" y="78770"/>
                </a:cubicBezTo>
                <a:lnTo>
                  <a:pt x="1648705" y="129137"/>
                </a:lnTo>
                <a:lnTo>
                  <a:pt x="1625647" y="129137"/>
                </a:lnTo>
                <a:close/>
                <a:moveTo>
                  <a:pt x="825705" y="7278"/>
                </a:moveTo>
                <a:lnTo>
                  <a:pt x="849085" y="7278"/>
                </a:lnTo>
                <a:lnTo>
                  <a:pt x="849085" y="129137"/>
                </a:lnTo>
                <a:lnTo>
                  <a:pt x="825705" y="129137"/>
                </a:lnTo>
                <a:lnTo>
                  <a:pt x="825705" y="115611"/>
                </a:lnTo>
                <a:cubicBezTo>
                  <a:pt x="822871" y="120120"/>
                  <a:pt x="818877" y="123727"/>
                  <a:pt x="813660" y="126496"/>
                </a:cubicBezTo>
                <a:cubicBezTo>
                  <a:pt x="808508" y="129266"/>
                  <a:pt x="802518" y="130618"/>
                  <a:pt x="795691" y="130618"/>
                </a:cubicBezTo>
                <a:cubicBezTo>
                  <a:pt x="788026" y="130618"/>
                  <a:pt x="781006" y="128622"/>
                  <a:pt x="774629" y="124693"/>
                </a:cubicBezTo>
                <a:cubicBezTo>
                  <a:pt x="768253" y="120764"/>
                  <a:pt x="763229" y="115161"/>
                  <a:pt x="759558" y="108011"/>
                </a:cubicBezTo>
                <a:cubicBezTo>
                  <a:pt x="755887" y="100798"/>
                  <a:pt x="754019" y="92554"/>
                  <a:pt x="754019" y="83214"/>
                </a:cubicBezTo>
                <a:cubicBezTo>
                  <a:pt x="754019" y="73875"/>
                  <a:pt x="755887" y="65824"/>
                  <a:pt x="759558" y="58675"/>
                </a:cubicBezTo>
                <a:lnTo>
                  <a:pt x="759622" y="58675"/>
                </a:lnTo>
                <a:cubicBezTo>
                  <a:pt x="763294" y="51526"/>
                  <a:pt x="768317" y="46051"/>
                  <a:pt x="774694" y="42187"/>
                </a:cubicBezTo>
                <a:cubicBezTo>
                  <a:pt x="781070" y="38322"/>
                  <a:pt x="788155" y="36455"/>
                  <a:pt x="795948" y="36455"/>
                </a:cubicBezTo>
                <a:cubicBezTo>
                  <a:pt x="801874" y="36455"/>
                  <a:pt x="807542" y="37743"/>
                  <a:pt x="812888" y="40319"/>
                </a:cubicBezTo>
                <a:cubicBezTo>
                  <a:pt x="818233" y="42895"/>
                  <a:pt x="822549" y="46309"/>
                  <a:pt x="825705" y="50624"/>
                </a:cubicBezTo>
                <a:close/>
                <a:moveTo>
                  <a:pt x="144531" y="5153"/>
                </a:moveTo>
                <a:cubicBezTo>
                  <a:pt x="147623" y="5153"/>
                  <a:pt x="150199" y="6248"/>
                  <a:pt x="152325" y="8373"/>
                </a:cubicBezTo>
                <a:cubicBezTo>
                  <a:pt x="154450" y="10499"/>
                  <a:pt x="155545" y="13140"/>
                  <a:pt x="155545" y="16167"/>
                </a:cubicBezTo>
                <a:cubicBezTo>
                  <a:pt x="155545" y="19194"/>
                  <a:pt x="154450" y="21835"/>
                  <a:pt x="152325" y="23896"/>
                </a:cubicBezTo>
                <a:cubicBezTo>
                  <a:pt x="150199" y="25957"/>
                  <a:pt x="147559" y="27052"/>
                  <a:pt x="144531" y="27052"/>
                </a:cubicBezTo>
                <a:cubicBezTo>
                  <a:pt x="141504" y="27052"/>
                  <a:pt x="138863" y="26021"/>
                  <a:pt x="136802" y="23896"/>
                </a:cubicBezTo>
                <a:cubicBezTo>
                  <a:pt x="134741" y="21835"/>
                  <a:pt x="133646" y="19258"/>
                  <a:pt x="133646" y="16167"/>
                </a:cubicBezTo>
                <a:cubicBezTo>
                  <a:pt x="133646" y="13075"/>
                  <a:pt x="134677" y="10499"/>
                  <a:pt x="136802" y="8373"/>
                </a:cubicBezTo>
                <a:cubicBezTo>
                  <a:pt x="138928" y="6248"/>
                  <a:pt x="141440" y="5153"/>
                  <a:pt x="144531" y="5153"/>
                </a:cubicBezTo>
                <a:close/>
                <a:moveTo>
                  <a:pt x="114067" y="5153"/>
                </a:moveTo>
                <a:cubicBezTo>
                  <a:pt x="117158" y="5153"/>
                  <a:pt x="119734" y="6248"/>
                  <a:pt x="121860" y="8373"/>
                </a:cubicBezTo>
                <a:cubicBezTo>
                  <a:pt x="123985" y="10499"/>
                  <a:pt x="125080" y="13140"/>
                  <a:pt x="125080" y="16167"/>
                </a:cubicBezTo>
                <a:cubicBezTo>
                  <a:pt x="125080" y="19194"/>
                  <a:pt x="123985" y="21835"/>
                  <a:pt x="121860" y="23896"/>
                </a:cubicBezTo>
                <a:cubicBezTo>
                  <a:pt x="119734" y="25957"/>
                  <a:pt x="117094" y="27052"/>
                  <a:pt x="114067" y="27052"/>
                </a:cubicBezTo>
                <a:cubicBezTo>
                  <a:pt x="111039" y="27052"/>
                  <a:pt x="108399" y="26021"/>
                  <a:pt x="106338" y="23896"/>
                </a:cubicBezTo>
                <a:cubicBezTo>
                  <a:pt x="104277" y="21835"/>
                  <a:pt x="103182" y="19258"/>
                  <a:pt x="103182" y="16167"/>
                </a:cubicBezTo>
                <a:cubicBezTo>
                  <a:pt x="103182" y="13075"/>
                  <a:pt x="104212" y="10499"/>
                  <a:pt x="106338" y="8373"/>
                </a:cubicBezTo>
                <a:cubicBezTo>
                  <a:pt x="108399" y="6248"/>
                  <a:pt x="110975" y="5153"/>
                  <a:pt x="114067" y="5153"/>
                </a:cubicBezTo>
                <a:close/>
                <a:moveTo>
                  <a:pt x="2520977" y="0"/>
                </a:moveTo>
                <a:cubicBezTo>
                  <a:pt x="2525034" y="0"/>
                  <a:pt x="2528384" y="1288"/>
                  <a:pt x="2531089" y="3864"/>
                </a:cubicBezTo>
                <a:cubicBezTo>
                  <a:pt x="2533794" y="6441"/>
                  <a:pt x="2535146" y="9661"/>
                  <a:pt x="2535146" y="13526"/>
                </a:cubicBezTo>
                <a:cubicBezTo>
                  <a:pt x="2535146" y="17390"/>
                  <a:pt x="2533794" y="20546"/>
                  <a:pt x="2531089" y="23187"/>
                </a:cubicBezTo>
                <a:cubicBezTo>
                  <a:pt x="2528384" y="25763"/>
                  <a:pt x="2525034" y="27051"/>
                  <a:pt x="2520977" y="27051"/>
                </a:cubicBezTo>
                <a:cubicBezTo>
                  <a:pt x="2516919" y="27051"/>
                  <a:pt x="2513570" y="25763"/>
                  <a:pt x="2510865" y="23187"/>
                </a:cubicBezTo>
                <a:cubicBezTo>
                  <a:pt x="2508160" y="20610"/>
                  <a:pt x="2506807" y="17390"/>
                  <a:pt x="2506807" y="13526"/>
                </a:cubicBezTo>
                <a:cubicBezTo>
                  <a:pt x="2506807" y="9661"/>
                  <a:pt x="2508160" y="6505"/>
                  <a:pt x="2510865" y="3864"/>
                </a:cubicBezTo>
                <a:cubicBezTo>
                  <a:pt x="2513570" y="1288"/>
                  <a:pt x="2516919" y="0"/>
                  <a:pt x="2520977" y="0"/>
                </a:cubicBezTo>
                <a:close/>
                <a:moveTo>
                  <a:pt x="2302571" y="0"/>
                </a:moveTo>
                <a:cubicBezTo>
                  <a:pt x="2306628" y="0"/>
                  <a:pt x="2309978" y="1288"/>
                  <a:pt x="2312683" y="3864"/>
                </a:cubicBezTo>
                <a:cubicBezTo>
                  <a:pt x="2315388" y="6441"/>
                  <a:pt x="2316740" y="9661"/>
                  <a:pt x="2316740" y="13526"/>
                </a:cubicBezTo>
                <a:cubicBezTo>
                  <a:pt x="2316740" y="17390"/>
                  <a:pt x="2315388" y="20546"/>
                  <a:pt x="2312683" y="23187"/>
                </a:cubicBezTo>
                <a:cubicBezTo>
                  <a:pt x="2309978" y="25763"/>
                  <a:pt x="2306628" y="27051"/>
                  <a:pt x="2302571" y="27051"/>
                </a:cubicBezTo>
                <a:cubicBezTo>
                  <a:pt x="2298513" y="27051"/>
                  <a:pt x="2295164" y="25763"/>
                  <a:pt x="2292459" y="23187"/>
                </a:cubicBezTo>
                <a:cubicBezTo>
                  <a:pt x="2289754" y="20610"/>
                  <a:pt x="2288401" y="17390"/>
                  <a:pt x="2288401" y="13526"/>
                </a:cubicBezTo>
                <a:cubicBezTo>
                  <a:pt x="2288401" y="9661"/>
                  <a:pt x="2289754" y="6505"/>
                  <a:pt x="2292459" y="3864"/>
                </a:cubicBezTo>
                <a:cubicBezTo>
                  <a:pt x="2295164" y="1288"/>
                  <a:pt x="2298513" y="0"/>
                  <a:pt x="2302571" y="0"/>
                </a:cubicBezTo>
                <a:close/>
                <a:moveTo>
                  <a:pt x="1944336" y="0"/>
                </a:moveTo>
                <a:cubicBezTo>
                  <a:pt x="1948393" y="0"/>
                  <a:pt x="1951743" y="1288"/>
                  <a:pt x="1954448" y="3864"/>
                </a:cubicBezTo>
                <a:cubicBezTo>
                  <a:pt x="1957153" y="6441"/>
                  <a:pt x="1958505" y="9661"/>
                  <a:pt x="1958505" y="13526"/>
                </a:cubicBezTo>
                <a:cubicBezTo>
                  <a:pt x="1958505" y="17390"/>
                  <a:pt x="1957153" y="20546"/>
                  <a:pt x="1954448" y="23187"/>
                </a:cubicBezTo>
                <a:cubicBezTo>
                  <a:pt x="1951743" y="25763"/>
                  <a:pt x="1948393" y="27051"/>
                  <a:pt x="1944336" y="27051"/>
                </a:cubicBezTo>
                <a:cubicBezTo>
                  <a:pt x="1940278" y="27051"/>
                  <a:pt x="1936929" y="25763"/>
                  <a:pt x="1934224" y="23187"/>
                </a:cubicBezTo>
                <a:cubicBezTo>
                  <a:pt x="1931519" y="20610"/>
                  <a:pt x="1930166" y="17390"/>
                  <a:pt x="1930166" y="13526"/>
                </a:cubicBezTo>
                <a:cubicBezTo>
                  <a:pt x="1930166" y="9661"/>
                  <a:pt x="1931519" y="6505"/>
                  <a:pt x="1934224" y="3864"/>
                </a:cubicBezTo>
                <a:cubicBezTo>
                  <a:pt x="1936929" y="1288"/>
                  <a:pt x="1940278" y="0"/>
                  <a:pt x="1944336" y="0"/>
                </a:cubicBezTo>
                <a:close/>
                <a:moveTo>
                  <a:pt x="406413" y="0"/>
                </a:moveTo>
                <a:cubicBezTo>
                  <a:pt x="410470" y="0"/>
                  <a:pt x="413820" y="1288"/>
                  <a:pt x="416525" y="3864"/>
                </a:cubicBezTo>
                <a:cubicBezTo>
                  <a:pt x="419230" y="6441"/>
                  <a:pt x="420582" y="9661"/>
                  <a:pt x="420582" y="13526"/>
                </a:cubicBezTo>
                <a:cubicBezTo>
                  <a:pt x="420582" y="17390"/>
                  <a:pt x="419230" y="20546"/>
                  <a:pt x="416525" y="23187"/>
                </a:cubicBezTo>
                <a:cubicBezTo>
                  <a:pt x="413820" y="25763"/>
                  <a:pt x="410470" y="27051"/>
                  <a:pt x="406413" y="27051"/>
                </a:cubicBezTo>
                <a:cubicBezTo>
                  <a:pt x="402355" y="27051"/>
                  <a:pt x="399006" y="25763"/>
                  <a:pt x="396301" y="23187"/>
                </a:cubicBezTo>
                <a:cubicBezTo>
                  <a:pt x="393596" y="20610"/>
                  <a:pt x="392243" y="17390"/>
                  <a:pt x="392243" y="13526"/>
                </a:cubicBezTo>
                <a:cubicBezTo>
                  <a:pt x="392243" y="9661"/>
                  <a:pt x="393596" y="6505"/>
                  <a:pt x="396301" y="3864"/>
                </a:cubicBezTo>
                <a:cubicBezTo>
                  <a:pt x="399006" y="1288"/>
                  <a:pt x="402355" y="0"/>
                  <a:pt x="406413" y="0"/>
                </a:cubicBezTo>
                <a:close/>
              </a:path>
            </a:pathLst>
          </a:custGeom>
          <a:solidFill>
            <a:schemeClr val="bg1"/>
          </a:solidFill>
          <a:ln w="6420" cap="flat">
            <a:noFill/>
            <a:prstDash val="solid"/>
            <a:miter/>
          </a:ln>
        </p:spPr>
        <p:txBody>
          <a:bodyPr rtlCol="0" anchor="ctr"/>
          <a:lstStyle/>
          <a:p>
            <a:endParaRPr lang="fi-FI"/>
          </a:p>
        </p:txBody>
      </p:sp>
      <p:grpSp>
        <p:nvGrpSpPr>
          <p:cNvPr id="4" name="Ryhmä 3">
            <a:extLst>
              <a:ext uri="{FF2B5EF4-FFF2-40B4-BE49-F238E27FC236}">
                <a16:creationId xmlns:a16="http://schemas.microsoft.com/office/drawing/2014/main" id="{09E3725C-B9A7-7838-8997-36A9AA86ED4C}"/>
              </a:ext>
              <a:ext uri="{C183D7F6-B498-43B3-948B-1728B52AA6E4}">
                <adec:decorative xmlns:adec="http://schemas.microsoft.com/office/drawing/2017/decorative" val="1"/>
              </a:ext>
            </a:extLst>
          </p:cNvPr>
          <p:cNvGrpSpPr/>
          <p:nvPr userDrawn="1"/>
        </p:nvGrpSpPr>
        <p:grpSpPr>
          <a:xfrm>
            <a:off x="4915428" y="1012010"/>
            <a:ext cx="6250964" cy="5128761"/>
            <a:chOff x="3021610" y="401455"/>
            <a:chExt cx="5396988" cy="4428095"/>
          </a:xfrm>
        </p:grpSpPr>
        <p:sp>
          <p:nvSpPr>
            <p:cNvPr id="6" name="Vapaamuotoinen: Muoto 5">
              <a:extLst>
                <a:ext uri="{FF2B5EF4-FFF2-40B4-BE49-F238E27FC236}">
                  <a16:creationId xmlns:a16="http://schemas.microsoft.com/office/drawing/2014/main" id="{FE930FAB-353D-01CF-88CD-2DAFE2B54AC8}"/>
                </a:ext>
                <a:ext uri="{C183D7F6-B498-43B3-948B-1728B52AA6E4}">
                  <adec:decorative xmlns:adec="http://schemas.microsoft.com/office/drawing/2017/decorative" val="1"/>
                </a:ext>
              </a:extLst>
            </p:cNvPr>
            <p:cNvSpPr>
              <a:spLocks/>
            </p:cNvSpPr>
            <p:nvPr userDrawn="1"/>
          </p:nvSpPr>
          <p:spPr>
            <a:xfrm>
              <a:off x="3301043" y="4276449"/>
              <a:ext cx="902961" cy="553101"/>
            </a:xfrm>
            <a:custGeom>
              <a:avLst/>
              <a:gdLst>
                <a:gd name="connsiteX0" fmla="*/ 913944 w 1048413"/>
                <a:gd name="connsiteY0" fmla="*/ 294748 h 642196"/>
                <a:gd name="connsiteX1" fmla="*/ 920827 w 1048413"/>
                <a:gd name="connsiteY1" fmla="*/ 326723 h 642196"/>
                <a:gd name="connsiteX2" fmla="*/ 887413 w 1048413"/>
                <a:gd name="connsiteY2" fmla="*/ 515005 h 642196"/>
                <a:gd name="connsiteX3" fmla="*/ 853686 w 1048413"/>
                <a:gd name="connsiteY3" fmla="*/ 538219 h 642196"/>
                <a:gd name="connsiteX4" fmla="*/ 672412 w 1048413"/>
                <a:gd name="connsiteY4" fmla="*/ 590906 h 642196"/>
                <a:gd name="connsiteX5" fmla="*/ 653452 w 1048413"/>
                <a:gd name="connsiteY5" fmla="*/ 592032 h 642196"/>
                <a:gd name="connsiteX6" fmla="*/ 213689 w 1048413"/>
                <a:gd name="connsiteY6" fmla="*/ 596913 h 642196"/>
                <a:gd name="connsiteX7" fmla="*/ 176458 w 1048413"/>
                <a:gd name="connsiteY7" fmla="*/ 608677 h 642196"/>
                <a:gd name="connsiteX8" fmla="*/ 43804 w 1048413"/>
                <a:gd name="connsiteY8" fmla="*/ 638211 h 642196"/>
                <a:gd name="connsiteX9" fmla="*/ 3256 w 1048413"/>
                <a:gd name="connsiteY9" fmla="*/ 563124 h 642196"/>
                <a:gd name="connsiteX10" fmla="*/ 299978 w 1048413"/>
                <a:gd name="connsiteY10" fmla="*/ 391110 h 642196"/>
                <a:gd name="connsiteX11" fmla="*/ 345280 w 1048413"/>
                <a:gd name="connsiteY11" fmla="*/ 369773 h 642196"/>
                <a:gd name="connsiteX12" fmla="*/ 548330 w 1048413"/>
                <a:gd name="connsiteY12" fmla="*/ 261021 h 642196"/>
                <a:gd name="connsiteX13" fmla="*/ 582620 w 1048413"/>
                <a:gd name="connsiteY13" fmla="*/ 249883 h 642196"/>
                <a:gd name="connsiteX14" fmla="*/ 746186 w 1048413"/>
                <a:gd name="connsiteY14" fmla="*/ 177361 h 642196"/>
                <a:gd name="connsiteX15" fmla="*/ 762642 w 1048413"/>
                <a:gd name="connsiteY15" fmla="*/ 145261 h 642196"/>
                <a:gd name="connsiteX16" fmla="*/ 902368 w 1048413"/>
                <a:gd name="connsiteY16" fmla="*/ 13670 h 642196"/>
                <a:gd name="connsiteX17" fmla="*/ 914382 w 1048413"/>
                <a:gd name="connsiteY17" fmla="*/ 4660 h 642196"/>
                <a:gd name="connsiteX18" fmla="*/ 945981 w 1048413"/>
                <a:gd name="connsiteY18" fmla="*/ 8039 h 642196"/>
                <a:gd name="connsiteX19" fmla="*/ 945981 w 1048413"/>
                <a:gd name="connsiteY19" fmla="*/ 8039 h 642196"/>
                <a:gd name="connsiteX20" fmla="*/ 1048413 w 1048413"/>
                <a:gd name="connsiteY20" fmla="*/ 121796 h 642196"/>
                <a:gd name="connsiteX21" fmla="*/ 914006 w 1048413"/>
                <a:gd name="connsiteY21" fmla="*/ 294748 h 642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48413" h="642196">
                  <a:moveTo>
                    <a:pt x="913944" y="294748"/>
                  </a:moveTo>
                  <a:cubicBezTo>
                    <a:pt x="913193" y="305761"/>
                    <a:pt x="915633" y="316961"/>
                    <a:pt x="920827" y="326723"/>
                  </a:cubicBezTo>
                  <a:cubicBezTo>
                    <a:pt x="981898" y="440480"/>
                    <a:pt x="1046035" y="477336"/>
                    <a:pt x="887413" y="515005"/>
                  </a:cubicBezTo>
                  <a:cubicBezTo>
                    <a:pt x="873647" y="518259"/>
                    <a:pt x="861758" y="526644"/>
                    <a:pt x="853686" y="538219"/>
                  </a:cubicBezTo>
                  <a:cubicBezTo>
                    <a:pt x="817456" y="589905"/>
                    <a:pt x="731669" y="596976"/>
                    <a:pt x="672412" y="590906"/>
                  </a:cubicBezTo>
                  <a:cubicBezTo>
                    <a:pt x="666030" y="590280"/>
                    <a:pt x="659710" y="590718"/>
                    <a:pt x="653452" y="592032"/>
                  </a:cubicBezTo>
                  <a:cubicBezTo>
                    <a:pt x="547829" y="615935"/>
                    <a:pt x="329387" y="602920"/>
                    <a:pt x="213689" y="596913"/>
                  </a:cubicBezTo>
                  <a:cubicBezTo>
                    <a:pt x="200299" y="596225"/>
                    <a:pt x="187284" y="600668"/>
                    <a:pt x="176458" y="608677"/>
                  </a:cubicBezTo>
                  <a:cubicBezTo>
                    <a:pt x="138789" y="636584"/>
                    <a:pt x="92173" y="649286"/>
                    <a:pt x="43804" y="638211"/>
                  </a:cubicBezTo>
                  <a:cubicBezTo>
                    <a:pt x="10765" y="630702"/>
                    <a:pt x="-7944" y="595098"/>
                    <a:pt x="3256" y="563124"/>
                  </a:cubicBezTo>
                  <a:cubicBezTo>
                    <a:pt x="52439" y="423961"/>
                    <a:pt x="142231" y="584273"/>
                    <a:pt x="299978" y="391110"/>
                  </a:cubicBezTo>
                  <a:cubicBezTo>
                    <a:pt x="310990" y="377469"/>
                    <a:pt x="327823" y="368897"/>
                    <a:pt x="345280" y="369773"/>
                  </a:cubicBezTo>
                  <a:cubicBezTo>
                    <a:pt x="407040" y="372902"/>
                    <a:pt x="499585" y="297063"/>
                    <a:pt x="548330" y="261021"/>
                  </a:cubicBezTo>
                  <a:cubicBezTo>
                    <a:pt x="558216" y="253700"/>
                    <a:pt x="570293" y="249758"/>
                    <a:pt x="582620" y="249883"/>
                  </a:cubicBezTo>
                  <a:cubicBezTo>
                    <a:pt x="659522" y="250008"/>
                    <a:pt x="731919" y="267091"/>
                    <a:pt x="746186" y="177361"/>
                  </a:cubicBezTo>
                  <a:cubicBezTo>
                    <a:pt x="748188" y="165097"/>
                    <a:pt x="753694" y="153708"/>
                    <a:pt x="762642" y="145261"/>
                  </a:cubicBezTo>
                  <a:cubicBezTo>
                    <a:pt x="793866" y="115852"/>
                    <a:pt x="867577" y="46521"/>
                    <a:pt x="902368" y="13670"/>
                  </a:cubicBezTo>
                  <a:lnTo>
                    <a:pt x="914382" y="4660"/>
                  </a:lnTo>
                  <a:cubicBezTo>
                    <a:pt x="924206" y="-2662"/>
                    <a:pt x="937972" y="-1222"/>
                    <a:pt x="945981" y="8039"/>
                  </a:cubicBezTo>
                  <a:lnTo>
                    <a:pt x="945981" y="8039"/>
                  </a:lnTo>
                  <a:cubicBezTo>
                    <a:pt x="945981" y="8039"/>
                    <a:pt x="1048413" y="121796"/>
                    <a:pt x="1048413" y="121796"/>
                  </a:cubicBezTo>
                  <a:cubicBezTo>
                    <a:pt x="962876" y="150768"/>
                    <a:pt x="921703" y="184494"/>
                    <a:pt x="914006" y="294748"/>
                  </a:cubicBezTo>
                  <a:close/>
                </a:path>
              </a:pathLst>
            </a:custGeom>
            <a:solidFill>
              <a:srgbClr val="9FD4B7"/>
            </a:solidFill>
            <a:ln w="6252" cap="flat">
              <a:noFill/>
              <a:prstDash val="solid"/>
              <a:miter/>
            </a:ln>
          </p:spPr>
          <p:txBody>
            <a:bodyPr rtlCol="0" anchor="ctr"/>
            <a:lstStyle/>
            <a:p>
              <a:endParaRPr lang="fi-FI" sz="3200"/>
            </a:p>
          </p:txBody>
        </p:sp>
        <p:sp>
          <p:nvSpPr>
            <p:cNvPr id="10" name="Vapaamuotoinen: Muoto 9">
              <a:extLst>
                <a:ext uri="{FF2B5EF4-FFF2-40B4-BE49-F238E27FC236}">
                  <a16:creationId xmlns:a16="http://schemas.microsoft.com/office/drawing/2014/main" id="{46D10D98-7B30-08F9-5297-3E32BD356BE0}"/>
                </a:ext>
                <a:ext uri="{C183D7F6-B498-43B3-948B-1728B52AA6E4}">
                  <adec:decorative xmlns:adec="http://schemas.microsoft.com/office/drawing/2017/decorative" val="1"/>
                </a:ext>
              </a:extLst>
            </p:cNvPr>
            <p:cNvSpPr>
              <a:spLocks/>
            </p:cNvSpPr>
            <p:nvPr/>
          </p:nvSpPr>
          <p:spPr>
            <a:xfrm>
              <a:off x="3021610" y="2807704"/>
              <a:ext cx="2952422" cy="1555805"/>
            </a:xfrm>
            <a:custGeom>
              <a:avLst/>
              <a:gdLst>
                <a:gd name="connsiteX0" fmla="*/ 3007891 w 3428006"/>
                <a:gd name="connsiteY0" fmla="*/ 1268855 h 1806419"/>
                <a:gd name="connsiteX1" fmla="*/ 3118207 w 3428006"/>
                <a:gd name="connsiteY1" fmla="*/ 1349824 h 1806419"/>
                <a:gd name="connsiteX2" fmla="*/ 3117957 w 3428006"/>
                <a:gd name="connsiteY2" fmla="*/ 1355957 h 1806419"/>
                <a:gd name="connsiteX3" fmla="*/ 2918349 w 3428006"/>
                <a:gd name="connsiteY3" fmla="*/ 1477098 h 1806419"/>
                <a:gd name="connsiteX4" fmla="*/ 2893758 w 3428006"/>
                <a:gd name="connsiteY4" fmla="*/ 1514204 h 1806419"/>
                <a:gd name="connsiteX5" fmla="*/ 2194817 w 3428006"/>
                <a:gd name="connsiteY5" fmla="*/ 1631841 h 1806419"/>
                <a:gd name="connsiteX6" fmla="*/ 1772888 w 3428006"/>
                <a:gd name="connsiteY6" fmla="*/ 1679897 h 1806419"/>
                <a:gd name="connsiteX7" fmla="*/ 1778332 w 3428006"/>
                <a:gd name="connsiteY7" fmla="*/ 1593421 h 1806419"/>
                <a:gd name="connsiteX8" fmla="*/ 1985261 w 3428006"/>
                <a:gd name="connsiteY8" fmla="*/ 1490676 h 1806419"/>
                <a:gd name="connsiteX9" fmla="*/ 1955663 w 3428006"/>
                <a:gd name="connsiteY9" fmla="*/ 1438365 h 1806419"/>
                <a:gd name="connsiteX10" fmla="*/ 2095389 w 3428006"/>
                <a:gd name="connsiteY10" fmla="*/ 1057171 h 1806419"/>
                <a:gd name="connsiteX11" fmla="*/ 2129867 w 3428006"/>
                <a:gd name="connsiteY11" fmla="*/ 1027699 h 1806419"/>
                <a:gd name="connsiteX12" fmla="*/ 2187809 w 3428006"/>
                <a:gd name="connsiteY12" fmla="*/ 1009678 h 1806419"/>
                <a:gd name="connsiteX13" fmla="*/ 2228357 w 3428006"/>
                <a:gd name="connsiteY13" fmla="*/ 951422 h 1806419"/>
                <a:gd name="connsiteX14" fmla="*/ 2110657 w 3428006"/>
                <a:gd name="connsiteY14" fmla="*/ 835975 h 1806419"/>
                <a:gd name="connsiteX15" fmla="*/ 2068044 w 3428006"/>
                <a:gd name="connsiteY15" fmla="*/ 856624 h 1806419"/>
                <a:gd name="connsiteX16" fmla="*/ 1938769 w 3428006"/>
                <a:gd name="connsiteY16" fmla="*/ 1249270 h 1806419"/>
                <a:gd name="connsiteX17" fmla="*/ 1904792 w 3428006"/>
                <a:gd name="connsiteY17" fmla="*/ 1278429 h 1806419"/>
                <a:gd name="connsiteX18" fmla="*/ 1692919 w 3428006"/>
                <a:gd name="connsiteY18" fmla="*/ 1608063 h 1806419"/>
                <a:gd name="connsiteX19" fmla="*/ 1659067 w 3428006"/>
                <a:gd name="connsiteY19" fmla="*/ 1645169 h 1806419"/>
                <a:gd name="connsiteX20" fmla="*/ 1430676 w 3428006"/>
                <a:gd name="connsiteY20" fmla="*/ 1800288 h 1806419"/>
                <a:gd name="connsiteX21" fmla="*/ 1424294 w 3428006"/>
                <a:gd name="connsiteY21" fmla="*/ 1806420 h 1806419"/>
                <a:gd name="connsiteX22" fmla="*/ 1313289 w 3428006"/>
                <a:gd name="connsiteY22" fmla="*/ 1682963 h 1806419"/>
                <a:gd name="connsiteX23" fmla="*/ 1254783 w 3428006"/>
                <a:gd name="connsiteY23" fmla="*/ 1670699 h 1806419"/>
                <a:gd name="connsiteX24" fmla="*/ 1219117 w 3428006"/>
                <a:gd name="connsiteY24" fmla="*/ 1686780 h 1806419"/>
                <a:gd name="connsiteX25" fmla="*/ 1219117 w 3428006"/>
                <a:gd name="connsiteY25" fmla="*/ 1686780 h 1806419"/>
                <a:gd name="connsiteX26" fmla="*/ 1153352 w 3428006"/>
                <a:gd name="connsiteY26" fmla="*/ 1731270 h 1806419"/>
                <a:gd name="connsiteX27" fmla="*/ 1073134 w 3428006"/>
                <a:gd name="connsiteY27" fmla="*/ 1722009 h 1806419"/>
                <a:gd name="connsiteX28" fmla="*/ 1060432 w 3428006"/>
                <a:gd name="connsiteY28" fmla="*/ 1706366 h 1806419"/>
                <a:gd name="connsiteX29" fmla="*/ 1064374 w 3428006"/>
                <a:gd name="connsiteY29" fmla="*/ 1628838 h 1806419"/>
                <a:gd name="connsiteX30" fmla="*/ 1032524 w 3428006"/>
                <a:gd name="connsiteY30" fmla="*/ 1474970 h 1806419"/>
                <a:gd name="connsiteX31" fmla="*/ 960628 w 3428006"/>
                <a:gd name="connsiteY31" fmla="*/ 1511763 h 1806419"/>
                <a:gd name="connsiteX32" fmla="*/ 909881 w 3428006"/>
                <a:gd name="connsiteY32" fmla="*/ 1524904 h 1806419"/>
                <a:gd name="connsiteX33" fmla="*/ 867894 w 3428006"/>
                <a:gd name="connsiteY33" fmla="*/ 1454697 h 1806419"/>
                <a:gd name="connsiteX34" fmla="*/ 889545 w 3428006"/>
                <a:gd name="connsiteY34" fmla="*/ 1368972 h 1806419"/>
                <a:gd name="connsiteX35" fmla="*/ 797437 w 3428006"/>
                <a:gd name="connsiteY35" fmla="*/ 1309465 h 1806419"/>
                <a:gd name="connsiteX36" fmla="*/ 795748 w 3428006"/>
                <a:gd name="connsiteY36" fmla="*/ 1310716 h 1806419"/>
                <a:gd name="connsiteX37" fmla="*/ 774160 w 3428006"/>
                <a:gd name="connsiteY37" fmla="*/ 1350075 h 1806419"/>
                <a:gd name="connsiteX38" fmla="*/ 741247 w 3428006"/>
                <a:gd name="connsiteY38" fmla="*/ 1671763 h 1806419"/>
                <a:gd name="connsiteX39" fmla="*/ 674168 w 3428006"/>
                <a:gd name="connsiteY39" fmla="*/ 1722885 h 1806419"/>
                <a:gd name="connsiteX40" fmla="*/ 596453 w 3428006"/>
                <a:gd name="connsiteY40" fmla="*/ 1709870 h 1806419"/>
                <a:gd name="connsiteX41" fmla="*/ 587505 w 3428006"/>
                <a:gd name="connsiteY41" fmla="*/ 1709119 h 1806419"/>
                <a:gd name="connsiteX42" fmla="*/ 224519 w 3428006"/>
                <a:gd name="connsiteY42" fmla="*/ 1749854 h 1806419"/>
                <a:gd name="connsiteX43" fmla="*/ 200115 w 3428006"/>
                <a:gd name="connsiteY43" fmla="*/ 1733585 h 1806419"/>
                <a:gd name="connsiteX44" fmla="*/ 21532 w 3428006"/>
                <a:gd name="connsiteY44" fmla="*/ 1363215 h 1806419"/>
                <a:gd name="connsiteX45" fmla="*/ 3386 w 3428006"/>
                <a:gd name="connsiteY45" fmla="*/ 1298953 h 1806419"/>
                <a:gd name="connsiteX46" fmla="*/ 127906 w 3428006"/>
                <a:gd name="connsiteY46" fmla="*/ 1348636 h 1806419"/>
                <a:gd name="connsiteX47" fmla="*/ 201555 w 3428006"/>
                <a:gd name="connsiteY47" fmla="*/ 1350513 h 1806419"/>
                <a:gd name="connsiteX48" fmla="*/ 266255 w 3428006"/>
                <a:gd name="connsiteY48" fmla="*/ 1299704 h 1806419"/>
                <a:gd name="connsiteX49" fmla="*/ 292849 w 3428006"/>
                <a:gd name="connsiteY49" fmla="*/ 1288065 h 1806419"/>
                <a:gd name="connsiteX50" fmla="*/ 450908 w 3428006"/>
                <a:gd name="connsiteY50" fmla="*/ 1370036 h 1806419"/>
                <a:gd name="connsiteX51" fmla="*/ 533442 w 3428006"/>
                <a:gd name="connsiteY51" fmla="*/ 1387431 h 1806419"/>
                <a:gd name="connsiteX52" fmla="*/ 540513 w 3428006"/>
                <a:gd name="connsiteY52" fmla="*/ 1071875 h 1806419"/>
                <a:gd name="connsiteX53" fmla="*/ 548209 w 3428006"/>
                <a:gd name="connsiteY53" fmla="*/ 1011868 h 1806419"/>
                <a:gd name="connsiteX54" fmla="*/ 854379 w 3428006"/>
                <a:gd name="connsiteY54" fmla="*/ 1009490 h 1806419"/>
                <a:gd name="connsiteX55" fmla="*/ 901997 w 3428006"/>
                <a:gd name="connsiteY55" fmla="*/ 1001669 h 1806419"/>
                <a:gd name="connsiteX56" fmla="*/ 974269 w 3428006"/>
                <a:gd name="connsiteY56" fmla="*/ 952987 h 1806419"/>
                <a:gd name="connsiteX57" fmla="*/ 988347 w 3428006"/>
                <a:gd name="connsiteY57" fmla="*/ 870453 h 1806419"/>
                <a:gd name="connsiteX58" fmla="*/ 876592 w 3428006"/>
                <a:gd name="connsiteY58" fmla="*/ 925142 h 1806419"/>
                <a:gd name="connsiteX59" fmla="*/ 847808 w 3428006"/>
                <a:gd name="connsiteY59" fmla="*/ 955052 h 1806419"/>
                <a:gd name="connsiteX60" fmla="*/ 700512 w 3428006"/>
                <a:gd name="connsiteY60" fmla="*/ 850743 h 1806419"/>
                <a:gd name="connsiteX61" fmla="*/ 635623 w 3428006"/>
                <a:gd name="connsiteY61" fmla="*/ 817516 h 1806419"/>
                <a:gd name="connsiteX62" fmla="*/ 579183 w 3428006"/>
                <a:gd name="connsiteY62" fmla="*/ 817954 h 1806419"/>
                <a:gd name="connsiteX63" fmla="*/ 550211 w 3428006"/>
                <a:gd name="connsiteY63" fmla="*/ 721905 h 1806419"/>
                <a:gd name="connsiteX64" fmla="*/ 595452 w 3428006"/>
                <a:gd name="connsiteY64" fmla="*/ 673974 h 1806419"/>
                <a:gd name="connsiteX65" fmla="*/ 669413 w 3428006"/>
                <a:gd name="connsiteY65" fmla="*/ 665401 h 1806419"/>
                <a:gd name="connsiteX66" fmla="*/ 1005930 w 3428006"/>
                <a:gd name="connsiteY66" fmla="*/ 644752 h 1806419"/>
                <a:gd name="connsiteX67" fmla="*/ 1036341 w 3428006"/>
                <a:gd name="connsiteY67" fmla="*/ 630360 h 1806419"/>
                <a:gd name="connsiteX68" fmla="*/ 1423855 w 3428006"/>
                <a:gd name="connsiteY68" fmla="*/ 231645 h 1806419"/>
                <a:gd name="connsiteX69" fmla="*/ 1494188 w 3428006"/>
                <a:gd name="connsiteY69" fmla="*/ 189158 h 1806419"/>
                <a:gd name="connsiteX70" fmla="*/ 1623401 w 3428006"/>
                <a:gd name="connsiteY70" fmla="*/ 275196 h 1806419"/>
                <a:gd name="connsiteX71" fmla="*/ 1714319 w 3428006"/>
                <a:gd name="connsiteY71" fmla="*/ 261242 h 1806419"/>
                <a:gd name="connsiteX72" fmla="*/ 1715133 w 3428006"/>
                <a:gd name="connsiteY72" fmla="*/ 259803 h 1806419"/>
                <a:gd name="connsiteX73" fmla="*/ 1765254 w 3428006"/>
                <a:gd name="connsiteY73" fmla="*/ 229580 h 1806419"/>
                <a:gd name="connsiteX74" fmla="*/ 2020051 w 3428006"/>
                <a:gd name="connsiteY74" fmla="*/ 193976 h 1806419"/>
                <a:gd name="connsiteX75" fmla="*/ 2041952 w 3428006"/>
                <a:gd name="connsiteY75" fmla="*/ 183276 h 1806419"/>
                <a:gd name="connsiteX76" fmla="*/ 2258329 w 3428006"/>
                <a:gd name="connsiteY76" fmla="*/ 12765 h 1806419"/>
                <a:gd name="connsiteX77" fmla="*/ 2308200 w 3428006"/>
                <a:gd name="connsiteY77" fmla="*/ 2127 h 1806419"/>
                <a:gd name="connsiteX78" fmla="*/ 2441355 w 3428006"/>
                <a:gd name="connsiteY78" fmla="*/ 35354 h 1806419"/>
                <a:gd name="connsiteX79" fmla="*/ 2441230 w 3428006"/>
                <a:gd name="connsiteY79" fmla="*/ 50246 h 1806419"/>
                <a:gd name="connsiteX80" fmla="*/ 2405689 w 3428006"/>
                <a:gd name="connsiteY80" fmla="*/ 94923 h 1806419"/>
                <a:gd name="connsiteX81" fmla="*/ 2403999 w 3428006"/>
                <a:gd name="connsiteY81" fmla="*/ 125021 h 1806419"/>
                <a:gd name="connsiteX82" fmla="*/ 2468699 w 3428006"/>
                <a:gd name="connsiteY82" fmla="*/ 227203 h 1806419"/>
                <a:gd name="connsiteX83" fmla="*/ 2498297 w 3428006"/>
                <a:gd name="connsiteY83" fmla="*/ 238215 h 1806419"/>
                <a:gd name="connsiteX84" fmla="*/ 2672687 w 3428006"/>
                <a:gd name="connsiteY84" fmla="*/ 184966 h 1806419"/>
                <a:gd name="connsiteX85" fmla="*/ 2826867 w 3428006"/>
                <a:gd name="connsiteY85" fmla="*/ 218693 h 1806419"/>
                <a:gd name="connsiteX86" fmla="*/ 2847579 w 3428006"/>
                <a:gd name="connsiteY86" fmla="*/ 214500 h 1806419"/>
                <a:gd name="connsiteX87" fmla="*/ 3012396 w 3428006"/>
                <a:gd name="connsiteY87" fmla="*/ 96988 h 1806419"/>
                <a:gd name="connsiteX88" fmla="*/ 3164073 w 3428006"/>
                <a:gd name="connsiteY88" fmla="*/ 94798 h 1806419"/>
                <a:gd name="connsiteX89" fmla="*/ 3176275 w 3428006"/>
                <a:gd name="connsiteY89" fmla="*/ 91544 h 1806419"/>
                <a:gd name="connsiteX90" fmla="*/ 3342782 w 3428006"/>
                <a:gd name="connsiteY90" fmla="*/ 0 h 1806419"/>
                <a:gd name="connsiteX91" fmla="*/ 3355797 w 3428006"/>
                <a:gd name="connsiteY91" fmla="*/ 121892 h 1806419"/>
                <a:gd name="connsiteX92" fmla="*/ 3331206 w 3428006"/>
                <a:gd name="connsiteY92" fmla="*/ 214813 h 1806419"/>
                <a:gd name="connsiteX93" fmla="*/ 3333709 w 3428006"/>
                <a:gd name="connsiteY93" fmla="*/ 234398 h 1806419"/>
                <a:gd name="connsiteX94" fmla="*/ 3428006 w 3428006"/>
                <a:gd name="connsiteY94" fmla="*/ 399216 h 1806419"/>
                <a:gd name="connsiteX95" fmla="*/ 3239348 w 3428006"/>
                <a:gd name="connsiteY95" fmla="*/ 370995 h 1806419"/>
                <a:gd name="connsiteX96" fmla="*/ 3223705 w 3428006"/>
                <a:gd name="connsiteY96" fmla="*/ 373498 h 1806419"/>
                <a:gd name="connsiteX97" fmla="*/ 3067836 w 3428006"/>
                <a:gd name="connsiteY97" fmla="*/ 452027 h 1806419"/>
                <a:gd name="connsiteX98" fmla="*/ 3054320 w 3428006"/>
                <a:gd name="connsiteY98" fmla="*/ 481437 h 1806419"/>
                <a:gd name="connsiteX99" fmla="*/ 3095368 w 3428006"/>
                <a:gd name="connsiteY99" fmla="*/ 650697 h 1806419"/>
                <a:gd name="connsiteX100" fmla="*/ 3096307 w 3428006"/>
                <a:gd name="connsiteY100" fmla="*/ 653825 h 1806419"/>
                <a:gd name="connsiteX101" fmla="*/ 3166013 w 3428006"/>
                <a:gd name="connsiteY101" fmla="*/ 843859 h 1806419"/>
                <a:gd name="connsiteX102" fmla="*/ 3169892 w 3428006"/>
                <a:gd name="connsiteY102" fmla="*/ 850867 h 1806419"/>
                <a:gd name="connsiteX103" fmla="*/ 3233154 w 3428006"/>
                <a:gd name="connsiteY103" fmla="*/ 932650 h 1806419"/>
                <a:gd name="connsiteX104" fmla="*/ 2971161 w 3428006"/>
                <a:gd name="connsiteY104" fmla="*/ 947981 h 1806419"/>
                <a:gd name="connsiteX105" fmla="*/ 2951263 w 3428006"/>
                <a:gd name="connsiteY105" fmla="*/ 958994 h 1806419"/>
                <a:gd name="connsiteX106" fmla="*/ 2881744 w 3428006"/>
                <a:gd name="connsiteY106" fmla="*/ 1058798 h 1806419"/>
                <a:gd name="connsiteX107" fmla="*/ 2877239 w 3428006"/>
                <a:gd name="connsiteY107" fmla="*/ 1076694 h 1806419"/>
                <a:gd name="connsiteX108" fmla="*/ 2892319 w 3428006"/>
                <a:gd name="connsiteY108" fmla="*/ 1203717 h 1806419"/>
                <a:gd name="connsiteX109" fmla="*/ 2907649 w 3428006"/>
                <a:gd name="connsiteY109" fmla="*/ 1224428 h 1806419"/>
                <a:gd name="connsiteX110" fmla="*/ 3007891 w 3428006"/>
                <a:gd name="connsiteY110" fmla="*/ 1268605 h 1806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3428006" h="1806419">
                  <a:moveTo>
                    <a:pt x="3007891" y="1268855"/>
                  </a:moveTo>
                  <a:lnTo>
                    <a:pt x="3118207" y="1349824"/>
                  </a:lnTo>
                  <a:lnTo>
                    <a:pt x="3117957" y="1355957"/>
                  </a:lnTo>
                  <a:cubicBezTo>
                    <a:pt x="3073217" y="1383113"/>
                    <a:pt x="2965967" y="1448189"/>
                    <a:pt x="2918349" y="1477098"/>
                  </a:cubicBezTo>
                  <a:cubicBezTo>
                    <a:pt x="2905021" y="1485233"/>
                    <a:pt x="2896761" y="1498873"/>
                    <a:pt x="2893758" y="1514204"/>
                  </a:cubicBezTo>
                  <a:cubicBezTo>
                    <a:pt x="2860719" y="1678833"/>
                    <a:pt x="2283796" y="1602870"/>
                    <a:pt x="2194817" y="1631841"/>
                  </a:cubicBezTo>
                  <a:cubicBezTo>
                    <a:pt x="2051776" y="1663378"/>
                    <a:pt x="1893654" y="1806232"/>
                    <a:pt x="1772888" y="1679897"/>
                  </a:cubicBezTo>
                  <a:cubicBezTo>
                    <a:pt x="1748922" y="1654806"/>
                    <a:pt x="1751237" y="1615009"/>
                    <a:pt x="1778332" y="1593421"/>
                  </a:cubicBezTo>
                  <a:cubicBezTo>
                    <a:pt x="1912738" y="1486547"/>
                    <a:pt x="1975311" y="1721696"/>
                    <a:pt x="1985261" y="1490676"/>
                  </a:cubicBezTo>
                  <a:cubicBezTo>
                    <a:pt x="1986199" y="1469026"/>
                    <a:pt x="1974310" y="1449316"/>
                    <a:pt x="1955663" y="1438365"/>
                  </a:cubicBezTo>
                  <a:cubicBezTo>
                    <a:pt x="1837338" y="1368659"/>
                    <a:pt x="2046519" y="1157913"/>
                    <a:pt x="2095389" y="1057171"/>
                  </a:cubicBezTo>
                  <a:cubicBezTo>
                    <a:pt x="2102272" y="1042904"/>
                    <a:pt x="2114849" y="1032392"/>
                    <a:pt x="2129867" y="1027699"/>
                  </a:cubicBezTo>
                  <a:cubicBezTo>
                    <a:pt x="2146511" y="1022505"/>
                    <a:pt x="2168599" y="1015622"/>
                    <a:pt x="2187809" y="1009678"/>
                  </a:cubicBezTo>
                  <a:cubicBezTo>
                    <a:pt x="2213026" y="1001731"/>
                    <a:pt x="2229608" y="977828"/>
                    <a:pt x="2228357" y="951422"/>
                  </a:cubicBezTo>
                  <a:cubicBezTo>
                    <a:pt x="2223851" y="860379"/>
                    <a:pt x="2220034" y="832158"/>
                    <a:pt x="2110657" y="835975"/>
                  </a:cubicBezTo>
                  <a:cubicBezTo>
                    <a:pt x="2094200" y="836601"/>
                    <a:pt x="2078807" y="844110"/>
                    <a:pt x="2068044" y="856624"/>
                  </a:cubicBezTo>
                  <a:cubicBezTo>
                    <a:pt x="1953223" y="989529"/>
                    <a:pt x="2009476" y="1100534"/>
                    <a:pt x="1938769" y="1249270"/>
                  </a:cubicBezTo>
                  <a:cubicBezTo>
                    <a:pt x="1932073" y="1263224"/>
                    <a:pt x="1919496" y="1273360"/>
                    <a:pt x="1904792" y="1278429"/>
                  </a:cubicBezTo>
                  <a:cubicBezTo>
                    <a:pt x="1779771" y="1321792"/>
                    <a:pt x="1728085" y="1489801"/>
                    <a:pt x="1692919" y="1608063"/>
                  </a:cubicBezTo>
                  <a:cubicBezTo>
                    <a:pt x="1687788" y="1624958"/>
                    <a:pt x="1675399" y="1638474"/>
                    <a:pt x="1659067" y="1645169"/>
                  </a:cubicBezTo>
                  <a:cubicBezTo>
                    <a:pt x="1584981" y="1675767"/>
                    <a:pt x="1481861" y="1743534"/>
                    <a:pt x="1430676" y="1800288"/>
                  </a:cubicBezTo>
                  <a:cubicBezTo>
                    <a:pt x="1428674" y="1802478"/>
                    <a:pt x="1426609" y="1804543"/>
                    <a:pt x="1424294" y="1806420"/>
                  </a:cubicBezTo>
                  <a:lnTo>
                    <a:pt x="1313289" y="1682963"/>
                  </a:lnTo>
                  <a:cubicBezTo>
                    <a:pt x="1298522" y="1666569"/>
                    <a:pt x="1274869" y="1661626"/>
                    <a:pt x="1254783" y="1670699"/>
                  </a:cubicBezTo>
                  <a:lnTo>
                    <a:pt x="1219117" y="1686780"/>
                  </a:lnTo>
                  <a:lnTo>
                    <a:pt x="1219117" y="1686780"/>
                  </a:lnTo>
                  <a:cubicBezTo>
                    <a:pt x="1200595" y="1695040"/>
                    <a:pt x="1175378" y="1714187"/>
                    <a:pt x="1153352" y="1731270"/>
                  </a:cubicBezTo>
                  <a:cubicBezTo>
                    <a:pt x="1128574" y="1750417"/>
                    <a:pt x="1093032" y="1746350"/>
                    <a:pt x="1073134" y="1722009"/>
                  </a:cubicBezTo>
                  <a:cubicBezTo>
                    <a:pt x="1068942" y="1716878"/>
                    <a:pt x="1064561" y="1711622"/>
                    <a:pt x="1060432" y="1706366"/>
                  </a:cubicBezTo>
                  <a:cubicBezTo>
                    <a:pt x="1041660" y="1683339"/>
                    <a:pt x="1043349" y="1649799"/>
                    <a:pt x="1064374" y="1628838"/>
                  </a:cubicBezTo>
                  <a:cubicBezTo>
                    <a:pt x="1180822" y="1512765"/>
                    <a:pt x="1153478" y="1515581"/>
                    <a:pt x="1032524" y="1474970"/>
                  </a:cubicBezTo>
                  <a:cubicBezTo>
                    <a:pt x="1002552" y="1464896"/>
                    <a:pt x="971453" y="1481979"/>
                    <a:pt x="960628" y="1511763"/>
                  </a:cubicBezTo>
                  <a:cubicBezTo>
                    <a:pt x="953432" y="1531349"/>
                    <a:pt x="935911" y="1531474"/>
                    <a:pt x="909881" y="1524904"/>
                  </a:cubicBezTo>
                  <a:cubicBezTo>
                    <a:pt x="878845" y="1517082"/>
                    <a:pt x="860073" y="1485608"/>
                    <a:pt x="867894" y="1454697"/>
                  </a:cubicBezTo>
                  <a:cubicBezTo>
                    <a:pt x="874027" y="1430294"/>
                    <a:pt x="881723" y="1400008"/>
                    <a:pt x="889545" y="1368972"/>
                  </a:cubicBezTo>
                  <a:cubicBezTo>
                    <a:pt x="903186" y="1315222"/>
                    <a:pt x="840863" y="1274987"/>
                    <a:pt x="797437" y="1309465"/>
                  </a:cubicBezTo>
                  <a:lnTo>
                    <a:pt x="795748" y="1310716"/>
                  </a:lnTo>
                  <a:cubicBezTo>
                    <a:pt x="783546" y="1320415"/>
                    <a:pt x="775850" y="1334682"/>
                    <a:pt x="774160" y="1350075"/>
                  </a:cubicBezTo>
                  <a:lnTo>
                    <a:pt x="741247" y="1671763"/>
                  </a:lnTo>
                  <a:cubicBezTo>
                    <a:pt x="737930" y="1704864"/>
                    <a:pt x="707207" y="1728454"/>
                    <a:pt x="674168" y="1722885"/>
                  </a:cubicBezTo>
                  <a:lnTo>
                    <a:pt x="596453" y="1709870"/>
                  </a:lnTo>
                  <a:cubicBezTo>
                    <a:pt x="593449" y="1709432"/>
                    <a:pt x="590383" y="1709119"/>
                    <a:pt x="587505" y="1709119"/>
                  </a:cubicBezTo>
                  <a:cubicBezTo>
                    <a:pt x="355171" y="1705802"/>
                    <a:pt x="448405" y="1828633"/>
                    <a:pt x="224519" y="1749854"/>
                  </a:cubicBezTo>
                  <a:cubicBezTo>
                    <a:pt x="215133" y="1746600"/>
                    <a:pt x="206686" y="1740968"/>
                    <a:pt x="200115" y="1733585"/>
                  </a:cubicBezTo>
                  <a:cubicBezTo>
                    <a:pt x="67836" y="1586288"/>
                    <a:pt x="214695" y="1518647"/>
                    <a:pt x="21532" y="1363215"/>
                  </a:cubicBezTo>
                  <a:cubicBezTo>
                    <a:pt x="2447" y="1347885"/>
                    <a:pt x="-4936" y="1321980"/>
                    <a:pt x="3386" y="1298953"/>
                  </a:cubicBezTo>
                  <a:cubicBezTo>
                    <a:pt x="25286" y="1239258"/>
                    <a:pt x="79099" y="1306587"/>
                    <a:pt x="127906" y="1348636"/>
                  </a:cubicBezTo>
                  <a:cubicBezTo>
                    <a:pt x="148931" y="1366782"/>
                    <a:pt x="179654" y="1367595"/>
                    <a:pt x="201555" y="1350513"/>
                  </a:cubicBezTo>
                  <a:cubicBezTo>
                    <a:pt x="223455" y="1333305"/>
                    <a:pt x="251112" y="1311530"/>
                    <a:pt x="266255" y="1299704"/>
                  </a:cubicBezTo>
                  <a:cubicBezTo>
                    <a:pt x="273952" y="1293634"/>
                    <a:pt x="283150" y="1289692"/>
                    <a:pt x="292849" y="1288065"/>
                  </a:cubicBezTo>
                  <a:cubicBezTo>
                    <a:pt x="378386" y="1274111"/>
                    <a:pt x="415867" y="1310967"/>
                    <a:pt x="450908" y="1370036"/>
                  </a:cubicBezTo>
                  <a:cubicBezTo>
                    <a:pt x="467865" y="1398694"/>
                    <a:pt x="506222" y="1406703"/>
                    <a:pt x="533442" y="1387431"/>
                  </a:cubicBezTo>
                  <a:cubicBezTo>
                    <a:pt x="684305" y="1280744"/>
                    <a:pt x="611032" y="1226181"/>
                    <a:pt x="540513" y="1071875"/>
                  </a:cubicBezTo>
                  <a:cubicBezTo>
                    <a:pt x="531565" y="1052102"/>
                    <a:pt x="534380" y="1028638"/>
                    <a:pt x="548209" y="1011868"/>
                  </a:cubicBezTo>
                  <a:cubicBezTo>
                    <a:pt x="626363" y="917508"/>
                    <a:pt x="749882" y="980018"/>
                    <a:pt x="854379" y="1009490"/>
                  </a:cubicBezTo>
                  <a:cubicBezTo>
                    <a:pt x="870648" y="1014058"/>
                    <a:pt x="888043" y="1011179"/>
                    <a:pt x="901997" y="1001669"/>
                  </a:cubicBezTo>
                  <a:cubicBezTo>
                    <a:pt x="921081" y="988841"/>
                    <a:pt x="949615" y="969569"/>
                    <a:pt x="974269" y="952987"/>
                  </a:cubicBezTo>
                  <a:cubicBezTo>
                    <a:pt x="1001550" y="934528"/>
                    <a:pt x="1007995" y="896921"/>
                    <a:pt x="988347" y="870453"/>
                  </a:cubicBezTo>
                  <a:cubicBezTo>
                    <a:pt x="929091" y="790422"/>
                    <a:pt x="923209" y="814638"/>
                    <a:pt x="876592" y="925142"/>
                  </a:cubicBezTo>
                  <a:cubicBezTo>
                    <a:pt x="870960" y="938282"/>
                    <a:pt x="860886" y="949295"/>
                    <a:pt x="847808" y="955052"/>
                  </a:cubicBezTo>
                  <a:cubicBezTo>
                    <a:pt x="775412" y="987339"/>
                    <a:pt x="729170" y="917007"/>
                    <a:pt x="700512" y="850743"/>
                  </a:cubicBezTo>
                  <a:cubicBezTo>
                    <a:pt x="689687" y="825400"/>
                    <a:pt x="662592" y="812197"/>
                    <a:pt x="635623" y="817516"/>
                  </a:cubicBezTo>
                  <a:cubicBezTo>
                    <a:pt x="616351" y="821271"/>
                    <a:pt x="597266" y="822084"/>
                    <a:pt x="579183" y="817954"/>
                  </a:cubicBezTo>
                  <a:cubicBezTo>
                    <a:pt x="535632" y="808130"/>
                    <a:pt x="519613" y="754380"/>
                    <a:pt x="550211" y="721905"/>
                  </a:cubicBezTo>
                  <a:cubicBezTo>
                    <a:pt x="564603" y="706574"/>
                    <a:pt x="580809" y="689429"/>
                    <a:pt x="595452" y="673974"/>
                  </a:cubicBezTo>
                  <a:cubicBezTo>
                    <a:pt x="614724" y="653450"/>
                    <a:pt x="645447" y="650759"/>
                    <a:pt x="669413" y="665401"/>
                  </a:cubicBezTo>
                  <a:cubicBezTo>
                    <a:pt x="746816" y="712519"/>
                    <a:pt x="926525" y="656516"/>
                    <a:pt x="1005930" y="644752"/>
                  </a:cubicBezTo>
                  <a:cubicBezTo>
                    <a:pt x="1017256" y="643063"/>
                    <a:pt x="1027831" y="638182"/>
                    <a:pt x="1036341" y="630360"/>
                  </a:cubicBezTo>
                  <a:cubicBezTo>
                    <a:pt x="1114557" y="558714"/>
                    <a:pt x="1391818" y="349095"/>
                    <a:pt x="1423855" y="231645"/>
                  </a:cubicBezTo>
                  <a:cubicBezTo>
                    <a:pt x="1432428" y="200609"/>
                    <a:pt x="1463151" y="180523"/>
                    <a:pt x="1494188" y="189158"/>
                  </a:cubicBezTo>
                  <a:cubicBezTo>
                    <a:pt x="1540679" y="202298"/>
                    <a:pt x="1585857" y="238841"/>
                    <a:pt x="1623401" y="275196"/>
                  </a:cubicBezTo>
                  <a:cubicBezTo>
                    <a:pt x="1650808" y="301852"/>
                    <a:pt x="1696111" y="294907"/>
                    <a:pt x="1714319" y="261242"/>
                  </a:cubicBezTo>
                  <a:cubicBezTo>
                    <a:pt x="1714632" y="260742"/>
                    <a:pt x="1714820" y="260304"/>
                    <a:pt x="1715133" y="259803"/>
                  </a:cubicBezTo>
                  <a:cubicBezTo>
                    <a:pt x="1725145" y="241344"/>
                    <a:pt x="1744292" y="229893"/>
                    <a:pt x="1765254" y="229580"/>
                  </a:cubicBezTo>
                  <a:cubicBezTo>
                    <a:pt x="1840654" y="228517"/>
                    <a:pt x="1954349" y="210120"/>
                    <a:pt x="2020051" y="193976"/>
                  </a:cubicBezTo>
                  <a:cubicBezTo>
                    <a:pt x="2028060" y="191974"/>
                    <a:pt x="2035444" y="188345"/>
                    <a:pt x="2041952" y="183276"/>
                  </a:cubicBezTo>
                  <a:cubicBezTo>
                    <a:pt x="2078119" y="154806"/>
                    <a:pt x="2206581" y="53562"/>
                    <a:pt x="2258329" y="12765"/>
                  </a:cubicBezTo>
                  <a:cubicBezTo>
                    <a:pt x="2272408" y="1627"/>
                    <a:pt x="2290930" y="-2440"/>
                    <a:pt x="2308200" y="2127"/>
                  </a:cubicBezTo>
                  <a:cubicBezTo>
                    <a:pt x="2351313" y="13391"/>
                    <a:pt x="2397053" y="29222"/>
                    <a:pt x="2441355" y="35354"/>
                  </a:cubicBezTo>
                  <a:lnTo>
                    <a:pt x="2441230" y="50246"/>
                  </a:lnTo>
                  <a:lnTo>
                    <a:pt x="2405689" y="94923"/>
                  </a:lnTo>
                  <a:cubicBezTo>
                    <a:pt x="2398805" y="103558"/>
                    <a:pt x="2398180" y="115635"/>
                    <a:pt x="2403999" y="125021"/>
                  </a:cubicBezTo>
                  <a:lnTo>
                    <a:pt x="2468699" y="227203"/>
                  </a:lnTo>
                  <a:cubicBezTo>
                    <a:pt x="2474957" y="237089"/>
                    <a:pt x="2487033" y="241594"/>
                    <a:pt x="2498297" y="238215"/>
                  </a:cubicBezTo>
                  <a:lnTo>
                    <a:pt x="2672687" y="184966"/>
                  </a:lnTo>
                  <a:lnTo>
                    <a:pt x="2826867" y="218693"/>
                  </a:lnTo>
                  <a:cubicBezTo>
                    <a:pt x="2834063" y="220257"/>
                    <a:pt x="2841572" y="218818"/>
                    <a:pt x="2847579" y="214500"/>
                  </a:cubicBezTo>
                  <a:lnTo>
                    <a:pt x="3012396" y="96988"/>
                  </a:lnTo>
                  <a:lnTo>
                    <a:pt x="3164073" y="94798"/>
                  </a:lnTo>
                  <a:cubicBezTo>
                    <a:pt x="3168328" y="94673"/>
                    <a:pt x="3172521" y="93672"/>
                    <a:pt x="3176275" y="91544"/>
                  </a:cubicBezTo>
                  <a:lnTo>
                    <a:pt x="3342782" y="0"/>
                  </a:lnTo>
                  <a:lnTo>
                    <a:pt x="3355797" y="121892"/>
                  </a:lnTo>
                  <a:lnTo>
                    <a:pt x="3331206" y="214813"/>
                  </a:lnTo>
                  <a:cubicBezTo>
                    <a:pt x="3329454" y="221383"/>
                    <a:pt x="3330392" y="228454"/>
                    <a:pt x="3333709" y="234398"/>
                  </a:cubicBezTo>
                  <a:lnTo>
                    <a:pt x="3428006" y="399216"/>
                  </a:lnTo>
                  <a:lnTo>
                    <a:pt x="3239348" y="370995"/>
                  </a:lnTo>
                  <a:cubicBezTo>
                    <a:pt x="3234030" y="370182"/>
                    <a:pt x="3228648" y="370995"/>
                    <a:pt x="3223705" y="373498"/>
                  </a:cubicBezTo>
                  <a:lnTo>
                    <a:pt x="3067836" y="452027"/>
                  </a:lnTo>
                  <a:cubicBezTo>
                    <a:pt x="3057011" y="457471"/>
                    <a:pt x="3051379" y="469610"/>
                    <a:pt x="3054320" y="481437"/>
                  </a:cubicBezTo>
                  <a:lnTo>
                    <a:pt x="3095368" y="650697"/>
                  </a:lnTo>
                  <a:lnTo>
                    <a:pt x="3096307" y="653825"/>
                  </a:lnTo>
                  <a:lnTo>
                    <a:pt x="3166013" y="843859"/>
                  </a:lnTo>
                  <a:cubicBezTo>
                    <a:pt x="3166951" y="846362"/>
                    <a:pt x="3168203" y="848740"/>
                    <a:pt x="3169892" y="850867"/>
                  </a:cubicBezTo>
                  <a:lnTo>
                    <a:pt x="3233154" y="932650"/>
                  </a:lnTo>
                  <a:lnTo>
                    <a:pt x="2971161" y="947981"/>
                  </a:lnTo>
                  <a:cubicBezTo>
                    <a:pt x="2963151" y="948419"/>
                    <a:pt x="2955830" y="952486"/>
                    <a:pt x="2951263" y="958994"/>
                  </a:cubicBezTo>
                  <a:lnTo>
                    <a:pt x="2881744" y="1058798"/>
                  </a:lnTo>
                  <a:cubicBezTo>
                    <a:pt x="2878115" y="1063991"/>
                    <a:pt x="2876550" y="1070374"/>
                    <a:pt x="2877239" y="1076694"/>
                  </a:cubicBezTo>
                  <a:lnTo>
                    <a:pt x="2892319" y="1203717"/>
                  </a:lnTo>
                  <a:cubicBezTo>
                    <a:pt x="2893383" y="1212790"/>
                    <a:pt x="2899202" y="1220674"/>
                    <a:pt x="2907649" y="1224428"/>
                  </a:cubicBezTo>
                  <a:lnTo>
                    <a:pt x="3007891" y="1268605"/>
                  </a:lnTo>
                  <a:close/>
                </a:path>
              </a:pathLst>
            </a:custGeom>
            <a:solidFill>
              <a:srgbClr val="9FD4B7"/>
            </a:solidFill>
            <a:ln w="6252" cap="flat">
              <a:noFill/>
              <a:prstDash val="solid"/>
              <a:miter/>
            </a:ln>
          </p:spPr>
          <p:txBody>
            <a:bodyPr rtlCol="0" anchor="ctr"/>
            <a:lstStyle/>
            <a:p>
              <a:endParaRPr lang="fi-FI" sz="3200"/>
            </a:p>
          </p:txBody>
        </p:sp>
        <p:sp>
          <p:nvSpPr>
            <p:cNvPr id="12" name="Vapaamuotoinen: Muoto 11">
              <a:extLst>
                <a:ext uri="{FF2B5EF4-FFF2-40B4-BE49-F238E27FC236}">
                  <a16:creationId xmlns:a16="http://schemas.microsoft.com/office/drawing/2014/main" id="{0E825527-AB82-D73E-3325-7C9037E01C49}"/>
                </a:ext>
                <a:ext uri="{C183D7F6-B498-43B3-948B-1728B52AA6E4}">
                  <adec:decorative xmlns:adec="http://schemas.microsoft.com/office/drawing/2017/decorative" val="1"/>
                </a:ext>
              </a:extLst>
            </p:cNvPr>
            <p:cNvSpPr>
              <a:spLocks/>
            </p:cNvSpPr>
            <p:nvPr/>
          </p:nvSpPr>
          <p:spPr>
            <a:xfrm>
              <a:off x="5545267" y="3100929"/>
              <a:ext cx="1345951" cy="832469"/>
            </a:xfrm>
            <a:custGeom>
              <a:avLst/>
              <a:gdLst>
                <a:gd name="connsiteX0" fmla="*/ 1555252 w 1562760"/>
                <a:gd name="connsiteY0" fmla="*/ 550955 h 966565"/>
                <a:gd name="connsiteX1" fmla="*/ 1562761 w 1562760"/>
                <a:gd name="connsiteY1" fmla="*/ 577924 h 966565"/>
                <a:gd name="connsiteX2" fmla="*/ 1501815 w 1562760"/>
                <a:gd name="connsiteY2" fmla="*/ 585245 h 966565"/>
                <a:gd name="connsiteX3" fmla="*/ 1343755 w 1562760"/>
                <a:gd name="connsiteY3" fmla="*/ 543384 h 966565"/>
                <a:gd name="connsiteX4" fmla="*/ 1304710 w 1562760"/>
                <a:gd name="connsiteY4" fmla="*/ 638620 h 966565"/>
                <a:gd name="connsiteX5" fmla="*/ 859753 w 1562760"/>
                <a:gd name="connsiteY5" fmla="*/ 733606 h 966565"/>
                <a:gd name="connsiteX6" fmla="*/ 809632 w 1562760"/>
                <a:gd name="connsiteY6" fmla="*/ 708389 h 966565"/>
                <a:gd name="connsiteX7" fmla="*/ 375438 w 1562760"/>
                <a:gd name="connsiteY7" fmla="*/ 814763 h 966565"/>
                <a:gd name="connsiteX8" fmla="*/ 348469 w 1562760"/>
                <a:gd name="connsiteY8" fmla="*/ 818079 h 966565"/>
                <a:gd name="connsiteX9" fmla="*/ 217629 w 1562760"/>
                <a:gd name="connsiteY9" fmla="*/ 966565 h 966565"/>
                <a:gd name="connsiteX10" fmla="*/ 106186 w 1562760"/>
                <a:gd name="connsiteY10" fmla="*/ 884782 h 966565"/>
                <a:gd name="connsiteX11" fmla="*/ 101306 w 1562760"/>
                <a:gd name="connsiteY11" fmla="*/ 881841 h 966565"/>
                <a:gd name="connsiteX12" fmla="*/ 12202 w 1562760"/>
                <a:gd name="connsiteY12" fmla="*/ 842545 h 966565"/>
                <a:gd name="connsiteX13" fmla="*/ 0 w 1562760"/>
                <a:gd name="connsiteY13" fmla="*/ 740239 h 966565"/>
                <a:gd name="connsiteX14" fmla="*/ 56566 w 1562760"/>
                <a:gd name="connsiteY14" fmla="*/ 658956 h 966565"/>
                <a:gd name="connsiteX15" fmla="*/ 355227 w 1562760"/>
                <a:gd name="connsiteY15" fmla="*/ 641561 h 966565"/>
                <a:gd name="connsiteX16" fmla="*/ 377441 w 1562760"/>
                <a:gd name="connsiteY16" fmla="*/ 626356 h 966565"/>
                <a:gd name="connsiteX17" fmla="*/ 374312 w 1562760"/>
                <a:gd name="connsiteY17" fmla="*/ 599574 h 966565"/>
                <a:gd name="connsiteX18" fmla="*/ 283393 w 1562760"/>
                <a:gd name="connsiteY18" fmla="*/ 481937 h 966565"/>
                <a:gd name="connsiteX19" fmla="*/ 215439 w 1562760"/>
                <a:gd name="connsiteY19" fmla="*/ 296721 h 966565"/>
                <a:gd name="connsiteX20" fmla="*/ 179585 w 1562760"/>
                <a:gd name="connsiteY20" fmla="*/ 148986 h 966565"/>
                <a:gd name="connsiteX21" fmla="*/ 309611 w 1562760"/>
                <a:gd name="connsiteY21" fmla="*/ 83472 h 966565"/>
                <a:gd name="connsiteX22" fmla="*/ 543196 w 1562760"/>
                <a:gd name="connsiteY22" fmla="*/ 118451 h 966565"/>
                <a:gd name="connsiteX23" fmla="*/ 544010 w 1562760"/>
                <a:gd name="connsiteY23" fmla="*/ 118451 h 966565"/>
                <a:gd name="connsiteX24" fmla="*/ 547013 w 1562760"/>
                <a:gd name="connsiteY24" fmla="*/ 118764 h 966565"/>
                <a:gd name="connsiteX25" fmla="*/ 550267 w 1562760"/>
                <a:gd name="connsiteY25" fmla="*/ 118576 h 966565"/>
                <a:gd name="connsiteX26" fmla="*/ 794677 w 1562760"/>
                <a:gd name="connsiteY26" fmla="*/ 88353 h 966565"/>
                <a:gd name="connsiteX27" fmla="*/ 809382 w 1562760"/>
                <a:gd name="connsiteY27" fmla="*/ 81470 h 966565"/>
                <a:gd name="connsiteX28" fmla="*/ 895732 w 1562760"/>
                <a:gd name="connsiteY28" fmla="*/ 0 h 966565"/>
                <a:gd name="connsiteX29" fmla="*/ 1052540 w 1562760"/>
                <a:gd name="connsiteY29" fmla="*/ 49808 h 966565"/>
                <a:gd name="connsiteX30" fmla="*/ 1119869 w 1562760"/>
                <a:gd name="connsiteY30" fmla="*/ 111880 h 966565"/>
                <a:gd name="connsiteX31" fmla="*/ 1134011 w 1562760"/>
                <a:gd name="connsiteY31" fmla="*/ 118576 h 966565"/>
                <a:gd name="connsiteX32" fmla="*/ 1348698 w 1562760"/>
                <a:gd name="connsiteY32" fmla="*/ 147109 h 966565"/>
                <a:gd name="connsiteX33" fmla="*/ 1555315 w 1562760"/>
                <a:gd name="connsiteY33" fmla="*/ 550893 h 96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562760" h="966565">
                  <a:moveTo>
                    <a:pt x="1555252" y="550955"/>
                  </a:moveTo>
                  <a:lnTo>
                    <a:pt x="1562761" y="577924"/>
                  </a:lnTo>
                  <a:cubicBezTo>
                    <a:pt x="1545553" y="591565"/>
                    <a:pt x="1522339" y="595445"/>
                    <a:pt x="1501815" y="585245"/>
                  </a:cubicBezTo>
                  <a:cubicBezTo>
                    <a:pt x="1449629" y="559590"/>
                    <a:pt x="1396880" y="540255"/>
                    <a:pt x="1343755" y="543384"/>
                  </a:cubicBezTo>
                  <a:cubicBezTo>
                    <a:pt x="1296763" y="546074"/>
                    <a:pt x="1274800" y="602265"/>
                    <a:pt x="1304710" y="638620"/>
                  </a:cubicBezTo>
                  <a:cubicBezTo>
                    <a:pt x="1400008" y="754130"/>
                    <a:pt x="1000292" y="728600"/>
                    <a:pt x="859753" y="733606"/>
                  </a:cubicBezTo>
                  <a:cubicBezTo>
                    <a:pt x="839855" y="734357"/>
                    <a:pt x="821020" y="724846"/>
                    <a:pt x="809632" y="708389"/>
                  </a:cubicBezTo>
                  <a:cubicBezTo>
                    <a:pt x="726911" y="589125"/>
                    <a:pt x="777657" y="857876"/>
                    <a:pt x="375438" y="814763"/>
                  </a:cubicBezTo>
                  <a:cubicBezTo>
                    <a:pt x="366240" y="813824"/>
                    <a:pt x="356979" y="814888"/>
                    <a:pt x="348469" y="818079"/>
                  </a:cubicBezTo>
                  <a:cubicBezTo>
                    <a:pt x="287836" y="841106"/>
                    <a:pt x="239279" y="904242"/>
                    <a:pt x="217629" y="966565"/>
                  </a:cubicBezTo>
                  <a:lnTo>
                    <a:pt x="106186" y="884782"/>
                  </a:lnTo>
                  <a:cubicBezTo>
                    <a:pt x="104747" y="883656"/>
                    <a:pt x="103058" y="882717"/>
                    <a:pt x="101306" y="881841"/>
                  </a:cubicBezTo>
                  <a:lnTo>
                    <a:pt x="12202" y="842545"/>
                  </a:lnTo>
                  <a:lnTo>
                    <a:pt x="0" y="740239"/>
                  </a:lnTo>
                  <a:lnTo>
                    <a:pt x="56566" y="658956"/>
                  </a:lnTo>
                  <a:lnTo>
                    <a:pt x="355227" y="641561"/>
                  </a:lnTo>
                  <a:cubicBezTo>
                    <a:pt x="364801" y="640935"/>
                    <a:pt x="373373" y="635116"/>
                    <a:pt x="377441" y="626356"/>
                  </a:cubicBezTo>
                  <a:cubicBezTo>
                    <a:pt x="381382" y="617595"/>
                    <a:pt x="380256" y="607271"/>
                    <a:pt x="374312" y="599574"/>
                  </a:cubicBezTo>
                  <a:lnTo>
                    <a:pt x="283393" y="481937"/>
                  </a:lnTo>
                  <a:lnTo>
                    <a:pt x="215439" y="296721"/>
                  </a:lnTo>
                  <a:lnTo>
                    <a:pt x="179585" y="148986"/>
                  </a:lnTo>
                  <a:lnTo>
                    <a:pt x="309611" y="83472"/>
                  </a:lnTo>
                  <a:lnTo>
                    <a:pt x="543196" y="118451"/>
                  </a:lnTo>
                  <a:cubicBezTo>
                    <a:pt x="543196" y="118451"/>
                    <a:pt x="543822" y="118451"/>
                    <a:pt x="544010" y="118451"/>
                  </a:cubicBezTo>
                  <a:cubicBezTo>
                    <a:pt x="545074" y="118638"/>
                    <a:pt x="546012" y="118764"/>
                    <a:pt x="547013" y="118764"/>
                  </a:cubicBezTo>
                  <a:cubicBezTo>
                    <a:pt x="548014" y="118764"/>
                    <a:pt x="549203" y="118638"/>
                    <a:pt x="550267" y="118576"/>
                  </a:cubicBezTo>
                  <a:lnTo>
                    <a:pt x="794677" y="88353"/>
                  </a:lnTo>
                  <a:cubicBezTo>
                    <a:pt x="800184" y="87727"/>
                    <a:pt x="805314" y="85349"/>
                    <a:pt x="809382" y="81470"/>
                  </a:cubicBezTo>
                  <a:lnTo>
                    <a:pt x="895732" y="0"/>
                  </a:lnTo>
                  <a:lnTo>
                    <a:pt x="1052540" y="49808"/>
                  </a:lnTo>
                  <a:lnTo>
                    <a:pt x="1119869" y="111880"/>
                  </a:lnTo>
                  <a:cubicBezTo>
                    <a:pt x="1123811" y="115510"/>
                    <a:pt x="1128754" y="117825"/>
                    <a:pt x="1134011" y="118576"/>
                  </a:cubicBezTo>
                  <a:lnTo>
                    <a:pt x="1348698" y="147109"/>
                  </a:lnTo>
                  <a:lnTo>
                    <a:pt x="1555315" y="550893"/>
                  </a:lnTo>
                  <a:close/>
                </a:path>
              </a:pathLst>
            </a:custGeom>
            <a:solidFill>
              <a:srgbClr val="9FD4B7"/>
            </a:solidFill>
            <a:ln w="6252" cap="flat">
              <a:noFill/>
              <a:prstDash val="solid"/>
              <a:miter/>
            </a:ln>
          </p:spPr>
          <p:txBody>
            <a:bodyPr rtlCol="0" anchor="ctr"/>
            <a:lstStyle/>
            <a:p>
              <a:endParaRPr lang="fi-FI" sz="3200"/>
            </a:p>
          </p:txBody>
        </p:sp>
        <p:sp>
          <p:nvSpPr>
            <p:cNvPr id="13" name="Vapaamuotoinen: Muoto 12">
              <a:extLst>
                <a:ext uri="{FF2B5EF4-FFF2-40B4-BE49-F238E27FC236}">
                  <a16:creationId xmlns:a16="http://schemas.microsoft.com/office/drawing/2014/main" id="{7D0D8F31-36E9-CD80-DE1C-609D2FD903AE}"/>
                </a:ext>
                <a:ext uri="{C183D7F6-B498-43B3-948B-1728B52AA6E4}">
                  <adec:decorative xmlns:adec="http://schemas.microsoft.com/office/drawing/2017/decorative" val="1"/>
                </a:ext>
              </a:extLst>
            </p:cNvPr>
            <p:cNvSpPr>
              <a:spLocks/>
            </p:cNvSpPr>
            <p:nvPr/>
          </p:nvSpPr>
          <p:spPr>
            <a:xfrm>
              <a:off x="5104071" y="401455"/>
              <a:ext cx="1864967" cy="2755413"/>
            </a:xfrm>
            <a:custGeom>
              <a:avLst/>
              <a:gdLst>
                <a:gd name="connsiteX0" fmla="*/ 2165256 w 2165381"/>
                <a:gd name="connsiteY0" fmla="*/ 2205104 h 3199263"/>
                <a:gd name="connsiteX1" fmla="*/ 2012828 w 2165381"/>
                <a:gd name="connsiteY1" fmla="*/ 2381685 h 3199263"/>
                <a:gd name="connsiteX2" fmla="*/ 1942496 w 2165381"/>
                <a:gd name="connsiteY2" fmla="*/ 2381685 h 3199263"/>
                <a:gd name="connsiteX3" fmla="*/ 1923662 w 2165381"/>
                <a:gd name="connsiteY3" fmla="*/ 2389820 h 3199263"/>
                <a:gd name="connsiteX4" fmla="*/ 1735818 w 2165381"/>
                <a:gd name="connsiteY4" fmla="*/ 2588614 h 3199263"/>
                <a:gd name="connsiteX5" fmla="*/ 1557172 w 2165381"/>
                <a:gd name="connsiteY5" fmla="*/ 2588614 h 3199263"/>
                <a:gd name="connsiteX6" fmla="*/ 1541967 w 2165381"/>
                <a:gd name="connsiteY6" fmla="*/ 2593495 h 3199263"/>
                <a:gd name="connsiteX7" fmla="*/ 1349242 w 2165381"/>
                <a:gd name="connsiteY7" fmla="*/ 2731343 h 3199263"/>
                <a:gd name="connsiteX8" fmla="*/ 1340169 w 2165381"/>
                <a:gd name="connsiteY8" fmla="*/ 2743107 h 3199263"/>
                <a:gd name="connsiteX9" fmla="*/ 1274967 w 2165381"/>
                <a:gd name="connsiteY9" fmla="*/ 2911365 h 3199263"/>
                <a:gd name="connsiteX10" fmla="*/ 1273215 w 2165381"/>
                <a:gd name="connsiteY10" fmla="*/ 2921565 h 3199263"/>
                <a:gd name="connsiteX11" fmla="*/ 1278972 w 2165381"/>
                <a:gd name="connsiteY11" fmla="*/ 3105780 h 3199263"/>
                <a:gd name="connsiteX12" fmla="*/ 1304940 w 2165381"/>
                <a:gd name="connsiteY12" fmla="*/ 3130997 h 3199263"/>
                <a:gd name="connsiteX13" fmla="*/ 1335788 w 2165381"/>
                <a:gd name="connsiteY13" fmla="*/ 3130997 h 3199263"/>
                <a:gd name="connsiteX14" fmla="*/ 1292237 w 2165381"/>
                <a:gd name="connsiteY14" fmla="*/ 3172170 h 3199263"/>
                <a:gd name="connsiteX15" fmla="*/ 1073483 w 2165381"/>
                <a:gd name="connsiteY15" fmla="*/ 3199264 h 3199263"/>
                <a:gd name="connsiteX16" fmla="*/ 966482 w 2165381"/>
                <a:gd name="connsiteY16" fmla="*/ 3012045 h 3199263"/>
                <a:gd name="connsiteX17" fmla="*/ 989635 w 2165381"/>
                <a:gd name="connsiteY17" fmla="*/ 2924819 h 3199263"/>
                <a:gd name="connsiteX18" fmla="*/ 990385 w 2165381"/>
                <a:gd name="connsiteY18" fmla="*/ 2915308 h 3199263"/>
                <a:gd name="connsiteX19" fmla="*/ 972802 w 2165381"/>
                <a:gd name="connsiteY19" fmla="*/ 2749740 h 3199263"/>
                <a:gd name="connsiteX20" fmla="*/ 958974 w 2165381"/>
                <a:gd name="connsiteY20" fmla="*/ 2729403 h 3199263"/>
                <a:gd name="connsiteX21" fmla="*/ 934382 w 2165381"/>
                <a:gd name="connsiteY21" fmla="*/ 2729591 h 3199263"/>
                <a:gd name="connsiteX22" fmla="*/ 739155 w 2165381"/>
                <a:gd name="connsiteY22" fmla="*/ 2836904 h 3199263"/>
                <a:gd name="connsiteX23" fmla="*/ 585914 w 2165381"/>
                <a:gd name="connsiteY23" fmla="*/ 2839094 h 3199263"/>
                <a:gd name="connsiteX24" fmla="*/ 571209 w 2165381"/>
                <a:gd name="connsiteY24" fmla="*/ 2843974 h 3199263"/>
                <a:gd name="connsiteX25" fmla="*/ 409082 w 2165381"/>
                <a:gd name="connsiteY25" fmla="*/ 2959421 h 3199263"/>
                <a:gd name="connsiteX26" fmla="*/ 259470 w 2165381"/>
                <a:gd name="connsiteY26" fmla="*/ 2926696 h 3199263"/>
                <a:gd name="connsiteX27" fmla="*/ 246267 w 2165381"/>
                <a:gd name="connsiteY27" fmla="*/ 2927196 h 3199263"/>
                <a:gd name="connsiteX28" fmla="*/ 84391 w 2165381"/>
                <a:gd name="connsiteY28" fmla="*/ 2976567 h 3199263"/>
                <a:gd name="connsiteX29" fmla="*/ 40340 w 2165381"/>
                <a:gd name="connsiteY29" fmla="*/ 2906798 h 3199263"/>
                <a:gd name="connsiteX30" fmla="*/ 69937 w 2165381"/>
                <a:gd name="connsiteY30" fmla="*/ 2869629 h 3199263"/>
                <a:gd name="connsiteX31" fmla="*/ 75568 w 2165381"/>
                <a:gd name="connsiteY31" fmla="*/ 2853673 h 3199263"/>
                <a:gd name="connsiteX32" fmla="*/ 75756 w 2165381"/>
                <a:gd name="connsiteY32" fmla="*/ 2831272 h 3199263"/>
                <a:gd name="connsiteX33" fmla="*/ 136827 w 2165381"/>
                <a:gd name="connsiteY33" fmla="*/ 2812312 h 3199263"/>
                <a:gd name="connsiteX34" fmla="*/ 163295 w 2165381"/>
                <a:gd name="connsiteY34" fmla="*/ 2758062 h 3199263"/>
                <a:gd name="connsiteX35" fmla="*/ 45783 w 2165381"/>
                <a:gd name="connsiteY35" fmla="*/ 2432307 h 3199263"/>
                <a:gd name="connsiteX36" fmla="*/ 103601 w 2165381"/>
                <a:gd name="connsiteY36" fmla="*/ 2374364 h 3199263"/>
                <a:gd name="connsiteX37" fmla="*/ 181629 w 2165381"/>
                <a:gd name="connsiteY37" fmla="*/ 2199973 h 3199263"/>
                <a:gd name="connsiteX38" fmla="*/ 247581 w 2165381"/>
                <a:gd name="connsiteY38" fmla="*/ 2195405 h 3199263"/>
                <a:gd name="connsiteX39" fmla="*/ 403638 w 2165381"/>
                <a:gd name="connsiteY39" fmla="*/ 2120193 h 3199263"/>
                <a:gd name="connsiteX40" fmla="*/ 424913 w 2165381"/>
                <a:gd name="connsiteY40" fmla="*/ 2080521 h 3199263"/>
                <a:gd name="connsiteX41" fmla="*/ 455199 w 2165381"/>
                <a:gd name="connsiteY41" fmla="*/ 1752263 h 3199263"/>
                <a:gd name="connsiteX42" fmla="*/ 474909 w 2165381"/>
                <a:gd name="connsiteY42" fmla="*/ 1714031 h 3199263"/>
                <a:gd name="connsiteX43" fmla="*/ 597740 w 2165381"/>
                <a:gd name="connsiteY43" fmla="*/ 1258750 h 3199263"/>
                <a:gd name="connsiteX44" fmla="*/ 539484 w 2165381"/>
                <a:gd name="connsiteY44" fmla="*/ 1213134 h 3199263"/>
                <a:gd name="connsiteX45" fmla="*/ 419344 w 2165381"/>
                <a:gd name="connsiteY45" fmla="*/ 996945 h 3199263"/>
                <a:gd name="connsiteX46" fmla="*/ 475597 w 2165381"/>
                <a:gd name="connsiteY46" fmla="*/ 965158 h 3199263"/>
                <a:gd name="connsiteX47" fmla="*/ 819499 w 2165381"/>
                <a:gd name="connsiteY47" fmla="*/ 897641 h 3199263"/>
                <a:gd name="connsiteX48" fmla="*/ 843965 w 2165381"/>
                <a:gd name="connsiteY48" fmla="*/ 833879 h 3199263"/>
                <a:gd name="connsiteX49" fmla="*/ 789464 w 2165381"/>
                <a:gd name="connsiteY49" fmla="*/ 633208 h 3199263"/>
                <a:gd name="connsiteX50" fmla="*/ 836956 w 2165381"/>
                <a:gd name="connsiteY50" fmla="*/ 560936 h 3199263"/>
                <a:gd name="connsiteX51" fmla="*/ 857918 w 2165381"/>
                <a:gd name="connsiteY51" fmla="*/ 557807 h 3199263"/>
                <a:gd name="connsiteX52" fmla="*/ 907539 w 2165381"/>
                <a:gd name="connsiteY52" fmla="*/ 503869 h 3199263"/>
                <a:gd name="connsiteX53" fmla="*/ 978997 w 2165381"/>
                <a:gd name="connsiteY53" fmla="*/ 291121 h 3199263"/>
                <a:gd name="connsiteX54" fmla="*/ 950839 w 2165381"/>
                <a:gd name="connsiteY54" fmla="*/ 210402 h 3199263"/>
                <a:gd name="connsiteX55" fmla="*/ 919678 w 2165381"/>
                <a:gd name="connsiteY55" fmla="*/ 26938 h 3199263"/>
                <a:gd name="connsiteX56" fmla="*/ 986130 w 2165381"/>
                <a:gd name="connsiteY56" fmla="*/ 2660 h 3199263"/>
                <a:gd name="connsiteX57" fmla="*/ 1081429 w 2165381"/>
                <a:gd name="connsiteY57" fmla="*/ 24435 h 3199263"/>
                <a:gd name="connsiteX58" fmla="*/ 1181546 w 2165381"/>
                <a:gd name="connsiteY58" fmla="*/ 91513 h 3199263"/>
                <a:gd name="connsiteX59" fmla="*/ 1287795 w 2165381"/>
                <a:gd name="connsiteY59" fmla="*/ 164036 h 3199263"/>
                <a:gd name="connsiteX60" fmla="*/ 1514372 w 2165381"/>
                <a:gd name="connsiteY60" fmla="*/ 594162 h 3199263"/>
                <a:gd name="connsiteX61" fmla="*/ 1517375 w 2165381"/>
                <a:gd name="connsiteY61" fmla="*/ 598668 h 3199263"/>
                <a:gd name="connsiteX62" fmla="*/ 1681254 w 2165381"/>
                <a:gd name="connsiteY62" fmla="*/ 796398 h 3199263"/>
                <a:gd name="connsiteX63" fmla="*/ 1745454 w 2165381"/>
                <a:gd name="connsiteY63" fmla="*/ 1005204 h 3199263"/>
                <a:gd name="connsiteX64" fmla="*/ 1645650 w 2165381"/>
                <a:gd name="connsiteY64" fmla="*/ 1352046 h 3199263"/>
                <a:gd name="connsiteX65" fmla="*/ 1644711 w 2165381"/>
                <a:gd name="connsiteY65" fmla="*/ 1361620 h 3199263"/>
                <a:gd name="connsiteX66" fmla="*/ 1658853 w 2165381"/>
                <a:gd name="connsiteY66" fmla="*/ 1511858 h 3199263"/>
                <a:gd name="connsiteX67" fmla="*/ 1664359 w 2165381"/>
                <a:gd name="connsiteY67" fmla="*/ 1525624 h 3199263"/>
                <a:gd name="connsiteX68" fmla="*/ 1860025 w 2165381"/>
                <a:gd name="connsiteY68" fmla="*/ 1770848 h 3199263"/>
                <a:gd name="connsiteX69" fmla="*/ 1862841 w 2165381"/>
                <a:gd name="connsiteY69" fmla="*/ 2161428 h 3199263"/>
                <a:gd name="connsiteX70" fmla="*/ 1875668 w 2165381"/>
                <a:gd name="connsiteY70" fmla="*/ 2183704 h 3199263"/>
                <a:gd name="connsiteX71" fmla="*/ 1901386 w 2165381"/>
                <a:gd name="connsiteY71" fmla="*/ 2184142 h 3199263"/>
                <a:gd name="connsiteX72" fmla="*/ 2036919 w 2165381"/>
                <a:gd name="connsiteY72" fmla="*/ 2109993 h 3199263"/>
                <a:gd name="connsiteX73" fmla="*/ 2165381 w 2165381"/>
                <a:gd name="connsiteY73" fmla="*/ 2205229 h 3199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2165381" h="3199263">
                  <a:moveTo>
                    <a:pt x="2165256" y="2205104"/>
                  </a:moveTo>
                  <a:lnTo>
                    <a:pt x="2012828" y="2381685"/>
                  </a:lnTo>
                  <a:lnTo>
                    <a:pt x="1942496" y="2381685"/>
                  </a:lnTo>
                  <a:cubicBezTo>
                    <a:pt x="1935426" y="2381685"/>
                    <a:pt x="1928542" y="2384626"/>
                    <a:pt x="1923662" y="2389820"/>
                  </a:cubicBezTo>
                  <a:lnTo>
                    <a:pt x="1735818" y="2588614"/>
                  </a:lnTo>
                  <a:lnTo>
                    <a:pt x="1557172" y="2588614"/>
                  </a:lnTo>
                  <a:cubicBezTo>
                    <a:pt x="1551665" y="2588614"/>
                    <a:pt x="1546472" y="2590303"/>
                    <a:pt x="1541967" y="2593495"/>
                  </a:cubicBezTo>
                  <a:lnTo>
                    <a:pt x="1349242" y="2731343"/>
                  </a:lnTo>
                  <a:cubicBezTo>
                    <a:pt x="1345174" y="2734284"/>
                    <a:pt x="1341920" y="2738351"/>
                    <a:pt x="1340169" y="2743107"/>
                  </a:cubicBezTo>
                  <a:lnTo>
                    <a:pt x="1274967" y="2911365"/>
                  </a:lnTo>
                  <a:cubicBezTo>
                    <a:pt x="1273716" y="2914619"/>
                    <a:pt x="1273090" y="2918061"/>
                    <a:pt x="1273215" y="2921565"/>
                  </a:cubicBezTo>
                  <a:lnTo>
                    <a:pt x="1278972" y="3105780"/>
                  </a:lnTo>
                  <a:cubicBezTo>
                    <a:pt x="1279410" y="3119859"/>
                    <a:pt x="1290861" y="3130997"/>
                    <a:pt x="1304940" y="3130997"/>
                  </a:cubicBezTo>
                  <a:lnTo>
                    <a:pt x="1335788" y="3130997"/>
                  </a:lnTo>
                  <a:lnTo>
                    <a:pt x="1292237" y="3172170"/>
                  </a:lnTo>
                  <a:lnTo>
                    <a:pt x="1073483" y="3199264"/>
                  </a:lnTo>
                  <a:lnTo>
                    <a:pt x="966482" y="3012045"/>
                  </a:lnTo>
                  <a:lnTo>
                    <a:pt x="989635" y="2924819"/>
                  </a:lnTo>
                  <a:cubicBezTo>
                    <a:pt x="990448" y="2921690"/>
                    <a:pt x="990698" y="2918561"/>
                    <a:pt x="990385" y="2915308"/>
                  </a:cubicBezTo>
                  <a:lnTo>
                    <a:pt x="972802" y="2749740"/>
                  </a:lnTo>
                  <a:cubicBezTo>
                    <a:pt x="971864" y="2740979"/>
                    <a:pt x="966670" y="2733408"/>
                    <a:pt x="958974" y="2729403"/>
                  </a:cubicBezTo>
                  <a:cubicBezTo>
                    <a:pt x="951277" y="2725336"/>
                    <a:pt x="942017" y="2725461"/>
                    <a:pt x="934382" y="2729591"/>
                  </a:cubicBezTo>
                  <a:lnTo>
                    <a:pt x="739155" y="2836904"/>
                  </a:lnTo>
                  <a:lnTo>
                    <a:pt x="585914" y="2839094"/>
                  </a:lnTo>
                  <a:cubicBezTo>
                    <a:pt x="580595" y="2839219"/>
                    <a:pt x="575526" y="2840846"/>
                    <a:pt x="571209" y="2843974"/>
                  </a:cubicBezTo>
                  <a:lnTo>
                    <a:pt x="409082" y="2959421"/>
                  </a:lnTo>
                  <a:lnTo>
                    <a:pt x="259470" y="2926696"/>
                  </a:lnTo>
                  <a:cubicBezTo>
                    <a:pt x="255090" y="2925632"/>
                    <a:pt x="250522" y="2925882"/>
                    <a:pt x="246267" y="2927196"/>
                  </a:cubicBezTo>
                  <a:lnTo>
                    <a:pt x="84391" y="2976567"/>
                  </a:lnTo>
                  <a:lnTo>
                    <a:pt x="40340" y="2906798"/>
                  </a:lnTo>
                  <a:lnTo>
                    <a:pt x="69937" y="2869629"/>
                  </a:lnTo>
                  <a:cubicBezTo>
                    <a:pt x="73566" y="2865124"/>
                    <a:pt x="75568" y="2859555"/>
                    <a:pt x="75568" y="2853673"/>
                  </a:cubicBezTo>
                  <a:lnTo>
                    <a:pt x="75756" y="2831272"/>
                  </a:lnTo>
                  <a:cubicBezTo>
                    <a:pt x="97093" y="2829520"/>
                    <a:pt x="117617" y="2823763"/>
                    <a:pt x="136827" y="2812312"/>
                  </a:cubicBezTo>
                  <a:cubicBezTo>
                    <a:pt x="155474" y="2801175"/>
                    <a:pt x="165611" y="2779587"/>
                    <a:pt x="163295" y="2758062"/>
                  </a:cubicBezTo>
                  <a:cubicBezTo>
                    <a:pt x="132072" y="2471540"/>
                    <a:pt x="-95381" y="2431681"/>
                    <a:pt x="45783" y="2432307"/>
                  </a:cubicBezTo>
                  <a:cubicBezTo>
                    <a:pt x="77633" y="2432432"/>
                    <a:pt x="103914" y="2406339"/>
                    <a:pt x="103601" y="2374364"/>
                  </a:cubicBezTo>
                  <a:cubicBezTo>
                    <a:pt x="102662" y="2300716"/>
                    <a:pt x="121121" y="2247591"/>
                    <a:pt x="181629" y="2199973"/>
                  </a:cubicBezTo>
                  <a:cubicBezTo>
                    <a:pt x="200464" y="2185081"/>
                    <a:pt x="227370" y="2182578"/>
                    <a:pt x="247581" y="2195405"/>
                  </a:cubicBezTo>
                  <a:cubicBezTo>
                    <a:pt x="297389" y="2226942"/>
                    <a:pt x="357460" y="2156547"/>
                    <a:pt x="403638" y="2120193"/>
                  </a:cubicBezTo>
                  <a:cubicBezTo>
                    <a:pt x="415903" y="2110494"/>
                    <a:pt x="423412" y="2096102"/>
                    <a:pt x="424913" y="2080521"/>
                  </a:cubicBezTo>
                  <a:cubicBezTo>
                    <a:pt x="431483" y="2010189"/>
                    <a:pt x="449004" y="1819779"/>
                    <a:pt x="455199" y="1752263"/>
                  </a:cubicBezTo>
                  <a:cubicBezTo>
                    <a:pt x="456575" y="1737371"/>
                    <a:pt x="463646" y="1723793"/>
                    <a:pt x="474909" y="1714031"/>
                  </a:cubicBezTo>
                  <a:cubicBezTo>
                    <a:pt x="592296" y="1611912"/>
                    <a:pt x="628275" y="1411678"/>
                    <a:pt x="597740" y="1258750"/>
                  </a:cubicBezTo>
                  <a:cubicBezTo>
                    <a:pt x="592233" y="1231468"/>
                    <a:pt x="567329" y="1212258"/>
                    <a:pt x="539484" y="1213134"/>
                  </a:cubicBezTo>
                  <a:cubicBezTo>
                    <a:pt x="272485" y="1220518"/>
                    <a:pt x="305837" y="1223647"/>
                    <a:pt x="419344" y="996945"/>
                  </a:cubicBezTo>
                  <a:cubicBezTo>
                    <a:pt x="429857" y="975920"/>
                    <a:pt x="452132" y="963593"/>
                    <a:pt x="475597" y="965158"/>
                  </a:cubicBezTo>
                  <a:cubicBezTo>
                    <a:pt x="580094" y="972353"/>
                    <a:pt x="730707" y="953894"/>
                    <a:pt x="819499" y="897641"/>
                  </a:cubicBezTo>
                  <a:cubicBezTo>
                    <a:pt x="840836" y="884126"/>
                    <a:pt x="850660" y="858158"/>
                    <a:pt x="843965" y="833879"/>
                  </a:cubicBezTo>
                  <a:cubicBezTo>
                    <a:pt x="830449" y="783884"/>
                    <a:pt x="805920" y="693966"/>
                    <a:pt x="789464" y="633208"/>
                  </a:cubicBezTo>
                  <a:cubicBezTo>
                    <a:pt x="780265" y="599794"/>
                    <a:pt x="802604" y="565879"/>
                    <a:pt x="836956" y="560936"/>
                  </a:cubicBezTo>
                  <a:lnTo>
                    <a:pt x="857918" y="557807"/>
                  </a:lnTo>
                  <a:cubicBezTo>
                    <a:pt x="885200" y="553865"/>
                    <a:pt x="906600" y="531339"/>
                    <a:pt x="907539" y="503869"/>
                  </a:cubicBezTo>
                  <a:cubicBezTo>
                    <a:pt x="909917" y="437167"/>
                    <a:pt x="945270" y="354257"/>
                    <a:pt x="978997" y="291121"/>
                  </a:cubicBezTo>
                  <a:cubicBezTo>
                    <a:pt x="995016" y="261149"/>
                    <a:pt x="982126" y="223730"/>
                    <a:pt x="950839" y="210402"/>
                  </a:cubicBezTo>
                  <a:cubicBezTo>
                    <a:pt x="830386" y="158717"/>
                    <a:pt x="848220" y="140007"/>
                    <a:pt x="919678" y="26938"/>
                  </a:cubicBezTo>
                  <a:cubicBezTo>
                    <a:pt x="933757" y="4662"/>
                    <a:pt x="960913" y="-5162"/>
                    <a:pt x="986130" y="2660"/>
                  </a:cubicBezTo>
                  <a:cubicBezTo>
                    <a:pt x="1014664" y="11608"/>
                    <a:pt x="1047202" y="18929"/>
                    <a:pt x="1081429" y="24435"/>
                  </a:cubicBezTo>
                  <a:lnTo>
                    <a:pt x="1181546" y="91513"/>
                  </a:lnTo>
                  <a:lnTo>
                    <a:pt x="1287795" y="164036"/>
                  </a:lnTo>
                  <a:lnTo>
                    <a:pt x="1514372" y="594162"/>
                  </a:lnTo>
                  <a:cubicBezTo>
                    <a:pt x="1515185" y="595727"/>
                    <a:pt x="1516249" y="597166"/>
                    <a:pt x="1517375" y="598668"/>
                  </a:cubicBezTo>
                  <a:lnTo>
                    <a:pt x="1681254" y="796398"/>
                  </a:lnTo>
                  <a:lnTo>
                    <a:pt x="1745454" y="1005204"/>
                  </a:lnTo>
                  <a:lnTo>
                    <a:pt x="1645650" y="1352046"/>
                  </a:lnTo>
                  <a:cubicBezTo>
                    <a:pt x="1644711" y="1355175"/>
                    <a:pt x="1644398" y="1358429"/>
                    <a:pt x="1644711" y="1361620"/>
                  </a:cubicBezTo>
                  <a:lnTo>
                    <a:pt x="1658853" y="1511858"/>
                  </a:lnTo>
                  <a:cubicBezTo>
                    <a:pt x="1659291" y="1516864"/>
                    <a:pt x="1661231" y="1521619"/>
                    <a:pt x="1664359" y="1525624"/>
                  </a:cubicBezTo>
                  <a:lnTo>
                    <a:pt x="1860025" y="1770848"/>
                  </a:lnTo>
                  <a:lnTo>
                    <a:pt x="1862841" y="2161428"/>
                  </a:lnTo>
                  <a:cubicBezTo>
                    <a:pt x="1862841" y="2170626"/>
                    <a:pt x="1867722" y="2179011"/>
                    <a:pt x="1875668" y="2183704"/>
                  </a:cubicBezTo>
                  <a:cubicBezTo>
                    <a:pt x="1883615" y="2188272"/>
                    <a:pt x="1893251" y="2188522"/>
                    <a:pt x="1901386" y="2184142"/>
                  </a:cubicBezTo>
                  <a:lnTo>
                    <a:pt x="2036919" y="2109993"/>
                  </a:lnTo>
                  <a:lnTo>
                    <a:pt x="2165381" y="2205229"/>
                  </a:lnTo>
                  <a:close/>
                </a:path>
              </a:pathLst>
            </a:custGeom>
            <a:solidFill>
              <a:srgbClr val="9FD4B7"/>
            </a:solidFill>
            <a:ln w="6252" cap="flat">
              <a:noFill/>
              <a:prstDash val="solid"/>
              <a:miter/>
            </a:ln>
          </p:spPr>
          <p:txBody>
            <a:bodyPr rtlCol="0" anchor="ctr"/>
            <a:lstStyle/>
            <a:p>
              <a:endParaRPr lang="fi-FI" sz="3200"/>
            </a:p>
          </p:txBody>
        </p:sp>
        <p:sp>
          <p:nvSpPr>
            <p:cNvPr id="14" name="Vapaamuotoinen: Muoto 13">
              <a:extLst>
                <a:ext uri="{FF2B5EF4-FFF2-40B4-BE49-F238E27FC236}">
                  <a16:creationId xmlns:a16="http://schemas.microsoft.com/office/drawing/2014/main" id="{AFED0D1C-C55D-7C3E-8669-A2977D6845A7}"/>
                </a:ext>
                <a:ext uri="{C183D7F6-B498-43B3-948B-1728B52AA6E4}">
                  <adec:decorative xmlns:adec="http://schemas.microsoft.com/office/drawing/2017/decorative" val="1"/>
                </a:ext>
              </a:extLst>
            </p:cNvPr>
            <p:cNvSpPr>
              <a:spLocks/>
            </p:cNvSpPr>
            <p:nvPr/>
          </p:nvSpPr>
          <p:spPr>
            <a:xfrm>
              <a:off x="6245539" y="2340730"/>
              <a:ext cx="856289" cy="1223993"/>
            </a:xfrm>
            <a:custGeom>
              <a:avLst/>
              <a:gdLst>
                <a:gd name="connsiteX0" fmla="*/ 815263 w 994222"/>
                <a:gd name="connsiteY0" fmla="*/ 610775 h 1421157"/>
                <a:gd name="connsiteX1" fmla="*/ 994222 w 994222"/>
                <a:gd name="connsiteY1" fmla="*/ 1052916 h 1421157"/>
                <a:gd name="connsiteX2" fmla="*/ 965126 w 994222"/>
                <a:gd name="connsiteY2" fmla="*/ 1240009 h 1421157"/>
                <a:gd name="connsiteX3" fmla="*/ 924391 w 994222"/>
                <a:gd name="connsiteY3" fmla="*/ 1363153 h 1421157"/>
                <a:gd name="connsiteX4" fmla="*/ 879901 w 994222"/>
                <a:gd name="connsiteY4" fmla="*/ 1399820 h 1421157"/>
                <a:gd name="connsiteX5" fmla="*/ 792800 w 994222"/>
                <a:gd name="connsiteY5" fmla="*/ 1421158 h 1421157"/>
                <a:gd name="connsiteX6" fmla="*/ 791673 w 994222"/>
                <a:gd name="connsiteY6" fmla="*/ 1417091 h 1421157"/>
                <a:gd name="connsiteX7" fmla="*/ 789671 w 994222"/>
                <a:gd name="connsiteY7" fmla="*/ 1412210 h 1421157"/>
                <a:gd name="connsiteX8" fmla="*/ 575672 w 994222"/>
                <a:gd name="connsiteY8" fmla="*/ 993909 h 1421157"/>
                <a:gd name="connsiteX9" fmla="*/ 555961 w 994222"/>
                <a:gd name="connsiteY9" fmla="*/ 979956 h 1421157"/>
                <a:gd name="connsiteX10" fmla="*/ 335954 w 994222"/>
                <a:gd name="connsiteY10" fmla="*/ 950671 h 1421157"/>
                <a:gd name="connsiteX11" fmla="*/ 270440 w 994222"/>
                <a:gd name="connsiteY11" fmla="*/ 890163 h 1421157"/>
                <a:gd name="connsiteX12" fmla="*/ 260616 w 994222"/>
                <a:gd name="connsiteY12" fmla="*/ 884532 h 1421157"/>
                <a:gd name="connsiteX13" fmla="*/ 83723 w 994222"/>
                <a:gd name="connsiteY13" fmla="*/ 828404 h 1421157"/>
                <a:gd name="connsiteX14" fmla="*/ 83597 w 994222"/>
                <a:gd name="connsiteY14" fmla="*/ 828404 h 1421157"/>
                <a:gd name="connsiteX15" fmla="*/ 79092 w 994222"/>
                <a:gd name="connsiteY15" fmla="*/ 827465 h 1421157"/>
                <a:gd name="connsiteX16" fmla="*/ 77403 w 994222"/>
                <a:gd name="connsiteY16" fmla="*/ 827340 h 1421157"/>
                <a:gd name="connsiteX17" fmla="*/ 75713 w 994222"/>
                <a:gd name="connsiteY17" fmla="*/ 827152 h 1421157"/>
                <a:gd name="connsiteX18" fmla="*/ 4693 w 994222"/>
                <a:gd name="connsiteY18" fmla="*/ 827152 h 1421157"/>
                <a:gd name="connsiteX19" fmla="*/ 0 w 994222"/>
                <a:gd name="connsiteY19" fmla="*/ 673473 h 1421157"/>
                <a:gd name="connsiteX20" fmla="*/ 60445 w 994222"/>
                <a:gd name="connsiteY20" fmla="*/ 517416 h 1421157"/>
                <a:gd name="connsiteX21" fmla="*/ 240030 w 994222"/>
                <a:gd name="connsiteY21" fmla="*/ 388954 h 1421157"/>
                <a:gd name="connsiteX22" fmla="*/ 421492 w 994222"/>
                <a:gd name="connsiteY22" fmla="*/ 388954 h 1421157"/>
                <a:gd name="connsiteX23" fmla="*/ 440451 w 994222"/>
                <a:gd name="connsiteY23" fmla="*/ 380819 h 1421157"/>
                <a:gd name="connsiteX24" fmla="*/ 628295 w 994222"/>
                <a:gd name="connsiteY24" fmla="*/ 182025 h 1421157"/>
                <a:gd name="connsiteX25" fmla="*/ 699253 w 994222"/>
                <a:gd name="connsiteY25" fmla="*/ 182025 h 1421157"/>
                <a:gd name="connsiteX26" fmla="*/ 719026 w 994222"/>
                <a:gd name="connsiteY26" fmla="*/ 172952 h 1421157"/>
                <a:gd name="connsiteX27" fmla="*/ 868200 w 994222"/>
                <a:gd name="connsiteY27" fmla="*/ 0 h 1421157"/>
                <a:gd name="connsiteX28" fmla="*/ 957304 w 994222"/>
                <a:gd name="connsiteY28" fmla="*/ 251293 h 1421157"/>
                <a:gd name="connsiteX29" fmla="*/ 815201 w 994222"/>
                <a:gd name="connsiteY29" fmla="*/ 590814 h 1421157"/>
                <a:gd name="connsiteX30" fmla="*/ 815076 w 994222"/>
                <a:gd name="connsiteY30" fmla="*/ 610712 h 1421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94222" h="1421157">
                  <a:moveTo>
                    <a:pt x="815263" y="610775"/>
                  </a:moveTo>
                  <a:lnTo>
                    <a:pt x="994222" y="1052916"/>
                  </a:lnTo>
                  <a:lnTo>
                    <a:pt x="965126" y="1240009"/>
                  </a:lnTo>
                  <a:cubicBezTo>
                    <a:pt x="952736" y="1265038"/>
                    <a:pt x="944414" y="1310091"/>
                    <a:pt x="924391" y="1363153"/>
                  </a:cubicBezTo>
                  <a:cubicBezTo>
                    <a:pt x="917070" y="1382425"/>
                    <a:pt x="900238" y="1396504"/>
                    <a:pt x="879901" y="1399820"/>
                  </a:cubicBezTo>
                  <a:cubicBezTo>
                    <a:pt x="849178" y="1404951"/>
                    <a:pt x="817203" y="1409206"/>
                    <a:pt x="792800" y="1421158"/>
                  </a:cubicBezTo>
                  <a:lnTo>
                    <a:pt x="791673" y="1417091"/>
                  </a:lnTo>
                  <a:cubicBezTo>
                    <a:pt x="791173" y="1415401"/>
                    <a:pt x="790547" y="1413774"/>
                    <a:pt x="789671" y="1412210"/>
                  </a:cubicBezTo>
                  <a:lnTo>
                    <a:pt x="575672" y="993909"/>
                  </a:lnTo>
                  <a:cubicBezTo>
                    <a:pt x="571792" y="986275"/>
                    <a:pt x="564408" y="981019"/>
                    <a:pt x="555961" y="979956"/>
                  </a:cubicBezTo>
                  <a:lnTo>
                    <a:pt x="335954" y="950671"/>
                  </a:lnTo>
                  <a:lnTo>
                    <a:pt x="270440" y="890163"/>
                  </a:lnTo>
                  <a:cubicBezTo>
                    <a:pt x="267624" y="887660"/>
                    <a:pt x="264308" y="885658"/>
                    <a:pt x="260616" y="884532"/>
                  </a:cubicBezTo>
                  <a:lnTo>
                    <a:pt x="83723" y="828404"/>
                  </a:lnTo>
                  <a:lnTo>
                    <a:pt x="83597" y="828404"/>
                  </a:lnTo>
                  <a:cubicBezTo>
                    <a:pt x="82158" y="827903"/>
                    <a:pt x="80656" y="827653"/>
                    <a:pt x="79092" y="827465"/>
                  </a:cubicBezTo>
                  <a:cubicBezTo>
                    <a:pt x="78592" y="827340"/>
                    <a:pt x="78028" y="827340"/>
                    <a:pt x="77403" y="827340"/>
                  </a:cubicBezTo>
                  <a:cubicBezTo>
                    <a:pt x="76902" y="827215"/>
                    <a:pt x="76339" y="827152"/>
                    <a:pt x="75713" y="827152"/>
                  </a:cubicBezTo>
                  <a:lnTo>
                    <a:pt x="4693" y="827152"/>
                  </a:lnTo>
                  <a:lnTo>
                    <a:pt x="0" y="673473"/>
                  </a:lnTo>
                  <a:lnTo>
                    <a:pt x="60445" y="517416"/>
                  </a:lnTo>
                  <a:lnTo>
                    <a:pt x="240030" y="388954"/>
                  </a:lnTo>
                  <a:lnTo>
                    <a:pt x="421492" y="388954"/>
                  </a:lnTo>
                  <a:cubicBezTo>
                    <a:pt x="428687" y="388954"/>
                    <a:pt x="435571" y="386013"/>
                    <a:pt x="440451" y="380819"/>
                  </a:cubicBezTo>
                  <a:lnTo>
                    <a:pt x="628295" y="182025"/>
                  </a:lnTo>
                  <a:lnTo>
                    <a:pt x="699253" y="182025"/>
                  </a:lnTo>
                  <a:cubicBezTo>
                    <a:pt x="706887" y="182025"/>
                    <a:pt x="714020" y="178708"/>
                    <a:pt x="719026" y="172952"/>
                  </a:cubicBezTo>
                  <a:lnTo>
                    <a:pt x="868200" y="0"/>
                  </a:lnTo>
                  <a:lnTo>
                    <a:pt x="957304" y="251293"/>
                  </a:lnTo>
                  <a:lnTo>
                    <a:pt x="815201" y="590814"/>
                  </a:lnTo>
                  <a:cubicBezTo>
                    <a:pt x="812510" y="597197"/>
                    <a:pt x="812510" y="604267"/>
                    <a:pt x="815076" y="610712"/>
                  </a:cubicBezTo>
                  <a:close/>
                </a:path>
              </a:pathLst>
            </a:custGeom>
            <a:solidFill>
              <a:srgbClr val="9FD4B7"/>
            </a:solidFill>
            <a:ln w="6252" cap="flat">
              <a:noFill/>
              <a:prstDash val="solid"/>
              <a:miter/>
            </a:ln>
          </p:spPr>
          <p:txBody>
            <a:bodyPr rtlCol="0" anchor="ctr"/>
            <a:lstStyle/>
            <a:p>
              <a:endParaRPr lang="fi-FI" sz="3200"/>
            </a:p>
          </p:txBody>
        </p:sp>
        <p:sp>
          <p:nvSpPr>
            <p:cNvPr id="15" name="Vapaamuotoinen: Muoto 14">
              <a:extLst>
                <a:ext uri="{FF2B5EF4-FFF2-40B4-BE49-F238E27FC236}">
                  <a16:creationId xmlns:a16="http://schemas.microsoft.com/office/drawing/2014/main" id="{0F4428EA-75B7-7D61-36E7-0D5592393AD3}"/>
                </a:ext>
                <a:ext uri="{C183D7F6-B498-43B3-948B-1728B52AA6E4}">
                  <adec:decorative xmlns:adec="http://schemas.microsoft.com/office/drawing/2017/decorative" val="1"/>
                </a:ext>
              </a:extLst>
            </p:cNvPr>
            <p:cNvSpPr>
              <a:spLocks/>
            </p:cNvSpPr>
            <p:nvPr/>
          </p:nvSpPr>
          <p:spPr>
            <a:xfrm>
              <a:off x="6146486" y="426741"/>
              <a:ext cx="1249969" cy="855551"/>
            </a:xfrm>
            <a:custGeom>
              <a:avLst/>
              <a:gdLst>
                <a:gd name="connsiteX0" fmla="*/ 1451256 w 1451318"/>
                <a:gd name="connsiteY0" fmla="*/ 839499 h 993365"/>
                <a:gd name="connsiteX1" fmla="*/ 927144 w 1451318"/>
                <a:gd name="connsiteY1" fmla="*/ 993366 h 993365"/>
                <a:gd name="connsiteX2" fmla="*/ 821583 w 1451318"/>
                <a:gd name="connsiteY2" fmla="*/ 841564 h 993365"/>
                <a:gd name="connsiteX3" fmla="*/ 802123 w 1451318"/>
                <a:gd name="connsiteY3" fmla="*/ 830426 h 993365"/>
                <a:gd name="connsiteX4" fmla="*/ 781161 w 1451318"/>
                <a:gd name="connsiteY4" fmla="*/ 838748 h 993365"/>
                <a:gd name="connsiteX5" fmla="*/ 678354 w 1451318"/>
                <a:gd name="connsiteY5" fmla="*/ 949377 h 993365"/>
                <a:gd name="connsiteX6" fmla="*/ 581491 w 1451318"/>
                <a:gd name="connsiteY6" fmla="*/ 949377 h 993365"/>
                <a:gd name="connsiteX7" fmla="*/ 519105 w 1451318"/>
                <a:gd name="connsiteY7" fmla="*/ 746766 h 993365"/>
                <a:gd name="connsiteX8" fmla="*/ 514287 w 1451318"/>
                <a:gd name="connsiteY8" fmla="*/ 737818 h 993365"/>
                <a:gd name="connsiteX9" fmla="*/ 348719 w 1451318"/>
                <a:gd name="connsiteY9" fmla="*/ 538085 h 993365"/>
                <a:gd name="connsiteX10" fmla="*/ 120453 w 1451318"/>
                <a:gd name="connsiteY10" fmla="*/ 104579 h 993365"/>
                <a:gd name="connsiteX11" fmla="*/ 112005 w 1451318"/>
                <a:gd name="connsiteY11" fmla="*/ 95193 h 993365"/>
                <a:gd name="connsiteX12" fmla="*/ 0 w 1451318"/>
                <a:gd name="connsiteY12" fmla="*/ 18729 h 993365"/>
                <a:gd name="connsiteX13" fmla="*/ 938 w 1451318"/>
                <a:gd name="connsiteY13" fmla="*/ 7716 h 993365"/>
                <a:gd name="connsiteX14" fmla="*/ 147735 w 1451318"/>
                <a:gd name="connsiteY14" fmla="*/ 645 h 993365"/>
                <a:gd name="connsiteX15" fmla="*/ 192850 w 1451318"/>
                <a:gd name="connsiteY15" fmla="*/ 13473 h 993365"/>
                <a:gd name="connsiteX16" fmla="*/ 459348 w 1451318"/>
                <a:gd name="connsiteY16" fmla="*/ 115342 h 993365"/>
                <a:gd name="connsiteX17" fmla="*/ 495516 w 1451318"/>
                <a:gd name="connsiteY17" fmla="*/ 109210 h 993365"/>
                <a:gd name="connsiteX18" fmla="*/ 711392 w 1451318"/>
                <a:gd name="connsiteY18" fmla="*/ 120473 h 993365"/>
                <a:gd name="connsiteX19" fmla="*/ 746058 w 1451318"/>
                <a:gd name="connsiteY19" fmla="*/ 171532 h 993365"/>
                <a:gd name="connsiteX20" fmla="*/ 862819 w 1451318"/>
                <a:gd name="connsiteY20" fmla="*/ 402677 h 993365"/>
                <a:gd name="connsiteX21" fmla="*/ 960245 w 1451318"/>
                <a:gd name="connsiteY21" fmla="*/ 396607 h 993365"/>
                <a:gd name="connsiteX22" fmla="*/ 1256716 w 1451318"/>
                <a:gd name="connsiteY22" fmla="*/ 278282 h 993365"/>
                <a:gd name="connsiteX23" fmla="*/ 1276427 w 1451318"/>
                <a:gd name="connsiteY23" fmla="*/ 342169 h 993365"/>
                <a:gd name="connsiteX24" fmla="*/ 1278742 w 1451318"/>
                <a:gd name="connsiteY24" fmla="*/ 395606 h 993365"/>
                <a:gd name="connsiteX25" fmla="*/ 1277928 w 1451318"/>
                <a:gd name="connsiteY25" fmla="*/ 395919 h 993365"/>
                <a:gd name="connsiteX26" fmla="*/ 1338123 w 1451318"/>
                <a:gd name="connsiteY26" fmla="*/ 555856 h 993365"/>
                <a:gd name="connsiteX27" fmla="*/ 1339813 w 1451318"/>
                <a:gd name="connsiteY27" fmla="*/ 562301 h 993365"/>
                <a:gd name="connsiteX28" fmla="*/ 1351702 w 1451318"/>
                <a:gd name="connsiteY28" fmla="*/ 591960 h 993365"/>
                <a:gd name="connsiteX29" fmla="*/ 1359523 w 1451318"/>
                <a:gd name="connsiteY29" fmla="*/ 611233 h 993365"/>
                <a:gd name="connsiteX30" fmla="*/ 1451318 w 1451318"/>
                <a:gd name="connsiteY30" fmla="*/ 839499 h 993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451318" h="993365">
                  <a:moveTo>
                    <a:pt x="1451256" y="839499"/>
                  </a:moveTo>
                  <a:lnTo>
                    <a:pt x="927144" y="993366"/>
                  </a:lnTo>
                  <a:lnTo>
                    <a:pt x="821583" y="841564"/>
                  </a:lnTo>
                  <a:cubicBezTo>
                    <a:pt x="817078" y="835119"/>
                    <a:pt x="809945" y="831052"/>
                    <a:pt x="802123" y="830426"/>
                  </a:cubicBezTo>
                  <a:cubicBezTo>
                    <a:pt x="794302" y="829800"/>
                    <a:pt x="786480" y="832929"/>
                    <a:pt x="781161" y="838748"/>
                  </a:cubicBezTo>
                  <a:lnTo>
                    <a:pt x="678354" y="949377"/>
                  </a:lnTo>
                  <a:lnTo>
                    <a:pt x="581491" y="949377"/>
                  </a:lnTo>
                  <a:lnTo>
                    <a:pt x="519105" y="746766"/>
                  </a:lnTo>
                  <a:cubicBezTo>
                    <a:pt x="518167" y="743449"/>
                    <a:pt x="516477" y="740383"/>
                    <a:pt x="514287" y="737818"/>
                  </a:cubicBezTo>
                  <a:lnTo>
                    <a:pt x="348719" y="538085"/>
                  </a:lnTo>
                  <a:lnTo>
                    <a:pt x="120453" y="104579"/>
                  </a:lnTo>
                  <a:cubicBezTo>
                    <a:pt x="118451" y="100825"/>
                    <a:pt x="115572" y="97571"/>
                    <a:pt x="112005" y="95193"/>
                  </a:cubicBezTo>
                  <a:lnTo>
                    <a:pt x="0" y="18729"/>
                  </a:lnTo>
                  <a:lnTo>
                    <a:pt x="938" y="7716"/>
                  </a:lnTo>
                  <a:cubicBezTo>
                    <a:pt x="54188" y="9593"/>
                    <a:pt x="105561" y="7278"/>
                    <a:pt x="147735" y="645"/>
                  </a:cubicBezTo>
                  <a:cubicBezTo>
                    <a:pt x="163879" y="-1857"/>
                    <a:pt x="180210" y="3023"/>
                    <a:pt x="192850" y="13473"/>
                  </a:cubicBezTo>
                  <a:cubicBezTo>
                    <a:pt x="256737" y="66159"/>
                    <a:pt x="378942" y="102952"/>
                    <a:pt x="459348" y="115342"/>
                  </a:cubicBezTo>
                  <a:cubicBezTo>
                    <a:pt x="471738" y="117219"/>
                    <a:pt x="484377" y="114904"/>
                    <a:pt x="495516" y="109210"/>
                  </a:cubicBezTo>
                  <a:cubicBezTo>
                    <a:pt x="559402" y="76797"/>
                    <a:pt x="644064" y="90688"/>
                    <a:pt x="711392" y="120473"/>
                  </a:cubicBezTo>
                  <a:cubicBezTo>
                    <a:pt x="731729" y="129546"/>
                    <a:pt x="745682" y="149256"/>
                    <a:pt x="746058" y="171532"/>
                  </a:cubicBezTo>
                  <a:cubicBezTo>
                    <a:pt x="747184" y="235482"/>
                    <a:pt x="811697" y="332157"/>
                    <a:pt x="862819" y="402677"/>
                  </a:cubicBezTo>
                  <a:cubicBezTo>
                    <a:pt x="887723" y="436967"/>
                    <a:pt x="939909" y="433713"/>
                    <a:pt x="960245" y="396607"/>
                  </a:cubicBezTo>
                  <a:cubicBezTo>
                    <a:pt x="1040151" y="251063"/>
                    <a:pt x="1080072" y="145001"/>
                    <a:pt x="1256716" y="278282"/>
                  </a:cubicBezTo>
                  <a:cubicBezTo>
                    <a:pt x="1276427" y="293049"/>
                    <a:pt x="1283185" y="318516"/>
                    <a:pt x="1276427" y="342169"/>
                  </a:cubicBezTo>
                  <a:cubicBezTo>
                    <a:pt x="1271734" y="358500"/>
                    <a:pt x="1273423" y="376647"/>
                    <a:pt x="1278742" y="395606"/>
                  </a:cubicBezTo>
                  <a:lnTo>
                    <a:pt x="1277928" y="395919"/>
                  </a:lnTo>
                  <a:lnTo>
                    <a:pt x="1338123" y="555856"/>
                  </a:lnTo>
                  <a:cubicBezTo>
                    <a:pt x="1338436" y="558046"/>
                    <a:pt x="1338937" y="560236"/>
                    <a:pt x="1339813" y="562301"/>
                  </a:cubicBezTo>
                  <a:lnTo>
                    <a:pt x="1351702" y="591960"/>
                  </a:lnTo>
                  <a:lnTo>
                    <a:pt x="1359523" y="611233"/>
                  </a:lnTo>
                  <a:lnTo>
                    <a:pt x="1451318" y="839499"/>
                  </a:lnTo>
                  <a:close/>
                </a:path>
              </a:pathLst>
            </a:custGeom>
            <a:solidFill>
              <a:srgbClr val="9FD4B7"/>
            </a:solidFill>
            <a:ln w="6252" cap="flat">
              <a:noFill/>
              <a:prstDash val="solid"/>
              <a:miter/>
            </a:ln>
          </p:spPr>
          <p:txBody>
            <a:bodyPr rtlCol="0" anchor="ctr"/>
            <a:lstStyle/>
            <a:p>
              <a:endParaRPr lang="fi-FI" sz="3200"/>
            </a:p>
          </p:txBody>
        </p:sp>
        <p:sp>
          <p:nvSpPr>
            <p:cNvPr id="16" name="Vapaamuotoinen: Muoto 15">
              <a:extLst>
                <a:ext uri="{FF2B5EF4-FFF2-40B4-BE49-F238E27FC236}">
                  <a16:creationId xmlns:a16="http://schemas.microsoft.com/office/drawing/2014/main" id="{3F265C7D-4080-0DFC-9164-7C21D21140CC}"/>
                </a:ext>
                <a:ext uri="{C183D7F6-B498-43B3-948B-1728B52AA6E4}">
                  <adec:decorative xmlns:adec="http://schemas.microsoft.com/office/drawing/2017/decorative" val="1"/>
                </a:ext>
              </a:extLst>
            </p:cNvPr>
            <p:cNvSpPr>
              <a:spLocks/>
            </p:cNvSpPr>
            <p:nvPr/>
          </p:nvSpPr>
          <p:spPr>
            <a:xfrm>
              <a:off x="6992751" y="2306671"/>
              <a:ext cx="843144" cy="1653572"/>
            </a:xfrm>
            <a:custGeom>
              <a:avLst/>
              <a:gdLst>
                <a:gd name="connsiteX0" fmla="*/ 909937 w 978960"/>
                <a:gd name="connsiteY0" fmla="*/ 1187385 h 1919934"/>
                <a:gd name="connsiteX1" fmla="*/ 924954 w 978960"/>
                <a:gd name="connsiteY1" fmla="*/ 1247393 h 1919934"/>
                <a:gd name="connsiteX2" fmla="*/ 747935 w 978960"/>
                <a:gd name="connsiteY2" fmla="*/ 1612631 h 1919934"/>
                <a:gd name="connsiteX3" fmla="*/ 712331 w 978960"/>
                <a:gd name="connsiteY3" fmla="*/ 1666506 h 1919934"/>
                <a:gd name="connsiteX4" fmla="*/ 613653 w 978960"/>
                <a:gd name="connsiteY4" fmla="*/ 1894335 h 1919934"/>
                <a:gd name="connsiteX5" fmla="*/ 554146 w 978960"/>
                <a:gd name="connsiteY5" fmla="*/ 1918801 h 1919934"/>
                <a:gd name="connsiteX6" fmla="*/ 410604 w 978960"/>
                <a:gd name="connsiteY6" fmla="*/ 1738653 h 1919934"/>
                <a:gd name="connsiteX7" fmla="*/ 333827 w 978960"/>
                <a:gd name="connsiteY7" fmla="*/ 1664191 h 1919934"/>
                <a:gd name="connsiteX8" fmla="*/ 236714 w 978960"/>
                <a:gd name="connsiteY8" fmla="*/ 1674829 h 1919934"/>
                <a:gd name="connsiteX9" fmla="*/ 192663 w 978960"/>
                <a:gd name="connsiteY9" fmla="*/ 1598177 h 1919934"/>
                <a:gd name="connsiteX10" fmla="*/ 238841 w 978960"/>
                <a:gd name="connsiteY10" fmla="*/ 1351139 h 1919934"/>
                <a:gd name="connsiteX11" fmla="*/ 151740 w 978960"/>
                <a:gd name="connsiteY11" fmla="*/ 1269981 h 1919934"/>
                <a:gd name="connsiteX12" fmla="*/ 179272 w 978960"/>
                <a:gd name="connsiteY12" fmla="*/ 1093401 h 1919934"/>
                <a:gd name="connsiteX13" fmla="*/ 177707 w 978960"/>
                <a:gd name="connsiteY13" fmla="*/ 1079635 h 1919934"/>
                <a:gd name="connsiteX14" fmla="*/ 0 w 978960"/>
                <a:gd name="connsiteY14" fmla="*/ 640622 h 1919934"/>
                <a:gd name="connsiteX15" fmla="*/ 138975 w 978960"/>
                <a:gd name="connsiteY15" fmla="*/ 308297 h 1919934"/>
                <a:gd name="connsiteX16" fmla="*/ 224074 w 978960"/>
                <a:gd name="connsiteY16" fmla="*/ 245662 h 1919934"/>
                <a:gd name="connsiteX17" fmla="*/ 231082 w 978960"/>
                <a:gd name="connsiteY17" fmla="*/ 237965 h 1919934"/>
                <a:gd name="connsiteX18" fmla="*/ 343401 w 978960"/>
                <a:gd name="connsiteY18" fmla="*/ 47931 h 1919934"/>
                <a:gd name="connsiteX19" fmla="*/ 421930 w 978960"/>
                <a:gd name="connsiteY19" fmla="*/ 0 h 1919934"/>
                <a:gd name="connsiteX20" fmla="*/ 517979 w 978960"/>
                <a:gd name="connsiteY20" fmla="*/ 71959 h 1919934"/>
                <a:gd name="connsiteX21" fmla="*/ 528116 w 978960"/>
                <a:gd name="connsiteY21" fmla="*/ 76527 h 1919934"/>
                <a:gd name="connsiteX22" fmla="*/ 628859 w 978960"/>
                <a:gd name="connsiteY22" fmla="*/ 98490 h 1919934"/>
                <a:gd name="connsiteX23" fmla="*/ 593630 w 978960"/>
                <a:gd name="connsiteY23" fmla="*/ 246100 h 1919934"/>
                <a:gd name="connsiteX24" fmla="*/ 595820 w 978960"/>
                <a:gd name="connsiteY24" fmla="*/ 263933 h 1919934"/>
                <a:gd name="connsiteX25" fmla="*/ 655515 w 978960"/>
                <a:gd name="connsiteY25" fmla="*/ 381007 h 1919934"/>
                <a:gd name="connsiteX26" fmla="*/ 596258 w 978960"/>
                <a:gd name="connsiteY26" fmla="*/ 487256 h 1919934"/>
                <a:gd name="connsiteX27" fmla="*/ 600013 w 978960"/>
                <a:gd name="connsiteY27" fmla="*/ 517792 h 1919934"/>
                <a:gd name="connsiteX28" fmla="*/ 812323 w 978960"/>
                <a:gd name="connsiteY28" fmla="*/ 744494 h 1919934"/>
                <a:gd name="connsiteX29" fmla="*/ 825651 w 978960"/>
                <a:gd name="connsiteY29" fmla="*/ 767520 h 1919934"/>
                <a:gd name="connsiteX30" fmla="*/ 825651 w 978960"/>
                <a:gd name="connsiteY30" fmla="*/ 767645 h 1919934"/>
                <a:gd name="connsiteX31" fmla="*/ 845424 w 978960"/>
                <a:gd name="connsiteY31" fmla="*/ 801936 h 1919934"/>
                <a:gd name="connsiteX32" fmla="*/ 846050 w 978960"/>
                <a:gd name="connsiteY32" fmla="*/ 802874 h 1919934"/>
                <a:gd name="connsiteX33" fmla="*/ 851994 w 978960"/>
                <a:gd name="connsiteY33" fmla="*/ 811196 h 1919934"/>
                <a:gd name="connsiteX34" fmla="*/ 852182 w 978960"/>
                <a:gd name="connsiteY34" fmla="*/ 811384 h 1919934"/>
                <a:gd name="connsiteX35" fmla="*/ 960621 w 978960"/>
                <a:gd name="connsiteY35" fmla="*/ 928896 h 1919934"/>
                <a:gd name="connsiteX36" fmla="*/ 975951 w 978960"/>
                <a:gd name="connsiteY36" fmla="*/ 989342 h 1919934"/>
                <a:gd name="connsiteX37" fmla="*/ 909999 w 978960"/>
                <a:gd name="connsiteY37" fmla="*/ 1187260 h 191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978960" h="1919934">
                  <a:moveTo>
                    <a:pt x="909937" y="1187385"/>
                  </a:moveTo>
                  <a:cubicBezTo>
                    <a:pt x="902866" y="1208660"/>
                    <a:pt x="908873" y="1231749"/>
                    <a:pt x="924954" y="1247393"/>
                  </a:cubicBezTo>
                  <a:cubicBezTo>
                    <a:pt x="1052666" y="1372413"/>
                    <a:pt x="745119" y="1453070"/>
                    <a:pt x="747935" y="1612631"/>
                  </a:cubicBezTo>
                  <a:cubicBezTo>
                    <a:pt x="748373" y="1636159"/>
                    <a:pt x="733981" y="1657308"/>
                    <a:pt x="712331" y="1666506"/>
                  </a:cubicBezTo>
                  <a:cubicBezTo>
                    <a:pt x="595632" y="1716127"/>
                    <a:pt x="711705" y="1750292"/>
                    <a:pt x="613653" y="1894335"/>
                  </a:cubicBezTo>
                  <a:cubicBezTo>
                    <a:pt x="600513" y="1913607"/>
                    <a:pt x="577111" y="1923431"/>
                    <a:pt x="554146" y="1918801"/>
                  </a:cubicBezTo>
                  <a:cubicBezTo>
                    <a:pt x="368993" y="1882133"/>
                    <a:pt x="374124" y="1830448"/>
                    <a:pt x="410604" y="1738653"/>
                  </a:cubicBezTo>
                  <a:cubicBezTo>
                    <a:pt x="429689" y="1690597"/>
                    <a:pt x="380819" y="1642604"/>
                    <a:pt x="333827" y="1664191"/>
                  </a:cubicBezTo>
                  <a:cubicBezTo>
                    <a:pt x="305794" y="1677019"/>
                    <a:pt x="274758" y="1681774"/>
                    <a:pt x="236714" y="1674829"/>
                  </a:cubicBezTo>
                  <a:cubicBezTo>
                    <a:pt x="201485" y="1668384"/>
                    <a:pt x="180461" y="1631779"/>
                    <a:pt x="192663" y="1598177"/>
                  </a:cubicBezTo>
                  <a:cubicBezTo>
                    <a:pt x="221634" y="1517958"/>
                    <a:pt x="272756" y="1396880"/>
                    <a:pt x="238841" y="1351139"/>
                  </a:cubicBezTo>
                  <a:cubicBezTo>
                    <a:pt x="199858" y="1309340"/>
                    <a:pt x="172138" y="1283310"/>
                    <a:pt x="151740" y="1269981"/>
                  </a:cubicBezTo>
                  <a:lnTo>
                    <a:pt x="179272" y="1093401"/>
                  </a:lnTo>
                  <a:cubicBezTo>
                    <a:pt x="180023" y="1088708"/>
                    <a:pt x="179459" y="1083889"/>
                    <a:pt x="177707" y="1079635"/>
                  </a:cubicBezTo>
                  <a:lnTo>
                    <a:pt x="0" y="640622"/>
                  </a:lnTo>
                  <a:lnTo>
                    <a:pt x="138975" y="308297"/>
                  </a:lnTo>
                  <a:lnTo>
                    <a:pt x="224074" y="245662"/>
                  </a:lnTo>
                  <a:cubicBezTo>
                    <a:pt x="226890" y="243597"/>
                    <a:pt x="229268" y="240969"/>
                    <a:pt x="231082" y="237965"/>
                  </a:cubicBezTo>
                  <a:lnTo>
                    <a:pt x="343401" y="47931"/>
                  </a:lnTo>
                  <a:lnTo>
                    <a:pt x="421930" y="0"/>
                  </a:lnTo>
                  <a:lnTo>
                    <a:pt x="517979" y="71959"/>
                  </a:lnTo>
                  <a:cubicBezTo>
                    <a:pt x="520983" y="74274"/>
                    <a:pt x="524424" y="75838"/>
                    <a:pt x="528116" y="76527"/>
                  </a:cubicBezTo>
                  <a:lnTo>
                    <a:pt x="628859" y="98490"/>
                  </a:lnTo>
                  <a:lnTo>
                    <a:pt x="593630" y="246100"/>
                  </a:lnTo>
                  <a:cubicBezTo>
                    <a:pt x="592191" y="252169"/>
                    <a:pt x="593004" y="258364"/>
                    <a:pt x="595820" y="263933"/>
                  </a:cubicBezTo>
                  <a:lnTo>
                    <a:pt x="655515" y="381007"/>
                  </a:lnTo>
                  <a:lnTo>
                    <a:pt x="596258" y="487256"/>
                  </a:lnTo>
                  <a:cubicBezTo>
                    <a:pt x="590752" y="497143"/>
                    <a:pt x="592191" y="509469"/>
                    <a:pt x="600013" y="517792"/>
                  </a:cubicBezTo>
                  <a:lnTo>
                    <a:pt x="812323" y="744494"/>
                  </a:lnTo>
                  <a:lnTo>
                    <a:pt x="825651" y="767520"/>
                  </a:lnTo>
                  <a:lnTo>
                    <a:pt x="825651" y="767645"/>
                  </a:lnTo>
                  <a:cubicBezTo>
                    <a:pt x="829405" y="776906"/>
                    <a:pt x="836163" y="788670"/>
                    <a:pt x="845424" y="801936"/>
                  </a:cubicBezTo>
                  <a:lnTo>
                    <a:pt x="846050" y="802874"/>
                  </a:lnTo>
                  <a:cubicBezTo>
                    <a:pt x="847927" y="805565"/>
                    <a:pt x="849929" y="808381"/>
                    <a:pt x="851994" y="811196"/>
                  </a:cubicBezTo>
                  <a:cubicBezTo>
                    <a:pt x="851994" y="811321"/>
                    <a:pt x="852119" y="811384"/>
                    <a:pt x="852182" y="811384"/>
                  </a:cubicBezTo>
                  <a:cubicBezTo>
                    <a:pt x="877524" y="845424"/>
                    <a:pt x="916694" y="888161"/>
                    <a:pt x="960621" y="928896"/>
                  </a:cubicBezTo>
                  <a:cubicBezTo>
                    <a:pt x="977203" y="944226"/>
                    <a:pt x="983147" y="967942"/>
                    <a:pt x="975951" y="989342"/>
                  </a:cubicBezTo>
                  <a:cubicBezTo>
                    <a:pt x="958744" y="1040777"/>
                    <a:pt x="927395" y="1135011"/>
                    <a:pt x="909999" y="1187260"/>
                  </a:cubicBezTo>
                  <a:close/>
                </a:path>
              </a:pathLst>
            </a:custGeom>
            <a:solidFill>
              <a:srgbClr val="9FD4B7"/>
            </a:solidFill>
            <a:ln w="6252" cap="flat">
              <a:noFill/>
              <a:prstDash val="solid"/>
              <a:miter/>
            </a:ln>
          </p:spPr>
          <p:txBody>
            <a:bodyPr rtlCol="0" anchor="ctr"/>
            <a:lstStyle/>
            <a:p>
              <a:endParaRPr lang="fi-FI" sz="3200"/>
            </a:p>
          </p:txBody>
        </p:sp>
        <p:sp>
          <p:nvSpPr>
            <p:cNvPr id="17" name="Vapaamuotoinen: Muoto 16">
              <a:extLst>
                <a:ext uri="{FF2B5EF4-FFF2-40B4-BE49-F238E27FC236}">
                  <a16:creationId xmlns:a16="http://schemas.microsoft.com/office/drawing/2014/main" id="{61B00908-D7B3-53B8-7D2B-372EB36651F5}"/>
                </a:ext>
                <a:ext uri="{C183D7F6-B498-43B3-948B-1728B52AA6E4}">
                  <adec:decorative xmlns:adec="http://schemas.microsoft.com/office/drawing/2017/decorative" val="1"/>
                </a:ext>
              </a:extLst>
            </p:cNvPr>
            <p:cNvSpPr>
              <a:spLocks/>
            </p:cNvSpPr>
            <p:nvPr/>
          </p:nvSpPr>
          <p:spPr>
            <a:xfrm>
              <a:off x="6565657" y="815922"/>
              <a:ext cx="1309248" cy="1705831"/>
            </a:xfrm>
            <a:custGeom>
              <a:avLst/>
              <a:gdLst>
                <a:gd name="connsiteX0" fmla="*/ 1023632 w 1520145"/>
                <a:gd name="connsiteY0" fmla="*/ 394824 h 1980611"/>
                <a:gd name="connsiteX1" fmla="*/ 906307 w 1520145"/>
                <a:gd name="connsiteY1" fmla="*/ 103109 h 1980611"/>
                <a:gd name="connsiteX2" fmla="*/ 911125 w 1520145"/>
                <a:gd name="connsiteY2" fmla="*/ 95162 h 1980611"/>
                <a:gd name="connsiteX3" fmla="*/ 913003 w 1520145"/>
                <a:gd name="connsiteY3" fmla="*/ 95037 h 1980611"/>
                <a:gd name="connsiteX4" fmla="*/ 1287627 w 1520145"/>
                <a:gd name="connsiteY4" fmla="*/ 19511 h 1980611"/>
                <a:gd name="connsiteX5" fmla="*/ 1380235 w 1520145"/>
                <a:gd name="connsiteY5" fmla="*/ 27020 h 1980611"/>
                <a:gd name="connsiteX6" fmla="*/ 1328800 w 1520145"/>
                <a:gd name="connsiteY6" fmla="*/ 382059 h 1980611"/>
                <a:gd name="connsiteX7" fmla="*/ 1295762 w 1520145"/>
                <a:gd name="connsiteY7" fmla="*/ 409654 h 1980611"/>
                <a:gd name="connsiteX8" fmla="*/ 1254276 w 1520145"/>
                <a:gd name="connsiteY8" fmla="*/ 622590 h 1980611"/>
                <a:gd name="connsiteX9" fmla="*/ 1296888 w 1520145"/>
                <a:gd name="connsiteY9" fmla="*/ 672898 h 1980611"/>
                <a:gd name="connsiteX10" fmla="*/ 1480352 w 1520145"/>
                <a:gd name="connsiteY10" fmla="*/ 1272786 h 1980611"/>
                <a:gd name="connsiteX11" fmla="*/ 1488925 w 1520145"/>
                <a:gd name="connsiteY11" fmla="*/ 1284424 h 1980611"/>
                <a:gd name="connsiteX12" fmla="*/ 1488111 w 1520145"/>
                <a:gd name="connsiteY12" fmla="*/ 1285551 h 1980611"/>
                <a:gd name="connsiteX13" fmla="*/ 1485421 w 1520145"/>
                <a:gd name="connsiteY13" fmla="*/ 1290744 h 1980611"/>
                <a:gd name="connsiteX14" fmla="*/ 1393939 w 1520145"/>
                <a:gd name="connsiteY14" fmla="*/ 1514192 h 1980611"/>
                <a:gd name="connsiteX15" fmla="*/ 1301518 w 1520145"/>
                <a:gd name="connsiteY15" fmla="*/ 1576515 h 1980611"/>
                <a:gd name="connsiteX16" fmla="*/ 1126940 w 1520145"/>
                <a:gd name="connsiteY16" fmla="*/ 1509812 h 1980611"/>
                <a:gd name="connsiteX17" fmla="*/ 1101410 w 1520145"/>
                <a:gd name="connsiteY17" fmla="*/ 1513692 h 1980611"/>
                <a:gd name="connsiteX18" fmla="*/ 1091836 w 1520145"/>
                <a:gd name="connsiteY18" fmla="*/ 1537782 h 1980611"/>
                <a:gd name="connsiteX19" fmla="*/ 1125188 w 1520145"/>
                <a:gd name="connsiteY19" fmla="*/ 1776123 h 1980611"/>
                <a:gd name="connsiteX20" fmla="*/ 1040589 w 1520145"/>
                <a:gd name="connsiteY20" fmla="*/ 1757664 h 1980611"/>
                <a:gd name="connsiteX21" fmla="*/ 934966 w 1520145"/>
                <a:gd name="connsiteY21" fmla="*/ 1678509 h 1980611"/>
                <a:gd name="connsiteX22" fmla="*/ 905807 w 1520145"/>
                <a:gd name="connsiteY22" fmla="*/ 1677132 h 1980611"/>
                <a:gd name="connsiteX23" fmla="*/ 806754 w 1520145"/>
                <a:gd name="connsiteY23" fmla="*/ 1737640 h 1980611"/>
                <a:gd name="connsiteX24" fmla="*/ 797868 w 1520145"/>
                <a:gd name="connsiteY24" fmla="*/ 1746589 h 1980611"/>
                <a:gd name="connsiteX25" fmla="*/ 684862 w 1520145"/>
                <a:gd name="connsiteY25" fmla="*/ 1937561 h 1980611"/>
                <a:gd name="connsiteX26" fmla="*/ 626543 w 1520145"/>
                <a:gd name="connsiteY26" fmla="*/ 1980611 h 1980611"/>
                <a:gd name="connsiteX27" fmla="*/ 530994 w 1520145"/>
                <a:gd name="connsiteY27" fmla="*/ 1710797 h 1980611"/>
                <a:gd name="connsiteX28" fmla="*/ 529868 w 1520145"/>
                <a:gd name="connsiteY28" fmla="*/ 1708419 h 1980611"/>
                <a:gd name="connsiteX29" fmla="*/ 528930 w 1520145"/>
                <a:gd name="connsiteY29" fmla="*/ 1706354 h 1980611"/>
                <a:gd name="connsiteX30" fmla="*/ 526739 w 1520145"/>
                <a:gd name="connsiteY30" fmla="*/ 1703413 h 1980611"/>
                <a:gd name="connsiteX31" fmla="*/ 525801 w 1520145"/>
                <a:gd name="connsiteY31" fmla="*/ 1702037 h 1980611"/>
                <a:gd name="connsiteX32" fmla="*/ 522234 w 1520145"/>
                <a:gd name="connsiteY32" fmla="*/ 1698783 h 1980611"/>
                <a:gd name="connsiteX33" fmla="*/ 521922 w 1520145"/>
                <a:gd name="connsiteY33" fmla="*/ 1698470 h 1980611"/>
                <a:gd name="connsiteX34" fmla="*/ 357542 w 1520145"/>
                <a:gd name="connsiteY34" fmla="*/ 1576703 h 1980611"/>
                <a:gd name="connsiteX35" fmla="*/ 329510 w 1520145"/>
                <a:gd name="connsiteY35" fmla="*/ 1574701 h 1980611"/>
                <a:gd name="connsiteX36" fmla="*/ 217629 w 1520145"/>
                <a:gd name="connsiteY36" fmla="*/ 1635959 h 1980611"/>
                <a:gd name="connsiteX37" fmla="*/ 215001 w 1520145"/>
                <a:gd name="connsiteY37" fmla="*/ 1279982 h 1980611"/>
                <a:gd name="connsiteX38" fmla="*/ 209369 w 1520145"/>
                <a:gd name="connsiteY38" fmla="*/ 1263963 h 1980611"/>
                <a:gd name="connsiteX39" fmla="*/ 13015 w 1520145"/>
                <a:gd name="connsiteY39" fmla="*/ 1017801 h 1980611"/>
                <a:gd name="connsiteX40" fmla="*/ 0 w 1520145"/>
                <a:gd name="connsiteY40" fmla="*/ 880203 h 1980611"/>
                <a:gd name="connsiteX41" fmla="*/ 95236 w 1520145"/>
                <a:gd name="connsiteY41" fmla="*/ 549567 h 1980611"/>
                <a:gd name="connsiteX42" fmla="*/ 203175 w 1520145"/>
                <a:gd name="connsiteY42" fmla="*/ 549567 h 1980611"/>
                <a:gd name="connsiteX43" fmla="*/ 222259 w 1520145"/>
                <a:gd name="connsiteY43" fmla="*/ 541245 h 1980611"/>
                <a:gd name="connsiteX44" fmla="*/ 310800 w 1520145"/>
                <a:gd name="connsiteY44" fmla="*/ 445946 h 1980611"/>
                <a:gd name="connsiteX45" fmla="*/ 408539 w 1520145"/>
                <a:gd name="connsiteY45" fmla="*/ 586610 h 1980611"/>
                <a:gd name="connsiteX46" fmla="*/ 437323 w 1520145"/>
                <a:gd name="connsiteY46" fmla="*/ 596810 h 1980611"/>
                <a:gd name="connsiteX47" fmla="*/ 1006987 w 1520145"/>
                <a:gd name="connsiteY47" fmla="*/ 429615 h 1980611"/>
                <a:gd name="connsiteX48" fmla="*/ 1023131 w 1520145"/>
                <a:gd name="connsiteY48" fmla="*/ 415974 h 1980611"/>
                <a:gd name="connsiteX49" fmla="*/ 1023882 w 1520145"/>
                <a:gd name="connsiteY49" fmla="*/ 394824 h 1980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520145" h="1980611">
                  <a:moveTo>
                    <a:pt x="1023632" y="394824"/>
                  </a:moveTo>
                  <a:lnTo>
                    <a:pt x="906307" y="103109"/>
                  </a:lnTo>
                  <a:lnTo>
                    <a:pt x="911125" y="95162"/>
                  </a:lnTo>
                  <a:cubicBezTo>
                    <a:pt x="911751" y="95162"/>
                    <a:pt x="912377" y="95162"/>
                    <a:pt x="913003" y="95037"/>
                  </a:cubicBezTo>
                  <a:cubicBezTo>
                    <a:pt x="1025634" y="83461"/>
                    <a:pt x="1207909" y="107239"/>
                    <a:pt x="1287627" y="19511"/>
                  </a:cubicBezTo>
                  <a:cubicBezTo>
                    <a:pt x="1313783" y="-9147"/>
                    <a:pt x="1359586" y="-5893"/>
                    <a:pt x="1380235" y="27020"/>
                  </a:cubicBezTo>
                  <a:cubicBezTo>
                    <a:pt x="1499625" y="218055"/>
                    <a:pt x="1646108" y="278626"/>
                    <a:pt x="1328800" y="382059"/>
                  </a:cubicBezTo>
                  <a:cubicBezTo>
                    <a:pt x="1314659" y="386627"/>
                    <a:pt x="1303083" y="396764"/>
                    <a:pt x="1295762" y="409654"/>
                  </a:cubicBezTo>
                  <a:cubicBezTo>
                    <a:pt x="1241511" y="505265"/>
                    <a:pt x="1114988" y="583732"/>
                    <a:pt x="1254276" y="622590"/>
                  </a:cubicBezTo>
                  <a:cubicBezTo>
                    <a:pt x="1277615" y="629035"/>
                    <a:pt x="1294573" y="648870"/>
                    <a:pt x="1296888" y="672898"/>
                  </a:cubicBezTo>
                  <a:cubicBezTo>
                    <a:pt x="1313157" y="850731"/>
                    <a:pt x="1396880" y="1120546"/>
                    <a:pt x="1480352" y="1272786"/>
                  </a:cubicBezTo>
                  <a:cubicBezTo>
                    <a:pt x="1482730" y="1277041"/>
                    <a:pt x="1485546" y="1281045"/>
                    <a:pt x="1488925" y="1284424"/>
                  </a:cubicBezTo>
                  <a:lnTo>
                    <a:pt x="1488111" y="1285551"/>
                  </a:lnTo>
                  <a:cubicBezTo>
                    <a:pt x="1487047" y="1287240"/>
                    <a:pt x="1486109" y="1288867"/>
                    <a:pt x="1485421" y="1290744"/>
                  </a:cubicBezTo>
                  <a:lnTo>
                    <a:pt x="1393939" y="1514192"/>
                  </a:lnTo>
                  <a:lnTo>
                    <a:pt x="1301518" y="1576515"/>
                  </a:lnTo>
                  <a:lnTo>
                    <a:pt x="1126940" y="1509812"/>
                  </a:lnTo>
                  <a:cubicBezTo>
                    <a:pt x="1118367" y="1506496"/>
                    <a:pt x="1108606" y="1507935"/>
                    <a:pt x="1101410" y="1513692"/>
                  </a:cubicBezTo>
                  <a:cubicBezTo>
                    <a:pt x="1094214" y="1519511"/>
                    <a:pt x="1090585" y="1528584"/>
                    <a:pt x="1091836" y="1537782"/>
                  </a:cubicBezTo>
                  <a:lnTo>
                    <a:pt x="1125188" y="1776123"/>
                  </a:lnTo>
                  <a:lnTo>
                    <a:pt x="1040589" y="1757664"/>
                  </a:lnTo>
                  <a:lnTo>
                    <a:pt x="934966" y="1678509"/>
                  </a:lnTo>
                  <a:cubicBezTo>
                    <a:pt x="926518" y="1672127"/>
                    <a:pt x="914943" y="1671501"/>
                    <a:pt x="905807" y="1677132"/>
                  </a:cubicBezTo>
                  <a:lnTo>
                    <a:pt x="806754" y="1737640"/>
                  </a:lnTo>
                  <a:cubicBezTo>
                    <a:pt x="803125" y="1739956"/>
                    <a:pt x="800058" y="1742959"/>
                    <a:pt x="797868" y="1746589"/>
                  </a:cubicBezTo>
                  <a:lnTo>
                    <a:pt x="684862" y="1937561"/>
                  </a:lnTo>
                  <a:lnTo>
                    <a:pt x="626543" y="1980611"/>
                  </a:lnTo>
                  <a:lnTo>
                    <a:pt x="530994" y="1710797"/>
                  </a:lnTo>
                  <a:cubicBezTo>
                    <a:pt x="530682" y="1709983"/>
                    <a:pt x="530244" y="1709107"/>
                    <a:pt x="529868" y="1708419"/>
                  </a:cubicBezTo>
                  <a:cubicBezTo>
                    <a:pt x="529555" y="1707668"/>
                    <a:pt x="529243" y="1706980"/>
                    <a:pt x="528930" y="1706354"/>
                  </a:cubicBezTo>
                  <a:cubicBezTo>
                    <a:pt x="528304" y="1705290"/>
                    <a:pt x="527490" y="1704352"/>
                    <a:pt x="526739" y="1703413"/>
                  </a:cubicBezTo>
                  <a:cubicBezTo>
                    <a:pt x="526427" y="1702975"/>
                    <a:pt x="526114" y="1702474"/>
                    <a:pt x="525801" y="1702037"/>
                  </a:cubicBezTo>
                  <a:cubicBezTo>
                    <a:pt x="524737" y="1700910"/>
                    <a:pt x="523486" y="1699721"/>
                    <a:pt x="522234" y="1698783"/>
                  </a:cubicBezTo>
                  <a:lnTo>
                    <a:pt x="521922" y="1698470"/>
                  </a:lnTo>
                  <a:lnTo>
                    <a:pt x="357542" y="1576703"/>
                  </a:lnTo>
                  <a:cubicBezTo>
                    <a:pt x="349408" y="1570571"/>
                    <a:pt x="338458" y="1569820"/>
                    <a:pt x="329510" y="1574701"/>
                  </a:cubicBezTo>
                  <a:lnTo>
                    <a:pt x="217629" y="1635959"/>
                  </a:lnTo>
                  <a:lnTo>
                    <a:pt x="215001" y="1279982"/>
                  </a:lnTo>
                  <a:cubicBezTo>
                    <a:pt x="215001" y="1274162"/>
                    <a:pt x="212999" y="1268531"/>
                    <a:pt x="209369" y="1263963"/>
                  </a:cubicBezTo>
                  <a:lnTo>
                    <a:pt x="13015" y="1017801"/>
                  </a:lnTo>
                  <a:lnTo>
                    <a:pt x="0" y="880203"/>
                  </a:lnTo>
                  <a:lnTo>
                    <a:pt x="95236" y="549567"/>
                  </a:lnTo>
                  <a:lnTo>
                    <a:pt x="203175" y="549567"/>
                  </a:lnTo>
                  <a:cubicBezTo>
                    <a:pt x="210496" y="549567"/>
                    <a:pt x="217316" y="546564"/>
                    <a:pt x="222259" y="541245"/>
                  </a:cubicBezTo>
                  <a:lnTo>
                    <a:pt x="310800" y="445946"/>
                  </a:lnTo>
                  <a:lnTo>
                    <a:pt x="408539" y="586610"/>
                  </a:lnTo>
                  <a:cubicBezTo>
                    <a:pt x="414984" y="595871"/>
                    <a:pt x="426560" y="599938"/>
                    <a:pt x="437323" y="596810"/>
                  </a:cubicBezTo>
                  <a:lnTo>
                    <a:pt x="1006987" y="429615"/>
                  </a:lnTo>
                  <a:cubicBezTo>
                    <a:pt x="1014058" y="427550"/>
                    <a:pt x="1019877" y="422544"/>
                    <a:pt x="1023131" y="415974"/>
                  </a:cubicBezTo>
                  <a:cubicBezTo>
                    <a:pt x="1026260" y="409278"/>
                    <a:pt x="1026573" y="401707"/>
                    <a:pt x="1023882" y="394824"/>
                  </a:cubicBezTo>
                  <a:close/>
                </a:path>
              </a:pathLst>
            </a:custGeom>
            <a:solidFill>
              <a:srgbClr val="9FD4B7"/>
            </a:solidFill>
            <a:ln w="6252" cap="flat">
              <a:noFill/>
              <a:prstDash val="solid"/>
              <a:miter/>
            </a:ln>
          </p:spPr>
          <p:txBody>
            <a:bodyPr rtlCol="0" anchor="ctr"/>
            <a:lstStyle/>
            <a:p>
              <a:endParaRPr lang="fi-FI" sz="3200"/>
            </a:p>
          </p:txBody>
        </p:sp>
        <p:sp>
          <p:nvSpPr>
            <p:cNvPr id="18" name="Vapaamuotoinen: Muoto 17">
              <a:extLst>
                <a:ext uri="{FF2B5EF4-FFF2-40B4-BE49-F238E27FC236}">
                  <a16:creationId xmlns:a16="http://schemas.microsoft.com/office/drawing/2014/main" id="{E0B3BFA4-A5AB-040F-2532-8807B4F941BE}"/>
                </a:ext>
                <a:ext uri="{C183D7F6-B498-43B3-948B-1728B52AA6E4}">
                  <adec:decorative xmlns:adec="http://schemas.microsoft.com/office/drawing/2017/decorative" val="1"/>
                </a:ext>
              </a:extLst>
            </p:cNvPr>
            <p:cNvSpPr>
              <a:spLocks/>
            </p:cNvSpPr>
            <p:nvPr/>
          </p:nvSpPr>
          <p:spPr>
            <a:xfrm>
              <a:off x="8025105" y="2694315"/>
              <a:ext cx="130365" cy="71083"/>
            </a:xfrm>
            <a:custGeom>
              <a:avLst/>
              <a:gdLst>
                <a:gd name="connsiteX0" fmla="*/ 59570 w 151364"/>
                <a:gd name="connsiteY0" fmla="*/ 0 h 82533"/>
                <a:gd name="connsiteX1" fmla="*/ 151364 w 151364"/>
                <a:gd name="connsiteY1" fmla="*/ 30223 h 82533"/>
                <a:gd name="connsiteX2" fmla="*/ 105811 w 151364"/>
                <a:gd name="connsiteY2" fmla="*/ 82534 h 82533"/>
                <a:gd name="connsiteX3" fmla="*/ 0 w 151364"/>
                <a:gd name="connsiteY3" fmla="*/ 52749 h 82533"/>
                <a:gd name="connsiteX4" fmla="*/ 59570 w 151364"/>
                <a:gd name="connsiteY4" fmla="*/ 0 h 825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64" h="82533">
                  <a:moveTo>
                    <a:pt x="59570" y="0"/>
                  </a:moveTo>
                  <a:lnTo>
                    <a:pt x="151364" y="30223"/>
                  </a:lnTo>
                  <a:lnTo>
                    <a:pt x="105811" y="82534"/>
                  </a:lnTo>
                  <a:lnTo>
                    <a:pt x="0" y="52749"/>
                  </a:lnTo>
                  <a:lnTo>
                    <a:pt x="59570" y="0"/>
                  </a:lnTo>
                  <a:close/>
                </a:path>
              </a:pathLst>
            </a:custGeom>
            <a:solidFill>
              <a:srgbClr val="9FD4B7"/>
            </a:solidFill>
            <a:ln w="6252" cap="flat">
              <a:noFill/>
              <a:prstDash val="solid"/>
              <a:miter/>
            </a:ln>
          </p:spPr>
          <p:txBody>
            <a:bodyPr rtlCol="0" anchor="ctr"/>
            <a:lstStyle/>
            <a:p>
              <a:endParaRPr lang="fi-FI" sz="3200"/>
            </a:p>
          </p:txBody>
        </p:sp>
        <p:sp>
          <p:nvSpPr>
            <p:cNvPr id="20" name="Vapaamuotoinen: Muoto 19">
              <a:extLst>
                <a:ext uri="{FF2B5EF4-FFF2-40B4-BE49-F238E27FC236}">
                  <a16:creationId xmlns:a16="http://schemas.microsoft.com/office/drawing/2014/main" id="{BFB4FAE3-CECD-4BAE-FE17-1CC3B96F4B00}"/>
                </a:ext>
                <a:ext uri="{C183D7F6-B498-43B3-948B-1728B52AA6E4}">
                  <adec:decorative xmlns:adec="http://schemas.microsoft.com/office/drawing/2017/decorative" val="1"/>
                </a:ext>
              </a:extLst>
            </p:cNvPr>
            <p:cNvSpPr>
              <a:spLocks/>
            </p:cNvSpPr>
            <p:nvPr/>
          </p:nvSpPr>
          <p:spPr>
            <a:xfrm>
              <a:off x="7549616" y="1938911"/>
              <a:ext cx="868982" cy="1226755"/>
            </a:xfrm>
            <a:custGeom>
              <a:avLst/>
              <a:gdLst>
                <a:gd name="connsiteX0" fmla="*/ 991407 w 1008960"/>
                <a:gd name="connsiteY0" fmla="*/ 776468 h 1424364"/>
                <a:gd name="connsiteX1" fmla="*/ 915881 w 1008960"/>
                <a:gd name="connsiteY1" fmla="*/ 733981 h 1424364"/>
                <a:gd name="connsiteX2" fmla="*/ 887848 w 1008960"/>
                <a:gd name="connsiteY2" fmla="*/ 743805 h 1424364"/>
                <a:gd name="connsiteX3" fmla="*/ 813699 w 1008960"/>
                <a:gd name="connsiteY3" fmla="*/ 706512 h 1424364"/>
                <a:gd name="connsiteX4" fmla="*/ 790047 w 1008960"/>
                <a:gd name="connsiteY4" fmla="*/ 394523 h 1424364"/>
                <a:gd name="connsiteX5" fmla="*/ 791611 w 1008960"/>
                <a:gd name="connsiteY5" fmla="*/ 371684 h 1424364"/>
                <a:gd name="connsiteX6" fmla="*/ 396650 w 1008960"/>
                <a:gd name="connsiteY6" fmla="*/ 0 h 1424364"/>
                <a:gd name="connsiteX7" fmla="*/ 389955 w 1008960"/>
                <a:gd name="connsiteY7" fmla="*/ 9511 h 1424364"/>
                <a:gd name="connsiteX8" fmla="*/ 296596 w 1008960"/>
                <a:gd name="connsiteY8" fmla="*/ 237590 h 1424364"/>
                <a:gd name="connsiteX9" fmla="*/ 287022 w 1008960"/>
                <a:gd name="connsiteY9" fmla="*/ 249353 h 1424364"/>
                <a:gd name="connsiteX10" fmla="*/ 176894 w 1008960"/>
                <a:gd name="connsiteY10" fmla="*/ 323753 h 1424364"/>
                <a:gd name="connsiteX11" fmla="*/ 153054 w 1008960"/>
                <a:gd name="connsiteY11" fmla="*/ 326443 h 1424364"/>
                <a:gd name="connsiteX12" fmla="*/ 7008 w 1008960"/>
                <a:gd name="connsiteY12" fmla="*/ 270628 h 1424364"/>
                <a:gd name="connsiteX13" fmla="*/ 39421 w 1008960"/>
                <a:gd name="connsiteY13" fmla="*/ 502336 h 1424364"/>
                <a:gd name="connsiteX14" fmla="*/ 39421 w 1008960"/>
                <a:gd name="connsiteY14" fmla="*/ 503400 h 1424364"/>
                <a:gd name="connsiteX15" fmla="*/ 39546 w 1008960"/>
                <a:gd name="connsiteY15" fmla="*/ 507780 h 1424364"/>
                <a:gd name="connsiteX16" fmla="*/ 39358 w 1008960"/>
                <a:gd name="connsiteY16" fmla="*/ 509970 h 1424364"/>
                <a:gd name="connsiteX17" fmla="*/ 39045 w 1008960"/>
                <a:gd name="connsiteY17" fmla="*/ 511972 h 1424364"/>
                <a:gd name="connsiteX18" fmla="*/ 0 w 1008960"/>
                <a:gd name="connsiteY18" fmla="*/ 676164 h 1424364"/>
                <a:gd name="connsiteX19" fmla="*/ 61697 w 1008960"/>
                <a:gd name="connsiteY19" fmla="*/ 796992 h 1424364"/>
                <a:gd name="connsiteX20" fmla="*/ 61259 w 1008960"/>
                <a:gd name="connsiteY20" fmla="*/ 821583 h 1424364"/>
                <a:gd name="connsiteX21" fmla="*/ 4505 w 1008960"/>
                <a:gd name="connsiteY21" fmla="*/ 923390 h 1424364"/>
                <a:gd name="connsiteX22" fmla="*/ 205865 w 1008960"/>
                <a:gd name="connsiteY22" fmla="*/ 1138390 h 1424364"/>
                <a:gd name="connsiteX23" fmla="*/ 209432 w 1008960"/>
                <a:gd name="connsiteY23" fmla="*/ 1143209 h 1424364"/>
                <a:gd name="connsiteX24" fmla="*/ 234211 w 1008960"/>
                <a:gd name="connsiteY24" fmla="*/ 1186134 h 1424364"/>
                <a:gd name="connsiteX25" fmla="*/ 358919 w 1008960"/>
                <a:gd name="connsiteY25" fmla="*/ 1263536 h 1424364"/>
                <a:gd name="connsiteX26" fmla="*/ 381507 w 1008960"/>
                <a:gd name="connsiteY26" fmla="*/ 1294760 h 1424364"/>
                <a:gd name="connsiteX27" fmla="*/ 533936 w 1008960"/>
                <a:gd name="connsiteY27" fmla="*/ 1422910 h 1424364"/>
                <a:gd name="connsiteX28" fmla="*/ 593505 w 1008960"/>
                <a:gd name="connsiteY28" fmla="*/ 1400822 h 1424364"/>
                <a:gd name="connsiteX29" fmla="*/ 627482 w 1008960"/>
                <a:gd name="connsiteY29" fmla="*/ 1354643 h 1424364"/>
                <a:gd name="connsiteX30" fmla="*/ 685300 w 1008960"/>
                <a:gd name="connsiteY30" fmla="*/ 1332242 h 1424364"/>
                <a:gd name="connsiteX31" fmla="*/ 953237 w 1008960"/>
                <a:gd name="connsiteY31" fmla="*/ 1218922 h 1424364"/>
                <a:gd name="connsiteX32" fmla="*/ 978892 w 1008960"/>
                <a:gd name="connsiteY32" fmla="*/ 1187260 h 1424364"/>
                <a:gd name="connsiteX33" fmla="*/ 991469 w 1008960"/>
                <a:gd name="connsiteY33" fmla="*/ 776719 h 1424364"/>
                <a:gd name="connsiteX34" fmla="*/ 768459 w 1008960"/>
                <a:gd name="connsiteY34" fmla="*/ 912001 h 1424364"/>
                <a:gd name="connsiteX35" fmla="*/ 686363 w 1008960"/>
                <a:gd name="connsiteY35" fmla="*/ 1006299 h 1424364"/>
                <a:gd name="connsiteX36" fmla="*/ 666778 w 1008960"/>
                <a:gd name="connsiteY36" fmla="*/ 1015247 h 1424364"/>
                <a:gd name="connsiteX37" fmla="*/ 659707 w 1008960"/>
                <a:gd name="connsiteY37" fmla="*/ 1014183 h 1424364"/>
                <a:gd name="connsiteX38" fmla="*/ 492074 w 1008960"/>
                <a:gd name="connsiteY38" fmla="*/ 967066 h 1424364"/>
                <a:gd name="connsiteX39" fmla="*/ 473740 w 1008960"/>
                <a:gd name="connsiteY39" fmla="*/ 947793 h 1424364"/>
                <a:gd name="connsiteX40" fmla="*/ 481875 w 1008960"/>
                <a:gd name="connsiteY40" fmla="*/ 922451 h 1424364"/>
                <a:gd name="connsiteX41" fmla="*/ 588374 w 1008960"/>
                <a:gd name="connsiteY41" fmla="*/ 828154 h 1424364"/>
                <a:gd name="connsiteX42" fmla="*/ 613779 w 1008960"/>
                <a:gd name="connsiteY42" fmla="*/ 822835 h 1424364"/>
                <a:gd name="connsiteX43" fmla="*/ 757008 w 1008960"/>
                <a:gd name="connsiteY43" fmla="*/ 870015 h 1424364"/>
                <a:gd name="connsiteX44" fmla="*/ 773965 w 1008960"/>
                <a:gd name="connsiteY44" fmla="*/ 887848 h 1424364"/>
                <a:gd name="connsiteX45" fmla="*/ 768459 w 1008960"/>
                <a:gd name="connsiteY45" fmla="*/ 911939 h 1424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008960" h="1424364">
                  <a:moveTo>
                    <a:pt x="991407" y="776468"/>
                  </a:moveTo>
                  <a:cubicBezTo>
                    <a:pt x="984211" y="742491"/>
                    <a:pt x="948669" y="722593"/>
                    <a:pt x="915881" y="733981"/>
                  </a:cubicBezTo>
                  <a:cubicBezTo>
                    <a:pt x="906620" y="737235"/>
                    <a:pt x="897046" y="740551"/>
                    <a:pt x="887848" y="743805"/>
                  </a:cubicBezTo>
                  <a:cubicBezTo>
                    <a:pt x="857000" y="754442"/>
                    <a:pt x="823273" y="737673"/>
                    <a:pt x="813699" y="706512"/>
                  </a:cubicBezTo>
                  <a:cubicBezTo>
                    <a:pt x="784415" y="611276"/>
                    <a:pt x="767207" y="479372"/>
                    <a:pt x="790047" y="394523"/>
                  </a:cubicBezTo>
                  <a:cubicBezTo>
                    <a:pt x="792049" y="387014"/>
                    <a:pt x="792737" y="379317"/>
                    <a:pt x="791611" y="371684"/>
                  </a:cubicBezTo>
                  <a:cubicBezTo>
                    <a:pt x="753692" y="122893"/>
                    <a:pt x="627232" y="28408"/>
                    <a:pt x="396650" y="0"/>
                  </a:cubicBezTo>
                  <a:lnTo>
                    <a:pt x="389955" y="9511"/>
                  </a:lnTo>
                  <a:lnTo>
                    <a:pt x="296596" y="237590"/>
                  </a:lnTo>
                  <a:cubicBezTo>
                    <a:pt x="294594" y="242408"/>
                    <a:pt x="291277" y="246475"/>
                    <a:pt x="287022" y="249353"/>
                  </a:cubicBezTo>
                  <a:lnTo>
                    <a:pt x="176894" y="323753"/>
                  </a:lnTo>
                  <a:cubicBezTo>
                    <a:pt x="169823" y="328446"/>
                    <a:pt x="160938" y="329509"/>
                    <a:pt x="153054" y="326443"/>
                  </a:cubicBezTo>
                  <a:lnTo>
                    <a:pt x="7008" y="270628"/>
                  </a:lnTo>
                  <a:lnTo>
                    <a:pt x="39421" y="502336"/>
                  </a:lnTo>
                  <a:cubicBezTo>
                    <a:pt x="39421" y="502336"/>
                    <a:pt x="39421" y="502962"/>
                    <a:pt x="39421" y="503400"/>
                  </a:cubicBezTo>
                  <a:cubicBezTo>
                    <a:pt x="39609" y="504839"/>
                    <a:pt x="39609" y="506341"/>
                    <a:pt x="39546" y="507780"/>
                  </a:cubicBezTo>
                  <a:cubicBezTo>
                    <a:pt x="39546" y="508531"/>
                    <a:pt x="39421" y="509219"/>
                    <a:pt x="39358" y="509970"/>
                  </a:cubicBezTo>
                  <a:cubicBezTo>
                    <a:pt x="39171" y="510596"/>
                    <a:pt x="39171" y="511347"/>
                    <a:pt x="39045" y="511972"/>
                  </a:cubicBezTo>
                  <a:lnTo>
                    <a:pt x="0" y="676164"/>
                  </a:lnTo>
                  <a:lnTo>
                    <a:pt x="61697" y="796992"/>
                  </a:lnTo>
                  <a:cubicBezTo>
                    <a:pt x="65639" y="804814"/>
                    <a:pt x="65576" y="813949"/>
                    <a:pt x="61259" y="821583"/>
                  </a:cubicBezTo>
                  <a:lnTo>
                    <a:pt x="4505" y="923390"/>
                  </a:lnTo>
                  <a:lnTo>
                    <a:pt x="205865" y="1138390"/>
                  </a:lnTo>
                  <a:cubicBezTo>
                    <a:pt x="207242" y="1139830"/>
                    <a:pt x="208368" y="1141394"/>
                    <a:pt x="209432" y="1143209"/>
                  </a:cubicBezTo>
                  <a:lnTo>
                    <a:pt x="234211" y="1186134"/>
                  </a:lnTo>
                  <a:cubicBezTo>
                    <a:pt x="263182" y="1200525"/>
                    <a:pt x="303917" y="1225430"/>
                    <a:pt x="358919" y="1263536"/>
                  </a:cubicBezTo>
                  <a:cubicBezTo>
                    <a:pt x="369744" y="1271045"/>
                    <a:pt x="377691" y="1282183"/>
                    <a:pt x="381507" y="1294760"/>
                  </a:cubicBezTo>
                  <a:cubicBezTo>
                    <a:pt x="405786" y="1374165"/>
                    <a:pt x="457158" y="1405202"/>
                    <a:pt x="533936" y="1422910"/>
                  </a:cubicBezTo>
                  <a:cubicBezTo>
                    <a:pt x="556462" y="1428041"/>
                    <a:pt x="579864" y="1419343"/>
                    <a:pt x="593505" y="1400822"/>
                  </a:cubicBezTo>
                  <a:cubicBezTo>
                    <a:pt x="603892" y="1386680"/>
                    <a:pt x="616532" y="1369472"/>
                    <a:pt x="627482" y="1354643"/>
                  </a:cubicBezTo>
                  <a:cubicBezTo>
                    <a:pt x="640810" y="1336622"/>
                    <a:pt x="663399" y="1327361"/>
                    <a:pt x="685300" y="1332242"/>
                  </a:cubicBezTo>
                  <a:cubicBezTo>
                    <a:pt x="771900" y="1351389"/>
                    <a:pt x="879151" y="1263349"/>
                    <a:pt x="953237" y="1218922"/>
                  </a:cubicBezTo>
                  <a:cubicBezTo>
                    <a:pt x="965189" y="1211726"/>
                    <a:pt x="974574" y="1200713"/>
                    <a:pt x="978892" y="1187260"/>
                  </a:cubicBezTo>
                  <a:cubicBezTo>
                    <a:pt x="1014934" y="1075692"/>
                    <a:pt x="1017875" y="901489"/>
                    <a:pt x="991469" y="776719"/>
                  </a:cubicBezTo>
                  <a:close/>
                  <a:moveTo>
                    <a:pt x="768459" y="912001"/>
                  </a:moveTo>
                  <a:lnTo>
                    <a:pt x="686363" y="1006299"/>
                  </a:lnTo>
                  <a:cubicBezTo>
                    <a:pt x="681357" y="1012056"/>
                    <a:pt x="674161" y="1015247"/>
                    <a:pt x="666778" y="1015247"/>
                  </a:cubicBezTo>
                  <a:cubicBezTo>
                    <a:pt x="664400" y="1015247"/>
                    <a:pt x="661960" y="1014934"/>
                    <a:pt x="659707" y="1014183"/>
                  </a:cubicBezTo>
                  <a:lnTo>
                    <a:pt x="492074" y="967066"/>
                  </a:lnTo>
                  <a:cubicBezTo>
                    <a:pt x="482876" y="964438"/>
                    <a:pt x="475805" y="957054"/>
                    <a:pt x="473740" y="947793"/>
                  </a:cubicBezTo>
                  <a:cubicBezTo>
                    <a:pt x="471550" y="938532"/>
                    <a:pt x="474679" y="928708"/>
                    <a:pt x="481875" y="922451"/>
                  </a:cubicBezTo>
                  <a:lnTo>
                    <a:pt x="588374" y="828154"/>
                  </a:lnTo>
                  <a:cubicBezTo>
                    <a:pt x="595382" y="822021"/>
                    <a:pt x="604956" y="820019"/>
                    <a:pt x="613779" y="822835"/>
                  </a:cubicBezTo>
                  <a:lnTo>
                    <a:pt x="757008" y="870015"/>
                  </a:lnTo>
                  <a:cubicBezTo>
                    <a:pt x="765268" y="872706"/>
                    <a:pt x="771588" y="879526"/>
                    <a:pt x="773965" y="887848"/>
                  </a:cubicBezTo>
                  <a:cubicBezTo>
                    <a:pt x="776281" y="896296"/>
                    <a:pt x="774153" y="905243"/>
                    <a:pt x="768459" y="911939"/>
                  </a:cubicBezTo>
                  <a:close/>
                </a:path>
              </a:pathLst>
            </a:custGeom>
            <a:solidFill>
              <a:srgbClr val="9FD4B7"/>
            </a:solidFill>
            <a:ln w="6252" cap="flat">
              <a:noFill/>
              <a:prstDash val="solid"/>
              <a:miter/>
            </a:ln>
          </p:spPr>
          <p:txBody>
            <a:bodyPr rtlCol="0" anchor="ctr"/>
            <a:lstStyle/>
            <a:p>
              <a:endParaRPr lang="fi-FI" sz="3200"/>
            </a:p>
          </p:txBody>
        </p:sp>
        <p:sp>
          <p:nvSpPr>
            <p:cNvPr id="21" name="Vapaamuotoinen: Muoto 20">
              <a:extLst>
                <a:ext uri="{FF2B5EF4-FFF2-40B4-BE49-F238E27FC236}">
                  <a16:creationId xmlns:a16="http://schemas.microsoft.com/office/drawing/2014/main" id="{619D5CC2-9AA5-F26B-AC09-BBADA2F3C5AE}"/>
                </a:ext>
                <a:ext uri="{C183D7F6-B498-43B3-948B-1728B52AA6E4}">
                  <adec:decorative xmlns:adec="http://schemas.microsoft.com/office/drawing/2017/decorative" val="1"/>
                </a:ext>
              </a:extLst>
            </p:cNvPr>
            <p:cNvSpPr>
              <a:spLocks/>
            </p:cNvSpPr>
            <p:nvPr/>
          </p:nvSpPr>
          <p:spPr>
            <a:xfrm>
              <a:off x="4502889" y="4486633"/>
              <a:ext cx="131963" cy="98331"/>
            </a:xfrm>
            <a:custGeom>
              <a:avLst/>
              <a:gdLst>
                <a:gd name="connsiteX0" fmla="*/ 0 w 153220"/>
                <a:gd name="connsiteY0" fmla="*/ 4027 h 114170"/>
                <a:gd name="connsiteX1" fmla="*/ 0 w 153220"/>
                <a:gd name="connsiteY1" fmla="*/ 109525 h 114170"/>
                <a:gd name="connsiteX2" fmla="*/ 3379 w 153220"/>
                <a:gd name="connsiteY2" fmla="*/ 113593 h 114170"/>
                <a:gd name="connsiteX3" fmla="*/ 150238 w 153220"/>
                <a:gd name="connsiteY3" fmla="*/ 87124 h 114170"/>
                <a:gd name="connsiteX4" fmla="*/ 152803 w 153220"/>
                <a:gd name="connsiteY4" fmla="*/ 81305 h 114170"/>
                <a:gd name="connsiteX5" fmla="*/ 4568 w 153220"/>
                <a:gd name="connsiteY5" fmla="*/ 22 h 114170"/>
                <a:gd name="connsiteX6" fmla="*/ 0 w 153220"/>
                <a:gd name="connsiteY6" fmla="*/ 4027 h 114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3220" h="114170">
                  <a:moveTo>
                    <a:pt x="0" y="4027"/>
                  </a:moveTo>
                  <a:lnTo>
                    <a:pt x="0" y="109525"/>
                  </a:lnTo>
                  <a:cubicBezTo>
                    <a:pt x="0" y="111528"/>
                    <a:pt x="1377" y="113342"/>
                    <a:pt x="3379" y="113593"/>
                  </a:cubicBezTo>
                  <a:cubicBezTo>
                    <a:pt x="36793" y="117973"/>
                    <a:pt x="116135" y="96322"/>
                    <a:pt x="150238" y="87124"/>
                  </a:cubicBezTo>
                  <a:cubicBezTo>
                    <a:pt x="152678" y="86436"/>
                    <a:pt x="153930" y="83620"/>
                    <a:pt x="152803" y="81305"/>
                  </a:cubicBezTo>
                  <a:cubicBezTo>
                    <a:pt x="106875" y="-12367"/>
                    <a:pt x="98177" y="9722"/>
                    <a:pt x="4568" y="22"/>
                  </a:cubicBezTo>
                  <a:cubicBezTo>
                    <a:pt x="2190" y="-228"/>
                    <a:pt x="0" y="1649"/>
                    <a:pt x="0" y="4027"/>
                  </a:cubicBezTo>
                  <a:close/>
                </a:path>
              </a:pathLst>
            </a:custGeom>
            <a:solidFill>
              <a:srgbClr val="9FD4B7"/>
            </a:solidFill>
            <a:ln w="6252" cap="flat">
              <a:noFill/>
              <a:prstDash val="solid"/>
              <a:miter/>
            </a:ln>
          </p:spPr>
          <p:txBody>
            <a:bodyPr rtlCol="0" anchor="ctr"/>
            <a:lstStyle/>
            <a:p>
              <a:endParaRPr lang="fi-FI" sz="3200"/>
            </a:p>
          </p:txBody>
        </p:sp>
        <p:sp>
          <p:nvSpPr>
            <p:cNvPr id="22" name="Vapaamuotoinen: Muoto 21">
              <a:extLst>
                <a:ext uri="{FF2B5EF4-FFF2-40B4-BE49-F238E27FC236}">
                  <a16:creationId xmlns:a16="http://schemas.microsoft.com/office/drawing/2014/main" id="{DC4C091D-564D-3AC2-E119-809C80772E45}"/>
                </a:ext>
                <a:ext uri="{C183D7F6-B498-43B3-948B-1728B52AA6E4}">
                  <adec:decorative xmlns:adec="http://schemas.microsoft.com/office/drawing/2017/decorative" val="1"/>
                </a:ext>
              </a:extLst>
            </p:cNvPr>
            <p:cNvSpPr>
              <a:spLocks/>
            </p:cNvSpPr>
            <p:nvPr/>
          </p:nvSpPr>
          <p:spPr>
            <a:xfrm>
              <a:off x="4656329" y="4328570"/>
              <a:ext cx="166144" cy="115604"/>
            </a:xfrm>
            <a:custGeom>
              <a:avLst/>
              <a:gdLst>
                <a:gd name="connsiteX0" fmla="*/ 1366 w 192907"/>
                <a:gd name="connsiteY0" fmla="*/ 24674 h 134226"/>
                <a:gd name="connsiteX1" fmla="*/ 123070 w 192907"/>
                <a:gd name="connsiteY1" fmla="*/ 133176 h 134226"/>
                <a:gd name="connsiteX2" fmla="*/ 129390 w 192907"/>
                <a:gd name="connsiteY2" fmla="*/ 131987 h 134226"/>
                <a:gd name="connsiteX3" fmla="*/ 192464 w 192907"/>
                <a:gd name="connsiteY3" fmla="*/ 5902 h 134226"/>
                <a:gd name="connsiteX4" fmla="*/ 188459 w 192907"/>
                <a:gd name="connsiteY4" fmla="*/ 21 h 134226"/>
                <a:gd name="connsiteX5" fmla="*/ 3681 w 192907"/>
                <a:gd name="connsiteY5" fmla="*/ 17604 h 134226"/>
                <a:gd name="connsiteX6" fmla="*/ 1366 w 192907"/>
                <a:gd name="connsiteY6" fmla="*/ 24674 h 134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2907" h="134226">
                  <a:moveTo>
                    <a:pt x="1366" y="24674"/>
                  </a:moveTo>
                  <a:lnTo>
                    <a:pt x="123070" y="133176"/>
                  </a:lnTo>
                  <a:cubicBezTo>
                    <a:pt x="125073" y="134991"/>
                    <a:pt x="128202" y="134365"/>
                    <a:pt x="129390" y="131987"/>
                  </a:cubicBezTo>
                  <a:lnTo>
                    <a:pt x="192464" y="5902"/>
                  </a:lnTo>
                  <a:cubicBezTo>
                    <a:pt x="193903" y="3024"/>
                    <a:pt x="191651" y="-293"/>
                    <a:pt x="188459" y="21"/>
                  </a:cubicBezTo>
                  <a:lnTo>
                    <a:pt x="3681" y="17604"/>
                  </a:lnTo>
                  <a:cubicBezTo>
                    <a:pt x="115" y="17916"/>
                    <a:pt x="-1262" y="22359"/>
                    <a:pt x="1366" y="24674"/>
                  </a:cubicBezTo>
                  <a:close/>
                </a:path>
              </a:pathLst>
            </a:custGeom>
            <a:solidFill>
              <a:srgbClr val="9FD4B7"/>
            </a:solidFill>
            <a:ln w="6252" cap="flat">
              <a:noFill/>
              <a:prstDash val="solid"/>
              <a:miter/>
            </a:ln>
          </p:spPr>
          <p:txBody>
            <a:bodyPr rtlCol="0" anchor="ctr"/>
            <a:lstStyle/>
            <a:p>
              <a:endParaRPr lang="fi-FI" sz="3200"/>
            </a:p>
          </p:txBody>
        </p:sp>
        <p:sp>
          <p:nvSpPr>
            <p:cNvPr id="23" name="Vapaamuotoinen: Muoto 22">
              <a:extLst>
                <a:ext uri="{FF2B5EF4-FFF2-40B4-BE49-F238E27FC236}">
                  <a16:creationId xmlns:a16="http://schemas.microsoft.com/office/drawing/2014/main" id="{FC0865BB-6DF0-EC34-AEE4-7E39A10DB210}"/>
                </a:ext>
                <a:ext uri="{C183D7F6-B498-43B3-948B-1728B52AA6E4}">
                  <adec:decorative xmlns:adec="http://schemas.microsoft.com/office/drawing/2017/decorative" val="1"/>
                </a:ext>
              </a:extLst>
            </p:cNvPr>
            <p:cNvSpPr>
              <a:spLocks/>
            </p:cNvSpPr>
            <p:nvPr/>
          </p:nvSpPr>
          <p:spPr>
            <a:xfrm>
              <a:off x="5497420" y="4209271"/>
              <a:ext cx="98038" cy="70809"/>
            </a:xfrm>
            <a:custGeom>
              <a:avLst/>
              <a:gdLst>
                <a:gd name="connsiteX0" fmla="*/ 866 w 113830"/>
                <a:gd name="connsiteY0" fmla="*/ 53249 h 82215"/>
                <a:gd name="connsiteX1" fmla="*/ 20890 w 113830"/>
                <a:gd name="connsiteY1" fmla="*/ 80531 h 82215"/>
                <a:gd name="connsiteX2" fmla="*/ 26834 w 113830"/>
                <a:gd name="connsiteY2" fmla="*/ 81219 h 82215"/>
                <a:gd name="connsiteX3" fmla="*/ 112371 w 113830"/>
                <a:gd name="connsiteY3" fmla="*/ 7195 h 82215"/>
                <a:gd name="connsiteX4" fmla="*/ 108054 w 113830"/>
                <a:gd name="connsiteY4" fmla="*/ 375 h 82215"/>
                <a:gd name="connsiteX5" fmla="*/ 2431 w 113830"/>
                <a:gd name="connsiteY5" fmla="*/ 47116 h 82215"/>
                <a:gd name="connsiteX6" fmla="*/ 804 w 113830"/>
                <a:gd name="connsiteY6" fmla="*/ 53249 h 8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3830" h="82215">
                  <a:moveTo>
                    <a:pt x="866" y="53249"/>
                  </a:moveTo>
                  <a:lnTo>
                    <a:pt x="20890" y="80531"/>
                  </a:lnTo>
                  <a:cubicBezTo>
                    <a:pt x="22266" y="82470"/>
                    <a:pt x="25019" y="82783"/>
                    <a:pt x="26834" y="81219"/>
                  </a:cubicBezTo>
                  <a:lnTo>
                    <a:pt x="112371" y="7195"/>
                  </a:lnTo>
                  <a:cubicBezTo>
                    <a:pt x="115938" y="4129"/>
                    <a:pt x="112371" y="-1502"/>
                    <a:pt x="108054" y="375"/>
                  </a:cubicBezTo>
                  <a:lnTo>
                    <a:pt x="2431" y="47116"/>
                  </a:lnTo>
                  <a:cubicBezTo>
                    <a:pt x="53" y="48180"/>
                    <a:pt x="-761" y="51121"/>
                    <a:pt x="804" y="53249"/>
                  </a:cubicBezTo>
                  <a:close/>
                </a:path>
              </a:pathLst>
            </a:custGeom>
            <a:solidFill>
              <a:srgbClr val="9FD4B7"/>
            </a:solidFill>
            <a:ln w="6252" cap="flat">
              <a:noFill/>
              <a:prstDash val="solid"/>
              <a:miter/>
            </a:ln>
          </p:spPr>
          <p:txBody>
            <a:bodyPr rtlCol="0" anchor="ctr"/>
            <a:lstStyle/>
            <a:p>
              <a:endParaRPr lang="fi-FI" sz="3200"/>
            </a:p>
          </p:txBody>
        </p:sp>
        <p:sp>
          <p:nvSpPr>
            <p:cNvPr id="24" name="Vapaamuotoinen: Muoto 23">
              <a:extLst>
                <a:ext uri="{FF2B5EF4-FFF2-40B4-BE49-F238E27FC236}">
                  <a16:creationId xmlns:a16="http://schemas.microsoft.com/office/drawing/2014/main" id="{2DE2D7DB-A5A9-09BB-DF7D-C32C09D8283F}"/>
                </a:ext>
                <a:ext uri="{C183D7F6-B498-43B3-948B-1728B52AA6E4}">
                  <adec:decorative xmlns:adec="http://schemas.microsoft.com/office/drawing/2017/decorative" val="1"/>
                </a:ext>
              </a:extLst>
            </p:cNvPr>
            <p:cNvSpPr>
              <a:spLocks/>
            </p:cNvSpPr>
            <p:nvPr/>
          </p:nvSpPr>
          <p:spPr>
            <a:xfrm>
              <a:off x="5771382" y="3991022"/>
              <a:ext cx="228129" cy="159229"/>
            </a:xfrm>
            <a:custGeom>
              <a:avLst/>
              <a:gdLst>
                <a:gd name="connsiteX0" fmla="*/ 153698 w 264877"/>
                <a:gd name="connsiteY0" fmla="*/ 1173 h 184878"/>
                <a:gd name="connsiteX1" fmla="*/ 1333 w 264877"/>
                <a:gd name="connsiteY1" fmla="*/ 139647 h 184878"/>
                <a:gd name="connsiteX2" fmla="*/ 1583 w 264877"/>
                <a:gd name="connsiteY2" fmla="*/ 145842 h 184878"/>
                <a:gd name="connsiteX3" fmla="*/ 50641 w 264877"/>
                <a:gd name="connsiteY3" fmla="*/ 184011 h 184878"/>
                <a:gd name="connsiteX4" fmla="*/ 53769 w 264877"/>
                <a:gd name="connsiteY4" fmla="*/ 184824 h 184878"/>
                <a:gd name="connsiteX5" fmla="*/ 261449 w 264877"/>
                <a:gd name="connsiteY5" fmla="*/ 151160 h 184878"/>
                <a:gd name="connsiteX6" fmla="*/ 264077 w 264877"/>
                <a:gd name="connsiteY6" fmla="*/ 144715 h 184878"/>
                <a:gd name="connsiteX7" fmla="*/ 159643 w 264877"/>
                <a:gd name="connsiteY7" fmla="*/ 1674 h 184878"/>
                <a:gd name="connsiteX8" fmla="*/ 153636 w 264877"/>
                <a:gd name="connsiteY8" fmla="*/ 1048 h 184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4877" h="184878">
                  <a:moveTo>
                    <a:pt x="153698" y="1173"/>
                  </a:moveTo>
                  <a:lnTo>
                    <a:pt x="1333" y="139647"/>
                  </a:lnTo>
                  <a:cubicBezTo>
                    <a:pt x="-544" y="141336"/>
                    <a:pt x="-419" y="144340"/>
                    <a:pt x="1583" y="145842"/>
                  </a:cubicBezTo>
                  <a:lnTo>
                    <a:pt x="50641" y="184011"/>
                  </a:lnTo>
                  <a:cubicBezTo>
                    <a:pt x="51517" y="184700"/>
                    <a:pt x="52643" y="185012"/>
                    <a:pt x="53769" y="184824"/>
                  </a:cubicBezTo>
                  <a:lnTo>
                    <a:pt x="261449" y="151160"/>
                  </a:lnTo>
                  <a:cubicBezTo>
                    <a:pt x="264452" y="150660"/>
                    <a:pt x="265891" y="147218"/>
                    <a:pt x="264077" y="144715"/>
                  </a:cubicBezTo>
                  <a:lnTo>
                    <a:pt x="159643" y="1674"/>
                  </a:lnTo>
                  <a:cubicBezTo>
                    <a:pt x="158204" y="-266"/>
                    <a:pt x="155388" y="-579"/>
                    <a:pt x="153636" y="1048"/>
                  </a:cubicBezTo>
                  <a:close/>
                </a:path>
              </a:pathLst>
            </a:custGeom>
            <a:solidFill>
              <a:srgbClr val="9FD4B7"/>
            </a:solidFill>
            <a:ln w="6252" cap="flat">
              <a:noFill/>
              <a:prstDash val="solid"/>
              <a:miter/>
            </a:ln>
          </p:spPr>
          <p:txBody>
            <a:bodyPr rtlCol="0" anchor="ctr"/>
            <a:lstStyle/>
            <a:p>
              <a:endParaRPr lang="fi-FI" sz="3200"/>
            </a:p>
          </p:txBody>
        </p:sp>
        <p:sp>
          <p:nvSpPr>
            <p:cNvPr id="25" name="Vapaamuotoinen: Muoto 24">
              <a:extLst>
                <a:ext uri="{FF2B5EF4-FFF2-40B4-BE49-F238E27FC236}">
                  <a16:creationId xmlns:a16="http://schemas.microsoft.com/office/drawing/2014/main" id="{1B60B01E-E2E6-D978-FC6A-ACE3D13F0726}"/>
                </a:ext>
                <a:ext uri="{C183D7F6-B498-43B3-948B-1728B52AA6E4}">
                  <adec:decorative xmlns:adec="http://schemas.microsoft.com/office/drawing/2017/decorative" val="1"/>
                </a:ext>
              </a:extLst>
            </p:cNvPr>
            <p:cNvSpPr>
              <a:spLocks/>
            </p:cNvSpPr>
            <p:nvPr/>
          </p:nvSpPr>
          <p:spPr>
            <a:xfrm>
              <a:off x="5994059" y="3948205"/>
              <a:ext cx="124063" cy="76436"/>
            </a:xfrm>
            <a:custGeom>
              <a:avLst/>
              <a:gdLst>
                <a:gd name="connsiteX0" fmla="*/ 149 w 144047"/>
                <a:gd name="connsiteY0" fmla="*/ 5272 h 88748"/>
                <a:gd name="connsiteX1" fmla="*/ 95197 w 144047"/>
                <a:gd name="connsiteY1" fmla="*/ 88745 h 88748"/>
                <a:gd name="connsiteX2" fmla="*/ 98827 w 144047"/>
                <a:gd name="connsiteY2" fmla="*/ 86930 h 88748"/>
                <a:gd name="connsiteX3" fmla="*/ 143379 w 144047"/>
                <a:gd name="connsiteY3" fmla="*/ 18413 h 88748"/>
                <a:gd name="connsiteX4" fmla="*/ 140312 w 144047"/>
                <a:gd name="connsiteY4" fmla="*/ 12155 h 88748"/>
                <a:gd name="connsiteX5" fmla="*/ 4404 w 144047"/>
                <a:gd name="connsiteY5" fmla="*/ 16 h 88748"/>
                <a:gd name="connsiteX6" fmla="*/ 149 w 144047"/>
                <a:gd name="connsiteY6" fmla="*/ 5147 h 88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047" h="88748">
                  <a:moveTo>
                    <a:pt x="149" y="5272"/>
                  </a:moveTo>
                  <a:cubicBezTo>
                    <a:pt x="20673" y="84302"/>
                    <a:pt x="5780" y="84615"/>
                    <a:pt x="95197" y="88745"/>
                  </a:cubicBezTo>
                  <a:cubicBezTo>
                    <a:pt x="96636" y="88807"/>
                    <a:pt x="98013" y="88181"/>
                    <a:pt x="98827" y="86930"/>
                  </a:cubicBezTo>
                  <a:cubicBezTo>
                    <a:pt x="105084" y="77356"/>
                    <a:pt x="133242" y="34056"/>
                    <a:pt x="143379" y="18413"/>
                  </a:cubicBezTo>
                  <a:cubicBezTo>
                    <a:pt x="145068" y="15847"/>
                    <a:pt x="143379" y="12468"/>
                    <a:pt x="140312" y="12155"/>
                  </a:cubicBezTo>
                  <a:lnTo>
                    <a:pt x="4404" y="16"/>
                  </a:lnTo>
                  <a:cubicBezTo>
                    <a:pt x="1588" y="-234"/>
                    <a:pt x="-602" y="2457"/>
                    <a:pt x="149" y="5147"/>
                  </a:cubicBezTo>
                  <a:close/>
                </a:path>
              </a:pathLst>
            </a:custGeom>
            <a:solidFill>
              <a:srgbClr val="9FD4B7"/>
            </a:solidFill>
            <a:ln w="6252" cap="flat">
              <a:noFill/>
              <a:prstDash val="solid"/>
              <a:miter/>
            </a:ln>
          </p:spPr>
          <p:txBody>
            <a:bodyPr rtlCol="0" anchor="ctr"/>
            <a:lstStyle/>
            <a:p>
              <a:endParaRPr lang="fi-FI" sz="3200"/>
            </a:p>
          </p:txBody>
        </p:sp>
      </p:grpSp>
      <p:grpSp>
        <p:nvGrpSpPr>
          <p:cNvPr id="551" name="Ryhmä 550">
            <a:extLst>
              <a:ext uri="{FF2B5EF4-FFF2-40B4-BE49-F238E27FC236}">
                <a16:creationId xmlns:a16="http://schemas.microsoft.com/office/drawing/2014/main" id="{8139C47B-41C4-3ED9-8572-2BC85527CA44}"/>
              </a:ext>
              <a:ext uri="{C183D7F6-B498-43B3-948B-1728B52AA6E4}">
                <adec:decorative xmlns:adec="http://schemas.microsoft.com/office/drawing/2017/decorative" val="1"/>
              </a:ext>
            </a:extLst>
          </p:cNvPr>
          <p:cNvGrpSpPr/>
          <p:nvPr userDrawn="1"/>
        </p:nvGrpSpPr>
        <p:grpSpPr>
          <a:xfrm>
            <a:off x="10325196" y="3225198"/>
            <a:ext cx="490226" cy="290083"/>
            <a:chOff x="2740142" y="2145139"/>
            <a:chExt cx="705040" cy="417195"/>
          </a:xfrm>
          <a:solidFill>
            <a:schemeClr val="accent3"/>
          </a:solidFill>
        </p:grpSpPr>
        <p:sp>
          <p:nvSpPr>
            <p:cNvPr id="542" name="Vapaamuotoinen: Muoto 541">
              <a:extLst>
                <a:ext uri="{FF2B5EF4-FFF2-40B4-BE49-F238E27FC236}">
                  <a16:creationId xmlns:a16="http://schemas.microsoft.com/office/drawing/2014/main" id="{0D6819B2-18D5-5C4F-92CC-A7EF84CA5DCD}"/>
                </a:ext>
              </a:extLst>
            </p:cNvPr>
            <p:cNvSpPr/>
            <p:nvPr/>
          </p:nvSpPr>
          <p:spPr>
            <a:xfrm>
              <a:off x="2740142" y="2145139"/>
              <a:ext cx="102393" cy="167163"/>
            </a:xfrm>
            <a:custGeom>
              <a:avLst/>
              <a:gdLst>
                <a:gd name="connsiteX0" fmla="*/ 40767 w 102393"/>
                <a:gd name="connsiteY0" fmla="*/ 32671 h 167163"/>
                <a:gd name="connsiteX1" fmla="*/ 40767 w 102393"/>
                <a:gd name="connsiteY1" fmla="*/ 66485 h 167163"/>
                <a:gd name="connsiteX2" fmla="*/ 95250 w 102393"/>
                <a:gd name="connsiteY2" fmla="*/ 66485 h 167163"/>
                <a:gd name="connsiteX3" fmla="*/ 95250 w 102393"/>
                <a:gd name="connsiteY3" fmla="*/ 97917 h 167163"/>
                <a:gd name="connsiteX4" fmla="*/ 40767 w 102393"/>
                <a:gd name="connsiteY4" fmla="*/ 97917 h 167163"/>
                <a:gd name="connsiteX5" fmla="*/ 40767 w 102393"/>
                <a:gd name="connsiteY5" fmla="*/ 134588 h 167163"/>
                <a:gd name="connsiteX6" fmla="*/ 102394 w 102393"/>
                <a:gd name="connsiteY6" fmla="*/ 134588 h 167163"/>
                <a:gd name="connsiteX7" fmla="*/ 102394 w 102393"/>
                <a:gd name="connsiteY7" fmla="*/ 167164 h 167163"/>
                <a:gd name="connsiteX8" fmla="*/ 0 w 102393"/>
                <a:gd name="connsiteY8" fmla="*/ 167164 h 167163"/>
                <a:gd name="connsiteX9" fmla="*/ 0 w 102393"/>
                <a:gd name="connsiteY9" fmla="*/ 0 h 167163"/>
                <a:gd name="connsiteX10" fmla="*/ 102394 w 102393"/>
                <a:gd name="connsiteY10" fmla="*/ 0 h 167163"/>
                <a:gd name="connsiteX11" fmla="*/ 102394 w 102393"/>
                <a:gd name="connsiteY11" fmla="*/ 32575 h 167163"/>
                <a:gd name="connsiteX12" fmla="*/ 40767 w 102393"/>
                <a:gd name="connsiteY12" fmla="*/ 32575 h 16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2393" h="167163">
                  <a:moveTo>
                    <a:pt x="40767" y="32671"/>
                  </a:moveTo>
                  <a:lnTo>
                    <a:pt x="40767" y="66485"/>
                  </a:lnTo>
                  <a:lnTo>
                    <a:pt x="95250" y="66485"/>
                  </a:lnTo>
                  <a:lnTo>
                    <a:pt x="95250" y="97917"/>
                  </a:lnTo>
                  <a:lnTo>
                    <a:pt x="40767" y="97917"/>
                  </a:lnTo>
                  <a:lnTo>
                    <a:pt x="40767" y="134588"/>
                  </a:lnTo>
                  <a:lnTo>
                    <a:pt x="102394" y="134588"/>
                  </a:lnTo>
                  <a:lnTo>
                    <a:pt x="102394" y="167164"/>
                  </a:lnTo>
                  <a:lnTo>
                    <a:pt x="0" y="167164"/>
                  </a:lnTo>
                  <a:lnTo>
                    <a:pt x="0" y="0"/>
                  </a:lnTo>
                  <a:lnTo>
                    <a:pt x="102394" y="0"/>
                  </a:lnTo>
                  <a:lnTo>
                    <a:pt x="102394" y="32575"/>
                  </a:lnTo>
                  <a:lnTo>
                    <a:pt x="40767" y="32575"/>
                  </a:lnTo>
                  <a:close/>
                </a:path>
              </a:pathLst>
            </a:custGeom>
            <a:grpFill/>
            <a:ln w="9525" cap="flat">
              <a:noFill/>
              <a:prstDash val="solid"/>
              <a:miter/>
            </a:ln>
          </p:spPr>
          <p:txBody>
            <a:bodyPr rtlCol="0" anchor="ctr"/>
            <a:lstStyle/>
            <a:p>
              <a:endParaRPr lang="fi-FI" sz="3200"/>
            </a:p>
          </p:txBody>
        </p:sp>
        <p:sp>
          <p:nvSpPr>
            <p:cNvPr id="543" name="Vapaamuotoinen: Muoto 542">
              <a:extLst>
                <a:ext uri="{FF2B5EF4-FFF2-40B4-BE49-F238E27FC236}">
                  <a16:creationId xmlns:a16="http://schemas.microsoft.com/office/drawing/2014/main" id="{0AFA5EE3-BC11-FA8A-3EA2-F214592925A1}"/>
                </a:ext>
              </a:extLst>
            </p:cNvPr>
            <p:cNvSpPr/>
            <p:nvPr/>
          </p:nvSpPr>
          <p:spPr>
            <a:xfrm>
              <a:off x="2861776" y="2177620"/>
              <a:ext cx="115061" cy="136779"/>
            </a:xfrm>
            <a:custGeom>
              <a:avLst/>
              <a:gdLst>
                <a:gd name="connsiteX0" fmla="*/ 30290 w 115061"/>
                <a:gd name="connsiteY0" fmla="*/ 130683 h 136779"/>
                <a:gd name="connsiteX1" fmla="*/ 8858 w 115061"/>
                <a:gd name="connsiteY1" fmla="*/ 114395 h 136779"/>
                <a:gd name="connsiteX2" fmla="*/ 0 w 115061"/>
                <a:gd name="connsiteY2" fmla="*/ 91154 h 136779"/>
                <a:gd name="connsiteX3" fmla="*/ 40291 w 115061"/>
                <a:gd name="connsiteY3" fmla="*/ 91154 h 136779"/>
                <a:gd name="connsiteX4" fmla="*/ 46672 w 115061"/>
                <a:gd name="connsiteY4" fmla="*/ 102394 h 136779"/>
                <a:gd name="connsiteX5" fmla="*/ 60674 w 115061"/>
                <a:gd name="connsiteY5" fmla="*/ 106680 h 136779"/>
                <a:gd name="connsiteX6" fmla="*/ 72485 w 115061"/>
                <a:gd name="connsiteY6" fmla="*/ 103727 h 136779"/>
                <a:gd name="connsiteX7" fmla="*/ 76676 w 115061"/>
                <a:gd name="connsiteY7" fmla="*/ 96012 h 136779"/>
                <a:gd name="connsiteX8" fmla="*/ 70771 w 115061"/>
                <a:gd name="connsiteY8" fmla="*/ 87535 h 136779"/>
                <a:gd name="connsiteX9" fmla="*/ 51435 w 115061"/>
                <a:gd name="connsiteY9" fmla="*/ 81439 h 136779"/>
                <a:gd name="connsiteX10" fmla="*/ 27622 w 115061"/>
                <a:gd name="connsiteY10" fmla="*/ 74390 h 136779"/>
                <a:gd name="connsiteX11" fmla="*/ 11240 w 115061"/>
                <a:gd name="connsiteY11" fmla="*/ 62675 h 136779"/>
                <a:gd name="connsiteX12" fmla="*/ 4382 w 115061"/>
                <a:gd name="connsiteY12" fmla="*/ 41148 h 136779"/>
                <a:gd name="connsiteX13" fmla="*/ 10668 w 115061"/>
                <a:gd name="connsiteY13" fmla="*/ 20288 h 136779"/>
                <a:gd name="connsiteX14" fmla="*/ 29242 w 115061"/>
                <a:gd name="connsiteY14" fmla="*/ 5429 h 136779"/>
                <a:gd name="connsiteX15" fmla="*/ 58388 w 115061"/>
                <a:gd name="connsiteY15" fmla="*/ 0 h 136779"/>
                <a:gd name="connsiteX16" fmla="*/ 97822 w 115061"/>
                <a:gd name="connsiteY16" fmla="*/ 12383 h 136779"/>
                <a:gd name="connsiteX17" fmla="*/ 114395 w 115061"/>
                <a:gd name="connsiteY17" fmla="*/ 45244 h 136779"/>
                <a:gd name="connsiteX18" fmla="*/ 76771 w 115061"/>
                <a:gd name="connsiteY18" fmla="*/ 45244 h 136779"/>
                <a:gd name="connsiteX19" fmla="*/ 70676 w 115061"/>
                <a:gd name="connsiteY19" fmla="*/ 34290 h 136779"/>
                <a:gd name="connsiteX20" fmla="*/ 57245 w 115061"/>
                <a:gd name="connsiteY20" fmla="*/ 30290 h 136779"/>
                <a:gd name="connsiteX21" fmla="*/ 46292 w 115061"/>
                <a:gd name="connsiteY21" fmla="*/ 33052 h 136779"/>
                <a:gd name="connsiteX22" fmla="*/ 42482 w 115061"/>
                <a:gd name="connsiteY22" fmla="*/ 40577 h 136779"/>
                <a:gd name="connsiteX23" fmla="*/ 48578 w 115061"/>
                <a:gd name="connsiteY23" fmla="*/ 49149 h 136779"/>
                <a:gd name="connsiteX24" fmla="*/ 67532 w 115061"/>
                <a:gd name="connsiteY24" fmla="*/ 54864 h 136779"/>
                <a:gd name="connsiteX25" fmla="*/ 91535 w 115061"/>
                <a:gd name="connsiteY25" fmla="*/ 62389 h 136779"/>
                <a:gd name="connsiteX26" fmla="*/ 107823 w 115061"/>
                <a:gd name="connsiteY26" fmla="*/ 74295 h 136779"/>
                <a:gd name="connsiteX27" fmla="*/ 115062 w 115061"/>
                <a:gd name="connsiteY27" fmla="*/ 96298 h 136779"/>
                <a:gd name="connsiteX28" fmla="*/ 108490 w 115061"/>
                <a:gd name="connsiteY28" fmla="*/ 117157 h 136779"/>
                <a:gd name="connsiteX29" fmla="*/ 89630 w 115061"/>
                <a:gd name="connsiteY29" fmla="*/ 131540 h 136779"/>
                <a:gd name="connsiteX30" fmla="*/ 61151 w 115061"/>
                <a:gd name="connsiteY30" fmla="*/ 136779 h 136779"/>
                <a:gd name="connsiteX31" fmla="*/ 30194 w 115061"/>
                <a:gd name="connsiteY31" fmla="*/ 130874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15061" h="136779">
                  <a:moveTo>
                    <a:pt x="30290" y="130683"/>
                  </a:moveTo>
                  <a:cubicBezTo>
                    <a:pt x="21241" y="126682"/>
                    <a:pt x="14097" y="121253"/>
                    <a:pt x="8858" y="114395"/>
                  </a:cubicBezTo>
                  <a:cubicBezTo>
                    <a:pt x="3620" y="107537"/>
                    <a:pt x="667" y="99727"/>
                    <a:pt x="0" y="91154"/>
                  </a:cubicBezTo>
                  <a:lnTo>
                    <a:pt x="40291" y="91154"/>
                  </a:lnTo>
                  <a:cubicBezTo>
                    <a:pt x="40767" y="95726"/>
                    <a:pt x="42863" y="99536"/>
                    <a:pt x="46672" y="102394"/>
                  </a:cubicBezTo>
                  <a:cubicBezTo>
                    <a:pt x="50483" y="105251"/>
                    <a:pt x="55150" y="106680"/>
                    <a:pt x="60674" y="106680"/>
                  </a:cubicBezTo>
                  <a:cubicBezTo>
                    <a:pt x="65723" y="106680"/>
                    <a:pt x="69723" y="105728"/>
                    <a:pt x="72485" y="103727"/>
                  </a:cubicBezTo>
                  <a:cubicBezTo>
                    <a:pt x="75248" y="101727"/>
                    <a:pt x="76676" y="99155"/>
                    <a:pt x="76676" y="96012"/>
                  </a:cubicBezTo>
                  <a:cubicBezTo>
                    <a:pt x="76676" y="92202"/>
                    <a:pt x="74676" y="89344"/>
                    <a:pt x="70771" y="87535"/>
                  </a:cubicBezTo>
                  <a:cubicBezTo>
                    <a:pt x="66770" y="85725"/>
                    <a:pt x="60389" y="83725"/>
                    <a:pt x="51435" y="81439"/>
                  </a:cubicBezTo>
                  <a:cubicBezTo>
                    <a:pt x="41910" y="79248"/>
                    <a:pt x="34004" y="76867"/>
                    <a:pt x="27622" y="74390"/>
                  </a:cubicBezTo>
                  <a:cubicBezTo>
                    <a:pt x="21241" y="71914"/>
                    <a:pt x="15811" y="68009"/>
                    <a:pt x="11240" y="62675"/>
                  </a:cubicBezTo>
                  <a:cubicBezTo>
                    <a:pt x="6668" y="57340"/>
                    <a:pt x="4382" y="50197"/>
                    <a:pt x="4382" y="41148"/>
                  </a:cubicBezTo>
                  <a:cubicBezTo>
                    <a:pt x="4382" y="33528"/>
                    <a:pt x="6477" y="26575"/>
                    <a:pt x="10668" y="20288"/>
                  </a:cubicBezTo>
                  <a:cubicBezTo>
                    <a:pt x="14859" y="14002"/>
                    <a:pt x="21050" y="9049"/>
                    <a:pt x="29242" y="5429"/>
                  </a:cubicBezTo>
                  <a:cubicBezTo>
                    <a:pt x="37433" y="1810"/>
                    <a:pt x="47149" y="0"/>
                    <a:pt x="58388" y="0"/>
                  </a:cubicBezTo>
                  <a:cubicBezTo>
                    <a:pt x="75057" y="0"/>
                    <a:pt x="88202" y="4096"/>
                    <a:pt x="97822" y="12383"/>
                  </a:cubicBezTo>
                  <a:cubicBezTo>
                    <a:pt x="107442" y="20669"/>
                    <a:pt x="112967" y="31623"/>
                    <a:pt x="114395" y="45244"/>
                  </a:cubicBezTo>
                  <a:lnTo>
                    <a:pt x="76771" y="45244"/>
                  </a:lnTo>
                  <a:cubicBezTo>
                    <a:pt x="76105" y="40672"/>
                    <a:pt x="74105" y="36957"/>
                    <a:pt x="70676" y="34290"/>
                  </a:cubicBezTo>
                  <a:cubicBezTo>
                    <a:pt x="67246" y="31623"/>
                    <a:pt x="62770" y="30290"/>
                    <a:pt x="57245" y="30290"/>
                  </a:cubicBezTo>
                  <a:cubicBezTo>
                    <a:pt x="52483" y="30290"/>
                    <a:pt x="48863" y="31242"/>
                    <a:pt x="46292" y="33052"/>
                  </a:cubicBezTo>
                  <a:cubicBezTo>
                    <a:pt x="43720" y="34862"/>
                    <a:pt x="42482" y="37338"/>
                    <a:pt x="42482" y="40577"/>
                  </a:cubicBezTo>
                  <a:cubicBezTo>
                    <a:pt x="42482" y="44387"/>
                    <a:pt x="44482" y="47244"/>
                    <a:pt x="48578" y="49149"/>
                  </a:cubicBezTo>
                  <a:cubicBezTo>
                    <a:pt x="52673" y="51054"/>
                    <a:pt x="58960" y="52959"/>
                    <a:pt x="67532" y="54864"/>
                  </a:cubicBezTo>
                  <a:cubicBezTo>
                    <a:pt x="77343" y="57436"/>
                    <a:pt x="85439" y="59912"/>
                    <a:pt x="91535" y="62389"/>
                  </a:cubicBezTo>
                  <a:cubicBezTo>
                    <a:pt x="97727" y="64865"/>
                    <a:pt x="103156" y="68771"/>
                    <a:pt x="107823" y="74295"/>
                  </a:cubicBezTo>
                  <a:cubicBezTo>
                    <a:pt x="112490" y="79820"/>
                    <a:pt x="114967" y="87154"/>
                    <a:pt x="115062" y="96298"/>
                  </a:cubicBezTo>
                  <a:cubicBezTo>
                    <a:pt x="115062" y="104108"/>
                    <a:pt x="112871" y="111062"/>
                    <a:pt x="108490" y="117157"/>
                  </a:cubicBezTo>
                  <a:cubicBezTo>
                    <a:pt x="104108" y="123254"/>
                    <a:pt x="97822" y="128111"/>
                    <a:pt x="89630" y="131540"/>
                  </a:cubicBezTo>
                  <a:cubicBezTo>
                    <a:pt x="81439" y="134969"/>
                    <a:pt x="72009" y="136779"/>
                    <a:pt x="61151" y="136779"/>
                  </a:cubicBezTo>
                  <a:cubicBezTo>
                    <a:pt x="49530" y="136779"/>
                    <a:pt x="39243" y="134779"/>
                    <a:pt x="30194" y="130874"/>
                  </a:cubicBezTo>
                  <a:close/>
                </a:path>
              </a:pathLst>
            </a:custGeom>
            <a:grpFill/>
            <a:ln w="9525" cap="flat">
              <a:noFill/>
              <a:prstDash val="solid"/>
              <a:miter/>
            </a:ln>
          </p:spPr>
          <p:txBody>
            <a:bodyPr rtlCol="0" anchor="ctr"/>
            <a:lstStyle/>
            <a:p>
              <a:endParaRPr lang="fi-FI" sz="3200"/>
            </a:p>
          </p:txBody>
        </p:sp>
        <p:sp>
          <p:nvSpPr>
            <p:cNvPr id="544" name="Vapaamuotoinen: Muoto 543">
              <a:extLst>
                <a:ext uri="{FF2B5EF4-FFF2-40B4-BE49-F238E27FC236}">
                  <a16:creationId xmlns:a16="http://schemas.microsoft.com/office/drawing/2014/main" id="{3C6B3235-EE53-6C96-FA93-E87FD07AD212}"/>
                </a:ext>
              </a:extLst>
            </p:cNvPr>
            <p:cNvSpPr/>
            <p:nvPr/>
          </p:nvSpPr>
          <p:spPr>
            <a:xfrm>
              <a:off x="3001794" y="2177524"/>
              <a:ext cx="140208" cy="198119"/>
            </a:xfrm>
            <a:custGeom>
              <a:avLst/>
              <a:gdLst>
                <a:gd name="connsiteX0" fmla="*/ 57245 w 140208"/>
                <a:gd name="connsiteY0" fmla="*/ 5715 h 198119"/>
                <a:gd name="connsiteX1" fmla="*/ 81724 w 140208"/>
                <a:gd name="connsiteY1" fmla="*/ 0 h 198119"/>
                <a:gd name="connsiteX2" fmla="*/ 111443 w 140208"/>
                <a:gd name="connsiteY2" fmla="*/ 8382 h 198119"/>
                <a:gd name="connsiteX3" fmla="*/ 132493 w 140208"/>
                <a:gd name="connsiteY3" fmla="*/ 32195 h 198119"/>
                <a:gd name="connsiteX4" fmla="*/ 140208 w 140208"/>
                <a:gd name="connsiteY4" fmla="*/ 68104 h 198119"/>
                <a:gd name="connsiteX5" fmla="*/ 132493 w 140208"/>
                <a:gd name="connsiteY5" fmla="*/ 104204 h 198119"/>
                <a:gd name="connsiteX6" fmla="*/ 111443 w 140208"/>
                <a:gd name="connsiteY6" fmla="*/ 128207 h 198119"/>
                <a:gd name="connsiteX7" fmla="*/ 81724 w 140208"/>
                <a:gd name="connsiteY7" fmla="*/ 136684 h 198119"/>
                <a:gd name="connsiteX8" fmla="*/ 57341 w 140208"/>
                <a:gd name="connsiteY8" fmla="*/ 130969 h 198119"/>
                <a:gd name="connsiteX9" fmla="*/ 40767 w 140208"/>
                <a:gd name="connsiteY9" fmla="*/ 116205 h 198119"/>
                <a:gd name="connsiteX10" fmla="*/ 40767 w 140208"/>
                <a:gd name="connsiteY10" fmla="*/ 198120 h 198119"/>
                <a:gd name="connsiteX11" fmla="*/ 0 w 140208"/>
                <a:gd name="connsiteY11" fmla="*/ 198120 h 198119"/>
                <a:gd name="connsiteX12" fmla="*/ 0 w 140208"/>
                <a:gd name="connsiteY12" fmla="*/ 1905 h 198119"/>
                <a:gd name="connsiteX13" fmla="*/ 40767 w 140208"/>
                <a:gd name="connsiteY13" fmla="*/ 1905 h 198119"/>
                <a:gd name="connsiteX14" fmla="*/ 40767 w 140208"/>
                <a:gd name="connsiteY14" fmla="*/ 20765 h 198119"/>
                <a:gd name="connsiteX15" fmla="*/ 57150 w 140208"/>
                <a:gd name="connsiteY15" fmla="*/ 5715 h 198119"/>
                <a:gd name="connsiteX16" fmla="*/ 90488 w 140208"/>
                <a:gd name="connsiteY16" fmla="*/ 44196 h 198119"/>
                <a:gd name="connsiteX17" fmla="*/ 69628 w 140208"/>
                <a:gd name="connsiteY17" fmla="*/ 35528 h 198119"/>
                <a:gd name="connsiteX18" fmla="*/ 49054 w 140208"/>
                <a:gd name="connsiteY18" fmla="*/ 44291 h 198119"/>
                <a:gd name="connsiteX19" fmla="*/ 40576 w 140208"/>
                <a:gd name="connsiteY19" fmla="*/ 68390 h 198119"/>
                <a:gd name="connsiteX20" fmla="*/ 49054 w 140208"/>
                <a:gd name="connsiteY20" fmla="*/ 92393 h 198119"/>
                <a:gd name="connsiteX21" fmla="*/ 69628 w 140208"/>
                <a:gd name="connsiteY21" fmla="*/ 101251 h 198119"/>
                <a:gd name="connsiteX22" fmla="*/ 90297 w 140208"/>
                <a:gd name="connsiteY22" fmla="*/ 92297 h 198119"/>
                <a:gd name="connsiteX23" fmla="*/ 98870 w 140208"/>
                <a:gd name="connsiteY23" fmla="*/ 68104 h 198119"/>
                <a:gd name="connsiteX24" fmla="*/ 90392 w 140208"/>
                <a:gd name="connsiteY24" fmla="*/ 44196 h 198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8" h="198119">
                  <a:moveTo>
                    <a:pt x="57245" y="5715"/>
                  </a:moveTo>
                  <a:cubicBezTo>
                    <a:pt x="64198" y="1905"/>
                    <a:pt x="72390" y="0"/>
                    <a:pt x="81724" y="0"/>
                  </a:cubicBezTo>
                  <a:cubicBezTo>
                    <a:pt x="92678" y="0"/>
                    <a:pt x="102584" y="2762"/>
                    <a:pt x="111443" y="8382"/>
                  </a:cubicBezTo>
                  <a:cubicBezTo>
                    <a:pt x="120301" y="13907"/>
                    <a:pt x="127349" y="21908"/>
                    <a:pt x="132493" y="32195"/>
                  </a:cubicBezTo>
                  <a:cubicBezTo>
                    <a:pt x="137636" y="42482"/>
                    <a:pt x="140208" y="54483"/>
                    <a:pt x="140208" y="68104"/>
                  </a:cubicBezTo>
                  <a:cubicBezTo>
                    <a:pt x="140208" y="81725"/>
                    <a:pt x="137636" y="93821"/>
                    <a:pt x="132493" y="104204"/>
                  </a:cubicBezTo>
                  <a:cubicBezTo>
                    <a:pt x="127349" y="114586"/>
                    <a:pt x="120301" y="122587"/>
                    <a:pt x="111443" y="128207"/>
                  </a:cubicBezTo>
                  <a:cubicBezTo>
                    <a:pt x="102584" y="133826"/>
                    <a:pt x="92678" y="136684"/>
                    <a:pt x="81724" y="136684"/>
                  </a:cubicBezTo>
                  <a:cubicBezTo>
                    <a:pt x="72485" y="136684"/>
                    <a:pt x="64389" y="134779"/>
                    <a:pt x="57341" y="130969"/>
                  </a:cubicBezTo>
                  <a:cubicBezTo>
                    <a:pt x="50292" y="127159"/>
                    <a:pt x="44768" y="122206"/>
                    <a:pt x="40767" y="116205"/>
                  </a:cubicBezTo>
                  <a:lnTo>
                    <a:pt x="40767" y="198120"/>
                  </a:lnTo>
                  <a:lnTo>
                    <a:pt x="0" y="198120"/>
                  </a:lnTo>
                  <a:lnTo>
                    <a:pt x="0" y="1905"/>
                  </a:lnTo>
                  <a:lnTo>
                    <a:pt x="40767" y="1905"/>
                  </a:lnTo>
                  <a:lnTo>
                    <a:pt x="40767" y="20765"/>
                  </a:lnTo>
                  <a:cubicBezTo>
                    <a:pt x="44768" y="14573"/>
                    <a:pt x="50197" y="9620"/>
                    <a:pt x="57150" y="5715"/>
                  </a:cubicBezTo>
                  <a:close/>
                  <a:moveTo>
                    <a:pt x="90488" y="44196"/>
                  </a:moveTo>
                  <a:cubicBezTo>
                    <a:pt x="84868" y="38386"/>
                    <a:pt x="77915" y="35528"/>
                    <a:pt x="69628" y="35528"/>
                  </a:cubicBezTo>
                  <a:cubicBezTo>
                    <a:pt x="61341" y="35528"/>
                    <a:pt x="54673" y="38481"/>
                    <a:pt x="49054" y="44291"/>
                  </a:cubicBezTo>
                  <a:cubicBezTo>
                    <a:pt x="43434" y="50197"/>
                    <a:pt x="40576" y="58198"/>
                    <a:pt x="40576" y="68390"/>
                  </a:cubicBezTo>
                  <a:cubicBezTo>
                    <a:pt x="40576" y="78581"/>
                    <a:pt x="43339" y="86582"/>
                    <a:pt x="49054" y="92393"/>
                  </a:cubicBezTo>
                  <a:cubicBezTo>
                    <a:pt x="54673" y="98298"/>
                    <a:pt x="61531" y="101251"/>
                    <a:pt x="69628" y="101251"/>
                  </a:cubicBezTo>
                  <a:cubicBezTo>
                    <a:pt x="77724" y="101251"/>
                    <a:pt x="84677" y="98298"/>
                    <a:pt x="90297" y="92297"/>
                  </a:cubicBezTo>
                  <a:cubicBezTo>
                    <a:pt x="95917" y="86296"/>
                    <a:pt x="98870" y="78296"/>
                    <a:pt x="98870" y="68104"/>
                  </a:cubicBezTo>
                  <a:cubicBezTo>
                    <a:pt x="98870" y="57912"/>
                    <a:pt x="96012" y="50006"/>
                    <a:pt x="90392" y="44196"/>
                  </a:cubicBezTo>
                  <a:close/>
                </a:path>
              </a:pathLst>
            </a:custGeom>
            <a:grpFill/>
            <a:ln w="9525" cap="flat">
              <a:noFill/>
              <a:prstDash val="solid"/>
              <a:miter/>
            </a:ln>
          </p:spPr>
          <p:txBody>
            <a:bodyPr rtlCol="0" anchor="ctr"/>
            <a:lstStyle/>
            <a:p>
              <a:endParaRPr lang="fi-FI" sz="3200"/>
            </a:p>
          </p:txBody>
        </p:sp>
        <p:sp>
          <p:nvSpPr>
            <p:cNvPr id="545" name="Vapaamuotoinen: Muoto 544">
              <a:extLst>
                <a:ext uri="{FF2B5EF4-FFF2-40B4-BE49-F238E27FC236}">
                  <a16:creationId xmlns:a16="http://schemas.microsoft.com/office/drawing/2014/main" id="{1CE706FB-1B06-1796-BD31-863EC4AE003C}"/>
                </a:ext>
              </a:extLst>
            </p:cNvPr>
            <p:cNvSpPr/>
            <p:nvPr/>
          </p:nvSpPr>
          <p:spPr>
            <a:xfrm>
              <a:off x="3155432" y="2177524"/>
              <a:ext cx="138112" cy="136779"/>
            </a:xfrm>
            <a:custGeom>
              <a:avLst/>
              <a:gdLst>
                <a:gd name="connsiteX0" fmla="*/ 33433 w 138112"/>
                <a:gd name="connsiteY0" fmla="*/ 128397 h 136779"/>
                <a:gd name="connsiteX1" fmla="*/ 8953 w 138112"/>
                <a:gd name="connsiteY1" fmla="*/ 104584 h 136779"/>
                <a:gd name="connsiteX2" fmla="*/ 0 w 138112"/>
                <a:gd name="connsiteY2" fmla="*/ 68390 h 136779"/>
                <a:gd name="connsiteX3" fmla="*/ 9049 w 138112"/>
                <a:gd name="connsiteY3" fmla="*/ 32290 h 136779"/>
                <a:gd name="connsiteX4" fmla="*/ 33814 w 138112"/>
                <a:gd name="connsiteY4" fmla="*/ 8382 h 136779"/>
                <a:gd name="connsiteX5" fmla="*/ 69056 w 138112"/>
                <a:gd name="connsiteY5" fmla="*/ 0 h 136779"/>
                <a:gd name="connsiteX6" fmla="*/ 104299 w 138112"/>
                <a:gd name="connsiteY6" fmla="*/ 8382 h 136779"/>
                <a:gd name="connsiteX7" fmla="*/ 129064 w 138112"/>
                <a:gd name="connsiteY7" fmla="*/ 32290 h 136779"/>
                <a:gd name="connsiteX8" fmla="*/ 138113 w 138112"/>
                <a:gd name="connsiteY8" fmla="*/ 68390 h 136779"/>
                <a:gd name="connsiteX9" fmla="*/ 128968 w 138112"/>
                <a:gd name="connsiteY9" fmla="*/ 104489 h 136779"/>
                <a:gd name="connsiteX10" fmla="*/ 104013 w 138112"/>
                <a:gd name="connsiteY10" fmla="*/ 128397 h 136779"/>
                <a:gd name="connsiteX11" fmla="*/ 68675 w 138112"/>
                <a:gd name="connsiteY11" fmla="*/ 136779 h 136779"/>
                <a:gd name="connsiteX12" fmla="*/ 33528 w 138112"/>
                <a:gd name="connsiteY12" fmla="*/ 128397 h 136779"/>
                <a:gd name="connsiteX13" fmla="*/ 88487 w 138112"/>
                <a:gd name="connsiteY13" fmla="*/ 92964 h 136779"/>
                <a:gd name="connsiteX14" fmla="*/ 96679 w 138112"/>
                <a:gd name="connsiteY14" fmla="*/ 68390 h 136779"/>
                <a:gd name="connsiteX15" fmla="*/ 88678 w 138112"/>
                <a:gd name="connsiteY15" fmla="*/ 43815 h 136779"/>
                <a:gd name="connsiteX16" fmla="*/ 69056 w 138112"/>
                <a:gd name="connsiteY16" fmla="*/ 35243 h 136779"/>
                <a:gd name="connsiteX17" fmla="*/ 49244 w 138112"/>
                <a:gd name="connsiteY17" fmla="*/ 43720 h 136779"/>
                <a:gd name="connsiteX18" fmla="*/ 41434 w 138112"/>
                <a:gd name="connsiteY18" fmla="*/ 68390 h 136779"/>
                <a:gd name="connsiteX19" fmla="*/ 49149 w 138112"/>
                <a:gd name="connsiteY19" fmla="*/ 92964 h 136779"/>
                <a:gd name="connsiteX20" fmla="*/ 68580 w 138112"/>
                <a:gd name="connsiteY20" fmla="*/ 101537 h 136779"/>
                <a:gd name="connsiteX21" fmla="*/ 88487 w 138112"/>
                <a:gd name="connsiteY21" fmla="*/ 92964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8112" h="136779">
                  <a:moveTo>
                    <a:pt x="33433" y="128397"/>
                  </a:moveTo>
                  <a:cubicBezTo>
                    <a:pt x="23050" y="122873"/>
                    <a:pt x="14859" y="114871"/>
                    <a:pt x="8953" y="104584"/>
                  </a:cubicBezTo>
                  <a:cubicBezTo>
                    <a:pt x="3048" y="94298"/>
                    <a:pt x="0" y="82201"/>
                    <a:pt x="0" y="68390"/>
                  </a:cubicBezTo>
                  <a:cubicBezTo>
                    <a:pt x="0" y="54578"/>
                    <a:pt x="3048" y="42672"/>
                    <a:pt x="9049" y="32290"/>
                  </a:cubicBezTo>
                  <a:cubicBezTo>
                    <a:pt x="15049" y="21908"/>
                    <a:pt x="23336" y="13907"/>
                    <a:pt x="33814" y="8382"/>
                  </a:cubicBezTo>
                  <a:cubicBezTo>
                    <a:pt x="44291" y="2858"/>
                    <a:pt x="56007" y="0"/>
                    <a:pt x="69056" y="0"/>
                  </a:cubicBezTo>
                  <a:cubicBezTo>
                    <a:pt x="82105" y="0"/>
                    <a:pt x="93821" y="2762"/>
                    <a:pt x="104299" y="8382"/>
                  </a:cubicBezTo>
                  <a:cubicBezTo>
                    <a:pt x="114776" y="13907"/>
                    <a:pt x="123063" y="21908"/>
                    <a:pt x="129064" y="32290"/>
                  </a:cubicBezTo>
                  <a:cubicBezTo>
                    <a:pt x="135065" y="42672"/>
                    <a:pt x="138113" y="54673"/>
                    <a:pt x="138113" y="68390"/>
                  </a:cubicBezTo>
                  <a:cubicBezTo>
                    <a:pt x="138113" y="82106"/>
                    <a:pt x="135065" y="94107"/>
                    <a:pt x="128968" y="104489"/>
                  </a:cubicBezTo>
                  <a:cubicBezTo>
                    <a:pt x="122872" y="114871"/>
                    <a:pt x="114490" y="122873"/>
                    <a:pt x="104013" y="128397"/>
                  </a:cubicBezTo>
                  <a:cubicBezTo>
                    <a:pt x="93440" y="133922"/>
                    <a:pt x="81629" y="136779"/>
                    <a:pt x="68675" y="136779"/>
                  </a:cubicBezTo>
                  <a:cubicBezTo>
                    <a:pt x="55721" y="136779"/>
                    <a:pt x="43910" y="134017"/>
                    <a:pt x="33528" y="128397"/>
                  </a:cubicBezTo>
                  <a:close/>
                  <a:moveTo>
                    <a:pt x="88487" y="92964"/>
                  </a:moveTo>
                  <a:cubicBezTo>
                    <a:pt x="93916" y="87249"/>
                    <a:pt x="96679" y="79058"/>
                    <a:pt x="96679" y="68390"/>
                  </a:cubicBezTo>
                  <a:cubicBezTo>
                    <a:pt x="96679" y="57722"/>
                    <a:pt x="94012" y="49530"/>
                    <a:pt x="88678" y="43815"/>
                  </a:cubicBezTo>
                  <a:cubicBezTo>
                    <a:pt x="83344" y="38100"/>
                    <a:pt x="76771" y="35243"/>
                    <a:pt x="69056" y="35243"/>
                  </a:cubicBezTo>
                  <a:cubicBezTo>
                    <a:pt x="61341" y="35243"/>
                    <a:pt x="54483" y="38100"/>
                    <a:pt x="49244" y="43720"/>
                  </a:cubicBezTo>
                  <a:cubicBezTo>
                    <a:pt x="44005" y="49340"/>
                    <a:pt x="41434" y="57531"/>
                    <a:pt x="41434" y="68390"/>
                  </a:cubicBezTo>
                  <a:cubicBezTo>
                    <a:pt x="41434" y="79248"/>
                    <a:pt x="44005" y="87154"/>
                    <a:pt x="49149" y="92964"/>
                  </a:cubicBezTo>
                  <a:cubicBezTo>
                    <a:pt x="54292" y="98679"/>
                    <a:pt x="60769" y="101537"/>
                    <a:pt x="68580" y="101537"/>
                  </a:cubicBezTo>
                  <a:cubicBezTo>
                    <a:pt x="76390" y="101537"/>
                    <a:pt x="82963" y="98679"/>
                    <a:pt x="88487" y="92964"/>
                  </a:cubicBezTo>
                  <a:close/>
                </a:path>
              </a:pathLst>
            </a:custGeom>
            <a:grpFill/>
            <a:ln w="9525" cap="flat">
              <a:noFill/>
              <a:prstDash val="solid"/>
              <a:miter/>
            </a:ln>
          </p:spPr>
          <p:txBody>
            <a:bodyPr rtlCol="0" anchor="ctr"/>
            <a:lstStyle/>
            <a:p>
              <a:endParaRPr lang="fi-FI" sz="3200"/>
            </a:p>
          </p:txBody>
        </p:sp>
        <p:sp>
          <p:nvSpPr>
            <p:cNvPr id="546" name="Vapaamuotoinen: Muoto 545">
              <a:extLst>
                <a:ext uri="{FF2B5EF4-FFF2-40B4-BE49-F238E27FC236}">
                  <a16:creationId xmlns:a16="http://schemas.microsoft.com/office/drawing/2014/main" id="{667EC422-5233-4806-219C-D4AABB5E6A59}"/>
                </a:ext>
              </a:extLst>
            </p:cNvPr>
            <p:cNvSpPr/>
            <p:nvPr/>
          </p:nvSpPr>
          <p:spPr>
            <a:xfrm>
              <a:off x="3307070" y="2177524"/>
              <a:ext cx="138112" cy="136779"/>
            </a:xfrm>
            <a:custGeom>
              <a:avLst/>
              <a:gdLst>
                <a:gd name="connsiteX0" fmla="*/ 33528 w 138112"/>
                <a:gd name="connsiteY0" fmla="*/ 128397 h 136779"/>
                <a:gd name="connsiteX1" fmla="*/ 8953 w 138112"/>
                <a:gd name="connsiteY1" fmla="*/ 104584 h 136779"/>
                <a:gd name="connsiteX2" fmla="*/ 0 w 138112"/>
                <a:gd name="connsiteY2" fmla="*/ 68390 h 136779"/>
                <a:gd name="connsiteX3" fmla="*/ 9049 w 138112"/>
                <a:gd name="connsiteY3" fmla="*/ 32290 h 136779"/>
                <a:gd name="connsiteX4" fmla="*/ 33814 w 138112"/>
                <a:gd name="connsiteY4" fmla="*/ 8382 h 136779"/>
                <a:gd name="connsiteX5" fmla="*/ 69056 w 138112"/>
                <a:gd name="connsiteY5" fmla="*/ 0 h 136779"/>
                <a:gd name="connsiteX6" fmla="*/ 104299 w 138112"/>
                <a:gd name="connsiteY6" fmla="*/ 8382 h 136779"/>
                <a:gd name="connsiteX7" fmla="*/ 129064 w 138112"/>
                <a:gd name="connsiteY7" fmla="*/ 32290 h 136779"/>
                <a:gd name="connsiteX8" fmla="*/ 138113 w 138112"/>
                <a:gd name="connsiteY8" fmla="*/ 68390 h 136779"/>
                <a:gd name="connsiteX9" fmla="*/ 128969 w 138112"/>
                <a:gd name="connsiteY9" fmla="*/ 104489 h 136779"/>
                <a:gd name="connsiteX10" fmla="*/ 104013 w 138112"/>
                <a:gd name="connsiteY10" fmla="*/ 128397 h 136779"/>
                <a:gd name="connsiteX11" fmla="*/ 68675 w 138112"/>
                <a:gd name="connsiteY11" fmla="*/ 136779 h 136779"/>
                <a:gd name="connsiteX12" fmla="*/ 33528 w 138112"/>
                <a:gd name="connsiteY12" fmla="*/ 128397 h 136779"/>
                <a:gd name="connsiteX13" fmla="*/ 88487 w 138112"/>
                <a:gd name="connsiteY13" fmla="*/ 92964 h 136779"/>
                <a:gd name="connsiteX14" fmla="*/ 96679 w 138112"/>
                <a:gd name="connsiteY14" fmla="*/ 68390 h 136779"/>
                <a:gd name="connsiteX15" fmla="*/ 88678 w 138112"/>
                <a:gd name="connsiteY15" fmla="*/ 43815 h 136779"/>
                <a:gd name="connsiteX16" fmla="*/ 69056 w 138112"/>
                <a:gd name="connsiteY16" fmla="*/ 35243 h 136779"/>
                <a:gd name="connsiteX17" fmla="*/ 49340 w 138112"/>
                <a:gd name="connsiteY17" fmla="*/ 43720 h 136779"/>
                <a:gd name="connsiteX18" fmla="*/ 41434 w 138112"/>
                <a:gd name="connsiteY18" fmla="*/ 68390 h 136779"/>
                <a:gd name="connsiteX19" fmla="*/ 49149 w 138112"/>
                <a:gd name="connsiteY19" fmla="*/ 92964 h 136779"/>
                <a:gd name="connsiteX20" fmla="*/ 68580 w 138112"/>
                <a:gd name="connsiteY20" fmla="*/ 101537 h 136779"/>
                <a:gd name="connsiteX21" fmla="*/ 88487 w 138112"/>
                <a:gd name="connsiteY21" fmla="*/ 92964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8112" h="136779">
                  <a:moveTo>
                    <a:pt x="33528" y="128397"/>
                  </a:moveTo>
                  <a:cubicBezTo>
                    <a:pt x="23146" y="122873"/>
                    <a:pt x="14954" y="114871"/>
                    <a:pt x="8953" y="104584"/>
                  </a:cubicBezTo>
                  <a:cubicBezTo>
                    <a:pt x="3048" y="94298"/>
                    <a:pt x="0" y="82201"/>
                    <a:pt x="0" y="68390"/>
                  </a:cubicBezTo>
                  <a:cubicBezTo>
                    <a:pt x="0" y="54578"/>
                    <a:pt x="3048" y="42672"/>
                    <a:pt x="9049" y="32290"/>
                  </a:cubicBezTo>
                  <a:cubicBezTo>
                    <a:pt x="15050" y="21908"/>
                    <a:pt x="23336" y="13907"/>
                    <a:pt x="33814" y="8382"/>
                  </a:cubicBezTo>
                  <a:cubicBezTo>
                    <a:pt x="44291" y="2858"/>
                    <a:pt x="56007" y="0"/>
                    <a:pt x="69056" y="0"/>
                  </a:cubicBezTo>
                  <a:cubicBezTo>
                    <a:pt x="82106" y="0"/>
                    <a:pt x="93821" y="2762"/>
                    <a:pt x="104299" y="8382"/>
                  </a:cubicBezTo>
                  <a:cubicBezTo>
                    <a:pt x="114776" y="13907"/>
                    <a:pt x="123063" y="21908"/>
                    <a:pt x="129064" y="32290"/>
                  </a:cubicBezTo>
                  <a:cubicBezTo>
                    <a:pt x="135065" y="42672"/>
                    <a:pt x="138113" y="54673"/>
                    <a:pt x="138113" y="68390"/>
                  </a:cubicBezTo>
                  <a:cubicBezTo>
                    <a:pt x="138113" y="82106"/>
                    <a:pt x="135065" y="94107"/>
                    <a:pt x="128969" y="104489"/>
                  </a:cubicBezTo>
                  <a:cubicBezTo>
                    <a:pt x="122873" y="114871"/>
                    <a:pt x="114490" y="122873"/>
                    <a:pt x="104013" y="128397"/>
                  </a:cubicBezTo>
                  <a:cubicBezTo>
                    <a:pt x="93440" y="133922"/>
                    <a:pt x="81629" y="136779"/>
                    <a:pt x="68675" y="136779"/>
                  </a:cubicBezTo>
                  <a:cubicBezTo>
                    <a:pt x="55721" y="136779"/>
                    <a:pt x="43910" y="134017"/>
                    <a:pt x="33528" y="128397"/>
                  </a:cubicBezTo>
                  <a:close/>
                  <a:moveTo>
                    <a:pt x="88487" y="92964"/>
                  </a:moveTo>
                  <a:cubicBezTo>
                    <a:pt x="94012" y="87249"/>
                    <a:pt x="96679" y="79058"/>
                    <a:pt x="96679" y="68390"/>
                  </a:cubicBezTo>
                  <a:cubicBezTo>
                    <a:pt x="96679" y="57722"/>
                    <a:pt x="94012" y="49530"/>
                    <a:pt x="88678" y="43815"/>
                  </a:cubicBezTo>
                  <a:cubicBezTo>
                    <a:pt x="83344" y="38100"/>
                    <a:pt x="76771" y="35243"/>
                    <a:pt x="69056" y="35243"/>
                  </a:cubicBezTo>
                  <a:cubicBezTo>
                    <a:pt x="61341" y="35243"/>
                    <a:pt x="54483" y="38100"/>
                    <a:pt x="49340" y="43720"/>
                  </a:cubicBezTo>
                  <a:cubicBezTo>
                    <a:pt x="44101" y="49340"/>
                    <a:pt x="41434" y="57531"/>
                    <a:pt x="41434" y="68390"/>
                  </a:cubicBezTo>
                  <a:cubicBezTo>
                    <a:pt x="41434" y="79248"/>
                    <a:pt x="44006" y="87154"/>
                    <a:pt x="49149" y="92964"/>
                  </a:cubicBezTo>
                  <a:cubicBezTo>
                    <a:pt x="54292" y="98679"/>
                    <a:pt x="60769" y="101537"/>
                    <a:pt x="68580" y="101537"/>
                  </a:cubicBezTo>
                  <a:cubicBezTo>
                    <a:pt x="76390" y="101537"/>
                    <a:pt x="82963" y="98679"/>
                    <a:pt x="88487" y="92964"/>
                  </a:cubicBezTo>
                  <a:close/>
                </a:path>
              </a:pathLst>
            </a:custGeom>
            <a:grpFill/>
            <a:ln w="9525" cap="flat">
              <a:noFill/>
              <a:prstDash val="solid"/>
              <a:miter/>
            </a:ln>
          </p:spPr>
          <p:txBody>
            <a:bodyPr rtlCol="0" anchor="ctr"/>
            <a:lstStyle/>
            <a:p>
              <a:endParaRPr lang="fi-FI" sz="3200"/>
            </a:p>
          </p:txBody>
        </p:sp>
        <p:sp>
          <p:nvSpPr>
            <p:cNvPr id="547" name="Vapaamuotoinen: Muoto 546">
              <a:extLst>
                <a:ext uri="{FF2B5EF4-FFF2-40B4-BE49-F238E27FC236}">
                  <a16:creationId xmlns:a16="http://schemas.microsoft.com/office/drawing/2014/main" id="{A96A4E33-5035-1650-ADCB-06EE881C9119}"/>
                </a:ext>
              </a:extLst>
            </p:cNvPr>
            <p:cNvSpPr/>
            <p:nvPr/>
          </p:nvSpPr>
          <p:spPr>
            <a:xfrm>
              <a:off x="2741857" y="2393647"/>
              <a:ext cx="96393" cy="166401"/>
            </a:xfrm>
            <a:custGeom>
              <a:avLst/>
              <a:gdLst>
                <a:gd name="connsiteX0" fmla="*/ 33338 w 96393"/>
                <a:gd name="connsiteY0" fmla="*/ 27051 h 166401"/>
                <a:gd name="connsiteX1" fmla="*/ 33338 w 96393"/>
                <a:gd name="connsiteY1" fmla="*/ 68770 h 166401"/>
                <a:gd name="connsiteX2" fmla="*/ 89345 w 96393"/>
                <a:gd name="connsiteY2" fmla="*/ 68770 h 166401"/>
                <a:gd name="connsiteX3" fmla="*/ 89345 w 96393"/>
                <a:gd name="connsiteY3" fmla="*/ 95250 h 166401"/>
                <a:gd name="connsiteX4" fmla="*/ 33338 w 96393"/>
                <a:gd name="connsiteY4" fmla="*/ 95250 h 166401"/>
                <a:gd name="connsiteX5" fmla="*/ 33338 w 96393"/>
                <a:gd name="connsiteY5" fmla="*/ 139256 h 166401"/>
                <a:gd name="connsiteX6" fmla="*/ 96393 w 96393"/>
                <a:gd name="connsiteY6" fmla="*/ 139256 h 166401"/>
                <a:gd name="connsiteX7" fmla="*/ 96393 w 96393"/>
                <a:gd name="connsiteY7" fmla="*/ 166402 h 166401"/>
                <a:gd name="connsiteX8" fmla="*/ 0 w 96393"/>
                <a:gd name="connsiteY8" fmla="*/ 166402 h 166401"/>
                <a:gd name="connsiteX9" fmla="*/ 0 w 96393"/>
                <a:gd name="connsiteY9" fmla="*/ 0 h 166401"/>
                <a:gd name="connsiteX10" fmla="*/ 96393 w 96393"/>
                <a:gd name="connsiteY10" fmla="*/ 0 h 166401"/>
                <a:gd name="connsiteX11" fmla="*/ 96393 w 96393"/>
                <a:gd name="connsiteY11" fmla="*/ 27146 h 166401"/>
                <a:gd name="connsiteX12" fmla="*/ 33338 w 96393"/>
                <a:gd name="connsiteY12" fmla="*/ 27146 h 166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6393" h="166401">
                  <a:moveTo>
                    <a:pt x="33338" y="27051"/>
                  </a:moveTo>
                  <a:lnTo>
                    <a:pt x="33338" y="68770"/>
                  </a:lnTo>
                  <a:lnTo>
                    <a:pt x="89345" y="68770"/>
                  </a:lnTo>
                  <a:lnTo>
                    <a:pt x="89345" y="95250"/>
                  </a:lnTo>
                  <a:lnTo>
                    <a:pt x="33338" y="95250"/>
                  </a:lnTo>
                  <a:lnTo>
                    <a:pt x="33338" y="139256"/>
                  </a:lnTo>
                  <a:lnTo>
                    <a:pt x="96393" y="139256"/>
                  </a:lnTo>
                  <a:lnTo>
                    <a:pt x="96393" y="166402"/>
                  </a:lnTo>
                  <a:lnTo>
                    <a:pt x="0" y="166402"/>
                  </a:lnTo>
                  <a:lnTo>
                    <a:pt x="0" y="0"/>
                  </a:lnTo>
                  <a:lnTo>
                    <a:pt x="96393" y="0"/>
                  </a:lnTo>
                  <a:lnTo>
                    <a:pt x="96393" y="27146"/>
                  </a:lnTo>
                  <a:lnTo>
                    <a:pt x="33338" y="27146"/>
                  </a:lnTo>
                  <a:close/>
                </a:path>
              </a:pathLst>
            </a:custGeom>
            <a:grpFill/>
            <a:ln w="9525" cap="flat">
              <a:noFill/>
              <a:prstDash val="solid"/>
              <a:miter/>
            </a:ln>
          </p:spPr>
          <p:txBody>
            <a:bodyPr rtlCol="0" anchor="ctr"/>
            <a:lstStyle/>
            <a:p>
              <a:endParaRPr lang="fi-FI" sz="3200"/>
            </a:p>
          </p:txBody>
        </p:sp>
        <p:sp>
          <p:nvSpPr>
            <p:cNvPr id="548" name="Vapaamuotoinen: Muoto 547">
              <a:extLst>
                <a:ext uri="{FF2B5EF4-FFF2-40B4-BE49-F238E27FC236}">
                  <a16:creationId xmlns:a16="http://schemas.microsoft.com/office/drawing/2014/main" id="{6364A681-00A9-F83D-567B-D00D536B5E1D}"/>
                </a:ext>
              </a:extLst>
            </p:cNvPr>
            <p:cNvSpPr/>
            <p:nvPr/>
          </p:nvSpPr>
          <p:spPr>
            <a:xfrm>
              <a:off x="2861395" y="2425937"/>
              <a:ext cx="109347" cy="136397"/>
            </a:xfrm>
            <a:custGeom>
              <a:avLst/>
              <a:gdLst>
                <a:gd name="connsiteX0" fmla="*/ 28575 w 109347"/>
                <a:gd name="connsiteY0" fmla="*/ 130302 h 136397"/>
                <a:gd name="connsiteX1" fmla="*/ 8192 w 109347"/>
                <a:gd name="connsiteY1" fmla="*/ 114490 h 136397"/>
                <a:gd name="connsiteX2" fmla="*/ 0 w 109347"/>
                <a:gd name="connsiteY2" fmla="*/ 92297 h 136397"/>
                <a:gd name="connsiteX3" fmla="*/ 33623 w 109347"/>
                <a:gd name="connsiteY3" fmla="*/ 92297 h 136397"/>
                <a:gd name="connsiteX4" fmla="*/ 41148 w 109347"/>
                <a:gd name="connsiteY4" fmla="*/ 104965 h 136397"/>
                <a:gd name="connsiteX5" fmla="*/ 57436 w 109347"/>
                <a:gd name="connsiteY5" fmla="*/ 110014 h 136397"/>
                <a:gd name="connsiteX6" fmla="*/ 72295 w 109347"/>
                <a:gd name="connsiteY6" fmla="*/ 106204 h 136397"/>
                <a:gd name="connsiteX7" fmla="*/ 77629 w 109347"/>
                <a:gd name="connsiteY7" fmla="*/ 96393 h 136397"/>
                <a:gd name="connsiteX8" fmla="*/ 71057 w 109347"/>
                <a:gd name="connsiteY8" fmla="*/ 86773 h 136397"/>
                <a:gd name="connsiteX9" fmla="*/ 50197 w 109347"/>
                <a:gd name="connsiteY9" fmla="*/ 79724 h 136397"/>
                <a:gd name="connsiteX10" fmla="*/ 26003 w 109347"/>
                <a:gd name="connsiteY10" fmla="*/ 72390 h 136397"/>
                <a:gd name="connsiteX11" fmla="*/ 9811 w 109347"/>
                <a:gd name="connsiteY11" fmla="*/ 60674 h 136397"/>
                <a:gd name="connsiteX12" fmla="*/ 3048 w 109347"/>
                <a:gd name="connsiteY12" fmla="*/ 39529 h 136397"/>
                <a:gd name="connsiteX13" fmla="*/ 9335 w 109347"/>
                <a:gd name="connsiteY13" fmla="*/ 19526 h 136397"/>
                <a:gd name="connsiteX14" fmla="*/ 27432 w 109347"/>
                <a:gd name="connsiteY14" fmla="*/ 5239 h 136397"/>
                <a:gd name="connsiteX15" fmla="*/ 55150 w 109347"/>
                <a:gd name="connsiteY15" fmla="*/ 0 h 136397"/>
                <a:gd name="connsiteX16" fmla="*/ 92774 w 109347"/>
                <a:gd name="connsiteY16" fmla="*/ 11811 h 136397"/>
                <a:gd name="connsiteX17" fmla="*/ 108204 w 109347"/>
                <a:gd name="connsiteY17" fmla="*/ 43624 h 136397"/>
                <a:gd name="connsiteX18" fmla="*/ 76295 w 109347"/>
                <a:gd name="connsiteY18" fmla="*/ 43624 h 136397"/>
                <a:gd name="connsiteX19" fmla="*/ 69723 w 109347"/>
                <a:gd name="connsiteY19" fmla="*/ 31147 h 136397"/>
                <a:gd name="connsiteX20" fmla="*/ 54102 w 109347"/>
                <a:gd name="connsiteY20" fmla="*/ 26479 h 136397"/>
                <a:gd name="connsiteX21" fmla="*/ 40196 w 109347"/>
                <a:gd name="connsiteY21" fmla="*/ 29813 h 136397"/>
                <a:gd name="connsiteX22" fmla="*/ 35338 w 109347"/>
                <a:gd name="connsiteY22" fmla="*/ 39148 h 136397"/>
                <a:gd name="connsiteX23" fmla="*/ 42005 w 109347"/>
                <a:gd name="connsiteY23" fmla="*/ 49244 h 136397"/>
                <a:gd name="connsiteX24" fmla="*/ 62675 w 109347"/>
                <a:gd name="connsiteY24" fmla="*/ 56293 h 136397"/>
                <a:gd name="connsiteX25" fmla="*/ 86201 w 109347"/>
                <a:gd name="connsiteY25" fmla="*/ 63722 h 136397"/>
                <a:gd name="connsiteX26" fmla="*/ 102299 w 109347"/>
                <a:gd name="connsiteY26" fmla="*/ 75533 h 136397"/>
                <a:gd name="connsiteX27" fmla="*/ 109347 w 109347"/>
                <a:gd name="connsiteY27" fmla="*/ 96583 h 136397"/>
                <a:gd name="connsiteX28" fmla="*/ 103061 w 109347"/>
                <a:gd name="connsiteY28" fmla="*/ 117062 h 136397"/>
                <a:gd name="connsiteX29" fmla="*/ 84963 w 109347"/>
                <a:gd name="connsiteY29" fmla="*/ 131254 h 136397"/>
                <a:gd name="connsiteX30" fmla="*/ 57436 w 109347"/>
                <a:gd name="connsiteY30" fmla="*/ 136398 h 136397"/>
                <a:gd name="connsiteX31" fmla="*/ 28385 w 109347"/>
                <a:gd name="connsiteY31" fmla="*/ 130588 h 136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9347" h="136397">
                  <a:moveTo>
                    <a:pt x="28575" y="130302"/>
                  </a:moveTo>
                  <a:cubicBezTo>
                    <a:pt x="20002" y="126397"/>
                    <a:pt x="13240" y="121158"/>
                    <a:pt x="8192" y="114490"/>
                  </a:cubicBezTo>
                  <a:cubicBezTo>
                    <a:pt x="3143" y="107823"/>
                    <a:pt x="476" y="100489"/>
                    <a:pt x="0" y="92297"/>
                  </a:cubicBezTo>
                  <a:lnTo>
                    <a:pt x="33623" y="92297"/>
                  </a:lnTo>
                  <a:cubicBezTo>
                    <a:pt x="34290" y="97345"/>
                    <a:pt x="36766" y="101632"/>
                    <a:pt x="41148" y="104965"/>
                  </a:cubicBezTo>
                  <a:cubicBezTo>
                    <a:pt x="45529" y="108299"/>
                    <a:pt x="50959" y="110014"/>
                    <a:pt x="57436" y="110014"/>
                  </a:cubicBezTo>
                  <a:cubicBezTo>
                    <a:pt x="63913" y="110014"/>
                    <a:pt x="68771" y="108775"/>
                    <a:pt x="72295" y="106204"/>
                  </a:cubicBezTo>
                  <a:cubicBezTo>
                    <a:pt x="75819" y="103632"/>
                    <a:pt x="77629" y="100393"/>
                    <a:pt x="77629" y="96393"/>
                  </a:cubicBezTo>
                  <a:cubicBezTo>
                    <a:pt x="77629" y="92107"/>
                    <a:pt x="75438" y="88868"/>
                    <a:pt x="71057" y="86773"/>
                  </a:cubicBezTo>
                  <a:cubicBezTo>
                    <a:pt x="66675" y="84582"/>
                    <a:pt x="59722" y="82296"/>
                    <a:pt x="50197" y="79724"/>
                  </a:cubicBezTo>
                  <a:cubicBezTo>
                    <a:pt x="40386" y="77343"/>
                    <a:pt x="32290" y="74866"/>
                    <a:pt x="26003" y="72390"/>
                  </a:cubicBezTo>
                  <a:cubicBezTo>
                    <a:pt x="19717" y="69818"/>
                    <a:pt x="14288" y="66008"/>
                    <a:pt x="9811" y="60674"/>
                  </a:cubicBezTo>
                  <a:cubicBezTo>
                    <a:pt x="5334" y="55435"/>
                    <a:pt x="3048" y="48387"/>
                    <a:pt x="3048" y="39529"/>
                  </a:cubicBezTo>
                  <a:cubicBezTo>
                    <a:pt x="3048" y="32194"/>
                    <a:pt x="5143" y="25527"/>
                    <a:pt x="9335" y="19526"/>
                  </a:cubicBezTo>
                  <a:cubicBezTo>
                    <a:pt x="13526" y="13525"/>
                    <a:pt x="19622" y="8763"/>
                    <a:pt x="27432" y="5239"/>
                  </a:cubicBezTo>
                  <a:cubicBezTo>
                    <a:pt x="35338" y="1714"/>
                    <a:pt x="44577" y="0"/>
                    <a:pt x="55150" y="0"/>
                  </a:cubicBezTo>
                  <a:cubicBezTo>
                    <a:pt x="70866" y="0"/>
                    <a:pt x="83439" y="3905"/>
                    <a:pt x="92774" y="11811"/>
                  </a:cubicBezTo>
                  <a:cubicBezTo>
                    <a:pt x="102108" y="19621"/>
                    <a:pt x="107347" y="30289"/>
                    <a:pt x="108204" y="43624"/>
                  </a:cubicBezTo>
                  <a:lnTo>
                    <a:pt x="76295" y="43624"/>
                  </a:lnTo>
                  <a:cubicBezTo>
                    <a:pt x="75819" y="38386"/>
                    <a:pt x="73628" y="34195"/>
                    <a:pt x="69723" y="31147"/>
                  </a:cubicBezTo>
                  <a:cubicBezTo>
                    <a:pt x="65818" y="28003"/>
                    <a:pt x="60579" y="26479"/>
                    <a:pt x="54102" y="26479"/>
                  </a:cubicBezTo>
                  <a:cubicBezTo>
                    <a:pt x="48101" y="26479"/>
                    <a:pt x="43434" y="27622"/>
                    <a:pt x="40196" y="29813"/>
                  </a:cubicBezTo>
                  <a:cubicBezTo>
                    <a:pt x="36957" y="32004"/>
                    <a:pt x="35338" y="35147"/>
                    <a:pt x="35338" y="39148"/>
                  </a:cubicBezTo>
                  <a:cubicBezTo>
                    <a:pt x="35338" y="43624"/>
                    <a:pt x="37528" y="46958"/>
                    <a:pt x="42005" y="49244"/>
                  </a:cubicBezTo>
                  <a:cubicBezTo>
                    <a:pt x="46482" y="51530"/>
                    <a:pt x="53340" y="53912"/>
                    <a:pt x="62675" y="56293"/>
                  </a:cubicBezTo>
                  <a:cubicBezTo>
                    <a:pt x="72200" y="58674"/>
                    <a:pt x="80105" y="61150"/>
                    <a:pt x="86201" y="63722"/>
                  </a:cubicBezTo>
                  <a:cubicBezTo>
                    <a:pt x="92393" y="66294"/>
                    <a:pt x="97727" y="70199"/>
                    <a:pt x="102299" y="75533"/>
                  </a:cubicBezTo>
                  <a:cubicBezTo>
                    <a:pt x="106871" y="80867"/>
                    <a:pt x="109157" y="87916"/>
                    <a:pt x="109347" y="96583"/>
                  </a:cubicBezTo>
                  <a:cubicBezTo>
                    <a:pt x="109347" y="104203"/>
                    <a:pt x="107252" y="111062"/>
                    <a:pt x="103061" y="117062"/>
                  </a:cubicBezTo>
                  <a:cubicBezTo>
                    <a:pt x="98870" y="123063"/>
                    <a:pt x="92774" y="127825"/>
                    <a:pt x="84963" y="131254"/>
                  </a:cubicBezTo>
                  <a:cubicBezTo>
                    <a:pt x="77057" y="134684"/>
                    <a:pt x="67913" y="136398"/>
                    <a:pt x="57436" y="136398"/>
                  </a:cubicBezTo>
                  <a:cubicBezTo>
                    <a:pt x="46958" y="136398"/>
                    <a:pt x="36957" y="134398"/>
                    <a:pt x="28385" y="130588"/>
                  </a:cubicBezTo>
                  <a:close/>
                </a:path>
              </a:pathLst>
            </a:custGeom>
            <a:grpFill/>
            <a:ln w="9525" cap="flat">
              <a:noFill/>
              <a:prstDash val="solid"/>
              <a:miter/>
            </a:ln>
          </p:spPr>
          <p:txBody>
            <a:bodyPr rtlCol="0" anchor="ctr"/>
            <a:lstStyle/>
            <a:p>
              <a:endParaRPr lang="fi-FI" sz="3200"/>
            </a:p>
          </p:txBody>
        </p:sp>
        <p:sp>
          <p:nvSpPr>
            <p:cNvPr id="549" name="Vapaamuotoinen: Muoto 548">
              <a:extLst>
                <a:ext uri="{FF2B5EF4-FFF2-40B4-BE49-F238E27FC236}">
                  <a16:creationId xmlns:a16="http://schemas.microsoft.com/office/drawing/2014/main" id="{6D41E43D-D81F-671D-7A7F-55CCF272DEB3}"/>
                </a:ext>
              </a:extLst>
            </p:cNvPr>
            <p:cNvSpPr/>
            <p:nvPr/>
          </p:nvSpPr>
          <p:spPr>
            <a:xfrm>
              <a:off x="2998270" y="2383836"/>
              <a:ext cx="137159" cy="178403"/>
            </a:xfrm>
            <a:custGeom>
              <a:avLst/>
              <a:gdLst>
                <a:gd name="connsiteX0" fmla="*/ 51054 w 137159"/>
                <a:gd name="connsiteY0" fmla="*/ 48006 h 178403"/>
                <a:gd name="connsiteX1" fmla="*/ 76867 w 137159"/>
                <a:gd name="connsiteY1" fmla="*/ 42101 h 178403"/>
                <a:gd name="connsiteX2" fmla="*/ 107442 w 137159"/>
                <a:gd name="connsiteY2" fmla="*/ 50482 h 178403"/>
                <a:gd name="connsiteX3" fmla="*/ 129159 w 137159"/>
                <a:gd name="connsiteY3" fmla="*/ 74200 h 178403"/>
                <a:gd name="connsiteX4" fmla="*/ 137160 w 137159"/>
                <a:gd name="connsiteY4" fmla="*/ 109823 h 178403"/>
                <a:gd name="connsiteX5" fmla="*/ 129159 w 137159"/>
                <a:gd name="connsiteY5" fmla="*/ 145637 h 178403"/>
                <a:gd name="connsiteX6" fmla="*/ 107442 w 137159"/>
                <a:gd name="connsiteY6" fmla="*/ 169831 h 178403"/>
                <a:gd name="connsiteX7" fmla="*/ 76867 w 137159"/>
                <a:gd name="connsiteY7" fmla="*/ 178403 h 178403"/>
                <a:gd name="connsiteX8" fmla="*/ 51054 w 137159"/>
                <a:gd name="connsiteY8" fmla="*/ 172593 h 178403"/>
                <a:gd name="connsiteX9" fmla="*/ 33338 w 137159"/>
                <a:gd name="connsiteY9" fmla="*/ 157448 h 178403"/>
                <a:gd name="connsiteX10" fmla="*/ 33338 w 137159"/>
                <a:gd name="connsiteY10" fmla="*/ 176213 h 178403"/>
                <a:gd name="connsiteX11" fmla="*/ 0 w 137159"/>
                <a:gd name="connsiteY11" fmla="*/ 176213 h 178403"/>
                <a:gd name="connsiteX12" fmla="*/ 0 w 137159"/>
                <a:gd name="connsiteY12" fmla="*/ 0 h 178403"/>
                <a:gd name="connsiteX13" fmla="*/ 33338 w 137159"/>
                <a:gd name="connsiteY13" fmla="*/ 0 h 178403"/>
                <a:gd name="connsiteX14" fmla="*/ 33338 w 137159"/>
                <a:gd name="connsiteY14" fmla="*/ 63532 h 178403"/>
                <a:gd name="connsiteX15" fmla="*/ 51054 w 137159"/>
                <a:gd name="connsiteY15" fmla="*/ 48101 h 178403"/>
                <a:gd name="connsiteX16" fmla="*/ 98203 w 137159"/>
                <a:gd name="connsiteY16" fmla="*/ 89059 h 178403"/>
                <a:gd name="connsiteX17" fmla="*/ 85344 w 137159"/>
                <a:gd name="connsiteY17" fmla="*/ 75819 h 178403"/>
                <a:gd name="connsiteX18" fmla="*/ 68104 w 137159"/>
                <a:gd name="connsiteY18" fmla="*/ 71247 h 178403"/>
                <a:gd name="connsiteX19" fmla="*/ 51054 w 137159"/>
                <a:gd name="connsiteY19" fmla="*/ 75914 h 178403"/>
                <a:gd name="connsiteX20" fmla="*/ 38195 w 137159"/>
                <a:gd name="connsiteY20" fmla="*/ 89345 h 178403"/>
                <a:gd name="connsiteX21" fmla="*/ 33338 w 137159"/>
                <a:gd name="connsiteY21" fmla="*/ 110014 h 178403"/>
                <a:gd name="connsiteX22" fmla="*/ 38195 w 137159"/>
                <a:gd name="connsiteY22" fmla="*/ 130683 h 178403"/>
                <a:gd name="connsiteX23" fmla="*/ 51054 w 137159"/>
                <a:gd name="connsiteY23" fmla="*/ 144113 h 178403"/>
                <a:gd name="connsiteX24" fmla="*/ 68104 w 137159"/>
                <a:gd name="connsiteY24" fmla="*/ 148780 h 178403"/>
                <a:gd name="connsiteX25" fmla="*/ 85344 w 137159"/>
                <a:gd name="connsiteY25" fmla="*/ 144018 h 178403"/>
                <a:gd name="connsiteX26" fmla="*/ 98203 w 137159"/>
                <a:gd name="connsiteY26" fmla="*/ 130493 h 178403"/>
                <a:gd name="connsiteX27" fmla="*/ 103061 w 137159"/>
                <a:gd name="connsiteY27" fmla="*/ 109538 h 178403"/>
                <a:gd name="connsiteX28" fmla="*/ 98203 w 137159"/>
                <a:gd name="connsiteY28" fmla="*/ 88964 h 178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159" h="178403">
                  <a:moveTo>
                    <a:pt x="51054" y="48006"/>
                  </a:moveTo>
                  <a:cubicBezTo>
                    <a:pt x="58579" y="44005"/>
                    <a:pt x="67246" y="42101"/>
                    <a:pt x="76867" y="42101"/>
                  </a:cubicBezTo>
                  <a:cubicBezTo>
                    <a:pt x="88106" y="42101"/>
                    <a:pt x="98298" y="44863"/>
                    <a:pt x="107442" y="50482"/>
                  </a:cubicBezTo>
                  <a:cubicBezTo>
                    <a:pt x="116586" y="56007"/>
                    <a:pt x="123825" y="63913"/>
                    <a:pt x="129159" y="74200"/>
                  </a:cubicBezTo>
                  <a:cubicBezTo>
                    <a:pt x="134493" y="84392"/>
                    <a:pt x="137160" y="96298"/>
                    <a:pt x="137160" y="109823"/>
                  </a:cubicBezTo>
                  <a:cubicBezTo>
                    <a:pt x="137160" y="123349"/>
                    <a:pt x="134493" y="135255"/>
                    <a:pt x="129159" y="145637"/>
                  </a:cubicBezTo>
                  <a:cubicBezTo>
                    <a:pt x="123825" y="156020"/>
                    <a:pt x="116586" y="164116"/>
                    <a:pt x="107442" y="169831"/>
                  </a:cubicBezTo>
                  <a:cubicBezTo>
                    <a:pt x="98298" y="175546"/>
                    <a:pt x="88106" y="178403"/>
                    <a:pt x="76867" y="178403"/>
                  </a:cubicBezTo>
                  <a:cubicBezTo>
                    <a:pt x="67056" y="178403"/>
                    <a:pt x="58388" y="176403"/>
                    <a:pt x="51054" y="172593"/>
                  </a:cubicBezTo>
                  <a:cubicBezTo>
                    <a:pt x="43720" y="168783"/>
                    <a:pt x="37719" y="163640"/>
                    <a:pt x="33338" y="157448"/>
                  </a:cubicBezTo>
                  <a:lnTo>
                    <a:pt x="33338" y="176213"/>
                  </a:lnTo>
                  <a:lnTo>
                    <a:pt x="0" y="176213"/>
                  </a:lnTo>
                  <a:lnTo>
                    <a:pt x="0" y="0"/>
                  </a:lnTo>
                  <a:lnTo>
                    <a:pt x="33338" y="0"/>
                  </a:lnTo>
                  <a:lnTo>
                    <a:pt x="33338" y="63532"/>
                  </a:lnTo>
                  <a:cubicBezTo>
                    <a:pt x="37624" y="57150"/>
                    <a:pt x="43529" y="52006"/>
                    <a:pt x="51054" y="48101"/>
                  </a:cubicBezTo>
                  <a:close/>
                  <a:moveTo>
                    <a:pt x="98203" y="89059"/>
                  </a:moveTo>
                  <a:cubicBezTo>
                    <a:pt x="94964" y="83249"/>
                    <a:pt x="90678" y="78867"/>
                    <a:pt x="85344" y="75819"/>
                  </a:cubicBezTo>
                  <a:cubicBezTo>
                    <a:pt x="80010" y="72771"/>
                    <a:pt x="74295" y="71247"/>
                    <a:pt x="68104" y="71247"/>
                  </a:cubicBezTo>
                  <a:cubicBezTo>
                    <a:pt x="61913" y="71247"/>
                    <a:pt x="56388" y="72771"/>
                    <a:pt x="51054" y="75914"/>
                  </a:cubicBezTo>
                  <a:cubicBezTo>
                    <a:pt x="45720" y="79057"/>
                    <a:pt x="41434" y="83534"/>
                    <a:pt x="38195" y="89345"/>
                  </a:cubicBezTo>
                  <a:cubicBezTo>
                    <a:pt x="34957" y="95155"/>
                    <a:pt x="33338" y="102108"/>
                    <a:pt x="33338" y="110014"/>
                  </a:cubicBezTo>
                  <a:cubicBezTo>
                    <a:pt x="33338" y="117920"/>
                    <a:pt x="34957" y="124873"/>
                    <a:pt x="38195" y="130683"/>
                  </a:cubicBezTo>
                  <a:cubicBezTo>
                    <a:pt x="41434" y="136589"/>
                    <a:pt x="45720" y="141065"/>
                    <a:pt x="51054" y="144113"/>
                  </a:cubicBezTo>
                  <a:cubicBezTo>
                    <a:pt x="56388" y="147161"/>
                    <a:pt x="62008" y="148780"/>
                    <a:pt x="68104" y="148780"/>
                  </a:cubicBezTo>
                  <a:cubicBezTo>
                    <a:pt x="74200" y="148780"/>
                    <a:pt x="80010" y="147161"/>
                    <a:pt x="85344" y="144018"/>
                  </a:cubicBezTo>
                  <a:cubicBezTo>
                    <a:pt x="90678" y="140875"/>
                    <a:pt x="94964" y="136303"/>
                    <a:pt x="98203" y="130493"/>
                  </a:cubicBezTo>
                  <a:cubicBezTo>
                    <a:pt x="101441" y="124587"/>
                    <a:pt x="103061" y="117634"/>
                    <a:pt x="103061" y="109538"/>
                  </a:cubicBezTo>
                  <a:cubicBezTo>
                    <a:pt x="103061" y="101441"/>
                    <a:pt x="101441" y="94774"/>
                    <a:pt x="98203" y="88964"/>
                  </a:cubicBezTo>
                  <a:close/>
                </a:path>
              </a:pathLst>
            </a:custGeom>
            <a:grpFill/>
            <a:ln w="9525" cap="flat">
              <a:noFill/>
              <a:prstDash val="solid"/>
              <a:miter/>
            </a:ln>
          </p:spPr>
          <p:txBody>
            <a:bodyPr rtlCol="0" anchor="ctr"/>
            <a:lstStyle/>
            <a:p>
              <a:endParaRPr lang="fi-FI" sz="3200"/>
            </a:p>
          </p:txBody>
        </p:sp>
        <p:sp>
          <p:nvSpPr>
            <p:cNvPr id="550" name="Vapaamuotoinen: Muoto 549">
              <a:extLst>
                <a:ext uri="{FF2B5EF4-FFF2-40B4-BE49-F238E27FC236}">
                  <a16:creationId xmlns:a16="http://schemas.microsoft.com/office/drawing/2014/main" id="{0C35E4AB-DB9A-4837-EE59-81ECCB846BCD}"/>
                </a:ext>
              </a:extLst>
            </p:cNvPr>
            <p:cNvSpPr/>
            <p:nvPr/>
          </p:nvSpPr>
          <p:spPr>
            <a:xfrm>
              <a:off x="3151432" y="2425937"/>
              <a:ext cx="135636" cy="136207"/>
            </a:xfrm>
            <a:custGeom>
              <a:avLst/>
              <a:gdLst>
                <a:gd name="connsiteX0" fmla="*/ 32576 w 135636"/>
                <a:gd name="connsiteY0" fmla="*/ 127730 h 136207"/>
                <a:gd name="connsiteX1" fmla="*/ 8668 w 135636"/>
                <a:gd name="connsiteY1" fmla="*/ 103822 h 136207"/>
                <a:gd name="connsiteX2" fmla="*/ 0 w 135636"/>
                <a:gd name="connsiteY2" fmla="*/ 68104 h 136207"/>
                <a:gd name="connsiteX3" fmla="*/ 8953 w 135636"/>
                <a:gd name="connsiteY3" fmla="*/ 32385 h 136207"/>
                <a:gd name="connsiteX4" fmla="*/ 33338 w 135636"/>
                <a:gd name="connsiteY4" fmla="*/ 8477 h 136207"/>
                <a:gd name="connsiteX5" fmla="*/ 67818 w 135636"/>
                <a:gd name="connsiteY5" fmla="*/ 0 h 136207"/>
                <a:gd name="connsiteX6" fmla="*/ 102299 w 135636"/>
                <a:gd name="connsiteY6" fmla="*/ 8477 h 136207"/>
                <a:gd name="connsiteX7" fmla="*/ 126682 w 135636"/>
                <a:gd name="connsiteY7" fmla="*/ 32385 h 136207"/>
                <a:gd name="connsiteX8" fmla="*/ 135636 w 135636"/>
                <a:gd name="connsiteY8" fmla="*/ 68104 h 136207"/>
                <a:gd name="connsiteX9" fmla="*/ 126492 w 135636"/>
                <a:gd name="connsiteY9" fmla="*/ 103822 h 136207"/>
                <a:gd name="connsiteX10" fmla="*/ 101727 w 135636"/>
                <a:gd name="connsiteY10" fmla="*/ 127730 h 136207"/>
                <a:gd name="connsiteX11" fmla="*/ 66866 w 135636"/>
                <a:gd name="connsiteY11" fmla="*/ 136208 h 136207"/>
                <a:gd name="connsiteX12" fmla="*/ 32576 w 135636"/>
                <a:gd name="connsiteY12" fmla="*/ 127730 h 136207"/>
                <a:gd name="connsiteX13" fmla="*/ 83915 w 135636"/>
                <a:gd name="connsiteY13" fmla="*/ 102775 h 136207"/>
                <a:gd name="connsiteX14" fmla="*/ 96679 w 135636"/>
                <a:gd name="connsiteY14" fmla="*/ 89535 h 136207"/>
                <a:gd name="connsiteX15" fmla="*/ 101441 w 135636"/>
                <a:gd name="connsiteY15" fmla="*/ 68104 h 136207"/>
                <a:gd name="connsiteX16" fmla="*/ 91535 w 135636"/>
                <a:gd name="connsiteY16" fmla="*/ 39148 h 136207"/>
                <a:gd name="connsiteX17" fmla="*/ 67342 w 135636"/>
                <a:gd name="connsiteY17" fmla="*/ 29051 h 136207"/>
                <a:gd name="connsiteX18" fmla="*/ 43434 w 135636"/>
                <a:gd name="connsiteY18" fmla="*/ 39148 h 136207"/>
                <a:gd name="connsiteX19" fmla="*/ 33814 w 135636"/>
                <a:gd name="connsiteY19" fmla="*/ 68104 h 136207"/>
                <a:gd name="connsiteX20" fmla="*/ 43244 w 135636"/>
                <a:gd name="connsiteY20" fmla="*/ 97060 h 136207"/>
                <a:gd name="connsiteX21" fmla="*/ 66961 w 135636"/>
                <a:gd name="connsiteY21" fmla="*/ 107156 h 136207"/>
                <a:gd name="connsiteX22" fmla="*/ 84011 w 135636"/>
                <a:gd name="connsiteY22" fmla="*/ 102775 h 1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5636" h="136207">
                  <a:moveTo>
                    <a:pt x="32576" y="127730"/>
                  </a:moveTo>
                  <a:cubicBezTo>
                    <a:pt x="22384" y="122111"/>
                    <a:pt x="14478" y="114109"/>
                    <a:pt x="8668" y="103822"/>
                  </a:cubicBezTo>
                  <a:cubicBezTo>
                    <a:pt x="2857" y="93536"/>
                    <a:pt x="0" y="81629"/>
                    <a:pt x="0" y="68104"/>
                  </a:cubicBezTo>
                  <a:cubicBezTo>
                    <a:pt x="0" y="54578"/>
                    <a:pt x="2953" y="42672"/>
                    <a:pt x="8953" y="32385"/>
                  </a:cubicBezTo>
                  <a:cubicBezTo>
                    <a:pt x="14859" y="22098"/>
                    <a:pt x="23051" y="14097"/>
                    <a:pt x="33338" y="8477"/>
                  </a:cubicBezTo>
                  <a:cubicBezTo>
                    <a:pt x="43625" y="2857"/>
                    <a:pt x="55150" y="0"/>
                    <a:pt x="67818" y="0"/>
                  </a:cubicBezTo>
                  <a:cubicBezTo>
                    <a:pt x="80486" y="0"/>
                    <a:pt x="92012" y="2857"/>
                    <a:pt x="102299" y="8477"/>
                  </a:cubicBezTo>
                  <a:cubicBezTo>
                    <a:pt x="112586" y="14097"/>
                    <a:pt x="120777" y="22098"/>
                    <a:pt x="126682" y="32385"/>
                  </a:cubicBezTo>
                  <a:cubicBezTo>
                    <a:pt x="132588" y="42672"/>
                    <a:pt x="135636" y="54578"/>
                    <a:pt x="135636" y="68104"/>
                  </a:cubicBezTo>
                  <a:cubicBezTo>
                    <a:pt x="135636" y="81629"/>
                    <a:pt x="132588" y="93536"/>
                    <a:pt x="126492" y="103822"/>
                  </a:cubicBezTo>
                  <a:cubicBezTo>
                    <a:pt x="120396" y="114109"/>
                    <a:pt x="112109" y="122111"/>
                    <a:pt x="101727" y="127730"/>
                  </a:cubicBezTo>
                  <a:cubicBezTo>
                    <a:pt x="91345" y="133350"/>
                    <a:pt x="79724" y="136208"/>
                    <a:pt x="66866" y="136208"/>
                  </a:cubicBezTo>
                  <a:cubicBezTo>
                    <a:pt x="54007" y="136208"/>
                    <a:pt x="42767" y="133350"/>
                    <a:pt x="32576" y="127730"/>
                  </a:cubicBezTo>
                  <a:close/>
                  <a:moveTo>
                    <a:pt x="83915" y="102775"/>
                  </a:moveTo>
                  <a:cubicBezTo>
                    <a:pt x="89249" y="99822"/>
                    <a:pt x="93440" y="95440"/>
                    <a:pt x="96679" y="89535"/>
                  </a:cubicBezTo>
                  <a:cubicBezTo>
                    <a:pt x="99822" y="83629"/>
                    <a:pt x="101441" y="76486"/>
                    <a:pt x="101441" y="68104"/>
                  </a:cubicBezTo>
                  <a:cubicBezTo>
                    <a:pt x="101441" y="55531"/>
                    <a:pt x="98107" y="45910"/>
                    <a:pt x="91535" y="39148"/>
                  </a:cubicBezTo>
                  <a:cubicBezTo>
                    <a:pt x="84963" y="32385"/>
                    <a:pt x="76867" y="29051"/>
                    <a:pt x="67342" y="29051"/>
                  </a:cubicBezTo>
                  <a:cubicBezTo>
                    <a:pt x="57817" y="29051"/>
                    <a:pt x="49816" y="32385"/>
                    <a:pt x="43434" y="39148"/>
                  </a:cubicBezTo>
                  <a:cubicBezTo>
                    <a:pt x="37052" y="45910"/>
                    <a:pt x="33814" y="55531"/>
                    <a:pt x="33814" y="68104"/>
                  </a:cubicBezTo>
                  <a:cubicBezTo>
                    <a:pt x="33814" y="80677"/>
                    <a:pt x="36957" y="90297"/>
                    <a:pt x="43244" y="97060"/>
                  </a:cubicBezTo>
                  <a:cubicBezTo>
                    <a:pt x="49530" y="103822"/>
                    <a:pt x="57436" y="107156"/>
                    <a:pt x="66961" y="107156"/>
                  </a:cubicBezTo>
                  <a:cubicBezTo>
                    <a:pt x="72962" y="107156"/>
                    <a:pt x="78677" y="105727"/>
                    <a:pt x="84011" y="102775"/>
                  </a:cubicBezTo>
                  <a:close/>
                </a:path>
              </a:pathLst>
            </a:custGeom>
            <a:grpFill/>
            <a:ln w="9525" cap="flat">
              <a:noFill/>
              <a:prstDash val="solid"/>
              <a:miter/>
            </a:ln>
          </p:spPr>
          <p:txBody>
            <a:bodyPr rtlCol="0" anchor="ctr"/>
            <a:lstStyle/>
            <a:p>
              <a:endParaRPr lang="fi-FI" sz="3200"/>
            </a:p>
          </p:txBody>
        </p:sp>
      </p:grpSp>
      <p:cxnSp>
        <p:nvCxnSpPr>
          <p:cNvPr id="340" name="Suora yhdysviiva 339">
            <a:extLst>
              <a:ext uri="{FF2B5EF4-FFF2-40B4-BE49-F238E27FC236}">
                <a16:creationId xmlns:a16="http://schemas.microsoft.com/office/drawing/2014/main" id="{ECAFD121-08EB-3304-AB66-FF2B62AE5179}"/>
              </a:ext>
              <a:ext uri="{C183D7F6-B498-43B3-948B-1728B52AA6E4}">
                <adec:decorative xmlns:adec="http://schemas.microsoft.com/office/drawing/2017/decorative" val="1"/>
              </a:ext>
            </a:extLst>
          </p:cNvPr>
          <p:cNvCxnSpPr>
            <a:cxnSpLocks/>
          </p:cNvCxnSpPr>
          <p:nvPr userDrawn="1"/>
        </p:nvCxnSpPr>
        <p:spPr>
          <a:xfrm>
            <a:off x="10798653" y="3723503"/>
            <a:ext cx="137290" cy="544255"/>
          </a:xfrm>
          <a:prstGeom prst="line">
            <a:avLst/>
          </a:prstGeom>
          <a:solidFill>
            <a:schemeClr val="accent2"/>
          </a:solidFill>
          <a:ln>
            <a:solidFill>
              <a:schemeClr val="bg1"/>
            </a:solidFill>
          </a:ln>
        </p:spPr>
        <p:style>
          <a:lnRef idx="2">
            <a:schemeClr val="accent5"/>
          </a:lnRef>
          <a:fillRef idx="0">
            <a:schemeClr val="accent5"/>
          </a:fillRef>
          <a:effectRef idx="1">
            <a:schemeClr val="accent5"/>
          </a:effectRef>
          <a:fontRef idx="minor">
            <a:schemeClr val="tx1"/>
          </a:fontRef>
        </p:style>
      </p:cxnSp>
      <p:grpSp>
        <p:nvGrpSpPr>
          <p:cNvPr id="538" name="Ryhmä 537">
            <a:extLst>
              <a:ext uri="{FF2B5EF4-FFF2-40B4-BE49-F238E27FC236}">
                <a16:creationId xmlns:a16="http://schemas.microsoft.com/office/drawing/2014/main" id="{1CF916B0-DFB4-4CF3-DEA3-74F94960E670}"/>
              </a:ext>
              <a:ext uri="{C183D7F6-B498-43B3-948B-1728B52AA6E4}">
                <adec:decorative xmlns:adec="http://schemas.microsoft.com/office/drawing/2017/decorative" val="1"/>
              </a:ext>
            </a:extLst>
          </p:cNvPr>
          <p:cNvGrpSpPr/>
          <p:nvPr userDrawn="1"/>
        </p:nvGrpSpPr>
        <p:grpSpPr>
          <a:xfrm>
            <a:off x="9909534" y="1106349"/>
            <a:ext cx="692823" cy="350020"/>
            <a:chOff x="3587355" y="1318645"/>
            <a:chExt cx="996411" cy="503395"/>
          </a:xfrm>
          <a:solidFill>
            <a:schemeClr val="bg1"/>
          </a:solidFill>
        </p:grpSpPr>
        <p:sp>
          <p:nvSpPr>
            <p:cNvPr id="523" name="Vapaamuotoinen: Muoto 522">
              <a:extLst>
                <a:ext uri="{FF2B5EF4-FFF2-40B4-BE49-F238E27FC236}">
                  <a16:creationId xmlns:a16="http://schemas.microsoft.com/office/drawing/2014/main" id="{C0BBC10A-AB14-D463-7BB1-CFB49D8641AC}"/>
                </a:ext>
              </a:extLst>
            </p:cNvPr>
            <p:cNvSpPr/>
            <p:nvPr/>
          </p:nvSpPr>
          <p:spPr>
            <a:xfrm>
              <a:off x="3587355" y="1342171"/>
              <a:ext cx="146780" cy="167163"/>
            </a:xfrm>
            <a:custGeom>
              <a:avLst/>
              <a:gdLst>
                <a:gd name="connsiteX0" fmla="*/ 96965 w 146780"/>
                <a:gd name="connsiteY0" fmla="*/ 167164 h 167163"/>
                <a:gd name="connsiteX1" fmla="*/ 40767 w 146780"/>
                <a:gd name="connsiteY1" fmla="*/ 93345 h 167163"/>
                <a:gd name="connsiteX2" fmla="*/ 40767 w 146780"/>
                <a:gd name="connsiteY2" fmla="*/ 167164 h 167163"/>
                <a:gd name="connsiteX3" fmla="*/ 0 w 146780"/>
                <a:gd name="connsiteY3" fmla="*/ 167164 h 167163"/>
                <a:gd name="connsiteX4" fmla="*/ 0 w 146780"/>
                <a:gd name="connsiteY4" fmla="*/ 0 h 167163"/>
                <a:gd name="connsiteX5" fmla="*/ 40767 w 146780"/>
                <a:gd name="connsiteY5" fmla="*/ 0 h 167163"/>
                <a:gd name="connsiteX6" fmla="*/ 40767 w 146780"/>
                <a:gd name="connsiteY6" fmla="*/ 73343 h 167163"/>
                <a:gd name="connsiteX7" fmla="*/ 96488 w 146780"/>
                <a:gd name="connsiteY7" fmla="*/ 0 h 167163"/>
                <a:gd name="connsiteX8" fmla="*/ 144399 w 146780"/>
                <a:gd name="connsiteY8" fmla="*/ 0 h 167163"/>
                <a:gd name="connsiteX9" fmla="*/ 79629 w 146780"/>
                <a:gd name="connsiteY9" fmla="*/ 81915 h 167163"/>
                <a:gd name="connsiteX10" fmla="*/ 146780 w 146780"/>
                <a:gd name="connsiteY10" fmla="*/ 167164 h 167163"/>
                <a:gd name="connsiteX11" fmla="*/ 97060 w 146780"/>
                <a:gd name="connsiteY11" fmla="*/ 167164 h 16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6780" h="167163">
                  <a:moveTo>
                    <a:pt x="96965" y="167164"/>
                  </a:moveTo>
                  <a:lnTo>
                    <a:pt x="40767" y="93345"/>
                  </a:lnTo>
                  <a:lnTo>
                    <a:pt x="40767" y="167164"/>
                  </a:lnTo>
                  <a:lnTo>
                    <a:pt x="0" y="167164"/>
                  </a:lnTo>
                  <a:lnTo>
                    <a:pt x="0" y="0"/>
                  </a:lnTo>
                  <a:lnTo>
                    <a:pt x="40767" y="0"/>
                  </a:lnTo>
                  <a:lnTo>
                    <a:pt x="40767" y="73343"/>
                  </a:lnTo>
                  <a:lnTo>
                    <a:pt x="96488" y="0"/>
                  </a:lnTo>
                  <a:lnTo>
                    <a:pt x="144399" y="0"/>
                  </a:lnTo>
                  <a:lnTo>
                    <a:pt x="79629" y="81915"/>
                  </a:lnTo>
                  <a:lnTo>
                    <a:pt x="146780" y="167164"/>
                  </a:lnTo>
                  <a:lnTo>
                    <a:pt x="97060" y="167164"/>
                  </a:lnTo>
                  <a:close/>
                </a:path>
              </a:pathLst>
            </a:custGeom>
            <a:grpFill/>
            <a:ln w="9525" cap="flat">
              <a:noFill/>
              <a:prstDash val="solid"/>
              <a:miter/>
            </a:ln>
          </p:spPr>
          <p:txBody>
            <a:bodyPr rtlCol="0" anchor="ctr"/>
            <a:lstStyle/>
            <a:p>
              <a:endParaRPr lang="fi-FI" sz="3200"/>
            </a:p>
          </p:txBody>
        </p:sp>
        <p:sp>
          <p:nvSpPr>
            <p:cNvPr id="524" name="Vapaamuotoinen: Muoto 523">
              <a:extLst>
                <a:ext uri="{FF2B5EF4-FFF2-40B4-BE49-F238E27FC236}">
                  <a16:creationId xmlns:a16="http://schemas.microsoft.com/office/drawing/2014/main" id="{F66F8B8D-552D-4A95-73D8-49ED45B2F26C}"/>
                </a:ext>
              </a:extLst>
            </p:cNvPr>
            <p:cNvSpPr/>
            <p:nvPr/>
          </p:nvSpPr>
          <p:spPr>
            <a:xfrm>
              <a:off x="3745185" y="1374556"/>
              <a:ext cx="140207" cy="136588"/>
            </a:xfrm>
            <a:custGeom>
              <a:avLst/>
              <a:gdLst>
                <a:gd name="connsiteX0" fmla="*/ 7810 w 140207"/>
                <a:gd name="connsiteY0" fmla="*/ 32195 h 136588"/>
                <a:gd name="connsiteX1" fmla="*/ 28861 w 140207"/>
                <a:gd name="connsiteY1" fmla="*/ 8382 h 136588"/>
                <a:gd name="connsiteX2" fmla="*/ 58579 w 140207"/>
                <a:gd name="connsiteY2" fmla="*/ 0 h 136588"/>
                <a:gd name="connsiteX3" fmla="*/ 83249 w 140207"/>
                <a:gd name="connsiteY3" fmla="*/ 5715 h 136588"/>
                <a:gd name="connsiteX4" fmla="*/ 99536 w 140207"/>
                <a:gd name="connsiteY4" fmla="*/ 20669 h 136588"/>
                <a:gd name="connsiteX5" fmla="*/ 99536 w 140207"/>
                <a:gd name="connsiteY5" fmla="*/ 1810 h 136588"/>
                <a:gd name="connsiteX6" fmla="*/ 140208 w 140207"/>
                <a:gd name="connsiteY6" fmla="*/ 1810 h 136588"/>
                <a:gd name="connsiteX7" fmla="*/ 140208 w 140207"/>
                <a:gd name="connsiteY7" fmla="*/ 134684 h 136588"/>
                <a:gd name="connsiteX8" fmla="*/ 99536 w 140207"/>
                <a:gd name="connsiteY8" fmla="*/ 134684 h 136588"/>
                <a:gd name="connsiteX9" fmla="*/ 99536 w 140207"/>
                <a:gd name="connsiteY9" fmla="*/ 115824 h 136588"/>
                <a:gd name="connsiteX10" fmla="*/ 82963 w 140207"/>
                <a:gd name="connsiteY10" fmla="*/ 130874 h 136588"/>
                <a:gd name="connsiteX11" fmla="*/ 58293 w 140207"/>
                <a:gd name="connsiteY11" fmla="*/ 136589 h 136588"/>
                <a:gd name="connsiteX12" fmla="*/ 28765 w 140207"/>
                <a:gd name="connsiteY12" fmla="*/ 128111 h 136588"/>
                <a:gd name="connsiteX13" fmla="*/ 7715 w 140207"/>
                <a:gd name="connsiteY13" fmla="*/ 104108 h 136588"/>
                <a:gd name="connsiteX14" fmla="*/ 0 w 140207"/>
                <a:gd name="connsiteY14" fmla="*/ 68009 h 136588"/>
                <a:gd name="connsiteX15" fmla="*/ 7715 w 140207"/>
                <a:gd name="connsiteY15" fmla="*/ 32099 h 136588"/>
                <a:gd name="connsiteX16" fmla="*/ 91154 w 140207"/>
                <a:gd name="connsiteY16" fmla="*/ 44291 h 136588"/>
                <a:gd name="connsiteX17" fmla="*/ 70580 w 140207"/>
                <a:gd name="connsiteY17" fmla="*/ 35528 h 136588"/>
                <a:gd name="connsiteX18" fmla="*/ 50006 w 140207"/>
                <a:gd name="connsiteY18" fmla="*/ 44196 h 136588"/>
                <a:gd name="connsiteX19" fmla="*/ 41529 w 140207"/>
                <a:gd name="connsiteY19" fmla="*/ 68104 h 136588"/>
                <a:gd name="connsiteX20" fmla="*/ 50006 w 140207"/>
                <a:gd name="connsiteY20" fmla="*/ 92297 h 136588"/>
                <a:gd name="connsiteX21" fmla="*/ 70580 w 140207"/>
                <a:gd name="connsiteY21" fmla="*/ 101251 h 136588"/>
                <a:gd name="connsiteX22" fmla="*/ 91154 w 140207"/>
                <a:gd name="connsiteY22" fmla="*/ 92393 h 136588"/>
                <a:gd name="connsiteX23" fmla="*/ 99631 w 140207"/>
                <a:gd name="connsiteY23" fmla="*/ 68390 h 136588"/>
                <a:gd name="connsiteX24" fmla="*/ 91154 w 140207"/>
                <a:gd name="connsiteY24" fmla="*/ 44387 h 136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7" h="136588">
                  <a:moveTo>
                    <a:pt x="7810" y="32195"/>
                  </a:moveTo>
                  <a:cubicBezTo>
                    <a:pt x="12954" y="21908"/>
                    <a:pt x="20002" y="13907"/>
                    <a:pt x="28861" y="8382"/>
                  </a:cubicBezTo>
                  <a:cubicBezTo>
                    <a:pt x="37719" y="2858"/>
                    <a:pt x="47625" y="0"/>
                    <a:pt x="58579" y="0"/>
                  </a:cubicBezTo>
                  <a:cubicBezTo>
                    <a:pt x="67913" y="0"/>
                    <a:pt x="76200" y="1905"/>
                    <a:pt x="83249" y="5715"/>
                  </a:cubicBezTo>
                  <a:cubicBezTo>
                    <a:pt x="90297" y="9525"/>
                    <a:pt x="95726" y="14478"/>
                    <a:pt x="99536" y="20669"/>
                  </a:cubicBezTo>
                  <a:lnTo>
                    <a:pt x="99536" y="1810"/>
                  </a:lnTo>
                  <a:lnTo>
                    <a:pt x="140208" y="1810"/>
                  </a:lnTo>
                  <a:lnTo>
                    <a:pt x="140208" y="134684"/>
                  </a:lnTo>
                  <a:lnTo>
                    <a:pt x="99536" y="134684"/>
                  </a:lnTo>
                  <a:lnTo>
                    <a:pt x="99536" y="115824"/>
                  </a:lnTo>
                  <a:cubicBezTo>
                    <a:pt x="95536" y="122015"/>
                    <a:pt x="90011" y="127064"/>
                    <a:pt x="82963" y="130874"/>
                  </a:cubicBezTo>
                  <a:cubicBezTo>
                    <a:pt x="75914" y="134684"/>
                    <a:pt x="67723" y="136589"/>
                    <a:pt x="58293" y="136589"/>
                  </a:cubicBezTo>
                  <a:cubicBezTo>
                    <a:pt x="47530" y="136589"/>
                    <a:pt x="37624" y="133731"/>
                    <a:pt x="28765" y="128111"/>
                  </a:cubicBezTo>
                  <a:cubicBezTo>
                    <a:pt x="19907" y="122492"/>
                    <a:pt x="12859" y="114491"/>
                    <a:pt x="7715" y="104108"/>
                  </a:cubicBezTo>
                  <a:cubicBezTo>
                    <a:pt x="2572" y="93726"/>
                    <a:pt x="0" y="81725"/>
                    <a:pt x="0" y="68009"/>
                  </a:cubicBezTo>
                  <a:cubicBezTo>
                    <a:pt x="0" y="54293"/>
                    <a:pt x="2572" y="42386"/>
                    <a:pt x="7715" y="32099"/>
                  </a:cubicBezTo>
                  <a:close/>
                  <a:moveTo>
                    <a:pt x="91154" y="44291"/>
                  </a:moveTo>
                  <a:cubicBezTo>
                    <a:pt x="85534" y="38386"/>
                    <a:pt x="78676" y="35528"/>
                    <a:pt x="70580" y="35528"/>
                  </a:cubicBezTo>
                  <a:cubicBezTo>
                    <a:pt x="62484" y="35528"/>
                    <a:pt x="55626" y="38386"/>
                    <a:pt x="50006" y="44196"/>
                  </a:cubicBezTo>
                  <a:cubicBezTo>
                    <a:pt x="44387" y="50006"/>
                    <a:pt x="41529" y="58007"/>
                    <a:pt x="41529" y="68104"/>
                  </a:cubicBezTo>
                  <a:cubicBezTo>
                    <a:pt x="41529" y="78200"/>
                    <a:pt x="44387" y="86296"/>
                    <a:pt x="50006" y="92297"/>
                  </a:cubicBezTo>
                  <a:cubicBezTo>
                    <a:pt x="55626" y="98298"/>
                    <a:pt x="62484" y="101251"/>
                    <a:pt x="70580" y="101251"/>
                  </a:cubicBezTo>
                  <a:cubicBezTo>
                    <a:pt x="78676" y="101251"/>
                    <a:pt x="85534" y="98298"/>
                    <a:pt x="91154" y="92393"/>
                  </a:cubicBezTo>
                  <a:cubicBezTo>
                    <a:pt x="96774" y="86487"/>
                    <a:pt x="99631" y="78486"/>
                    <a:pt x="99631" y="68390"/>
                  </a:cubicBezTo>
                  <a:cubicBezTo>
                    <a:pt x="99631" y="58293"/>
                    <a:pt x="96774" y="50197"/>
                    <a:pt x="91154" y="44387"/>
                  </a:cubicBezTo>
                  <a:close/>
                </a:path>
              </a:pathLst>
            </a:custGeom>
            <a:grpFill/>
            <a:ln w="9525" cap="flat">
              <a:noFill/>
              <a:prstDash val="solid"/>
              <a:miter/>
            </a:ln>
          </p:spPr>
          <p:txBody>
            <a:bodyPr rtlCol="0" anchor="ctr"/>
            <a:lstStyle/>
            <a:p>
              <a:endParaRPr lang="fi-FI" sz="3200"/>
            </a:p>
          </p:txBody>
        </p:sp>
        <p:sp>
          <p:nvSpPr>
            <p:cNvPr id="525" name="Vapaamuotoinen: Muoto 524">
              <a:extLst>
                <a:ext uri="{FF2B5EF4-FFF2-40B4-BE49-F238E27FC236}">
                  <a16:creationId xmlns:a16="http://schemas.microsoft.com/office/drawing/2014/main" id="{C9B71771-327E-1344-4F7B-68D3B0727A91}"/>
                </a:ext>
              </a:extLst>
            </p:cNvPr>
            <p:cNvSpPr/>
            <p:nvPr/>
          </p:nvSpPr>
          <p:spPr>
            <a:xfrm>
              <a:off x="3915015" y="1375128"/>
              <a:ext cx="82391" cy="134302"/>
            </a:xfrm>
            <a:custGeom>
              <a:avLst/>
              <a:gdLst>
                <a:gd name="connsiteX0" fmla="*/ 58579 w 82391"/>
                <a:gd name="connsiteY0" fmla="*/ 6287 h 134302"/>
                <a:gd name="connsiteX1" fmla="*/ 82391 w 82391"/>
                <a:gd name="connsiteY1" fmla="*/ 0 h 134302"/>
                <a:gd name="connsiteX2" fmla="*/ 82391 w 82391"/>
                <a:gd name="connsiteY2" fmla="*/ 43053 h 134302"/>
                <a:gd name="connsiteX3" fmla="*/ 71247 w 82391"/>
                <a:gd name="connsiteY3" fmla="*/ 43053 h 134302"/>
                <a:gd name="connsiteX4" fmla="*/ 48387 w 82391"/>
                <a:gd name="connsiteY4" fmla="*/ 49625 h 134302"/>
                <a:gd name="connsiteX5" fmla="*/ 40767 w 82391"/>
                <a:gd name="connsiteY5" fmla="*/ 72581 h 134302"/>
                <a:gd name="connsiteX6" fmla="*/ 40767 w 82391"/>
                <a:gd name="connsiteY6" fmla="*/ 134303 h 134302"/>
                <a:gd name="connsiteX7" fmla="*/ 0 w 82391"/>
                <a:gd name="connsiteY7" fmla="*/ 134303 h 134302"/>
                <a:gd name="connsiteX8" fmla="*/ 0 w 82391"/>
                <a:gd name="connsiteY8" fmla="*/ 1334 h 134302"/>
                <a:gd name="connsiteX9" fmla="*/ 40767 w 82391"/>
                <a:gd name="connsiteY9" fmla="*/ 1334 h 134302"/>
                <a:gd name="connsiteX10" fmla="*/ 40767 w 82391"/>
                <a:gd name="connsiteY10" fmla="*/ 23527 h 134302"/>
                <a:gd name="connsiteX11" fmla="*/ 58674 w 82391"/>
                <a:gd name="connsiteY11" fmla="*/ 6287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391" h="134302">
                  <a:moveTo>
                    <a:pt x="58579" y="6287"/>
                  </a:moveTo>
                  <a:cubicBezTo>
                    <a:pt x="65722" y="2096"/>
                    <a:pt x="73628" y="0"/>
                    <a:pt x="82391" y="0"/>
                  </a:cubicBezTo>
                  <a:lnTo>
                    <a:pt x="82391" y="43053"/>
                  </a:lnTo>
                  <a:lnTo>
                    <a:pt x="71247" y="43053"/>
                  </a:lnTo>
                  <a:cubicBezTo>
                    <a:pt x="61055" y="43053"/>
                    <a:pt x="53435" y="45244"/>
                    <a:pt x="48387" y="49625"/>
                  </a:cubicBezTo>
                  <a:cubicBezTo>
                    <a:pt x="43339" y="54007"/>
                    <a:pt x="40767" y="61627"/>
                    <a:pt x="40767" y="72581"/>
                  </a:cubicBezTo>
                  <a:lnTo>
                    <a:pt x="40767" y="134303"/>
                  </a:lnTo>
                  <a:lnTo>
                    <a:pt x="0" y="134303"/>
                  </a:lnTo>
                  <a:lnTo>
                    <a:pt x="0" y="1334"/>
                  </a:lnTo>
                  <a:lnTo>
                    <a:pt x="40767" y="1334"/>
                  </a:lnTo>
                  <a:lnTo>
                    <a:pt x="40767" y="23527"/>
                  </a:lnTo>
                  <a:cubicBezTo>
                    <a:pt x="45529" y="16193"/>
                    <a:pt x="51435" y="10477"/>
                    <a:pt x="58674" y="6287"/>
                  </a:cubicBezTo>
                  <a:close/>
                </a:path>
              </a:pathLst>
            </a:custGeom>
            <a:grpFill/>
            <a:ln w="9525" cap="flat">
              <a:noFill/>
              <a:prstDash val="solid"/>
              <a:miter/>
            </a:ln>
          </p:spPr>
          <p:txBody>
            <a:bodyPr rtlCol="0" anchor="ctr"/>
            <a:lstStyle/>
            <a:p>
              <a:endParaRPr lang="fi-FI" sz="3200"/>
            </a:p>
          </p:txBody>
        </p:sp>
        <p:sp>
          <p:nvSpPr>
            <p:cNvPr id="526" name="Vapaamuotoinen: Muoto 525">
              <a:extLst>
                <a:ext uri="{FF2B5EF4-FFF2-40B4-BE49-F238E27FC236}">
                  <a16:creationId xmlns:a16="http://schemas.microsoft.com/office/drawing/2014/main" id="{0E624CB5-B88D-9CAF-82E5-3A1D4C58C915}"/>
                </a:ext>
              </a:extLst>
            </p:cNvPr>
            <p:cNvSpPr/>
            <p:nvPr/>
          </p:nvSpPr>
          <p:spPr>
            <a:xfrm>
              <a:off x="4016837" y="1333123"/>
              <a:ext cx="131730" cy="176212"/>
            </a:xfrm>
            <a:custGeom>
              <a:avLst/>
              <a:gdLst>
                <a:gd name="connsiteX0" fmla="*/ 81248 w 131730"/>
                <a:gd name="connsiteY0" fmla="*/ 176213 h 176212"/>
                <a:gd name="connsiteX1" fmla="*/ 40767 w 131730"/>
                <a:gd name="connsiteY1" fmla="*/ 120491 h 176212"/>
                <a:gd name="connsiteX2" fmla="*/ 40767 w 131730"/>
                <a:gd name="connsiteY2" fmla="*/ 176213 h 176212"/>
                <a:gd name="connsiteX3" fmla="*/ 0 w 131730"/>
                <a:gd name="connsiteY3" fmla="*/ 176213 h 176212"/>
                <a:gd name="connsiteX4" fmla="*/ 0 w 131730"/>
                <a:gd name="connsiteY4" fmla="*/ 0 h 176212"/>
                <a:gd name="connsiteX5" fmla="*/ 40767 w 131730"/>
                <a:gd name="connsiteY5" fmla="*/ 0 h 176212"/>
                <a:gd name="connsiteX6" fmla="*/ 40767 w 131730"/>
                <a:gd name="connsiteY6" fmla="*/ 97441 h 176212"/>
                <a:gd name="connsiteX7" fmla="*/ 80963 w 131730"/>
                <a:gd name="connsiteY7" fmla="*/ 43339 h 176212"/>
                <a:gd name="connsiteX8" fmla="*/ 131254 w 131730"/>
                <a:gd name="connsiteY8" fmla="*/ 43339 h 176212"/>
                <a:gd name="connsiteX9" fmla="*/ 76009 w 131730"/>
                <a:gd name="connsiteY9" fmla="*/ 110014 h 176212"/>
                <a:gd name="connsiteX10" fmla="*/ 131731 w 131730"/>
                <a:gd name="connsiteY10" fmla="*/ 176213 h 176212"/>
                <a:gd name="connsiteX11" fmla="*/ 81248 w 131730"/>
                <a:gd name="connsiteY11" fmla="*/ 176213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1730" h="176212">
                  <a:moveTo>
                    <a:pt x="81248" y="176213"/>
                  </a:moveTo>
                  <a:lnTo>
                    <a:pt x="40767" y="120491"/>
                  </a:lnTo>
                  <a:lnTo>
                    <a:pt x="40767" y="176213"/>
                  </a:lnTo>
                  <a:lnTo>
                    <a:pt x="0" y="176213"/>
                  </a:lnTo>
                  <a:lnTo>
                    <a:pt x="0" y="0"/>
                  </a:lnTo>
                  <a:lnTo>
                    <a:pt x="40767" y="0"/>
                  </a:lnTo>
                  <a:lnTo>
                    <a:pt x="40767" y="97441"/>
                  </a:lnTo>
                  <a:lnTo>
                    <a:pt x="80963" y="43339"/>
                  </a:lnTo>
                  <a:lnTo>
                    <a:pt x="131254" y="43339"/>
                  </a:lnTo>
                  <a:lnTo>
                    <a:pt x="76009" y="110014"/>
                  </a:lnTo>
                  <a:lnTo>
                    <a:pt x="131731" y="176213"/>
                  </a:lnTo>
                  <a:lnTo>
                    <a:pt x="81248" y="176213"/>
                  </a:lnTo>
                  <a:close/>
                </a:path>
              </a:pathLst>
            </a:custGeom>
            <a:grpFill/>
            <a:ln w="9525" cap="flat">
              <a:noFill/>
              <a:prstDash val="solid"/>
              <a:miter/>
            </a:ln>
          </p:spPr>
          <p:txBody>
            <a:bodyPr rtlCol="0" anchor="ctr"/>
            <a:lstStyle/>
            <a:p>
              <a:endParaRPr lang="fi-FI" sz="3200"/>
            </a:p>
          </p:txBody>
        </p:sp>
        <p:sp>
          <p:nvSpPr>
            <p:cNvPr id="527" name="Vapaamuotoinen: Muoto 526">
              <a:extLst>
                <a:ext uri="{FF2B5EF4-FFF2-40B4-BE49-F238E27FC236}">
                  <a16:creationId xmlns:a16="http://schemas.microsoft.com/office/drawing/2014/main" id="{02F09ADD-044A-4429-290B-2A02EBDEB9DC}"/>
                </a:ext>
              </a:extLst>
            </p:cNvPr>
            <p:cNvSpPr/>
            <p:nvPr/>
          </p:nvSpPr>
          <p:spPr>
            <a:xfrm>
              <a:off x="4163999" y="1333123"/>
              <a:ext cx="131730" cy="176212"/>
            </a:xfrm>
            <a:custGeom>
              <a:avLst/>
              <a:gdLst>
                <a:gd name="connsiteX0" fmla="*/ 81248 w 131730"/>
                <a:gd name="connsiteY0" fmla="*/ 176213 h 176212"/>
                <a:gd name="connsiteX1" fmla="*/ 40767 w 131730"/>
                <a:gd name="connsiteY1" fmla="*/ 120491 h 176212"/>
                <a:gd name="connsiteX2" fmla="*/ 40767 w 131730"/>
                <a:gd name="connsiteY2" fmla="*/ 176213 h 176212"/>
                <a:gd name="connsiteX3" fmla="*/ 0 w 131730"/>
                <a:gd name="connsiteY3" fmla="*/ 176213 h 176212"/>
                <a:gd name="connsiteX4" fmla="*/ 0 w 131730"/>
                <a:gd name="connsiteY4" fmla="*/ 0 h 176212"/>
                <a:gd name="connsiteX5" fmla="*/ 40767 w 131730"/>
                <a:gd name="connsiteY5" fmla="*/ 0 h 176212"/>
                <a:gd name="connsiteX6" fmla="*/ 40767 w 131730"/>
                <a:gd name="connsiteY6" fmla="*/ 97441 h 176212"/>
                <a:gd name="connsiteX7" fmla="*/ 80962 w 131730"/>
                <a:gd name="connsiteY7" fmla="*/ 43339 h 176212"/>
                <a:gd name="connsiteX8" fmla="*/ 131255 w 131730"/>
                <a:gd name="connsiteY8" fmla="*/ 43339 h 176212"/>
                <a:gd name="connsiteX9" fmla="*/ 76009 w 131730"/>
                <a:gd name="connsiteY9" fmla="*/ 110014 h 176212"/>
                <a:gd name="connsiteX10" fmla="*/ 131731 w 131730"/>
                <a:gd name="connsiteY10" fmla="*/ 176213 h 176212"/>
                <a:gd name="connsiteX11" fmla="*/ 81248 w 131730"/>
                <a:gd name="connsiteY11" fmla="*/ 176213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1730" h="176212">
                  <a:moveTo>
                    <a:pt x="81248" y="176213"/>
                  </a:moveTo>
                  <a:lnTo>
                    <a:pt x="40767" y="120491"/>
                  </a:lnTo>
                  <a:lnTo>
                    <a:pt x="40767" y="176213"/>
                  </a:lnTo>
                  <a:lnTo>
                    <a:pt x="0" y="176213"/>
                  </a:lnTo>
                  <a:lnTo>
                    <a:pt x="0" y="0"/>
                  </a:lnTo>
                  <a:lnTo>
                    <a:pt x="40767" y="0"/>
                  </a:lnTo>
                  <a:lnTo>
                    <a:pt x="40767" y="97441"/>
                  </a:lnTo>
                  <a:lnTo>
                    <a:pt x="80962" y="43339"/>
                  </a:lnTo>
                  <a:lnTo>
                    <a:pt x="131255" y="43339"/>
                  </a:lnTo>
                  <a:lnTo>
                    <a:pt x="76009" y="110014"/>
                  </a:lnTo>
                  <a:lnTo>
                    <a:pt x="131731" y="176213"/>
                  </a:lnTo>
                  <a:lnTo>
                    <a:pt x="81248" y="176213"/>
                  </a:lnTo>
                  <a:close/>
                </a:path>
              </a:pathLst>
            </a:custGeom>
            <a:grpFill/>
            <a:ln w="9525" cap="flat">
              <a:noFill/>
              <a:prstDash val="solid"/>
              <a:miter/>
            </a:ln>
          </p:spPr>
          <p:txBody>
            <a:bodyPr rtlCol="0" anchor="ctr"/>
            <a:lstStyle/>
            <a:p>
              <a:endParaRPr lang="fi-FI" sz="3200"/>
            </a:p>
          </p:txBody>
        </p:sp>
        <p:sp>
          <p:nvSpPr>
            <p:cNvPr id="528" name="Vapaamuotoinen: Muoto 527">
              <a:extLst>
                <a:ext uri="{FF2B5EF4-FFF2-40B4-BE49-F238E27FC236}">
                  <a16:creationId xmlns:a16="http://schemas.microsoft.com/office/drawing/2014/main" id="{837B3CFD-192B-2CCC-CD83-83ED43991B76}"/>
                </a:ext>
              </a:extLst>
            </p:cNvPr>
            <p:cNvSpPr/>
            <p:nvPr/>
          </p:nvSpPr>
          <p:spPr>
            <a:xfrm>
              <a:off x="4307445" y="1318645"/>
              <a:ext cx="48291"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335" y="2096"/>
                    <a:pt x="17145" y="0"/>
                    <a:pt x="24289" y="0"/>
                  </a:cubicBezTo>
                  <a:cubicBezTo>
                    <a:pt x="31432" y="0"/>
                    <a:pt x="37052" y="2096"/>
                    <a:pt x="41529" y="6287"/>
                  </a:cubicBezTo>
                  <a:cubicBezTo>
                    <a:pt x="46006" y="10478"/>
                    <a:pt x="48292" y="15812"/>
                    <a:pt x="48292" y="22098"/>
                  </a:cubicBezTo>
                  <a:cubicBezTo>
                    <a:pt x="48292" y="28385"/>
                    <a:pt x="46006" y="33528"/>
                    <a:pt x="41529" y="37719"/>
                  </a:cubicBezTo>
                  <a:cubicBezTo>
                    <a:pt x="37052"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grpFill/>
            <a:ln w="9525" cap="flat">
              <a:noFill/>
              <a:prstDash val="solid"/>
              <a:miter/>
            </a:ln>
          </p:spPr>
          <p:txBody>
            <a:bodyPr rtlCol="0" anchor="ctr"/>
            <a:lstStyle/>
            <a:p>
              <a:endParaRPr lang="fi-FI" sz="3200"/>
            </a:p>
          </p:txBody>
        </p:sp>
        <p:sp>
          <p:nvSpPr>
            <p:cNvPr id="529" name="Vapaamuotoinen: Muoto 528">
              <a:extLst>
                <a:ext uri="{FF2B5EF4-FFF2-40B4-BE49-F238E27FC236}">
                  <a16:creationId xmlns:a16="http://schemas.microsoft.com/office/drawing/2014/main" id="{DEBAD4CE-0567-FD13-D8C9-730D051D2FE7}"/>
                </a:ext>
              </a:extLst>
            </p:cNvPr>
            <p:cNvSpPr/>
            <p:nvPr/>
          </p:nvSpPr>
          <p:spPr>
            <a:xfrm>
              <a:off x="4381454" y="1333123"/>
              <a:ext cx="40766" cy="176212"/>
            </a:xfrm>
            <a:custGeom>
              <a:avLst/>
              <a:gdLst>
                <a:gd name="connsiteX0" fmla="*/ 40767 w 40766"/>
                <a:gd name="connsiteY0" fmla="*/ 0 h 176212"/>
                <a:gd name="connsiteX1" fmla="*/ 40767 w 40766"/>
                <a:gd name="connsiteY1" fmla="*/ 176213 h 176212"/>
                <a:gd name="connsiteX2" fmla="*/ 0 w 40766"/>
                <a:gd name="connsiteY2" fmla="*/ 176213 h 176212"/>
                <a:gd name="connsiteX3" fmla="*/ 0 w 40766"/>
                <a:gd name="connsiteY3" fmla="*/ 0 h 176212"/>
                <a:gd name="connsiteX4" fmla="*/ 40767 w 40766"/>
                <a:gd name="connsiteY4" fmla="*/ 0 h 176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66" h="176212">
                  <a:moveTo>
                    <a:pt x="40767" y="0"/>
                  </a:moveTo>
                  <a:lnTo>
                    <a:pt x="40767" y="176213"/>
                  </a:lnTo>
                  <a:lnTo>
                    <a:pt x="0" y="176213"/>
                  </a:lnTo>
                  <a:lnTo>
                    <a:pt x="0" y="0"/>
                  </a:lnTo>
                  <a:lnTo>
                    <a:pt x="40767" y="0"/>
                  </a:lnTo>
                  <a:close/>
                </a:path>
              </a:pathLst>
            </a:custGeom>
            <a:grpFill/>
            <a:ln w="9525" cap="flat">
              <a:noFill/>
              <a:prstDash val="solid"/>
              <a:miter/>
            </a:ln>
          </p:spPr>
          <p:txBody>
            <a:bodyPr rtlCol="0" anchor="ctr"/>
            <a:lstStyle/>
            <a:p>
              <a:endParaRPr lang="fi-FI" sz="3200"/>
            </a:p>
          </p:txBody>
        </p:sp>
        <p:sp>
          <p:nvSpPr>
            <p:cNvPr id="530" name="Vapaamuotoinen: Muoto 529">
              <a:extLst>
                <a:ext uri="{FF2B5EF4-FFF2-40B4-BE49-F238E27FC236}">
                  <a16:creationId xmlns:a16="http://schemas.microsoft.com/office/drawing/2014/main" id="{06C23C4F-3B9C-EEAE-6B60-176ABAE1EFAB}"/>
                </a:ext>
              </a:extLst>
            </p:cNvPr>
            <p:cNvSpPr/>
            <p:nvPr/>
          </p:nvSpPr>
          <p:spPr>
            <a:xfrm>
              <a:off x="4443558" y="1374556"/>
              <a:ext cx="140208" cy="136588"/>
            </a:xfrm>
            <a:custGeom>
              <a:avLst/>
              <a:gdLst>
                <a:gd name="connsiteX0" fmla="*/ 7810 w 140208"/>
                <a:gd name="connsiteY0" fmla="*/ 32195 h 136588"/>
                <a:gd name="connsiteX1" fmla="*/ 28861 w 140208"/>
                <a:gd name="connsiteY1" fmla="*/ 8382 h 136588"/>
                <a:gd name="connsiteX2" fmla="*/ 58579 w 140208"/>
                <a:gd name="connsiteY2" fmla="*/ 0 h 136588"/>
                <a:gd name="connsiteX3" fmla="*/ 83248 w 140208"/>
                <a:gd name="connsiteY3" fmla="*/ 5715 h 136588"/>
                <a:gd name="connsiteX4" fmla="*/ 99536 w 140208"/>
                <a:gd name="connsiteY4" fmla="*/ 20669 h 136588"/>
                <a:gd name="connsiteX5" fmla="*/ 99536 w 140208"/>
                <a:gd name="connsiteY5" fmla="*/ 1810 h 136588"/>
                <a:gd name="connsiteX6" fmla="*/ 140208 w 140208"/>
                <a:gd name="connsiteY6" fmla="*/ 1810 h 136588"/>
                <a:gd name="connsiteX7" fmla="*/ 140208 w 140208"/>
                <a:gd name="connsiteY7" fmla="*/ 134684 h 136588"/>
                <a:gd name="connsiteX8" fmla="*/ 99536 w 140208"/>
                <a:gd name="connsiteY8" fmla="*/ 134684 h 136588"/>
                <a:gd name="connsiteX9" fmla="*/ 99536 w 140208"/>
                <a:gd name="connsiteY9" fmla="*/ 115824 h 136588"/>
                <a:gd name="connsiteX10" fmla="*/ 82963 w 140208"/>
                <a:gd name="connsiteY10" fmla="*/ 130874 h 136588"/>
                <a:gd name="connsiteX11" fmla="*/ 58293 w 140208"/>
                <a:gd name="connsiteY11" fmla="*/ 136589 h 136588"/>
                <a:gd name="connsiteX12" fmla="*/ 28765 w 140208"/>
                <a:gd name="connsiteY12" fmla="*/ 128111 h 136588"/>
                <a:gd name="connsiteX13" fmla="*/ 7715 w 140208"/>
                <a:gd name="connsiteY13" fmla="*/ 104108 h 136588"/>
                <a:gd name="connsiteX14" fmla="*/ 0 w 140208"/>
                <a:gd name="connsiteY14" fmla="*/ 68009 h 136588"/>
                <a:gd name="connsiteX15" fmla="*/ 7715 w 140208"/>
                <a:gd name="connsiteY15" fmla="*/ 32099 h 136588"/>
                <a:gd name="connsiteX16" fmla="*/ 91154 w 140208"/>
                <a:gd name="connsiteY16" fmla="*/ 44291 h 136588"/>
                <a:gd name="connsiteX17" fmla="*/ 70580 w 140208"/>
                <a:gd name="connsiteY17" fmla="*/ 35528 h 136588"/>
                <a:gd name="connsiteX18" fmla="*/ 50006 w 140208"/>
                <a:gd name="connsiteY18" fmla="*/ 44196 h 136588"/>
                <a:gd name="connsiteX19" fmla="*/ 41529 w 140208"/>
                <a:gd name="connsiteY19" fmla="*/ 68104 h 136588"/>
                <a:gd name="connsiteX20" fmla="*/ 50006 w 140208"/>
                <a:gd name="connsiteY20" fmla="*/ 92297 h 136588"/>
                <a:gd name="connsiteX21" fmla="*/ 70580 w 140208"/>
                <a:gd name="connsiteY21" fmla="*/ 101251 h 136588"/>
                <a:gd name="connsiteX22" fmla="*/ 91154 w 140208"/>
                <a:gd name="connsiteY22" fmla="*/ 92393 h 136588"/>
                <a:gd name="connsiteX23" fmla="*/ 99631 w 140208"/>
                <a:gd name="connsiteY23" fmla="*/ 68390 h 136588"/>
                <a:gd name="connsiteX24" fmla="*/ 91154 w 140208"/>
                <a:gd name="connsiteY24" fmla="*/ 44387 h 136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8" h="136588">
                  <a:moveTo>
                    <a:pt x="7810" y="32195"/>
                  </a:moveTo>
                  <a:cubicBezTo>
                    <a:pt x="12954" y="21908"/>
                    <a:pt x="20002" y="13907"/>
                    <a:pt x="28861" y="8382"/>
                  </a:cubicBezTo>
                  <a:cubicBezTo>
                    <a:pt x="37719" y="2858"/>
                    <a:pt x="47625" y="0"/>
                    <a:pt x="58579" y="0"/>
                  </a:cubicBezTo>
                  <a:cubicBezTo>
                    <a:pt x="67913" y="0"/>
                    <a:pt x="76200" y="1905"/>
                    <a:pt x="83248" y="5715"/>
                  </a:cubicBezTo>
                  <a:cubicBezTo>
                    <a:pt x="90297" y="9525"/>
                    <a:pt x="95726" y="14478"/>
                    <a:pt x="99536" y="20669"/>
                  </a:cubicBezTo>
                  <a:lnTo>
                    <a:pt x="99536" y="1810"/>
                  </a:lnTo>
                  <a:lnTo>
                    <a:pt x="140208" y="1810"/>
                  </a:lnTo>
                  <a:lnTo>
                    <a:pt x="140208" y="134684"/>
                  </a:lnTo>
                  <a:lnTo>
                    <a:pt x="99536" y="134684"/>
                  </a:lnTo>
                  <a:lnTo>
                    <a:pt x="99536" y="115824"/>
                  </a:lnTo>
                  <a:cubicBezTo>
                    <a:pt x="95536" y="122015"/>
                    <a:pt x="90011" y="127064"/>
                    <a:pt x="82963" y="130874"/>
                  </a:cubicBezTo>
                  <a:cubicBezTo>
                    <a:pt x="75914" y="134684"/>
                    <a:pt x="67723" y="136589"/>
                    <a:pt x="58293" y="136589"/>
                  </a:cubicBezTo>
                  <a:cubicBezTo>
                    <a:pt x="47530" y="136589"/>
                    <a:pt x="37624" y="133731"/>
                    <a:pt x="28765" y="128111"/>
                  </a:cubicBezTo>
                  <a:cubicBezTo>
                    <a:pt x="19907" y="122492"/>
                    <a:pt x="12859" y="114491"/>
                    <a:pt x="7715" y="104108"/>
                  </a:cubicBezTo>
                  <a:cubicBezTo>
                    <a:pt x="2572" y="93726"/>
                    <a:pt x="0" y="81725"/>
                    <a:pt x="0" y="68009"/>
                  </a:cubicBezTo>
                  <a:cubicBezTo>
                    <a:pt x="0" y="54293"/>
                    <a:pt x="2572" y="42386"/>
                    <a:pt x="7715" y="32099"/>
                  </a:cubicBezTo>
                  <a:close/>
                  <a:moveTo>
                    <a:pt x="91154" y="44291"/>
                  </a:moveTo>
                  <a:cubicBezTo>
                    <a:pt x="85534" y="38386"/>
                    <a:pt x="78676" y="35528"/>
                    <a:pt x="70580" y="35528"/>
                  </a:cubicBezTo>
                  <a:cubicBezTo>
                    <a:pt x="62484" y="35528"/>
                    <a:pt x="55626" y="38386"/>
                    <a:pt x="50006" y="44196"/>
                  </a:cubicBezTo>
                  <a:cubicBezTo>
                    <a:pt x="44386" y="50006"/>
                    <a:pt x="41529" y="58007"/>
                    <a:pt x="41529" y="68104"/>
                  </a:cubicBezTo>
                  <a:cubicBezTo>
                    <a:pt x="41529" y="78200"/>
                    <a:pt x="44386" y="86296"/>
                    <a:pt x="50006" y="92297"/>
                  </a:cubicBezTo>
                  <a:cubicBezTo>
                    <a:pt x="55626" y="98298"/>
                    <a:pt x="62484" y="101251"/>
                    <a:pt x="70580" y="101251"/>
                  </a:cubicBezTo>
                  <a:cubicBezTo>
                    <a:pt x="78676" y="101251"/>
                    <a:pt x="85534" y="98298"/>
                    <a:pt x="91154" y="92393"/>
                  </a:cubicBezTo>
                  <a:cubicBezTo>
                    <a:pt x="96774" y="86487"/>
                    <a:pt x="99631" y="78486"/>
                    <a:pt x="99631" y="68390"/>
                  </a:cubicBezTo>
                  <a:cubicBezTo>
                    <a:pt x="99631" y="58293"/>
                    <a:pt x="96774" y="50197"/>
                    <a:pt x="91154" y="44387"/>
                  </a:cubicBezTo>
                  <a:close/>
                </a:path>
              </a:pathLst>
            </a:custGeom>
            <a:grpFill/>
            <a:ln w="9525" cap="flat">
              <a:noFill/>
              <a:prstDash val="solid"/>
              <a:miter/>
            </a:ln>
          </p:spPr>
          <p:txBody>
            <a:bodyPr rtlCol="0" anchor="ctr"/>
            <a:lstStyle/>
            <a:p>
              <a:endParaRPr lang="fi-FI" sz="3200"/>
            </a:p>
          </p:txBody>
        </p:sp>
        <p:sp>
          <p:nvSpPr>
            <p:cNvPr id="531" name="Vapaamuotoinen: Muoto 530">
              <a:extLst>
                <a:ext uri="{FF2B5EF4-FFF2-40B4-BE49-F238E27FC236}">
                  <a16:creationId xmlns:a16="http://schemas.microsoft.com/office/drawing/2014/main" id="{2B29F9D9-E9C1-091C-4546-4CE2119B5A5C}"/>
                </a:ext>
              </a:extLst>
            </p:cNvPr>
            <p:cNvSpPr/>
            <p:nvPr/>
          </p:nvSpPr>
          <p:spPr>
            <a:xfrm>
              <a:off x="3589070" y="1590774"/>
              <a:ext cx="137826" cy="166211"/>
            </a:xfrm>
            <a:custGeom>
              <a:avLst/>
              <a:gdLst>
                <a:gd name="connsiteX0" fmla="*/ 137827 w 137826"/>
                <a:gd name="connsiteY0" fmla="*/ 0 h 166211"/>
                <a:gd name="connsiteX1" fmla="*/ 137827 w 137826"/>
                <a:gd name="connsiteY1" fmla="*/ 166211 h 166211"/>
                <a:gd name="connsiteX2" fmla="*/ 104489 w 137826"/>
                <a:gd name="connsiteY2" fmla="*/ 166211 h 166211"/>
                <a:gd name="connsiteX3" fmla="*/ 104489 w 137826"/>
                <a:gd name="connsiteY3" fmla="*/ 95536 h 166211"/>
                <a:gd name="connsiteX4" fmla="*/ 33338 w 137826"/>
                <a:gd name="connsiteY4" fmla="*/ 95536 h 166211"/>
                <a:gd name="connsiteX5" fmla="*/ 33338 w 137826"/>
                <a:gd name="connsiteY5" fmla="*/ 166211 h 166211"/>
                <a:gd name="connsiteX6" fmla="*/ 0 w 137826"/>
                <a:gd name="connsiteY6" fmla="*/ 166211 h 166211"/>
                <a:gd name="connsiteX7" fmla="*/ 0 w 137826"/>
                <a:gd name="connsiteY7" fmla="*/ 0 h 166211"/>
                <a:gd name="connsiteX8" fmla="*/ 33338 w 137826"/>
                <a:gd name="connsiteY8" fmla="*/ 0 h 166211"/>
                <a:gd name="connsiteX9" fmla="*/ 33338 w 137826"/>
                <a:gd name="connsiteY9" fmla="*/ 68390 h 166211"/>
                <a:gd name="connsiteX10" fmla="*/ 104489 w 137826"/>
                <a:gd name="connsiteY10" fmla="*/ 68390 h 166211"/>
                <a:gd name="connsiteX11" fmla="*/ 104489 w 137826"/>
                <a:gd name="connsiteY11" fmla="*/ 0 h 166211"/>
                <a:gd name="connsiteX12" fmla="*/ 137827 w 137826"/>
                <a:gd name="connsiteY12" fmla="*/ 0 h 166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7826" h="166211">
                  <a:moveTo>
                    <a:pt x="137827" y="0"/>
                  </a:moveTo>
                  <a:lnTo>
                    <a:pt x="137827" y="166211"/>
                  </a:lnTo>
                  <a:lnTo>
                    <a:pt x="104489" y="166211"/>
                  </a:lnTo>
                  <a:lnTo>
                    <a:pt x="104489" y="95536"/>
                  </a:lnTo>
                  <a:lnTo>
                    <a:pt x="33338" y="95536"/>
                  </a:lnTo>
                  <a:lnTo>
                    <a:pt x="33338" y="166211"/>
                  </a:lnTo>
                  <a:lnTo>
                    <a:pt x="0" y="166211"/>
                  </a:lnTo>
                  <a:lnTo>
                    <a:pt x="0" y="0"/>
                  </a:lnTo>
                  <a:lnTo>
                    <a:pt x="33338" y="0"/>
                  </a:lnTo>
                  <a:lnTo>
                    <a:pt x="33338" y="68390"/>
                  </a:lnTo>
                  <a:lnTo>
                    <a:pt x="104489" y="68390"/>
                  </a:lnTo>
                  <a:lnTo>
                    <a:pt x="104489" y="0"/>
                  </a:lnTo>
                  <a:lnTo>
                    <a:pt x="137827" y="0"/>
                  </a:lnTo>
                  <a:close/>
                </a:path>
              </a:pathLst>
            </a:custGeom>
            <a:grpFill/>
            <a:ln w="9525" cap="flat">
              <a:noFill/>
              <a:prstDash val="solid"/>
              <a:miter/>
            </a:ln>
          </p:spPr>
          <p:txBody>
            <a:bodyPr rtlCol="0" anchor="ctr"/>
            <a:lstStyle/>
            <a:p>
              <a:endParaRPr lang="fi-FI" sz="3200"/>
            </a:p>
          </p:txBody>
        </p:sp>
        <p:sp>
          <p:nvSpPr>
            <p:cNvPr id="532" name="Vapaamuotoinen: Muoto 531">
              <a:extLst>
                <a:ext uri="{FF2B5EF4-FFF2-40B4-BE49-F238E27FC236}">
                  <a16:creationId xmlns:a16="http://schemas.microsoft.com/office/drawing/2014/main" id="{FE4C1036-E1E5-45CB-6BB9-3F6DD04F1F01}"/>
                </a:ext>
              </a:extLst>
            </p:cNvPr>
            <p:cNvSpPr/>
            <p:nvPr/>
          </p:nvSpPr>
          <p:spPr>
            <a:xfrm>
              <a:off x="3751471" y="1575915"/>
              <a:ext cx="135635" cy="183261"/>
            </a:xfrm>
            <a:custGeom>
              <a:avLst/>
              <a:gdLst>
                <a:gd name="connsiteX0" fmla="*/ 32576 w 135635"/>
                <a:gd name="connsiteY0" fmla="*/ 174784 h 183261"/>
                <a:gd name="connsiteX1" fmla="*/ 8668 w 135635"/>
                <a:gd name="connsiteY1" fmla="*/ 150876 h 183261"/>
                <a:gd name="connsiteX2" fmla="*/ 0 w 135635"/>
                <a:gd name="connsiteY2" fmla="*/ 115157 h 183261"/>
                <a:gd name="connsiteX3" fmla="*/ 8953 w 135635"/>
                <a:gd name="connsiteY3" fmla="*/ 79439 h 183261"/>
                <a:gd name="connsiteX4" fmla="*/ 33338 w 135635"/>
                <a:gd name="connsiteY4" fmla="*/ 55531 h 183261"/>
                <a:gd name="connsiteX5" fmla="*/ 67818 w 135635"/>
                <a:gd name="connsiteY5" fmla="*/ 47054 h 183261"/>
                <a:gd name="connsiteX6" fmla="*/ 102299 w 135635"/>
                <a:gd name="connsiteY6" fmla="*/ 55531 h 183261"/>
                <a:gd name="connsiteX7" fmla="*/ 126683 w 135635"/>
                <a:gd name="connsiteY7" fmla="*/ 79439 h 183261"/>
                <a:gd name="connsiteX8" fmla="*/ 135636 w 135635"/>
                <a:gd name="connsiteY8" fmla="*/ 115157 h 183261"/>
                <a:gd name="connsiteX9" fmla="*/ 126492 w 135635"/>
                <a:gd name="connsiteY9" fmla="*/ 150876 h 183261"/>
                <a:gd name="connsiteX10" fmla="*/ 101727 w 135635"/>
                <a:gd name="connsiteY10" fmla="*/ 174784 h 183261"/>
                <a:gd name="connsiteX11" fmla="*/ 66865 w 135635"/>
                <a:gd name="connsiteY11" fmla="*/ 183261 h 183261"/>
                <a:gd name="connsiteX12" fmla="*/ 32576 w 135635"/>
                <a:gd name="connsiteY12" fmla="*/ 174784 h 183261"/>
                <a:gd name="connsiteX13" fmla="*/ 35909 w 135635"/>
                <a:gd name="connsiteY13" fmla="*/ 27242 h 183261"/>
                <a:gd name="connsiteX14" fmla="*/ 31432 w 135635"/>
                <a:gd name="connsiteY14" fmla="*/ 16002 h 183261"/>
                <a:gd name="connsiteX15" fmla="*/ 35909 w 135635"/>
                <a:gd name="connsiteY15" fmla="*/ 4667 h 183261"/>
                <a:gd name="connsiteX16" fmla="*/ 47053 w 135635"/>
                <a:gd name="connsiteY16" fmla="*/ 0 h 183261"/>
                <a:gd name="connsiteX17" fmla="*/ 58388 w 135635"/>
                <a:gd name="connsiteY17" fmla="*/ 4667 h 183261"/>
                <a:gd name="connsiteX18" fmla="*/ 63055 w 135635"/>
                <a:gd name="connsiteY18" fmla="*/ 16002 h 183261"/>
                <a:gd name="connsiteX19" fmla="*/ 58388 w 135635"/>
                <a:gd name="connsiteY19" fmla="*/ 27242 h 183261"/>
                <a:gd name="connsiteX20" fmla="*/ 47053 w 135635"/>
                <a:gd name="connsiteY20" fmla="*/ 31814 h 183261"/>
                <a:gd name="connsiteX21" fmla="*/ 35909 w 135635"/>
                <a:gd name="connsiteY21" fmla="*/ 27242 h 183261"/>
                <a:gd name="connsiteX22" fmla="*/ 83915 w 135635"/>
                <a:gd name="connsiteY22" fmla="*/ 149733 h 183261"/>
                <a:gd name="connsiteX23" fmla="*/ 96679 w 135635"/>
                <a:gd name="connsiteY23" fmla="*/ 136493 h 183261"/>
                <a:gd name="connsiteX24" fmla="*/ 101441 w 135635"/>
                <a:gd name="connsiteY24" fmla="*/ 115062 h 183261"/>
                <a:gd name="connsiteX25" fmla="*/ 91535 w 135635"/>
                <a:gd name="connsiteY25" fmla="*/ 86106 h 183261"/>
                <a:gd name="connsiteX26" fmla="*/ 67342 w 135635"/>
                <a:gd name="connsiteY26" fmla="*/ 76009 h 183261"/>
                <a:gd name="connsiteX27" fmla="*/ 43434 w 135635"/>
                <a:gd name="connsiteY27" fmla="*/ 86106 h 183261"/>
                <a:gd name="connsiteX28" fmla="*/ 33814 w 135635"/>
                <a:gd name="connsiteY28" fmla="*/ 115062 h 183261"/>
                <a:gd name="connsiteX29" fmla="*/ 43243 w 135635"/>
                <a:gd name="connsiteY29" fmla="*/ 144018 h 183261"/>
                <a:gd name="connsiteX30" fmla="*/ 66961 w 135635"/>
                <a:gd name="connsiteY30" fmla="*/ 154115 h 183261"/>
                <a:gd name="connsiteX31" fmla="*/ 84011 w 135635"/>
                <a:gd name="connsiteY31" fmla="*/ 149733 h 183261"/>
                <a:gd name="connsiteX32" fmla="*/ 80010 w 135635"/>
                <a:gd name="connsiteY32" fmla="*/ 27242 h 183261"/>
                <a:gd name="connsiteX33" fmla="*/ 75533 w 135635"/>
                <a:gd name="connsiteY33" fmla="*/ 16002 h 183261"/>
                <a:gd name="connsiteX34" fmla="*/ 80010 w 135635"/>
                <a:gd name="connsiteY34" fmla="*/ 4667 h 183261"/>
                <a:gd name="connsiteX35" fmla="*/ 91154 w 135635"/>
                <a:gd name="connsiteY35" fmla="*/ 0 h 183261"/>
                <a:gd name="connsiteX36" fmla="*/ 102489 w 135635"/>
                <a:gd name="connsiteY36" fmla="*/ 4667 h 183261"/>
                <a:gd name="connsiteX37" fmla="*/ 107156 w 135635"/>
                <a:gd name="connsiteY37" fmla="*/ 16002 h 183261"/>
                <a:gd name="connsiteX38" fmla="*/ 102489 w 135635"/>
                <a:gd name="connsiteY38" fmla="*/ 27242 h 183261"/>
                <a:gd name="connsiteX39" fmla="*/ 91154 w 135635"/>
                <a:gd name="connsiteY39" fmla="*/ 31814 h 183261"/>
                <a:gd name="connsiteX40" fmla="*/ 80010 w 135635"/>
                <a:gd name="connsiteY40" fmla="*/ 27242 h 183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35635" h="183261">
                  <a:moveTo>
                    <a:pt x="32576" y="174784"/>
                  </a:moveTo>
                  <a:cubicBezTo>
                    <a:pt x="22384" y="169164"/>
                    <a:pt x="14478" y="161163"/>
                    <a:pt x="8668" y="150876"/>
                  </a:cubicBezTo>
                  <a:cubicBezTo>
                    <a:pt x="2857" y="140589"/>
                    <a:pt x="0" y="128683"/>
                    <a:pt x="0" y="115157"/>
                  </a:cubicBezTo>
                  <a:cubicBezTo>
                    <a:pt x="0" y="101632"/>
                    <a:pt x="2953" y="89726"/>
                    <a:pt x="8953" y="79439"/>
                  </a:cubicBezTo>
                  <a:cubicBezTo>
                    <a:pt x="14954" y="69152"/>
                    <a:pt x="23051" y="61151"/>
                    <a:pt x="33338" y="55531"/>
                  </a:cubicBezTo>
                  <a:cubicBezTo>
                    <a:pt x="43625" y="49911"/>
                    <a:pt x="55150" y="47054"/>
                    <a:pt x="67818" y="47054"/>
                  </a:cubicBezTo>
                  <a:cubicBezTo>
                    <a:pt x="80486" y="47054"/>
                    <a:pt x="92012" y="49911"/>
                    <a:pt x="102299" y="55531"/>
                  </a:cubicBezTo>
                  <a:cubicBezTo>
                    <a:pt x="112586" y="61151"/>
                    <a:pt x="120777" y="69152"/>
                    <a:pt x="126683" y="79439"/>
                  </a:cubicBezTo>
                  <a:cubicBezTo>
                    <a:pt x="132588" y="89726"/>
                    <a:pt x="135636" y="101632"/>
                    <a:pt x="135636" y="115157"/>
                  </a:cubicBezTo>
                  <a:cubicBezTo>
                    <a:pt x="135636" y="128683"/>
                    <a:pt x="132588" y="140589"/>
                    <a:pt x="126492" y="150876"/>
                  </a:cubicBezTo>
                  <a:cubicBezTo>
                    <a:pt x="120396" y="161163"/>
                    <a:pt x="112109" y="169164"/>
                    <a:pt x="101727" y="174784"/>
                  </a:cubicBezTo>
                  <a:cubicBezTo>
                    <a:pt x="91345" y="180404"/>
                    <a:pt x="79724" y="183261"/>
                    <a:pt x="66865" y="183261"/>
                  </a:cubicBezTo>
                  <a:cubicBezTo>
                    <a:pt x="54007" y="183261"/>
                    <a:pt x="42767" y="180404"/>
                    <a:pt x="32576" y="174784"/>
                  </a:cubicBezTo>
                  <a:close/>
                  <a:moveTo>
                    <a:pt x="35909" y="27242"/>
                  </a:moveTo>
                  <a:cubicBezTo>
                    <a:pt x="32861" y="24194"/>
                    <a:pt x="31432" y="20479"/>
                    <a:pt x="31432" y="16002"/>
                  </a:cubicBezTo>
                  <a:cubicBezTo>
                    <a:pt x="31432" y="11525"/>
                    <a:pt x="32956" y="7811"/>
                    <a:pt x="35909" y="4667"/>
                  </a:cubicBezTo>
                  <a:cubicBezTo>
                    <a:pt x="38957" y="1619"/>
                    <a:pt x="42672" y="0"/>
                    <a:pt x="47053" y="0"/>
                  </a:cubicBezTo>
                  <a:cubicBezTo>
                    <a:pt x="51435" y="0"/>
                    <a:pt x="55245" y="1524"/>
                    <a:pt x="58388" y="4667"/>
                  </a:cubicBezTo>
                  <a:cubicBezTo>
                    <a:pt x="61531" y="7811"/>
                    <a:pt x="63055" y="11525"/>
                    <a:pt x="63055" y="16002"/>
                  </a:cubicBezTo>
                  <a:cubicBezTo>
                    <a:pt x="63055" y="20479"/>
                    <a:pt x="61531" y="24194"/>
                    <a:pt x="58388" y="27242"/>
                  </a:cubicBezTo>
                  <a:cubicBezTo>
                    <a:pt x="55340" y="30290"/>
                    <a:pt x="51530" y="31814"/>
                    <a:pt x="47053" y="31814"/>
                  </a:cubicBezTo>
                  <a:cubicBezTo>
                    <a:pt x="42577" y="31814"/>
                    <a:pt x="38862" y="30290"/>
                    <a:pt x="35909" y="27242"/>
                  </a:cubicBezTo>
                  <a:close/>
                  <a:moveTo>
                    <a:pt x="83915" y="149733"/>
                  </a:moveTo>
                  <a:cubicBezTo>
                    <a:pt x="89249" y="146780"/>
                    <a:pt x="93440" y="142399"/>
                    <a:pt x="96679" y="136493"/>
                  </a:cubicBezTo>
                  <a:cubicBezTo>
                    <a:pt x="99917" y="130588"/>
                    <a:pt x="101441" y="123444"/>
                    <a:pt x="101441" y="115062"/>
                  </a:cubicBezTo>
                  <a:cubicBezTo>
                    <a:pt x="101441" y="102489"/>
                    <a:pt x="98107" y="92869"/>
                    <a:pt x="91535" y="86106"/>
                  </a:cubicBezTo>
                  <a:cubicBezTo>
                    <a:pt x="84963" y="79343"/>
                    <a:pt x="76867" y="76009"/>
                    <a:pt x="67342" y="76009"/>
                  </a:cubicBezTo>
                  <a:cubicBezTo>
                    <a:pt x="57817" y="76009"/>
                    <a:pt x="49816" y="79343"/>
                    <a:pt x="43434" y="86106"/>
                  </a:cubicBezTo>
                  <a:cubicBezTo>
                    <a:pt x="36957" y="92869"/>
                    <a:pt x="33814" y="102489"/>
                    <a:pt x="33814" y="115062"/>
                  </a:cubicBezTo>
                  <a:cubicBezTo>
                    <a:pt x="33814" y="127635"/>
                    <a:pt x="36957" y="137255"/>
                    <a:pt x="43243" y="144018"/>
                  </a:cubicBezTo>
                  <a:cubicBezTo>
                    <a:pt x="49530" y="150781"/>
                    <a:pt x="57436" y="154115"/>
                    <a:pt x="66961" y="154115"/>
                  </a:cubicBezTo>
                  <a:cubicBezTo>
                    <a:pt x="72962" y="154115"/>
                    <a:pt x="78677" y="152686"/>
                    <a:pt x="84011" y="149733"/>
                  </a:cubicBezTo>
                  <a:close/>
                  <a:moveTo>
                    <a:pt x="80010" y="27242"/>
                  </a:moveTo>
                  <a:cubicBezTo>
                    <a:pt x="76962" y="24194"/>
                    <a:pt x="75533" y="20479"/>
                    <a:pt x="75533" y="16002"/>
                  </a:cubicBezTo>
                  <a:cubicBezTo>
                    <a:pt x="75533" y="11525"/>
                    <a:pt x="77057" y="7811"/>
                    <a:pt x="80010" y="4667"/>
                  </a:cubicBezTo>
                  <a:cubicBezTo>
                    <a:pt x="83058" y="1619"/>
                    <a:pt x="86773" y="0"/>
                    <a:pt x="91154" y="0"/>
                  </a:cubicBezTo>
                  <a:cubicBezTo>
                    <a:pt x="95536" y="0"/>
                    <a:pt x="99346" y="1524"/>
                    <a:pt x="102489" y="4667"/>
                  </a:cubicBezTo>
                  <a:cubicBezTo>
                    <a:pt x="105632" y="7811"/>
                    <a:pt x="107156" y="11525"/>
                    <a:pt x="107156" y="16002"/>
                  </a:cubicBezTo>
                  <a:cubicBezTo>
                    <a:pt x="107156" y="20479"/>
                    <a:pt x="105632" y="24194"/>
                    <a:pt x="102489" y="27242"/>
                  </a:cubicBezTo>
                  <a:cubicBezTo>
                    <a:pt x="99441" y="30290"/>
                    <a:pt x="95631" y="31814"/>
                    <a:pt x="91154" y="31814"/>
                  </a:cubicBezTo>
                  <a:cubicBezTo>
                    <a:pt x="86677" y="31814"/>
                    <a:pt x="82963" y="30290"/>
                    <a:pt x="80010" y="27242"/>
                  </a:cubicBezTo>
                  <a:close/>
                </a:path>
              </a:pathLst>
            </a:custGeom>
            <a:grpFill/>
            <a:ln w="9525" cap="flat">
              <a:noFill/>
              <a:prstDash val="solid"/>
              <a:miter/>
            </a:ln>
          </p:spPr>
          <p:txBody>
            <a:bodyPr rtlCol="0" anchor="ctr"/>
            <a:lstStyle/>
            <a:p>
              <a:endParaRPr lang="fi-FI" sz="3200"/>
            </a:p>
          </p:txBody>
        </p:sp>
        <p:sp>
          <p:nvSpPr>
            <p:cNvPr id="533" name="Vapaamuotoinen: Muoto 532">
              <a:extLst>
                <a:ext uri="{FF2B5EF4-FFF2-40B4-BE49-F238E27FC236}">
                  <a16:creationId xmlns:a16="http://schemas.microsoft.com/office/drawing/2014/main" id="{7C04F01E-B581-8125-6A46-2C668DCAA78F}"/>
                </a:ext>
              </a:extLst>
            </p:cNvPr>
            <p:cNvSpPr/>
            <p:nvPr/>
          </p:nvSpPr>
          <p:spPr>
            <a:xfrm>
              <a:off x="3902919" y="1622778"/>
              <a:ext cx="137636" cy="199262"/>
            </a:xfrm>
            <a:custGeom>
              <a:avLst/>
              <a:gdLst>
                <a:gd name="connsiteX0" fmla="*/ 86392 w 137636"/>
                <a:gd name="connsiteY0" fmla="*/ 6001 h 199262"/>
                <a:gd name="connsiteX1" fmla="*/ 104013 w 137636"/>
                <a:gd name="connsiteY1" fmla="*/ 21145 h 199262"/>
                <a:gd name="connsiteX2" fmla="*/ 104013 w 137636"/>
                <a:gd name="connsiteY2" fmla="*/ 2286 h 199262"/>
                <a:gd name="connsiteX3" fmla="*/ 137636 w 137636"/>
                <a:gd name="connsiteY3" fmla="*/ 2286 h 199262"/>
                <a:gd name="connsiteX4" fmla="*/ 137636 w 137636"/>
                <a:gd name="connsiteY4" fmla="*/ 135160 h 199262"/>
                <a:gd name="connsiteX5" fmla="*/ 130207 w 137636"/>
                <a:gd name="connsiteY5" fmla="*/ 167926 h 199262"/>
                <a:gd name="connsiteX6" fmla="*/ 108014 w 137636"/>
                <a:gd name="connsiteY6" fmla="*/ 190786 h 199262"/>
                <a:gd name="connsiteX7" fmla="*/ 72295 w 137636"/>
                <a:gd name="connsiteY7" fmla="*/ 199263 h 199262"/>
                <a:gd name="connsiteX8" fmla="*/ 26194 w 137636"/>
                <a:gd name="connsiteY8" fmla="*/ 186118 h 199262"/>
                <a:gd name="connsiteX9" fmla="*/ 5810 w 137636"/>
                <a:gd name="connsiteY9" fmla="*/ 150400 h 199262"/>
                <a:gd name="connsiteX10" fmla="*/ 38862 w 137636"/>
                <a:gd name="connsiteY10" fmla="*/ 150400 h 199262"/>
                <a:gd name="connsiteX11" fmla="*/ 50197 w 137636"/>
                <a:gd name="connsiteY11" fmla="*/ 164783 h 199262"/>
                <a:gd name="connsiteX12" fmla="*/ 71247 w 137636"/>
                <a:gd name="connsiteY12" fmla="*/ 170117 h 199262"/>
                <a:gd name="connsiteX13" fmla="*/ 94774 w 137636"/>
                <a:gd name="connsiteY13" fmla="*/ 161449 h 199262"/>
                <a:gd name="connsiteX14" fmla="*/ 103823 w 137636"/>
                <a:gd name="connsiteY14" fmla="*/ 135160 h 199262"/>
                <a:gd name="connsiteX15" fmla="*/ 103823 w 137636"/>
                <a:gd name="connsiteY15" fmla="*/ 114681 h 199262"/>
                <a:gd name="connsiteX16" fmla="*/ 86106 w 137636"/>
                <a:gd name="connsiteY16" fmla="*/ 130112 h 199262"/>
                <a:gd name="connsiteX17" fmla="*/ 60293 w 137636"/>
                <a:gd name="connsiteY17" fmla="*/ 136303 h 199262"/>
                <a:gd name="connsiteX18" fmla="*/ 29813 w 137636"/>
                <a:gd name="connsiteY18" fmla="*/ 127730 h 199262"/>
                <a:gd name="connsiteX19" fmla="*/ 8001 w 137636"/>
                <a:gd name="connsiteY19" fmla="*/ 103537 h 199262"/>
                <a:gd name="connsiteX20" fmla="*/ 0 w 137636"/>
                <a:gd name="connsiteY20" fmla="*/ 67723 h 199262"/>
                <a:gd name="connsiteX21" fmla="*/ 8001 w 137636"/>
                <a:gd name="connsiteY21" fmla="*/ 32194 h 199262"/>
                <a:gd name="connsiteX22" fmla="*/ 29718 w 137636"/>
                <a:gd name="connsiteY22" fmla="*/ 8382 h 199262"/>
                <a:gd name="connsiteX23" fmla="*/ 60293 w 137636"/>
                <a:gd name="connsiteY23" fmla="*/ 0 h 199262"/>
                <a:gd name="connsiteX24" fmla="*/ 86297 w 137636"/>
                <a:gd name="connsiteY24" fmla="*/ 5810 h 199262"/>
                <a:gd name="connsiteX25" fmla="*/ 99250 w 137636"/>
                <a:gd name="connsiteY25" fmla="*/ 47434 h 199262"/>
                <a:gd name="connsiteX26" fmla="*/ 86392 w 137636"/>
                <a:gd name="connsiteY26" fmla="*/ 34099 h 199262"/>
                <a:gd name="connsiteX27" fmla="*/ 68961 w 137636"/>
                <a:gd name="connsiteY27" fmla="*/ 29432 h 199262"/>
                <a:gd name="connsiteX28" fmla="*/ 51816 w 137636"/>
                <a:gd name="connsiteY28" fmla="*/ 34004 h 199262"/>
                <a:gd name="connsiteX29" fmla="*/ 39052 w 137636"/>
                <a:gd name="connsiteY29" fmla="*/ 47244 h 199262"/>
                <a:gd name="connsiteX30" fmla="*/ 34195 w 137636"/>
                <a:gd name="connsiteY30" fmla="*/ 67818 h 199262"/>
                <a:gd name="connsiteX31" fmla="*/ 39052 w 137636"/>
                <a:gd name="connsiteY31" fmla="*/ 88678 h 199262"/>
                <a:gd name="connsiteX32" fmla="*/ 51911 w 137636"/>
                <a:gd name="connsiteY32" fmla="*/ 102394 h 199262"/>
                <a:gd name="connsiteX33" fmla="*/ 68961 w 137636"/>
                <a:gd name="connsiteY33" fmla="*/ 107156 h 199262"/>
                <a:gd name="connsiteX34" fmla="*/ 86392 w 137636"/>
                <a:gd name="connsiteY34" fmla="*/ 102489 h 199262"/>
                <a:gd name="connsiteX35" fmla="*/ 99250 w 137636"/>
                <a:gd name="connsiteY35" fmla="*/ 89154 h 199262"/>
                <a:gd name="connsiteX36" fmla="*/ 104013 w 137636"/>
                <a:gd name="connsiteY36" fmla="*/ 68294 h 199262"/>
                <a:gd name="connsiteX37" fmla="*/ 99250 w 137636"/>
                <a:gd name="connsiteY37" fmla="*/ 47434 h 199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37636" h="199262">
                  <a:moveTo>
                    <a:pt x="86392" y="6001"/>
                  </a:moveTo>
                  <a:cubicBezTo>
                    <a:pt x="93821" y="9906"/>
                    <a:pt x="99727" y="14954"/>
                    <a:pt x="104013" y="21145"/>
                  </a:cubicBezTo>
                  <a:lnTo>
                    <a:pt x="104013" y="2286"/>
                  </a:lnTo>
                  <a:lnTo>
                    <a:pt x="137636" y="2286"/>
                  </a:lnTo>
                  <a:lnTo>
                    <a:pt x="137636" y="135160"/>
                  </a:lnTo>
                  <a:cubicBezTo>
                    <a:pt x="137636" y="147352"/>
                    <a:pt x="135160" y="158305"/>
                    <a:pt x="130207" y="167926"/>
                  </a:cubicBezTo>
                  <a:cubicBezTo>
                    <a:pt x="125254" y="177546"/>
                    <a:pt x="117920" y="185166"/>
                    <a:pt x="108014" y="190786"/>
                  </a:cubicBezTo>
                  <a:cubicBezTo>
                    <a:pt x="98203" y="196405"/>
                    <a:pt x="86297" y="199263"/>
                    <a:pt x="72295" y="199263"/>
                  </a:cubicBezTo>
                  <a:cubicBezTo>
                    <a:pt x="53530" y="199263"/>
                    <a:pt x="38195" y="194881"/>
                    <a:pt x="26194" y="186118"/>
                  </a:cubicBezTo>
                  <a:cubicBezTo>
                    <a:pt x="14192" y="177355"/>
                    <a:pt x="7429" y="165449"/>
                    <a:pt x="5810" y="150400"/>
                  </a:cubicBezTo>
                  <a:lnTo>
                    <a:pt x="38862" y="150400"/>
                  </a:lnTo>
                  <a:cubicBezTo>
                    <a:pt x="40576" y="156400"/>
                    <a:pt x="44387" y="161258"/>
                    <a:pt x="50197" y="164783"/>
                  </a:cubicBezTo>
                  <a:cubicBezTo>
                    <a:pt x="56007" y="168307"/>
                    <a:pt x="63055" y="170117"/>
                    <a:pt x="71247" y="170117"/>
                  </a:cubicBezTo>
                  <a:cubicBezTo>
                    <a:pt x="80963" y="170117"/>
                    <a:pt x="88773" y="167259"/>
                    <a:pt x="94774" y="161449"/>
                  </a:cubicBezTo>
                  <a:cubicBezTo>
                    <a:pt x="100774" y="155639"/>
                    <a:pt x="103823" y="146875"/>
                    <a:pt x="103823" y="135160"/>
                  </a:cubicBezTo>
                  <a:lnTo>
                    <a:pt x="103823" y="114681"/>
                  </a:lnTo>
                  <a:cubicBezTo>
                    <a:pt x="99536" y="120872"/>
                    <a:pt x="93631" y="126016"/>
                    <a:pt x="86106" y="130112"/>
                  </a:cubicBezTo>
                  <a:cubicBezTo>
                    <a:pt x="78581" y="134207"/>
                    <a:pt x="69914" y="136303"/>
                    <a:pt x="60293" y="136303"/>
                  </a:cubicBezTo>
                  <a:cubicBezTo>
                    <a:pt x="49149" y="136303"/>
                    <a:pt x="39052" y="133445"/>
                    <a:pt x="29813" y="127730"/>
                  </a:cubicBezTo>
                  <a:cubicBezTo>
                    <a:pt x="20574" y="122015"/>
                    <a:pt x="13335" y="113919"/>
                    <a:pt x="8001" y="103537"/>
                  </a:cubicBezTo>
                  <a:cubicBezTo>
                    <a:pt x="2667" y="93154"/>
                    <a:pt x="0" y="81153"/>
                    <a:pt x="0" y="67723"/>
                  </a:cubicBezTo>
                  <a:cubicBezTo>
                    <a:pt x="0" y="54292"/>
                    <a:pt x="2667" y="42577"/>
                    <a:pt x="8001" y="32194"/>
                  </a:cubicBezTo>
                  <a:cubicBezTo>
                    <a:pt x="13335" y="21907"/>
                    <a:pt x="20574" y="13906"/>
                    <a:pt x="29718" y="8382"/>
                  </a:cubicBezTo>
                  <a:cubicBezTo>
                    <a:pt x="38862" y="2857"/>
                    <a:pt x="49054" y="0"/>
                    <a:pt x="60293" y="0"/>
                  </a:cubicBezTo>
                  <a:cubicBezTo>
                    <a:pt x="70104" y="0"/>
                    <a:pt x="78772" y="1905"/>
                    <a:pt x="86297" y="5810"/>
                  </a:cubicBezTo>
                  <a:close/>
                  <a:moveTo>
                    <a:pt x="99250" y="47434"/>
                  </a:moveTo>
                  <a:cubicBezTo>
                    <a:pt x="96107" y="41624"/>
                    <a:pt x="91821" y="37147"/>
                    <a:pt x="86392" y="34099"/>
                  </a:cubicBezTo>
                  <a:cubicBezTo>
                    <a:pt x="80963" y="31051"/>
                    <a:pt x="75248" y="29432"/>
                    <a:pt x="68961" y="29432"/>
                  </a:cubicBezTo>
                  <a:cubicBezTo>
                    <a:pt x="62674" y="29432"/>
                    <a:pt x="57055" y="30956"/>
                    <a:pt x="51816" y="34004"/>
                  </a:cubicBezTo>
                  <a:cubicBezTo>
                    <a:pt x="46577" y="37052"/>
                    <a:pt x="42291" y="41434"/>
                    <a:pt x="39052" y="47244"/>
                  </a:cubicBezTo>
                  <a:cubicBezTo>
                    <a:pt x="35814" y="53054"/>
                    <a:pt x="34195" y="59912"/>
                    <a:pt x="34195" y="67818"/>
                  </a:cubicBezTo>
                  <a:cubicBezTo>
                    <a:pt x="34195" y="75724"/>
                    <a:pt x="35814" y="82677"/>
                    <a:pt x="39052" y="88678"/>
                  </a:cubicBezTo>
                  <a:cubicBezTo>
                    <a:pt x="42291" y="94678"/>
                    <a:pt x="46577" y="99155"/>
                    <a:pt x="51911" y="102394"/>
                  </a:cubicBezTo>
                  <a:cubicBezTo>
                    <a:pt x="57245" y="105537"/>
                    <a:pt x="62865" y="107156"/>
                    <a:pt x="68961" y="107156"/>
                  </a:cubicBezTo>
                  <a:cubicBezTo>
                    <a:pt x="75057" y="107156"/>
                    <a:pt x="80963" y="105632"/>
                    <a:pt x="86392" y="102489"/>
                  </a:cubicBezTo>
                  <a:cubicBezTo>
                    <a:pt x="91821" y="99346"/>
                    <a:pt x="96107" y="94964"/>
                    <a:pt x="99250" y="89154"/>
                  </a:cubicBezTo>
                  <a:cubicBezTo>
                    <a:pt x="102394" y="83344"/>
                    <a:pt x="104013" y="76391"/>
                    <a:pt x="104013" y="68294"/>
                  </a:cubicBezTo>
                  <a:cubicBezTo>
                    <a:pt x="104013" y="60198"/>
                    <a:pt x="102394" y="53245"/>
                    <a:pt x="99250" y="47434"/>
                  </a:cubicBezTo>
                  <a:close/>
                </a:path>
              </a:pathLst>
            </a:custGeom>
            <a:grpFill/>
            <a:ln w="9525" cap="flat">
              <a:noFill/>
              <a:prstDash val="solid"/>
              <a:miter/>
            </a:ln>
          </p:spPr>
          <p:txBody>
            <a:bodyPr rtlCol="0" anchor="ctr"/>
            <a:lstStyle/>
            <a:p>
              <a:endParaRPr lang="fi-FI" sz="3200"/>
            </a:p>
          </p:txBody>
        </p:sp>
        <p:sp>
          <p:nvSpPr>
            <p:cNvPr id="534" name="Vapaamuotoinen: Muoto 533">
              <a:extLst>
                <a:ext uri="{FF2B5EF4-FFF2-40B4-BE49-F238E27FC236}">
                  <a16:creationId xmlns:a16="http://schemas.microsoft.com/office/drawing/2014/main" id="{8E4BA03B-31EA-6D8C-D118-3ACCDF679A22}"/>
                </a:ext>
              </a:extLst>
            </p:cNvPr>
            <p:cNvSpPr/>
            <p:nvPr/>
          </p:nvSpPr>
          <p:spPr>
            <a:xfrm>
              <a:off x="4061700" y="1571951"/>
              <a:ext cx="72009" cy="185129"/>
            </a:xfrm>
            <a:custGeom>
              <a:avLst/>
              <a:gdLst>
                <a:gd name="connsiteX0" fmla="*/ 71914 w 72009"/>
                <a:gd name="connsiteY0" fmla="*/ 80545 h 185129"/>
                <a:gd name="connsiteX1" fmla="*/ 48863 w 72009"/>
                <a:gd name="connsiteY1" fmla="*/ 80545 h 185129"/>
                <a:gd name="connsiteX2" fmla="*/ 48863 w 72009"/>
                <a:gd name="connsiteY2" fmla="*/ 185129 h 185129"/>
                <a:gd name="connsiteX3" fmla="*/ 15050 w 72009"/>
                <a:gd name="connsiteY3" fmla="*/ 185129 h 185129"/>
                <a:gd name="connsiteX4" fmla="*/ 15050 w 72009"/>
                <a:gd name="connsiteY4" fmla="*/ 80545 h 185129"/>
                <a:gd name="connsiteX5" fmla="*/ 0 w 72009"/>
                <a:gd name="connsiteY5" fmla="*/ 80545 h 185129"/>
                <a:gd name="connsiteX6" fmla="*/ 0 w 72009"/>
                <a:gd name="connsiteY6" fmla="*/ 53113 h 185129"/>
                <a:gd name="connsiteX7" fmla="*/ 15050 w 72009"/>
                <a:gd name="connsiteY7" fmla="*/ 53113 h 185129"/>
                <a:gd name="connsiteX8" fmla="*/ 15050 w 72009"/>
                <a:gd name="connsiteY8" fmla="*/ 46445 h 185129"/>
                <a:gd name="connsiteX9" fmla="*/ 28861 w 72009"/>
                <a:gd name="connsiteY9" fmla="*/ 10727 h 185129"/>
                <a:gd name="connsiteX10" fmla="*/ 70580 w 72009"/>
                <a:gd name="connsiteY10" fmla="*/ 59 h 185129"/>
                <a:gd name="connsiteX11" fmla="*/ 70580 w 72009"/>
                <a:gd name="connsiteY11" fmla="*/ 28157 h 185129"/>
                <a:gd name="connsiteX12" fmla="*/ 53721 w 72009"/>
                <a:gd name="connsiteY12" fmla="*/ 32253 h 185129"/>
                <a:gd name="connsiteX13" fmla="*/ 48959 w 72009"/>
                <a:gd name="connsiteY13" fmla="*/ 47684 h 185129"/>
                <a:gd name="connsiteX14" fmla="*/ 48959 w 72009"/>
                <a:gd name="connsiteY14" fmla="*/ 53113 h 185129"/>
                <a:gd name="connsiteX15" fmla="*/ 72009 w 72009"/>
                <a:gd name="connsiteY15" fmla="*/ 53113 h 185129"/>
                <a:gd name="connsiteX16" fmla="*/ 72009 w 72009"/>
                <a:gd name="connsiteY16" fmla="*/ 80545 h 185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009" h="185129">
                  <a:moveTo>
                    <a:pt x="71914" y="80545"/>
                  </a:moveTo>
                  <a:lnTo>
                    <a:pt x="48863" y="80545"/>
                  </a:lnTo>
                  <a:lnTo>
                    <a:pt x="48863" y="185129"/>
                  </a:lnTo>
                  <a:lnTo>
                    <a:pt x="15050" y="185129"/>
                  </a:lnTo>
                  <a:lnTo>
                    <a:pt x="15050" y="80545"/>
                  </a:lnTo>
                  <a:lnTo>
                    <a:pt x="0" y="80545"/>
                  </a:lnTo>
                  <a:lnTo>
                    <a:pt x="0" y="53113"/>
                  </a:lnTo>
                  <a:lnTo>
                    <a:pt x="15050" y="53113"/>
                  </a:lnTo>
                  <a:lnTo>
                    <a:pt x="15050" y="46445"/>
                  </a:lnTo>
                  <a:cubicBezTo>
                    <a:pt x="15050" y="30253"/>
                    <a:pt x="19622" y="18347"/>
                    <a:pt x="28861" y="10727"/>
                  </a:cubicBezTo>
                  <a:cubicBezTo>
                    <a:pt x="38100" y="3107"/>
                    <a:pt x="52007" y="-513"/>
                    <a:pt x="70580" y="59"/>
                  </a:cubicBezTo>
                  <a:lnTo>
                    <a:pt x="70580" y="28157"/>
                  </a:lnTo>
                  <a:cubicBezTo>
                    <a:pt x="62484" y="27967"/>
                    <a:pt x="56864" y="29300"/>
                    <a:pt x="53721" y="32253"/>
                  </a:cubicBezTo>
                  <a:cubicBezTo>
                    <a:pt x="50578" y="35111"/>
                    <a:pt x="48959" y="40254"/>
                    <a:pt x="48959" y="47684"/>
                  </a:cubicBezTo>
                  <a:lnTo>
                    <a:pt x="48959" y="53113"/>
                  </a:lnTo>
                  <a:lnTo>
                    <a:pt x="72009" y="53113"/>
                  </a:lnTo>
                  <a:lnTo>
                    <a:pt x="72009" y="80545"/>
                  </a:lnTo>
                  <a:close/>
                </a:path>
              </a:pathLst>
            </a:custGeom>
            <a:grpFill/>
            <a:ln w="9525" cap="flat">
              <a:noFill/>
              <a:prstDash val="solid"/>
              <a:miter/>
            </a:ln>
          </p:spPr>
          <p:txBody>
            <a:bodyPr rtlCol="0" anchor="ctr"/>
            <a:lstStyle/>
            <a:p>
              <a:endParaRPr lang="fi-FI" sz="3200"/>
            </a:p>
          </p:txBody>
        </p:sp>
        <p:sp>
          <p:nvSpPr>
            <p:cNvPr id="535" name="Vapaamuotoinen: Muoto 534">
              <a:extLst>
                <a:ext uri="{FF2B5EF4-FFF2-40B4-BE49-F238E27FC236}">
                  <a16:creationId xmlns:a16="http://schemas.microsoft.com/office/drawing/2014/main" id="{D3E4E37D-EFAC-7A30-A03D-7EF8D1EE8D28}"/>
                </a:ext>
              </a:extLst>
            </p:cNvPr>
            <p:cNvSpPr/>
            <p:nvPr/>
          </p:nvSpPr>
          <p:spPr>
            <a:xfrm>
              <a:off x="4146949" y="1622969"/>
              <a:ext cx="135636" cy="136207"/>
            </a:xfrm>
            <a:custGeom>
              <a:avLst/>
              <a:gdLst>
                <a:gd name="connsiteX0" fmla="*/ 32576 w 135636"/>
                <a:gd name="connsiteY0" fmla="*/ 127730 h 136207"/>
                <a:gd name="connsiteX1" fmla="*/ 8668 w 135636"/>
                <a:gd name="connsiteY1" fmla="*/ 103822 h 136207"/>
                <a:gd name="connsiteX2" fmla="*/ 0 w 135636"/>
                <a:gd name="connsiteY2" fmla="*/ 68104 h 136207"/>
                <a:gd name="connsiteX3" fmla="*/ 8954 w 135636"/>
                <a:gd name="connsiteY3" fmla="*/ 32385 h 136207"/>
                <a:gd name="connsiteX4" fmla="*/ 33338 w 135636"/>
                <a:gd name="connsiteY4" fmla="*/ 8477 h 136207"/>
                <a:gd name="connsiteX5" fmla="*/ 67818 w 135636"/>
                <a:gd name="connsiteY5" fmla="*/ 0 h 136207"/>
                <a:gd name="connsiteX6" fmla="*/ 102299 w 135636"/>
                <a:gd name="connsiteY6" fmla="*/ 8477 h 136207"/>
                <a:gd name="connsiteX7" fmla="*/ 126682 w 135636"/>
                <a:gd name="connsiteY7" fmla="*/ 32385 h 136207"/>
                <a:gd name="connsiteX8" fmla="*/ 135636 w 135636"/>
                <a:gd name="connsiteY8" fmla="*/ 68104 h 136207"/>
                <a:gd name="connsiteX9" fmla="*/ 126492 w 135636"/>
                <a:gd name="connsiteY9" fmla="*/ 103822 h 136207"/>
                <a:gd name="connsiteX10" fmla="*/ 101727 w 135636"/>
                <a:gd name="connsiteY10" fmla="*/ 127730 h 136207"/>
                <a:gd name="connsiteX11" fmla="*/ 66866 w 135636"/>
                <a:gd name="connsiteY11" fmla="*/ 136208 h 136207"/>
                <a:gd name="connsiteX12" fmla="*/ 32576 w 135636"/>
                <a:gd name="connsiteY12" fmla="*/ 127730 h 136207"/>
                <a:gd name="connsiteX13" fmla="*/ 83915 w 135636"/>
                <a:gd name="connsiteY13" fmla="*/ 102775 h 136207"/>
                <a:gd name="connsiteX14" fmla="*/ 96679 w 135636"/>
                <a:gd name="connsiteY14" fmla="*/ 89535 h 136207"/>
                <a:gd name="connsiteX15" fmla="*/ 101441 w 135636"/>
                <a:gd name="connsiteY15" fmla="*/ 68104 h 136207"/>
                <a:gd name="connsiteX16" fmla="*/ 91535 w 135636"/>
                <a:gd name="connsiteY16" fmla="*/ 39148 h 136207"/>
                <a:gd name="connsiteX17" fmla="*/ 67342 w 135636"/>
                <a:gd name="connsiteY17" fmla="*/ 29051 h 136207"/>
                <a:gd name="connsiteX18" fmla="*/ 43434 w 135636"/>
                <a:gd name="connsiteY18" fmla="*/ 39148 h 136207"/>
                <a:gd name="connsiteX19" fmla="*/ 33814 w 135636"/>
                <a:gd name="connsiteY19" fmla="*/ 68104 h 136207"/>
                <a:gd name="connsiteX20" fmla="*/ 43243 w 135636"/>
                <a:gd name="connsiteY20" fmla="*/ 97060 h 136207"/>
                <a:gd name="connsiteX21" fmla="*/ 66961 w 135636"/>
                <a:gd name="connsiteY21" fmla="*/ 107156 h 136207"/>
                <a:gd name="connsiteX22" fmla="*/ 84011 w 135636"/>
                <a:gd name="connsiteY22" fmla="*/ 102775 h 1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5636" h="136207">
                  <a:moveTo>
                    <a:pt x="32576" y="127730"/>
                  </a:moveTo>
                  <a:cubicBezTo>
                    <a:pt x="22384" y="122111"/>
                    <a:pt x="14478" y="114109"/>
                    <a:pt x="8668" y="103822"/>
                  </a:cubicBezTo>
                  <a:cubicBezTo>
                    <a:pt x="2857" y="93536"/>
                    <a:pt x="0" y="81629"/>
                    <a:pt x="0" y="68104"/>
                  </a:cubicBezTo>
                  <a:cubicBezTo>
                    <a:pt x="0" y="54578"/>
                    <a:pt x="2953" y="42672"/>
                    <a:pt x="8954" y="32385"/>
                  </a:cubicBezTo>
                  <a:cubicBezTo>
                    <a:pt x="14954" y="22098"/>
                    <a:pt x="23051" y="14097"/>
                    <a:pt x="33338" y="8477"/>
                  </a:cubicBezTo>
                  <a:cubicBezTo>
                    <a:pt x="43624" y="2857"/>
                    <a:pt x="55150" y="0"/>
                    <a:pt x="67818" y="0"/>
                  </a:cubicBezTo>
                  <a:cubicBezTo>
                    <a:pt x="80486" y="0"/>
                    <a:pt x="92012" y="2857"/>
                    <a:pt x="102299" y="8477"/>
                  </a:cubicBezTo>
                  <a:cubicBezTo>
                    <a:pt x="112586" y="14097"/>
                    <a:pt x="120777" y="22098"/>
                    <a:pt x="126682" y="32385"/>
                  </a:cubicBezTo>
                  <a:cubicBezTo>
                    <a:pt x="132588" y="42672"/>
                    <a:pt x="135636" y="54578"/>
                    <a:pt x="135636" y="68104"/>
                  </a:cubicBezTo>
                  <a:cubicBezTo>
                    <a:pt x="135636" y="81629"/>
                    <a:pt x="132588" y="93536"/>
                    <a:pt x="126492" y="103822"/>
                  </a:cubicBezTo>
                  <a:cubicBezTo>
                    <a:pt x="120396" y="114109"/>
                    <a:pt x="112109" y="122111"/>
                    <a:pt x="101727" y="127730"/>
                  </a:cubicBezTo>
                  <a:cubicBezTo>
                    <a:pt x="91345" y="133350"/>
                    <a:pt x="79724" y="136208"/>
                    <a:pt x="66866" y="136208"/>
                  </a:cubicBezTo>
                  <a:cubicBezTo>
                    <a:pt x="54007" y="136208"/>
                    <a:pt x="42767" y="133350"/>
                    <a:pt x="32576" y="127730"/>
                  </a:cubicBezTo>
                  <a:close/>
                  <a:moveTo>
                    <a:pt x="83915" y="102775"/>
                  </a:moveTo>
                  <a:cubicBezTo>
                    <a:pt x="89249" y="99822"/>
                    <a:pt x="93440" y="95440"/>
                    <a:pt x="96679" y="89535"/>
                  </a:cubicBezTo>
                  <a:cubicBezTo>
                    <a:pt x="99917" y="83629"/>
                    <a:pt x="101441" y="76486"/>
                    <a:pt x="101441" y="68104"/>
                  </a:cubicBezTo>
                  <a:cubicBezTo>
                    <a:pt x="101441" y="55531"/>
                    <a:pt x="98107" y="45910"/>
                    <a:pt x="91535" y="39148"/>
                  </a:cubicBezTo>
                  <a:cubicBezTo>
                    <a:pt x="84963" y="32385"/>
                    <a:pt x="76867" y="29051"/>
                    <a:pt x="67342" y="29051"/>
                  </a:cubicBezTo>
                  <a:cubicBezTo>
                    <a:pt x="57817" y="29051"/>
                    <a:pt x="49816" y="32385"/>
                    <a:pt x="43434" y="39148"/>
                  </a:cubicBezTo>
                  <a:cubicBezTo>
                    <a:pt x="36957" y="45910"/>
                    <a:pt x="33814" y="55531"/>
                    <a:pt x="33814" y="68104"/>
                  </a:cubicBezTo>
                  <a:cubicBezTo>
                    <a:pt x="33814" y="80677"/>
                    <a:pt x="36957" y="90297"/>
                    <a:pt x="43243" y="97060"/>
                  </a:cubicBezTo>
                  <a:cubicBezTo>
                    <a:pt x="49530" y="103822"/>
                    <a:pt x="57436" y="107156"/>
                    <a:pt x="66961" y="107156"/>
                  </a:cubicBezTo>
                  <a:cubicBezTo>
                    <a:pt x="72962" y="107156"/>
                    <a:pt x="78676" y="105727"/>
                    <a:pt x="84011" y="102775"/>
                  </a:cubicBezTo>
                  <a:close/>
                </a:path>
              </a:pathLst>
            </a:custGeom>
            <a:grpFill/>
            <a:ln w="9525" cap="flat">
              <a:noFill/>
              <a:prstDash val="solid"/>
              <a:miter/>
            </a:ln>
          </p:spPr>
          <p:txBody>
            <a:bodyPr rtlCol="0" anchor="ctr"/>
            <a:lstStyle/>
            <a:p>
              <a:endParaRPr lang="fi-FI" sz="3200"/>
            </a:p>
          </p:txBody>
        </p:sp>
        <p:sp>
          <p:nvSpPr>
            <p:cNvPr id="536" name="Vapaamuotoinen: Muoto 535">
              <a:extLst>
                <a:ext uri="{FF2B5EF4-FFF2-40B4-BE49-F238E27FC236}">
                  <a16:creationId xmlns:a16="http://schemas.microsoft.com/office/drawing/2014/main" id="{9F6F8D8B-ACB6-9771-0FAD-2AF1AABBBA77}"/>
                </a:ext>
              </a:extLst>
            </p:cNvPr>
            <p:cNvSpPr/>
            <p:nvPr/>
          </p:nvSpPr>
          <p:spPr>
            <a:xfrm>
              <a:off x="4307160" y="1623254"/>
              <a:ext cx="73913" cy="133731"/>
            </a:xfrm>
            <a:custGeom>
              <a:avLst/>
              <a:gdLst>
                <a:gd name="connsiteX0" fmla="*/ 50197 w 73913"/>
                <a:gd name="connsiteY0" fmla="*/ 5905 h 133731"/>
                <a:gd name="connsiteX1" fmla="*/ 73914 w 73913"/>
                <a:gd name="connsiteY1" fmla="*/ 0 h 133731"/>
                <a:gd name="connsiteX2" fmla="*/ 73914 w 73913"/>
                <a:gd name="connsiteY2" fmla="*/ 34957 h 133731"/>
                <a:gd name="connsiteX3" fmla="*/ 65056 w 73913"/>
                <a:gd name="connsiteY3" fmla="*/ 34957 h 133731"/>
                <a:gd name="connsiteX4" fmla="*/ 41338 w 73913"/>
                <a:gd name="connsiteY4" fmla="*/ 42291 h 133731"/>
                <a:gd name="connsiteX5" fmla="*/ 33338 w 73913"/>
                <a:gd name="connsiteY5" fmla="*/ 68008 h 133731"/>
                <a:gd name="connsiteX6" fmla="*/ 33338 w 73913"/>
                <a:gd name="connsiteY6" fmla="*/ 133731 h 133731"/>
                <a:gd name="connsiteX7" fmla="*/ 0 w 73913"/>
                <a:gd name="connsiteY7" fmla="*/ 133731 h 133731"/>
                <a:gd name="connsiteX8" fmla="*/ 0 w 73913"/>
                <a:gd name="connsiteY8" fmla="*/ 1810 h 133731"/>
                <a:gd name="connsiteX9" fmla="*/ 33338 w 73913"/>
                <a:gd name="connsiteY9" fmla="*/ 1810 h 133731"/>
                <a:gd name="connsiteX10" fmla="*/ 33338 w 73913"/>
                <a:gd name="connsiteY10" fmla="*/ 22289 h 133731"/>
                <a:gd name="connsiteX11" fmla="*/ 50101 w 73913"/>
                <a:gd name="connsiteY11" fmla="*/ 5905 h 13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3913" h="133731">
                  <a:moveTo>
                    <a:pt x="50197" y="5905"/>
                  </a:moveTo>
                  <a:cubicBezTo>
                    <a:pt x="57150" y="1905"/>
                    <a:pt x="64960" y="0"/>
                    <a:pt x="73914" y="0"/>
                  </a:cubicBezTo>
                  <a:lnTo>
                    <a:pt x="73914" y="34957"/>
                  </a:lnTo>
                  <a:lnTo>
                    <a:pt x="65056" y="34957"/>
                  </a:lnTo>
                  <a:cubicBezTo>
                    <a:pt x="54578" y="34957"/>
                    <a:pt x="46672" y="37433"/>
                    <a:pt x="41338" y="42291"/>
                  </a:cubicBezTo>
                  <a:cubicBezTo>
                    <a:pt x="36004" y="47244"/>
                    <a:pt x="33338" y="55817"/>
                    <a:pt x="33338" y="68008"/>
                  </a:cubicBezTo>
                  <a:lnTo>
                    <a:pt x="33338" y="133731"/>
                  </a:lnTo>
                  <a:lnTo>
                    <a:pt x="0" y="133731"/>
                  </a:lnTo>
                  <a:lnTo>
                    <a:pt x="0" y="1810"/>
                  </a:lnTo>
                  <a:lnTo>
                    <a:pt x="33338" y="1810"/>
                  </a:lnTo>
                  <a:lnTo>
                    <a:pt x="33338" y="22289"/>
                  </a:lnTo>
                  <a:cubicBezTo>
                    <a:pt x="37624" y="15335"/>
                    <a:pt x="43244" y="9811"/>
                    <a:pt x="50101" y="5905"/>
                  </a:cubicBezTo>
                  <a:close/>
                </a:path>
              </a:pathLst>
            </a:custGeom>
            <a:grpFill/>
            <a:ln w="9525" cap="flat">
              <a:noFill/>
              <a:prstDash val="solid"/>
              <a:miter/>
            </a:ln>
          </p:spPr>
          <p:txBody>
            <a:bodyPr rtlCol="0" anchor="ctr"/>
            <a:lstStyle/>
            <a:p>
              <a:endParaRPr lang="fi-FI" sz="3200"/>
            </a:p>
          </p:txBody>
        </p:sp>
        <p:sp>
          <p:nvSpPr>
            <p:cNvPr id="537" name="Vapaamuotoinen: Muoto 536">
              <a:extLst>
                <a:ext uri="{FF2B5EF4-FFF2-40B4-BE49-F238E27FC236}">
                  <a16:creationId xmlns:a16="http://schemas.microsoft.com/office/drawing/2014/main" id="{7A440246-69DC-3FDC-47B3-9FD8F61A14B0}"/>
                </a:ext>
              </a:extLst>
            </p:cNvPr>
            <p:cNvSpPr/>
            <p:nvPr/>
          </p:nvSpPr>
          <p:spPr>
            <a:xfrm>
              <a:off x="4396218" y="1622873"/>
              <a:ext cx="109442" cy="136302"/>
            </a:xfrm>
            <a:custGeom>
              <a:avLst/>
              <a:gdLst>
                <a:gd name="connsiteX0" fmla="*/ 28575 w 109442"/>
                <a:gd name="connsiteY0" fmla="*/ 130397 h 136302"/>
                <a:gd name="connsiteX1" fmla="*/ 8192 w 109442"/>
                <a:gd name="connsiteY1" fmla="*/ 114586 h 136302"/>
                <a:gd name="connsiteX2" fmla="*/ 0 w 109442"/>
                <a:gd name="connsiteY2" fmla="*/ 92393 h 136302"/>
                <a:gd name="connsiteX3" fmla="*/ 33623 w 109442"/>
                <a:gd name="connsiteY3" fmla="*/ 92393 h 136302"/>
                <a:gd name="connsiteX4" fmla="*/ 41148 w 109442"/>
                <a:gd name="connsiteY4" fmla="*/ 105061 h 136302"/>
                <a:gd name="connsiteX5" fmla="*/ 57436 w 109442"/>
                <a:gd name="connsiteY5" fmla="*/ 110014 h 136302"/>
                <a:gd name="connsiteX6" fmla="*/ 72295 w 109442"/>
                <a:gd name="connsiteY6" fmla="*/ 106204 h 136302"/>
                <a:gd name="connsiteX7" fmla="*/ 77629 w 109442"/>
                <a:gd name="connsiteY7" fmla="*/ 96393 h 136302"/>
                <a:gd name="connsiteX8" fmla="*/ 71056 w 109442"/>
                <a:gd name="connsiteY8" fmla="*/ 86773 h 136302"/>
                <a:gd name="connsiteX9" fmla="*/ 50197 w 109442"/>
                <a:gd name="connsiteY9" fmla="*/ 79724 h 136302"/>
                <a:gd name="connsiteX10" fmla="*/ 26003 w 109442"/>
                <a:gd name="connsiteY10" fmla="*/ 72390 h 136302"/>
                <a:gd name="connsiteX11" fmla="*/ 9811 w 109442"/>
                <a:gd name="connsiteY11" fmla="*/ 60674 h 136302"/>
                <a:gd name="connsiteX12" fmla="*/ 3048 w 109442"/>
                <a:gd name="connsiteY12" fmla="*/ 39529 h 136302"/>
                <a:gd name="connsiteX13" fmla="*/ 9334 w 109442"/>
                <a:gd name="connsiteY13" fmla="*/ 19526 h 136302"/>
                <a:gd name="connsiteX14" fmla="*/ 27432 w 109442"/>
                <a:gd name="connsiteY14" fmla="*/ 5239 h 136302"/>
                <a:gd name="connsiteX15" fmla="*/ 55150 w 109442"/>
                <a:gd name="connsiteY15" fmla="*/ 0 h 136302"/>
                <a:gd name="connsiteX16" fmla="*/ 92773 w 109442"/>
                <a:gd name="connsiteY16" fmla="*/ 11811 h 136302"/>
                <a:gd name="connsiteX17" fmla="*/ 108204 w 109442"/>
                <a:gd name="connsiteY17" fmla="*/ 43625 h 136302"/>
                <a:gd name="connsiteX18" fmla="*/ 76295 w 109442"/>
                <a:gd name="connsiteY18" fmla="*/ 43625 h 136302"/>
                <a:gd name="connsiteX19" fmla="*/ 69723 w 109442"/>
                <a:gd name="connsiteY19" fmla="*/ 31147 h 136302"/>
                <a:gd name="connsiteX20" fmla="*/ 54102 w 109442"/>
                <a:gd name="connsiteY20" fmla="*/ 26479 h 136302"/>
                <a:gd name="connsiteX21" fmla="*/ 40196 w 109442"/>
                <a:gd name="connsiteY21" fmla="*/ 29813 h 136302"/>
                <a:gd name="connsiteX22" fmla="*/ 35338 w 109442"/>
                <a:gd name="connsiteY22" fmla="*/ 39148 h 136302"/>
                <a:gd name="connsiteX23" fmla="*/ 42005 w 109442"/>
                <a:gd name="connsiteY23" fmla="*/ 49244 h 136302"/>
                <a:gd name="connsiteX24" fmla="*/ 62770 w 109442"/>
                <a:gd name="connsiteY24" fmla="*/ 56293 h 136302"/>
                <a:gd name="connsiteX25" fmla="*/ 86296 w 109442"/>
                <a:gd name="connsiteY25" fmla="*/ 63627 h 136302"/>
                <a:gd name="connsiteX26" fmla="*/ 102394 w 109442"/>
                <a:gd name="connsiteY26" fmla="*/ 75438 h 136302"/>
                <a:gd name="connsiteX27" fmla="*/ 109442 w 109442"/>
                <a:gd name="connsiteY27" fmla="*/ 96488 h 136302"/>
                <a:gd name="connsiteX28" fmla="*/ 103156 w 109442"/>
                <a:gd name="connsiteY28" fmla="*/ 116967 h 136302"/>
                <a:gd name="connsiteX29" fmla="*/ 85058 w 109442"/>
                <a:gd name="connsiteY29" fmla="*/ 131159 h 136302"/>
                <a:gd name="connsiteX30" fmla="*/ 57531 w 109442"/>
                <a:gd name="connsiteY30" fmla="*/ 136303 h 136302"/>
                <a:gd name="connsiteX31" fmla="*/ 28480 w 109442"/>
                <a:gd name="connsiteY31" fmla="*/ 130493 h 13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9442" h="136302">
                  <a:moveTo>
                    <a:pt x="28575" y="130397"/>
                  </a:moveTo>
                  <a:cubicBezTo>
                    <a:pt x="20002" y="126492"/>
                    <a:pt x="13240" y="121253"/>
                    <a:pt x="8192" y="114586"/>
                  </a:cubicBezTo>
                  <a:cubicBezTo>
                    <a:pt x="3238" y="107918"/>
                    <a:pt x="476" y="100489"/>
                    <a:pt x="0" y="92393"/>
                  </a:cubicBezTo>
                  <a:lnTo>
                    <a:pt x="33623" y="92393"/>
                  </a:lnTo>
                  <a:cubicBezTo>
                    <a:pt x="34290" y="97441"/>
                    <a:pt x="36767" y="101727"/>
                    <a:pt x="41148" y="105061"/>
                  </a:cubicBezTo>
                  <a:cubicBezTo>
                    <a:pt x="45529" y="108395"/>
                    <a:pt x="50959" y="110014"/>
                    <a:pt x="57436" y="110014"/>
                  </a:cubicBezTo>
                  <a:cubicBezTo>
                    <a:pt x="63913" y="110014"/>
                    <a:pt x="68771" y="108776"/>
                    <a:pt x="72295" y="106204"/>
                  </a:cubicBezTo>
                  <a:cubicBezTo>
                    <a:pt x="75819" y="103632"/>
                    <a:pt x="77629" y="100394"/>
                    <a:pt x="77629" y="96393"/>
                  </a:cubicBezTo>
                  <a:cubicBezTo>
                    <a:pt x="77629" y="92107"/>
                    <a:pt x="75438" y="88868"/>
                    <a:pt x="71056" y="86773"/>
                  </a:cubicBezTo>
                  <a:cubicBezTo>
                    <a:pt x="66675" y="84582"/>
                    <a:pt x="59722" y="82296"/>
                    <a:pt x="50197" y="79724"/>
                  </a:cubicBezTo>
                  <a:cubicBezTo>
                    <a:pt x="40386" y="77343"/>
                    <a:pt x="32290" y="74867"/>
                    <a:pt x="26003" y="72390"/>
                  </a:cubicBezTo>
                  <a:cubicBezTo>
                    <a:pt x="19717" y="69818"/>
                    <a:pt x="14383" y="66008"/>
                    <a:pt x="9811" y="60674"/>
                  </a:cubicBezTo>
                  <a:cubicBezTo>
                    <a:pt x="5239" y="55435"/>
                    <a:pt x="3048" y="48387"/>
                    <a:pt x="3048" y="39529"/>
                  </a:cubicBezTo>
                  <a:cubicBezTo>
                    <a:pt x="3048" y="32195"/>
                    <a:pt x="5144" y="25527"/>
                    <a:pt x="9334" y="19526"/>
                  </a:cubicBezTo>
                  <a:cubicBezTo>
                    <a:pt x="13525" y="13526"/>
                    <a:pt x="19621" y="8763"/>
                    <a:pt x="27432" y="5239"/>
                  </a:cubicBezTo>
                  <a:cubicBezTo>
                    <a:pt x="35242" y="1715"/>
                    <a:pt x="44577" y="0"/>
                    <a:pt x="55150" y="0"/>
                  </a:cubicBezTo>
                  <a:cubicBezTo>
                    <a:pt x="70866" y="0"/>
                    <a:pt x="83439" y="3905"/>
                    <a:pt x="92773" y="11811"/>
                  </a:cubicBezTo>
                  <a:cubicBezTo>
                    <a:pt x="102108" y="19622"/>
                    <a:pt x="107347" y="30290"/>
                    <a:pt x="108204" y="43625"/>
                  </a:cubicBezTo>
                  <a:lnTo>
                    <a:pt x="76295" y="43625"/>
                  </a:lnTo>
                  <a:cubicBezTo>
                    <a:pt x="75819" y="38386"/>
                    <a:pt x="73628" y="34195"/>
                    <a:pt x="69723" y="31147"/>
                  </a:cubicBezTo>
                  <a:cubicBezTo>
                    <a:pt x="65818" y="28003"/>
                    <a:pt x="60674" y="26479"/>
                    <a:pt x="54102" y="26479"/>
                  </a:cubicBezTo>
                  <a:cubicBezTo>
                    <a:pt x="48101" y="26479"/>
                    <a:pt x="43434" y="27623"/>
                    <a:pt x="40196" y="29813"/>
                  </a:cubicBezTo>
                  <a:cubicBezTo>
                    <a:pt x="36957" y="32004"/>
                    <a:pt x="35338" y="35147"/>
                    <a:pt x="35338" y="39148"/>
                  </a:cubicBezTo>
                  <a:cubicBezTo>
                    <a:pt x="35338" y="43625"/>
                    <a:pt x="37529" y="46958"/>
                    <a:pt x="42005" y="49244"/>
                  </a:cubicBezTo>
                  <a:cubicBezTo>
                    <a:pt x="46482" y="51530"/>
                    <a:pt x="53340" y="53912"/>
                    <a:pt x="62770" y="56293"/>
                  </a:cubicBezTo>
                  <a:cubicBezTo>
                    <a:pt x="72295" y="58674"/>
                    <a:pt x="80105" y="61151"/>
                    <a:pt x="86296" y="63627"/>
                  </a:cubicBezTo>
                  <a:cubicBezTo>
                    <a:pt x="92488" y="66103"/>
                    <a:pt x="97822" y="70104"/>
                    <a:pt x="102394" y="75438"/>
                  </a:cubicBezTo>
                  <a:cubicBezTo>
                    <a:pt x="106871" y="80772"/>
                    <a:pt x="109252" y="87821"/>
                    <a:pt x="109442" y="96488"/>
                  </a:cubicBezTo>
                  <a:cubicBezTo>
                    <a:pt x="109442" y="104108"/>
                    <a:pt x="107347" y="110966"/>
                    <a:pt x="103156" y="116967"/>
                  </a:cubicBezTo>
                  <a:cubicBezTo>
                    <a:pt x="98965" y="122968"/>
                    <a:pt x="92869" y="127730"/>
                    <a:pt x="85058" y="131159"/>
                  </a:cubicBezTo>
                  <a:cubicBezTo>
                    <a:pt x="77248" y="134588"/>
                    <a:pt x="68008" y="136303"/>
                    <a:pt x="57531" y="136303"/>
                  </a:cubicBezTo>
                  <a:cubicBezTo>
                    <a:pt x="47054" y="136303"/>
                    <a:pt x="37052" y="134398"/>
                    <a:pt x="28480" y="130493"/>
                  </a:cubicBezTo>
                  <a:close/>
                </a:path>
              </a:pathLst>
            </a:custGeom>
            <a:grpFill/>
            <a:ln w="9525" cap="flat">
              <a:noFill/>
              <a:prstDash val="solid"/>
              <a:miter/>
            </a:ln>
          </p:spPr>
          <p:txBody>
            <a:bodyPr rtlCol="0" anchor="ctr"/>
            <a:lstStyle/>
            <a:p>
              <a:endParaRPr lang="fi-FI" sz="3200"/>
            </a:p>
          </p:txBody>
        </p:sp>
      </p:grpSp>
      <p:grpSp>
        <p:nvGrpSpPr>
          <p:cNvPr id="521" name="Ryhmä 520">
            <a:extLst>
              <a:ext uri="{FF2B5EF4-FFF2-40B4-BE49-F238E27FC236}">
                <a16:creationId xmlns:a16="http://schemas.microsoft.com/office/drawing/2014/main" id="{33FBAC8E-C929-2332-1BB4-CCF73DAAFADE}"/>
              </a:ext>
              <a:ext uri="{C183D7F6-B498-43B3-948B-1728B52AA6E4}">
                <adec:decorative xmlns:adec="http://schemas.microsoft.com/office/drawing/2017/decorative" val="1"/>
              </a:ext>
            </a:extLst>
          </p:cNvPr>
          <p:cNvGrpSpPr/>
          <p:nvPr userDrawn="1"/>
        </p:nvGrpSpPr>
        <p:grpSpPr>
          <a:xfrm>
            <a:off x="9513421" y="2415970"/>
            <a:ext cx="564206" cy="306309"/>
            <a:chOff x="4159758" y="2288765"/>
            <a:chExt cx="811433" cy="440534"/>
          </a:xfrm>
          <a:solidFill>
            <a:schemeClr val="accent3"/>
          </a:solidFill>
        </p:grpSpPr>
        <p:sp>
          <p:nvSpPr>
            <p:cNvPr id="509" name="Vapaamuotoinen: Muoto 508">
              <a:extLst>
                <a:ext uri="{FF2B5EF4-FFF2-40B4-BE49-F238E27FC236}">
                  <a16:creationId xmlns:a16="http://schemas.microsoft.com/office/drawing/2014/main" id="{57EF1C43-CE55-2D48-1D44-304942ED5D40}"/>
                </a:ext>
              </a:extLst>
            </p:cNvPr>
            <p:cNvSpPr/>
            <p:nvPr userDrawn="1"/>
          </p:nvSpPr>
          <p:spPr>
            <a:xfrm>
              <a:off x="4159758" y="2312294"/>
              <a:ext cx="169545" cy="167163"/>
            </a:xfrm>
            <a:custGeom>
              <a:avLst/>
              <a:gdLst>
                <a:gd name="connsiteX0" fmla="*/ 169545 w 169545"/>
                <a:gd name="connsiteY0" fmla="*/ 0 h 167163"/>
                <a:gd name="connsiteX1" fmla="*/ 110300 w 169545"/>
                <a:gd name="connsiteY1" fmla="*/ 167164 h 167163"/>
                <a:gd name="connsiteX2" fmla="*/ 59341 w 169545"/>
                <a:gd name="connsiteY2" fmla="*/ 167164 h 167163"/>
                <a:gd name="connsiteX3" fmla="*/ 0 w 169545"/>
                <a:gd name="connsiteY3" fmla="*/ 0 h 167163"/>
                <a:gd name="connsiteX4" fmla="*/ 43339 w 169545"/>
                <a:gd name="connsiteY4" fmla="*/ 0 h 167163"/>
                <a:gd name="connsiteX5" fmla="*/ 84773 w 169545"/>
                <a:gd name="connsiteY5" fmla="*/ 126206 h 167163"/>
                <a:gd name="connsiteX6" fmla="*/ 126492 w 169545"/>
                <a:gd name="connsiteY6" fmla="*/ 0 h 167163"/>
                <a:gd name="connsiteX7" fmla="*/ 169545 w 169545"/>
                <a:gd name="connsiteY7" fmla="*/ 0 h 16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545" h="167163">
                  <a:moveTo>
                    <a:pt x="169545" y="0"/>
                  </a:moveTo>
                  <a:lnTo>
                    <a:pt x="110300" y="167164"/>
                  </a:lnTo>
                  <a:lnTo>
                    <a:pt x="59341" y="167164"/>
                  </a:lnTo>
                  <a:lnTo>
                    <a:pt x="0" y="0"/>
                  </a:lnTo>
                  <a:lnTo>
                    <a:pt x="43339" y="0"/>
                  </a:lnTo>
                  <a:lnTo>
                    <a:pt x="84773" y="126206"/>
                  </a:lnTo>
                  <a:lnTo>
                    <a:pt x="126492" y="0"/>
                  </a:lnTo>
                  <a:lnTo>
                    <a:pt x="169545" y="0"/>
                  </a:lnTo>
                  <a:close/>
                </a:path>
              </a:pathLst>
            </a:custGeom>
            <a:grpFill/>
            <a:ln w="9525" cap="flat">
              <a:noFill/>
              <a:prstDash val="solid"/>
              <a:miter/>
            </a:ln>
          </p:spPr>
          <p:txBody>
            <a:bodyPr rtlCol="0" anchor="ctr"/>
            <a:lstStyle/>
            <a:p>
              <a:endParaRPr lang="fi-FI" sz="3200"/>
            </a:p>
          </p:txBody>
        </p:sp>
        <p:sp>
          <p:nvSpPr>
            <p:cNvPr id="510" name="Vapaamuotoinen: Muoto 509">
              <a:extLst>
                <a:ext uri="{FF2B5EF4-FFF2-40B4-BE49-F238E27FC236}">
                  <a16:creationId xmlns:a16="http://schemas.microsoft.com/office/drawing/2014/main" id="{F55F1220-26CE-0F73-78C1-2ED43D62F096}"/>
                </a:ext>
              </a:extLst>
            </p:cNvPr>
            <p:cNvSpPr/>
            <p:nvPr userDrawn="1"/>
          </p:nvSpPr>
          <p:spPr>
            <a:xfrm>
              <a:off x="4342447" y="2288768"/>
              <a:ext cx="48292"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240" y="2096"/>
                    <a:pt x="17145" y="0"/>
                    <a:pt x="24289" y="0"/>
                  </a:cubicBezTo>
                  <a:cubicBezTo>
                    <a:pt x="31433" y="0"/>
                    <a:pt x="37052" y="2096"/>
                    <a:pt x="41529" y="6287"/>
                  </a:cubicBezTo>
                  <a:cubicBezTo>
                    <a:pt x="46006" y="10478"/>
                    <a:pt x="48292" y="15812"/>
                    <a:pt x="48292" y="22098"/>
                  </a:cubicBezTo>
                  <a:cubicBezTo>
                    <a:pt x="48292" y="28385"/>
                    <a:pt x="46006" y="33528"/>
                    <a:pt x="41529" y="37719"/>
                  </a:cubicBezTo>
                  <a:cubicBezTo>
                    <a:pt x="36957"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grpFill/>
            <a:ln w="9525" cap="flat">
              <a:noFill/>
              <a:prstDash val="solid"/>
              <a:miter/>
            </a:ln>
          </p:spPr>
          <p:txBody>
            <a:bodyPr rtlCol="0" anchor="ctr"/>
            <a:lstStyle/>
            <a:p>
              <a:endParaRPr lang="fi-FI" sz="3200"/>
            </a:p>
          </p:txBody>
        </p:sp>
        <p:sp>
          <p:nvSpPr>
            <p:cNvPr id="511" name="Vapaamuotoinen: Muoto 510">
              <a:extLst>
                <a:ext uri="{FF2B5EF4-FFF2-40B4-BE49-F238E27FC236}">
                  <a16:creationId xmlns:a16="http://schemas.microsoft.com/office/drawing/2014/main" id="{9ECB143E-6FD5-357B-702F-74D9F4CD375E}"/>
                </a:ext>
              </a:extLst>
            </p:cNvPr>
            <p:cNvSpPr/>
            <p:nvPr userDrawn="1"/>
          </p:nvSpPr>
          <p:spPr>
            <a:xfrm>
              <a:off x="4416553" y="2303246"/>
              <a:ext cx="132111" cy="176212"/>
            </a:xfrm>
            <a:custGeom>
              <a:avLst/>
              <a:gdLst>
                <a:gd name="connsiteX0" fmla="*/ 118300 w 132111"/>
                <a:gd name="connsiteY0" fmla="*/ 57055 h 176212"/>
                <a:gd name="connsiteX1" fmla="*/ 132112 w 132111"/>
                <a:gd name="connsiteY1" fmla="*/ 98584 h 176212"/>
                <a:gd name="connsiteX2" fmla="*/ 132112 w 132111"/>
                <a:gd name="connsiteY2" fmla="*/ 176213 h 176212"/>
                <a:gd name="connsiteX3" fmla="*/ 91630 w 132111"/>
                <a:gd name="connsiteY3" fmla="*/ 176213 h 176212"/>
                <a:gd name="connsiteX4" fmla="*/ 91630 w 132111"/>
                <a:gd name="connsiteY4" fmla="*/ 104013 h 176212"/>
                <a:gd name="connsiteX5" fmla="*/ 84773 w 132111"/>
                <a:gd name="connsiteY5" fmla="*/ 83344 h 176212"/>
                <a:gd name="connsiteX6" fmla="*/ 66199 w 132111"/>
                <a:gd name="connsiteY6" fmla="*/ 76010 h 176212"/>
                <a:gd name="connsiteX7" fmla="*/ 47625 w 132111"/>
                <a:gd name="connsiteY7" fmla="*/ 83344 h 176212"/>
                <a:gd name="connsiteX8" fmla="*/ 40767 w 132111"/>
                <a:gd name="connsiteY8" fmla="*/ 104013 h 176212"/>
                <a:gd name="connsiteX9" fmla="*/ 40767 w 132111"/>
                <a:gd name="connsiteY9" fmla="*/ 176213 h 176212"/>
                <a:gd name="connsiteX10" fmla="*/ 0 w 132111"/>
                <a:gd name="connsiteY10" fmla="*/ 176213 h 176212"/>
                <a:gd name="connsiteX11" fmla="*/ 0 w 132111"/>
                <a:gd name="connsiteY11" fmla="*/ 0 h 176212"/>
                <a:gd name="connsiteX12" fmla="*/ 40767 w 132111"/>
                <a:gd name="connsiteY12" fmla="*/ 0 h 176212"/>
                <a:gd name="connsiteX13" fmla="*/ 40767 w 132111"/>
                <a:gd name="connsiteY13" fmla="*/ 61150 h 176212"/>
                <a:gd name="connsiteX14" fmla="*/ 57626 w 132111"/>
                <a:gd name="connsiteY14" fmla="*/ 47149 h 176212"/>
                <a:gd name="connsiteX15" fmla="*/ 81724 w 132111"/>
                <a:gd name="connsiteY15" fmla="*/ 41910 h 176212"/>
                <a:gd name="connsiteX16" fmla="*/ 118396 w 132111"/>
                <a:gd name="connsiteY16" fmla="*/ 57055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76212">
                  <a:moveTo>
                    <a:pt x="118300" y="57055"/>
                  </a:moveTo>
                  <a:cubicBezTo>
                    <a:pt x="127540" y="67151"/>
                    <a:pt x="132112" y="80963"/>
                    <a:pt x="132112" y="98584"/>
                  </a:cubicBezTo>
                  <a:lnTo>
                    <a:pt x="132112" y="176213"/>
                  </a:lnTo>
                  <a:lnTo>
                    <a:pt x="91630" y="176213"/>
                  </a:lnTo>
                  <a:lnTo>
                    <a:pt x="91630" y="104013"/>
                  </a:lnTo>
                  <a:cubicBezTo>
                    <a:pt x="91630" y="95155"/>
                    <a:pt x="89345" y="88202"/>
                    <a:pt x="84773" y="83344"/>
                  </a:cubicBezTo>
                  <a:cubicBezTo>
                    <a:pt x="80200" y="78391"/>
                    <a:pt x="74009" y="76010"/>
                    <a:pt x="66199" y="76010"/>
                  </a:cubicBezTo>
                  <a:cubicBezTo>
                    <a:pt x="58388" y="76010"/>
                    <a:pt x="52197" y="78486"/>
                    <a:pt x="47625" y="83344"/>
                  </a:cubicBezTo>
                  <a:cubicBezTo>
                    <a:pt x="43053" y="88202"/>
                    <a:pt x="40767" y="95155"/>
                    <a:pt x="40767" y="104013"/>
                  </a:cubicBezTo>
                  <a:lnTo>
                    <a:pt x="40767" y="176213"/>
                  </a:lnTo>
                  <a:lnTo>
                    <a:pt x="0" y="176213"/>
                  </a:lnTo>
                  <a:lnTo>
                    <a:pt x="0" y="0"/>
                  </a:lnTo>
                  <a:lnTo>
                    <a:pt x="40767" y="0"/>
                  </a:lnTo>
                  <a:lnTo>
                    <a:pt x="40767" y="61150"/>
                  </a:lnTo>
                  <a:cubicBezTo>
                    <a:pt x="44863" y="55245"/>
                    <a:pt x="50482" y="50578"/>
                    <a:pt x="57626" y="47149"/>
                  </a:cubicBezTo>
                  <a:cubicBezTo>
                    <a:pt x="64770" y="43720"/>
                    <a:pt x="72771" y="41910"/>
                    <a:pt x="81724" y="41910"/>
                  </a:cubicBezTo>
                  <a:cubicBezTo>
                    <a:pt x="96965" y="41910"/>
                    <a:pt x="109156" y="46958"/>
                    <a:pt x="118396" y="57055"/>
                  </a:cubicBezTo>
                  <a:close/>
                </a:path>
              </a:pathLst>
            </a:custGeom>
            <a:grpFill/>
            <a:ln w="9525" cap="flat">
              <a:noFill/>
              <a:prstDash val="solid"/>
              <a:miter/>
            </a:ln>
          </p:spPr>
          <p:txBody>
            <a:bodyPr rtlCol="0" anchor="ctr"/>
            <a:lstStyle/>
            <a:p>
              <a:endParaRPr lang="fi-FI" sz="3200"/>
            </a:p>
          </p:txBody>
        </p:sp>
        <p:sp>
          <p:nvSpPr>
            <p:cNvPr id="512" name="Vapaamuotoinen: Muoto 511">
              <a:extLst>
                <a:ext uri="{FF2B5EF4-FFF2-40B4-BE49-F238E27FC236}">
                  <a16:creationId xmlns:a16="http://schemas.microsoft.com/office/drawing/2014/main" id="{62FF1661-4AD3-AE54-923C-804973CCA5C4}"/>
                </a:ext>
              </a:extLst>
            </p:cNvPr>
            <p:cNvSpPr/>
            <p:nvPr userDrawn="1"/>
          </p:nvSpPr>
          <p:spPr>
            <a:xfrm>
              <a:off x="4567238" y="2314200"/>
              <a:ext cx="83916" cy="165259"/>
            </a:xfrm>
            <a:custGeom>
              <a:avLst/>
              <a:gdLst>
                <a:gd name="connsiteX0" fmla="*/ 83820 w 83915"/>
                <a:gd name="connsiteY0" fmla="*/ 130778 h 165258"/>
                <a:gd name="connsiteX1" fmla="*/ 83820 w 83915"/>
                <a:gd name="connsiteY1" fmla="*/ 165259 h 165258"/>
                <a:gd name="connsiteX2" fmla="*/ 63055 w 83915"/>
                <a:gd name="connsiteY2" fmla="*/ 165259 h 165258"/>
                <a:gd name="connsiteX3" fmla="*/ 28575 w 83915"/>
                <a:gd name="connsiteY3" fmla="*/ 154400 h 165258"/>
                <a:gd name="connsiteX4" fmla="*/ 16193 w 83915"/>
                <a:gd name="connsiteY4" fmla="*/ 119062 h 165258"/>
                <a:gd name="connsiteX5" fmla="*/ 16193 w 83915"/>
                <a:gd name="connsiteY5" fmla="*/ 66199 h 165258"/>
                <a:gd name="connsiteX6" fmla="*/ 0 w 83915"/>
                <a:gd name="connsiteY6" fmla="*/ 66199 h 165258"/>
                <a:gd name="connsiteX7" fmla="*/ 0 w 83915"/>
                <a:gd name="connsiteY7" fmla="*/ 32385 h 165258"/>
                <a:gd name="connsiteX8" fmla="*/ 16193 w 83915"/>
                <a:gd name="connsiteY8" fmla="*/ 32385 h 165258"/>
                <a:gd name="connsiteX9" fmla="*/ 16193 w 83915"/>
                <a:gd name="connsiteY9" fmla="*/ 0 h 165258"/>
                <a:gd name="connsiteX10" fmla="*/ 56959 w 83915"/>
                <a:gd name="connsiteY10" fmla="*/ 0 h 165258"/>
                <a:gd name="connsiteX11" fmla="*/ 56959 w 83915"/>
                <a:gd name="connsiteY11" fmla="*/ 32385 h 165258"/>
                <a:gd name="connsiteX12" fmla="*/ 83629 w 83915"/>
                <a:gd name="connsiteY12" fmla="*/ 32385 h 165258"/>
                <a:gd name="connsiteX13" fmla="*/ 83629 w 83915"/>
                <a:gd name="connsiteY13" fmla="*/ 66199 h 165258"/>
                <a:gd name="connsiteX14" fmla="*/ 56959 w 83915"/>
                <a:gd name="connsiteY14" fmla="*/ 66199 h 165258"/>
                <a:gd name="connsiteX15" fmla="*/ 56959 w 83915"/>
                <a:gd name="connsiteY15" fmla="*/ 119539 h 165258"/>
                <a:gd name="connsiteX16" fmla="*/ 59817 w 83915"/>
                <a:gd name="connsiteY16" fmla="*/ 128111 h 165258"/>
                <a:gd name="connsiteX17" fmla="*/ 69342 w 83915"/>
                <a:gd name="connsiteY17" fmla="*/ 130683 h 165258"/>
                <a:gd name="connsiteX18" fmla="*/ 83915 w 83915"/>
                <a:gd name="connsiteY18" fmla="*/ 130683 h 16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3915" h="165258">
                  <a:moveTo>
                    <a:pt x="83820" y="130778"/>
                  </a:moveTo>
                  <a:lnTo>
                    <a:pt x="83820" y="165259"/>
                  </a:lnTo>
                  <a:lnTo>
                    <a:pt x="63055" y="165259"/>
                  </a:lnTo>
                  <a:cubicBezTo>
                    <a:pt x="48292" y="165259"/>
                    <a:pt x="36767" y="161639"/>
                    <a:pt x="28575" y="154400"/>
                  </a:cubicBezTo>
                  <a:cubicBezTo>
                    <a:pt x="20288" y="147161"/>
                    <a:pt x="16193" y="135350"/>
                    <a:pt x="16193" y="119062"/>
                  </a:cubicBezTo>
                  <a:lnTo>
                    <a:pt x="16193" y="66199"/>
                  </a:lnTo>
                  <a:lnTo>
                    <a:pt x="0" y="66199"/>
                  </a:lnTo>
                  <a:lnTo>
                    <a:pt x="0" y="32385"/>
                  </a:lnTo>
                  <a:lnTo>
                    <a:pt x="16193" y="32385"/>
                  </a:lnTo>
                  <a:lnTo>
                    <a:pt x="16193" y="0"/>
                  </a:lnTo>
                  <a:lnTo>
                    <a:pt x="56959" y="0"/>
                  </a:lnTo>
                  <a:lnTo>
                    <a:pt x="56959" y="32385"/>
                  </a:lnTo>
                  <a:lnTo>
                    <a:pt x="83629" y="32385"/>
                  </a:lnTo>
                  <a:lnTo>
                    <a:pt x="83629" y="66199"/>
                  </a:lnTo>
                  <a:lnTo>
                    <a:pt x="56959" y="66199"/>
                  </a:lnTo>
                  <a:lnTo>
                    <a:pt x="56959" y="119539"/>
                  </a:lnTo>
                  <a:cubicBezTo>
                    <a:pt x="56959" y="123539"/>
                    <a:pt x="57912" y="126397"/>
                    <a:pt x="59817" y="128111"/>
                  </a:cubicBezTo>
                  <a:cubicBezTo>
                    <a:pt x="61722" y="129826"/>
                    <a:pt x="64865" y="130683"/>
                    <a:pt x="69342" y="130683"/>
                  </a:cubicBezTo>
                  <a:lnTo>
                    <a:pt x="83915" y="130683"/>
                  </a:lnTo>
                  <a:close/>
                </a:path>
              </a:pathLst>
            </a:custGeom>
            <a:grpFill/>
            <a:ln w="9525" cap="flat">
              <a:noFill/>
              <a:prstDash val="solid"/>
              <a:miter/>
            </a:ln>
          </p:spPr>
          <p:txBody>
            <a:bodyPr rtlCol="0" anchor="ctr"/>
            <a:lstStyle/>
            <a:p>
              <a:endParaRPr lang="fi-FI" sz="3200"/>
            </a:p>
          </p:txBody>
        </p:sp>
        <p:sp>
          <p:nvSpPr>
            <p:cNvPr id="513" name="Vapaamuotoinen: Muoto 512">
              <a:extLst>
                <a:ext uri="{FF2B5EF4-FFF2-40B4-BE49-F238E27FC236}">
                  <a16:creationId xmlns:a16="http://schemas.microsoft.com/office/drawing/2014/main" id="{A7ADF1BC-3BB8-C6E7-769E-612FAE27C505}"/>
                </a:ext>
              </a:extLst>
            </p:cNvPr>
            <p:cNvSpPr/>
            <p:nvPr userDrawn="1"/>
          </p:nvSpPr>
          <p:spPr>
            <a:xfrm>
              <a:off x="4669917" y="2288765"/>
              <a:ext cx="48292"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335" y="2096"/>
                    <a:pt x="17145" y="0"/>
                    <a:pt x="24289" y="0"/>
                  </a:cubicBezTo>
                  <a:cubicBezTo>
                    <a:pt x="31433" y="0"/>
                    <a:pt x="37052" y="2096"/>
                    <a:pt x="41529" y="6287"/>
                  </a:cubicBezTo>
                  <a:cubicBezTo>
                    <a:pt x="46006" y="10478"/>
                    <a:pt x="48292" y="15812"/>
                    <a:pt x="48292" y="22098"/>
                  </a:cubicBezTo>
                  <a:cubicBezTo>
                    <a:pt x="48292" y="28385"/>
                    <a:pt x="46006" y="33528"/>
                    <a:pt x="41529" y="37719"/>
                  </a:cubicBezTo>
                  <a:cubicBezTo>
                    <a:pt x="37052"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grpFill/>
            <a:ln w="9525" cap="flat">
              <a:noFill/>
              <a:prstDash val="solid"/>
              <a:miter/>
            </a:ln>
          </p:spPr>
          <p:txBody>
            <a:bodyPr rtlCol="0" anchor="ctr"/>
            <a:lstStyle/>
            <a:p>
              <a:endParaRPr lang="fi-FI" sz="3200"/>
            </a:p>
          </p:txBody>
        </p:sp>
        <p:sp>
          <p:nvSpPr>
            <p:cNvPr id="514" name="Vapaamuotoinen: Muoto 513">
              <a:extLst>
                <a:ext uri="{FF2B5EF4-FFF2-40B4-BE49-F238E27FC236}">
                  <a16:creationId xmlns:a16="http://schemas.microsoft.com/office/drawing/2014/main" id="{1714F512-B0BF-FE9B-6420-C17C4C08B7C4}"/>
                </a:ext>
              </a:extLst>
            </p:cNvPr>
            <p:cNvSpPr/>
            <p:nvPr userDrawn="1"/>
          </p:nvSpPr>
          <p:spPr>
            <a:xfrm>
              <a:off x="4160998" y="2560895"/>
              <a:ext cx="162401" cy="166211"/>
            </a:xfrm>
            <a:custGeom>
              <a:avLst/>
              <a:gdLst>
                <a:gd name="connsiteX0" fmla="*/ 162401 w 162401"/>
                <a:gd name="connsiteY0" fmla="*/ 0 h 166211"/>
                <a:gd name="connsiteX1" fmla="*/ 101441 w 162401"/>
                <a:gd name="connsiteY1" fmla="*/ 166211 h 166211"/>
                <a:gd name="connsiteX2" fmla="*/ 60960 w 162401"/>
                <a:gd name="connsiteY2" fmla="*/ 166211 h 166211"/>
                <a:gd name="connsiteX3" fmla="*/ 0 w 162401"/>
                <a:gd name="connsiteY3" fmla="*/ 0 h 166211"/>
                <a:gd name="connsiteX4" fmla="*/ 35719 w 162401"/>
                <a:gd name="connsiteY4" fmla="*/ 0 h 166211"/>
                <a:gd name="connsiteX5" fmla="*/ 81439 w 162401"/>
                <a:gd name="connsiteY5" fmla="*/ 132207 h 166211"/>
                <a:gd name="connsiteX6" fmla="*/ 126968 w 162401"/>
                <a:gd name="connsiteY6" fmla="*/ 0 h 166211"/>
                <a:gd name="connsiteX7" fmla="*/ 162401 w 162401"/>
                <a:gd name="connsiteY7" fmla="*/ 0 h 166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2401" h="166211">
                  <a:moveTo>
                    <a:pt x="162401" y="0"/>
                  </a:moveTo>
                  <a:lnTo>
                    <a:pt x="101441" y="166211"/>
                  </a:lnTo>
                  <a:lnTo>
                    <a:pt x="60960" y="166211"/>
                  </a:lnTo>
                  <a:lnTo>
                    <a:pt x="0" y="0"/>
                  </a:lnTo>
                  <a:lnTo>
                    <a:pt x="35719" y="0"/>
                  </a:lnTo>
                  <a:lnTo>
                    <a:pt x="81439" y="132207"/>
                  </a:lnTo>
                  <a:lnTo>
                    <a:pt x="126968" y="0"/>
                  </a:lnTo>
                  <a:lnTo>
                    <a:pt x="162401" y="0"/>
                  </a:lnTo>
                  <a:close/>
                </a:path>
              </a:pathLst>
            </a:custGeom>
            <a:grpFill/>
            <a:ln w="9525" cap="flat">
              <a:noFill/>
              <a:prstDash val="solid"/>
              <a:miter/>
            </a:ln>
          </p:spPr>
          <p:txBody>
            <a:bodyPr rtlCol="0" anchor="ctr"/>
            <a:lstStyle/>
            <a:p>
              <a:endParaRPr lang="fi-FI" sz="3200"/>
            </a:p>
          </p:txBody>
        </p:sp>
        <p:sp>
          <p:nvSpPr>
            <p:cNvPr id="515" name="Vapaamuotoinen: Muoto 514">
              <a:extLst>
                <a:ext uri="{FF2B5EF4-FFF2-40B4-BE49-F238E27FC236}">
                  <a16:creationId xmlns:a16="http://schemas.microsoft.com/office/drawing/2014/main" id="{32BA1EBD-E4D3-7011-C783-D3DF5A0B331F}"/>
                </a:ext>
              </a:extLst>
            </p:cNvPr>
            <p:cNvSpPr/>
            <p:nvPr userDrawn="1"/>
          </p:nvSpPr>
          <p:spPr>
            <a:xfrm>
              <a:off x="4339877" y="2540511"/>
              <a:ext cx="40957" cy="186691"/>
            </a:xfrm>
            <a:custGeom>
              <a:avLst/>
              <a:gdLst>
                <a:gd name="connsiteX0" fmla="*/ 5810 w 40957"/>
                <a:gd name="connsiteY0" fmla="*/ 33433 h 186690"/>
                <a:gd name="connsiteX1" fmla="*/ 0 w 40957"/>
                <a:gd name="connsiteY1" fmla="*/ 19526 h 186690"/>
                <a:gd name="connsiteX2" fmla="*/ 5810 w 40957"/>
                <a:gd name="connsiteY2" fmla="*/ 5620 h 186690"/>
                <a:gd name="connsiteX3" fmla="*/ 20479 w 40957"/>
                <a:gd name="connsiteY3" fmla="*/ 0 h 186690"/>
                <a:gd name="connsiteX4" fmla="*/ 35147 w 40957"/>
                <a:gd name="connsiteY4" fmla="*/ 5620 h 186690"/>
                <a:gd name="connsiteX5" fmla="*/ 40958 w 40957"/>
                <a:gd name="connsiteY5" fmla="*/ 19526 h 186690"/>
                <a:gd name="connsiteX6" fmla="*/ 35147 w 40957"/>
                <a:gd name="connsiteY6" fmla="*/ 33433 h 186690"/>
                <a:gd name="connsiteX7" fmla="*/ 20479 w 40957"/>
                <a:gd name="connsiteY7" fmla="*/ 39053 h 186690"/>
                <a:gd name="connsiteX8" fmla="*/ 5810 w 40957"/>
                <a:gd name="connsiteY8" fmla="*/ 33433 h 186690"/>
                <a:gd name="connsiteX9" fmla="*/ 36862 w 40957"/>
                <a:gd name="connsiteY9" fmla="*/ 54769 h 186690"/>
                <a:gd name="connsiteX10" fmla="*/ 36862 w 40957"/>
                <a:gd name="connsiteY10" fmla="*/ 186690 h 186690"/>
                <a:gd name="connsiteX11" fmla="*/ 3524 w 40957"/>
                <a:gd name="connsiteY11" fmla="*/ 186690 h 186690"/>
                <a:gd name="connsiteX12" fmla="*/ 3524 w 40957"/>
                <a:gd name="connsiteY12" fmla="*/ 54769 h 186690"/>
                <a:gd name="connsiteX13" fmla="*/ 36862 w 40957"/>
                <a:gd name="connsiteY13" fmla="*/ 54769 h 186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957" h="186690">
                  <a:moveTo>
                    <a:pt x="5810" y="33433"/>
                  </a:moveTo>
                  <a:cubicBezTo>
                    <a:pt x="1905" y="29718"/>
                    <a:pt x="0" y="25051"/>
                    <a:pt x="0" y="19526"/>
                  </a:cubicBezTo>
                  <a:cubicBezTo>
                    <a:pt x="0" y="14002"/>
                    <a:pt x="1905" y="9335"/>
                    <a:pt x="5810" y="5620"/>
                  </a:cubicBezTo>
                  <a:cubicBezTo>
                    <a:pt x="9716" y="1905"/>
                    <a:pt x="14573" y="0"/>
                    <a:pt x="20479" y="0"/>
                  </a:cubicBezTo>
                  <a:cubicBezTo>
                    <a:pt x="26384" y="0"/>
                    <a:pt x="31242" y="1905"/>
                    <a:pt x="35147" y="5620"/>
                  </a:cubicBezTo>
                  <a:cubicBezTo>
                    <a:pt x="39053" y="9335"/>
                    <a:pt x="40958" y="14002"/>
                    <a:pt x="40958" y="19526"/>
                  </a:cubicBezTo>
                  <a:cubicBezTo>
                    <a:pt x="40958" y="25051"/>
                    <a:pt x="39053" y="29718"/>
                    <a:pt x="35147" y="33433"/>
                  </a:cubicBezTo>
                  <a:cubicBezTo>
                    <a:pt x="31242" y="37148"/>
                    <a:pt x="26384" y="39053"/>
                    <a:pt x="20479" y="39053"/>
                  </a:cubicBezTo>
                  <a:cubicBezTo>
                    <a:pt x="14573" y="39053"/>
                    <a:pt x="9716" y="37148"/>
                    <a:pt x="5810" y="33433"/>
                  </a:cubicBezTo>
                  <a:close/>
                  <a:moveTo>
                    <a:pt x="36862" y="54769"/>
                  </a:moveTo>
                  <a:lnTo>
                    <a:pt x="36862" y="186690"/>
                  </a:lnTo>
                  <a:lnTo>
                    <a:pt x="3524" y="186690"/>
                  </a:lnTo>
                  <a:lnTo>
                    <a:pt x="3524" y="54769"/>
                  </a:lnTo>
                  <a:lnTo>
                    <a:pt x="36862" y="54769"/>
                  </a:lnTo>
                  <a:close/>
                </a:path>
              </a:pathLst>
            </a:custGeom>
            <a:grpFill/>
            <a:ln w="9525" cap="flat">
              <a:noFill/>
              <a:prstDash val="solid"/>
              <a:miter/>
            </a:ln>
          </p:spPr>
          <p:txBody>
            <a:bodyPr rtlCol="0" anchor="ctr"/>
            <a:lstStyle/>
            <a:p>
              <a:endParaRPr lang="fi-FI" sz="3200"/>
            </a:p>
          </p:txBody>
        </p:sp>
        <p:sp>
          <p:nvSpPr>
            <p:cNvPr id="516" name="Vapaamuotoinen: Muoto 515">
              <a:extLst>
                <a:ext uri="{FF2B5EF4-FFF2-40B4-BE49-F238E27FC236}">
                  <a16:creationId xmlns:a16="http://schemas.microsoft.com/office/drawing/2014/main" id="{112CBF18-8A6E-A697-286B-BD0ED097411B}"/>
                </a:ext>
              </a:extLst>
            </p:cNvPr>
            <p:cNvSpPr/>
            <p:nvPr userDrawn="1"/>
          </p:nvSpPr>
          <p:spPr>
            <a:xfrm>
              <a:off x="4400839" y="2592997"/>
              <a:ext cx="127444" cy="136302"/>
            </a:xfrm>
            <a:custGeom>
              <a:avLst/>
              <a:gdLst>
                <a:gd name="connsiteX0" fmla="*/ 8477 w 127444"/>
                <a:gd name="connsiteY0" fmla="*/ 32290 h 136302"/>
                <a:gd name="connsiteX1" fmla="*/ 31528 w 127444"/>
                <a:gd name="connsiteY1" fmla="*/ 8477 h 136302"/>
                <a:gd name="connsiteX2" fmla="*/ 65341 w 127444"/>
                <a:gd name="connsiteY2" fmla="*/ 0 h 136302"/>
                <a:gd name="connsiteX3" fmla="*/ 105918 w 127444"/>
                <a:gd name="connsiteY3" fmla="*/ 12287 h 136302"/>
                <a:gd name="connsiteX4" fmla="*/ 127444 w 127444"/>
                <a:gd name="connsiteY4" fmla="*/ 46673 h 136302"/>
                <a:gd name="connsiteX5" fmla="*/ 91440 w 127444"/>
                <a:gd name="connsiteY5" fmla="*/ 46673 h 136302"/>
                <a:gd name="connsiteX6" fmla="*/ 81820 w 127444"/>
                <a:gd name="connsiteY6" fmla="*/ 33242 h 136302"/>
                <a:gd name="connsiteX7" fmla="*/ 65056 w 127444"/>
                <a:gd name="connsiteY7" fmla="*/ 28384 h 136302"/>
                <a:gd name="connsiteX8" fmla="*/ 42386 w 127444"/>
                <a:gd name="connsiteY8" fmla="*/ 38767 h 136302"/>
                <a:gd name="connsiteX9" fmla="*/ 34004 w 127444"/>
                <a:gd name="connsiteY9" fmla="*/ 68199 h 136302"/>
                <a:gd name="connsiteX10" fmla="*/ 42386 w 127444"/>
                <a:gd name="connsiteY10" fmla="*/ 97346 h 136302"/>
                <a:gd name="connsiteX11" fmla="*/ 65056 w 127444"/>
                <a:gd name="connsiteY11" fmla="*/ 107728 h 136302"/>
                <a:gd name="connsiteX12" fmla="*/ 91440 w 127444"/>
                <a:gd name="connsiteY12" fmla="*/ 89630 h 136302"/>
                <a:gd name="connsiteX13" fmla="*/ 127444 w 127444"/>
                <a:gd name="connsiteY13" fmla="*/ 89630 h 136302"/>
                <a:gd name="connsiteX14" fmla="*/ 105728 w 127444"/>
                <a:gd name="connsiteY14" fmla="*/ 123634 h 136302"/>
                <a:gd name="connsiteX15" fmla="*/ 65246 w 127444"/>
                <a:gd name="connsiteY15" fmla="*/ 136303 h 136302"/>
                <a:gd name="connsiteX16" fmla="*/ 31432 w 127444"/>
                <a:gd name="connsiteY16" fmla="*/ 127826 h 136302"/>
                <a:gd name="connsiteX17" fmla="*/ 8382 w 127444"/>
                <a:gd name="connsiteY17" fmla="*/ 104013 h 136302"/>
                <a:gd name="connsiteX18" fmla="*/ 0 w 127444"/>
                <a:gd name="connsiteY18" fmla="*/ 68199 h 136302"/>
                <a:gd name="connsiteX19" fmla="*/ 8382 w 127444"/>
                <a:gd name="connsiteY19" fmla="*/ 32385 h 13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7444" h="136302">
                  <a:moveTo>
                    <a:pt x="8477" y="32290"/>
                  </a:moveTo>
                  <a:cubicBezTo>
                    <a:pt x="14002" y="22003"/>
                    <a:pt x="21717" y="14097"/>
                    <a:pt x="31528" y="8477"/>
                  </a:cubicBezTo>
                  <a:cubicBezTo>
                    <a:pt x="41339" y="2857"/>
                    <a:pt x="52673" y="0"/>
                    <a:pt x="65341" y="0"/>
                  </a:cubicBezTo>
                  <a:cubicBezTo>
                    <a:pt x="81725" y="0"/>
                    <a:pt x="95250" y="4096"/>
                    <a:pt x="105918" y="12287"/>
                  </a:cubicBezTo>
                  <a:cubicBezTo>
                    <a:pt x="116586" y="20479"/>
                    <a:pt x="123825" y="31909"/>
                    <a:pt x="127444" y="46673"/>
                  </a:cubicBezTo>
                  <a:lnTo>
                    <a:pt x="91440" y="46673"/>
                  </a:lnTo>
                  <a:cubicBezTo>
                    <a:pt x="89535" y="40957"/>
                    <a:pt x="86296" y="36481"/>
                    <a:pt x="81820" y="33242"/>
                  </a:cubicBezTo>
                  <a:cubicBezTo>
                    <a:pt x="77248" y="30004"/>
                    <a:pt x="71723" y="28384"/>
                    <a:pt x="65056" y="28384"/>
                  </a:cubicBezTo>
                  <a:cubicBezTo>
                    <a:pt x="55531" y="28384"/>
                    <a:pt x="48006" y="31814"/>
                    <a:pt x="42386" y="38767"/>
                  </a:cubicBezTo>
                  <a:cubicBezTo>
                    <a:pt x="36862" y="45720"/>
                    <a:pt x="34004" y="55435"/>
                    <a:pt x="34004" y="68199"/>
                  </a:cubicBezTo>
                  <a:cubicBezTo>
                    <a:pt x="34004" y="80963"/>
                    <a:pt x="36766" y="90488"/>
                    <a:pt x="42386" y="97346"/>
                  </a:cubicBezTo>
                  <a:cubicBezTo>
                    <a:pt x="47911" y="104203"/>
                    <a:pt x="55531" y="107728"/>
                    <a:pt x="65056" y="107728"/>
                  </a:cubicBezTo>
                  <a:cubicBezTo>
                    <a:pt x="78581" y="107728"/>
                    <a:pt x="87344" y="101727"/>
                    <a:pt x="91440" y="89630"/>
                  </a:cubicBezTo>
                  <a:lnTo>
                    <a:pt x="127444" y="89630"/>
                  </a:lnTo>
                  <a:cubicBezTo>
                    <a:pt x="123825" y="103918"/>
                    <a:pt x="116586" y="115253"/>
                    <a:pt x="105728" y="123634"/>
                  </a:cubicBezTo>
                  <a:cubicBezTo>
                    <a:pt x="94964" y="132017"/>
                    <a:pt x="81439" y="136303"/>
                    <a:pt x="65246" y="136303"/>
                  </a:cubicBezTo>
                  <a:cubicBezTo>
                    <a:pt x="52578" y="136303"/>
                    <a:pt x="41243" y="133445"/>
                    <a:pt x="31432" y="127826"/>
                  </a:cubicBezTo>
                  <a:cubicBezTo>
                    <a:pt x="21622" y="122206"/>
                    <a:pt x="13906" y="114300"/>
                    <a:pt x="8382" y="104013"/>
                  </a:cubicBezTo>
                  <a:cubicBezTo>
                    <a:pt x="2857" y="93821"/>
                    <a:pt x="0" y="81820"/>
                    <a:pt x="0" y="68199"/>
                  </a:cubicBezTo>
                  <a:cubicBezTo>
                    <a:pt x="0" y="54578"/>
                    <a:pt x="2762" y="42577"/>
                    <a:pt x="8382" y="32385"/>
                  </a:cubicBezTo>
                  <a:close/>
                </a:path>
              </a:pathLst>
            </a:custGeom>
            <a:grpFill/>
            <a:ln w="9525" cap="flat">
              <a:noFill/>
              <a:prstDash val="solid"/>
              <a:miter/>
            </a:ln>
          </p:spPr>
          <p:txBody>
            <a:bodyPr rtlCol="0" anchor="ctr"/>
            <a:lstStyle/>
            <a:p>
              <a:endParaRPr lang="fi-FI" sz="3200"/>
            </a:p>
          </p:txBody>
        </p:sp>
        <p:sp>
          <p:nvSpPr>
            <p:cNvPr id="517" name="Vapaamuotoinen: Muoto 516">
              <a:extLst>
                <a:ext uri="{FF2B5EF4-FFF2-40B4-BE49-F238E27FC236}">
                  <a16:creationId xmlns:a16="http://schemas.microsoft.com/office/drawing/2014/main" id="{6C7136AB-7021-68EE-46C3-B93E96E6A5BA}"/>
                </a:ext>
              </a:extLst>
            </p:cNvPr>
            <p:cNvSpPr/>
            <p:nvPr userDrawn="1"/>
          </p:nvSpPr>
          <p:spPr>
            <a:xfrm>
              <a:off x="4552952" y="2550800"/>
              <a:ext cx="125730" cy="176212"/>
            </a:xfrm>
            <a:custGeom>
              <a:avLst/>
              <a:gdLst>
                <a:gd name="connsiteX0" fmla="*/ 100965 w 125730"/>
                <a:gd name="connsiteY0" fmla="*/ 49054 h 176212"/>
                <a:gd name="connsiteX1" fmla="*/ 119158 w 125730"/>
                <a:gd name="connsiteY1" fmla="*/ 68294 h 176212"/>
                <a:gd name="connsiteX2" fmla="*/ 125730 w 125730"/>
                <a:gd name="connsiteY2" fmla="*/ 98870 h 176212"/>
                <a:gd name="connsiteX3" fmla="*/ 125730 w 125730"/>
                <a:gd name="connsiteY3" fmla="*/ 176213 h 176212"/>
                <a:gd name="connsiteX4" fmla="*/ 92393 w 125730"/>
                <a:gd name="connsiteY4" fmla="*/ 176213 h 176212"/>
                <a:gd name="connsiteX5" fmla="*/ 92393 w 125730"/>
                <a:gd name="connsiteY5" fmla="*/ 103346 h 176212"/>
                <a:gd name="connsiteX6" fmla="*/ 84582 w 125730"/>
                <a:gd name="connsiteY6" fmla="*/ 79153 h 176212"/>
                <a:gd name="connsiteX7" fmla="*/ 63151 w 125730"/>
                <a:gd name="connsiteY7" fmla="*/ 70676 h 176212"/>
                <a:gd name="connsiteX8" fmla="*/ 41339 w 125730"/>
                <a:gd name="connsiteY8" fmla="*/ 79153 h 176212"/>
                <a:gd name="connsiteX9" fmla="*/ 33338 w 125730"/>
                <a:gd name="connsiteY9" fmla="*/ 103346 h 176212"/>
                <a:gd name="connsiteX10" fmla="*/ 33338 w 125730"/>
                <a:gd name="connsiteY10" fmla="*/ 176213 h 176212"/>
                <a:gd name="connsiteX11" fmla="*/ 0 w 125730"/>
                <a:gd name="connsiteY11" fmla="*/ 176213 h 176212"/>
                <a:gd name="connsiteX12" fmla="*/ 0 w 125730"/>
                <a:gd name="connsiteY12" fmla="*/ 0 h 176212"/>
                <a:gd name="connsiteX13" fmla="*/ 33338 w 125730"/>
                <a:gd name="connsiteY13" fmla="*/ 0 h 176212"/>
                <a:gd name="connsiteX14" fmla="*/ 33338 w 125730"/>
                <a:gd name="connsiteY14" fmla="*/ 60770 h 176212"/>
                <a:gd name="connsiteX15" fmla="*/ 50482 w 125730"/>
                <a:gd name="connsiteY15" fmla="*/ 47339 h 176212"/>
                <a:gd name="connsiteX16" fmla="*/ 74295 w 125730"/>
                <a:gd name="connsiteY16" fmla="*/ 42481 h 176212"/>
                <a:gd name="connsiteX17" fmla="*/ 100965 w 125730"/>
                <a:gd name="connsiteY17" fmla="*/ 49054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5730" h="176212">
                  <a:moveTo>
                    <a:pt x="100965" y="49054"/>
                  </a:moveTo>
                  <a:cubicBezTo>
                    <a:pt x="108775" y="53435"/>
                    <a:pt x="114776" y="59817"/>
                    <a:pt x="119158" y="68294"/>
                  </a:cubicBezTo>
                  <a:cubicBezTo>
                    <a:pt x="123539" y="76772"/>
                    <a:pt x="125730" y="86963"/>
                    <a:pt x="125730" y="98870"/>
                  </a:cubicBezTo>
                  <a:lnTo>
                    <a:pt x="125730" y="176213"/>
                  </a:lnTo>
                  <a:lnTo>
                    <a:pt x="92393" y="176213"/>
                  </a:lnTo>
                  <a:lnTo>
                    <a:pt x="92393" y="103346"/>
                  </a:lnTo>
                  <a:cubicBezTo>
                    <a:pt x="92393" y="92869"/>
                    <a:pt x="89821" y="84773"/>
                    <a:pt x="84582" y="79153"/>
                  </a:cubicBezTo>
                  <a:cubicBezTo>
                    <a:pt x="79343" y="73533"/>
                    <a:pt x="72200" y="70676"/>
                    <a:pt x="63151" y="70676"/>
                  </a:cubicBezTo>
                  <a:cubicBezTo>
                    <a:pt x="54102" y="70676"/>
                    <a:pt x="46673" y="73533"/>
                    <a:pt x="41339" y="79153"/>
                  </a:cubicBezTo>
                  <a:cubicBezTo>
                    <a:pt x="36004" y="84773"/>
                    <a:pt x="33338" y="92869"/>
                    <a:pt x="33338" y="103346"/>
                  </a:cubicBezTo>
                  <a:lnTo>
                    <a:pt x="33338" y="176213"/>
                  </a:lnTo>
                  <a:lnTo>
                    <a:pt x="0" y="176213"/>
                  </a:lnTo>
                  <a:lnTo>
                    <a:pt x="0" y="0"/>
                  </a:lnTo>
                  <a:lnTo>
                    <a:pt x="33338" y="0"/>
                  </a:lnTo>
                  <a:lnTo>
                    <a:pt x="33338" y="60770"/>
                  </a:lnTo>
                  <a:cubicBezTo>
                    <a:pt x="37624" y="55055"/>
                    <a:pt x="43339" y="50578"/>
                    <a:pt x="50482" y="47339"/>
                  </a:cubicBezTo>
                  <a:cubicBezTo>
                    <a:pt x="57626" y="44101"/>
                    <a:pt x="65532" y="42481"/>
                    <a:pt x="74295" y="42481"/>
                  </a:cubicBezTo>
                  <a:cubicBezTo>
                    <a:pt x="84296" y="42481"/>
                    <a:pt x="93154" y="44672"/>
                    <a:pt x="100965" y="49054"/>
                  </a:cubicBezTo>
                  <a:close/>
                </a:path>
              </a:pathLst>
            </a:custGeom>
            <a:grpFill/>
            <a:ln w="9525" cap="flat">
              <a:noFill/>
              <a:prstDash val="solid"/>
              <a:miter/>
            </a:ln>
          </p:spPr>
          <p:txBody>
            <a:bodyPr rtlCol="0" anchor="ctr"/>
            <a:lstStyle/>
            <a:p>
              <a:endParaRPr lang="fi-FI" sz="3200"/>
            </a:p>
          </p:txBody>
        </p:sp>
        <p:sp>
          <p:nvSpPr>
            <p:cNvPr id="518" name="Vapaamuotoinen: Muoto 517">
              <a:extLst>
                <a:ext uri="{FF2B5EF4-FFF2-40B4-BE49-F238E27FC236}">
                  <a16:creationId xmlns:a16="http://schemas.microsoft.com/office/drawing/2014/main" id="{05160883-5850-809B-8F40-1B8DBAC919EF}"/>
                </a:ext>
              </a:extLst>
            </p:cNvPr>
            <p:cNvSpPr/>
            <p:nvPr userDrawn="1"/>
          </p:nvSpPr>
          <p:spPr>
            <a:xfrm>
              <a:off x="4699836" y="2562517"/>
              <a:ext cx="78866" cy="164593"/>
            </a:xfrm>
            <a:custGeom>
              <a:avLst/>
              <a:gdLst>
                <a:gd name="connsiteX0" fmla="*/ 49340 w 78866"/>
                <a:gd name="connsiteY0" fmla="*/ 60103 h 164592"/>
                <a:gd name="connsiteX1" fmla="*/ 49340 w 78866"/>
                <a:gd name="connsiteY1" fmla="*/ 123920 h 164592"/>
                <a:gd name="connsiteX2" fmla="*/ 52578 w 78866"/>
                <a:gd name="connsiteY2" fmla="*/ 133540 h 164592"/>
                <a:gd name="connsiteX3" fmla="*/ 63437 w 78866"/>
                <a:gd name="connsiteY3" fmla="*/ 136493 h 164592"/>
                <a:gd name="connsiteX4" fmla="*/ 78867 w 78866"/>
                <a:gd name="connsiteY4" fmla="*/ 136493 h 164592"/>
                <a:gd name="connsiteX5" fmla="*/ 78867 w 78866"/>
                <a:gd name="connsiteY5" fmla="*/ 164592 h 164592"/>
                <a:gd name="connsiteX6" fmla="*/ 57912 w 78866"/>
                <a:gd name="connsiteY6" fmla="*/ 164592 h 164592"/>
                <a:gd name="connsiteX7" fmla="*/ 15716 w 78866"/>
                <a:gd name="connsiteY7" fmla="*/ 123634 h 164592"/>
                <a:gd name="connsiteX8" fmla="*/ 15716 w 78866"/>
                <a:gd name="connsiteY8" fmla="*/ 60008 h 164592"/>
                <a:gd name="connsiteX9" fmla="*/ 0 w 78866"/>
                <a:gd name="connsiteY9" fmla="*/ 60008 h 164592"/>
                <a:gd name="connsiteX10" fmla="*/ 0 w 78866"/>
                <a:gd name="connsiteY10" fmla="*/ 32576 h 164592"/>
                <a:gd name="connsiteX11" fmla="*/ 15716 w 78866"/>
                <a:gd name="connsiteY11" fmla="*/ 32576 h 164592"/>
                <a:gd name="connsiteX12" fmla="*/ 15716 w 78866"/>
                <a:gd name="connsiteY12" fmla="*/ 0 h 164592"/>
                <a:gd name="connsiteX13" fmla="*/ 49340 w 78866"/>
                <a:gd name="connsiteY13" fmla="*/ 0 h 164592"/>
                <a:gd name="connsiteX14" fmla="*/ 49340 w 78866"/>
                <a:gd name="connsiteY14" fmla="*/ 32576 h 164592"/>
                <a:gd name="connsiteX15" fmla="*/ 78867 w 78866"/>
                <a:gd name="connsiteY15" fmla="*/ 32576 h 164592"/>
                <a:gd name="connsiteX16" fmla="*/ 78867 w 78866"/>
                <a:gd name="connsiteY16" fmla="*/ 60008 h 164592"/>
                <a:gd name="connsiteX17" fmla="*/ 49340 w 78866"/>
                <a:gd name="connsiteY17" fmla="*/ 60008 h 164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8866" h="164592">
                  <a:moveTo>
                    <a:pt x="49340" y="60103"/>
                  </a:moveTo>
                  <a:lnTo>
                    <a:pt x="49340" y="123920"/>
                  </a:lnTo>
                  <a:cubicBezTo>
                    <a:pt x="49340" y="128397"/>
                    <a:pt x="50387" y="131540"/>
                    <a:pt x="52578" y="133540"/>
                  </a:cubicBezTo>
                  <a:cubicBezTo>
                    <a:pt x="54674" y="135541"/>
                    <a:pt x="58293" y="136493"/>
                    <a:pt x="63437" y="136493"/>
                  </a:cubicBezTo>
                  <a:lnTo>
                    <a:pt x="78867" y="136493"/>
                  </a:lnTo>
                  <a:lnTo>
                    <a:pt x="78867" y="164592"/>
                  </a:lnTo>
                  <a:lnTo>
                    <a:pt x="57912" y="164592"/>
                  </a:lnTo>
                  <a:cubicBezTo>
                    <a:pt x="29813" y="164592"/>
                    <a:pt x="15716" y="150971"/>
                    <a:pt x="15716" y="123634"/>
                  </a:cubicBezTo>
                  <a:lnTo>
                    <a:pt x="15716" y="60008"/>
                  </a:lnTo>
                  <a:lnTo>
                    <a:pt x="0" y="60008"/>
                  </a:lnTo>
                  <a:lnTo>
                    <a:pt x="0" y="32576"/>
                  </a:lnTo>
                  <a:lnTo>
                    <a:pt x="15716" y="32576"/>
                  </a:lnTo>
                  <a:lnTo>
                    <a:pt x="15716" y="0"/>
                  </a:lnTo>
                  <a:lnTo>
                    <a:pt x="49340" y="0"/>
                  </a:lnTo>
                  <a:lnTo>
                    <a:pt x="49340" y="32576"/>
                  </a:lnTo>
                  <a:lnTo>
                    <a:pt x="78867" y="32576"/>
                  </a:lnTo>
                  <a:lnTo>
                    <a:pt x="78867" y="60008"/>
                  </a:lnTo>
                  <a:lnTo>
                    <a:pt x="49340" y="60008"/>
                  </a:lnTo>
                  <a:close/>
                </a:path>
              </a:pathLst>
            </a:custGeom>
            <a:grpFill/>
            <a:ln w="9525" cap="flat">
              <a:noFill/>
              <a:prstDash val="solid"/>
              <a:miter/>
            </a:ln>
          </p:spPr>
          <p:txBody>
            <a:bodyPr rtlCol="0" anchor="ctr"/>
            <a:lstStyle/>
            <a:p>
              <a:endParaRPr lang="fi-FI" sz="3200"/>
            </a:p>
          </p:txBody>
        </p:sp>
        <p:sp>
          <p:nvSpPr>
            <p:cNvPr id="519" name="Vapaamuotoinen: Muoto 518">
              <a:extLst>
                <a:ext uri="{FF2B5EF4-FFF2-40B4-BE49-F238E27FC236}">
                  <a16:creationId xmlns:a16="http://schemas.microsoft.com/office/drawing/2014/main" id="{86F80F88-FBE3-E659-EBF5-D5B7C000BED5}"/>
                </a:ext>
              </a:extLst>
            </p:cNvPr>
            <p:cNvSpPr/>
            <p:nvPr userDrawn="1"/>
          </p:nvSpPr>
          <p:spPr>
            <a:xfrm>
              <a:off x="4799173" y="2540510"/>
              <a:ext cx="40957" cy="186691"/>
            </a:xfrm>
            <a:custGeom>
              <a:avLst/>
              <a:gdLst>
                <a:gd name="connsiteX0" fmla="*/ 5810 w 40957"/>
                <a:gd name="connsiteY0" fmla="*/ 33433 h 186690"/>
                <a:gd name="connsiteX1" fmla="*/ 0 w 40957"/>
                <a:gd name="connsiteY1" fmla="*/ 19526 h 186690"/>
                <a:gd name="connsiteX2" fmla="*/ 5810 w 40957"/>
                <a:gd name="connsiteY2" fmla="*/ 5620 h 186690"/>
                <a:gd name="connsiteX3" fmla="*/ 20479 w 40957"/>
                <a:gd name="connsiteY3" fmla="*/ 0 h 186690"/>
                <a:gd name="connsiteX4" fmla="*/ 35147 w 40957"/>
                <a:gd name="connsiteY4" fmla="*/ 5620 h 186690"/>
                <a:gd name="connsiteX5" fmla="*/ 40958 w 40957"/>
                <a:gd name="connsiteY5" fmla="*/ 19526 h 186690"/>
                <a:gd name="connsiteX6" fmla="*/ 35147 w 40957"/>
                <a:gd name="connsiteY6" fmla="*/ 33433 h 186690"/>
                <a:gd name="connsiteX7" fmla="*/ 20479 w 40957"/>
                <a:gd name="connsiteY7" fmla="*/ 39053 h 186690"/>
                <a:gd name="connsiteX8" fmla="*/ 5810 w 40957"/>
                <a:gd name="connsiteY8" fmla="*/ 33433 h 186690"/>
                <a:gd name="connsiteX9" fmla="*/ 36862 w 40957"/>
                <a:gd name="connsiteY9" fmla="*/ 54769 h 186690"/>
                <a:gd name="connsiteX10" fmla="*/ 36862 w 40957"/>
                <a:gd name="connsiteY10" fmla="*/ 186690 h 186690"/>
                <a:gd name="connsiteX11" fmla="*/ 3524 w 40957"/>
                <a:gd name="connsiteY11" fmla="*/ 186690 h 186690"/>
                <a:gd name="connsiteX12" fmla="*/ 3524 w 40957"/>
                <a:gd name="connsiteY12" fmla="*/ 54769 h 186690"/>
                <a:gd name="connsiteX13" fmla="*/ 36862 w 40957"/>
                <a:gd name="connsiteY13" fmla="*/ 54769 h 186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957" h="186690">
                  <a:moveTo>
                    <a:pt x="5810" y="33433"/>
                  </a:moveTo>
                  <a:cubicBezTo>
                    <a:pt x="1905" y="29718"/>
                    <a:pt x="0" y="25051"/>
                    <a:pt x="0" y="19526"/>
                  </a:cubicBezTo>
                  <a:cubicBezTo>
                    <a:pt x="0" y="14002"/>
                    <a:pt x="1905" y="9335"/>
                    <a:pt x="5810" y="5620"/>
                  </a:cubicBezTo>
                  <a:cubicBezTo>
                    <a:pt x="9716" y="1905"/>
                    <a:pt x="14573" y="0"/>
                    <a:pt x="20479" y="0"/>
                  </a:cubicBezTo>
                  <a:cubicBezTo>
                    <a:pt x="26384" y="0"/>
                    <a:pt x="31242" y="1905"/>
                    <a:pt x="35147" y="5620"/>
                  </a:cubicBezTo>
                  <a:cubicBezTo>
                    <a:pt x="39052" y="9335"/>
                    <a:pt x="40958" y="14002"/>
                    <a:pt x="40958" y="19526"/>
                  </a:cubicBezTo>
                  <a:cubicBezTo>
                    <a:pt x="40958" y="25051"/>
                    <a:pt x="39052" y="29718"/>
                    <a:pt x="35147" y="33433"/>
                  </a:cubicBezTo>
                  <a:cubicBezTo>
                    <a:pt x="31242" y="37148"/>
                    <a:pt x="26384" y="39053"/>
                    <a:pt x="20479" y="39053"/>
                  </a:cubicBezTo>
                  <a:cubicBezTo>
                    <a:pt x="14573" y="39053"/>
                    <a:pt x="9716" y="37148"/>
                    <a:pt x="5810" y="33433"/>
                  </a:cubicBezTo>
                  <a:close/>
                  <a:moveTo>
                    <a:pt x="36862" y="54769"/>
                  </a:moveTo>
                  <a:lnTo>
                    <a:pt x="36862" y="186690"/>
                  </a:lnTo>
                  <a:lnTo>
                    <a:pt x="3524" y="186690"/>
                  </a:lnTo>
                  <a:lnTo>
                    <a:pt x="3524" y="54769"/>
                  </a:lnTo>
                  <a:lnTo>
                    <a:pt x="36862" y="54769"/>
                  </a:lnTo>
                  <a:close/>
                </a:path>
              </a:pathLst>
            </a:custGeom>
            <a:grpFill/>
            <a:ln w="9525" cap="flat">
              <a:noFill/>
              <a:prstDash val="solid"/>
              <a:miter/>
            </a:ln>
          </p:spPr>
          <p:txBody>
            <a:bodyPr rtlCol="0" anchor="ctr"/>
            <a:lstStyle/>
            <a:p>
              <a:endParaRPr lang="fi-FI" sz="3200"/>
            </a:p>
          </p:txBody>
        </p:sp>
        <p:sp>
          <p:nvSpPr>
            <p:cNvPr id="520" name="Vapaamuotoinen: Muoto 519">
              <a:extLst>
                <a:ext uri="{FF2B5EF4-FFF2-40B4-BE49-F238E27FC236}">
                  <a16:creationId xmlns:a16="http://schemas.microsoft.com/office/drawing/2014/main" id="{C115D801-09EC-8DD4-47B8-D7D37328CFA8}"/>
                </a:ext>
              </a:extLst>
            </p:cNvPr>
            <p:cNvSpPr/>
            <p:nvPr userDrawn="1"/>
          </p:nvSpPr>
          <p:spPr>
            <a:xfrm>
              <a:off x="4861749" y="2592990"/>
              <a:ext cx="109442" cy="136302"/>
            </a:xfrm>
            <a:custGeom>
              <a:avLst/>
              <a:gdLst>
                <a:gd name="connsiteX0" fmla="*/ 28575 w 109442"/>
                <a:gd name="connsiteY0" fmla="*/ 130397 h 136302"/>
                <a:gd name="connsiteX1" fmla="*/ 8192 w 109442"/>
                <a:gd name="connsiteY1" fmla="*/ 114586 h 136302"/>
                <a:gd name="connsiteX2" fmla="*/ 0 w 109442"/>
                <a:gd name="connsiteY2" fmla="*/ 92393 h 136302"/>
                <a:gd name="connsiteX3" fmla="*/ 33623 w 109442"/>
                <a:gd name="connsiteY3" fmla="*/ 92393 h 136302"/>
                <a:gd name="connsiteX4" fmla="*/ 41148 w 109442"/>
                <a:gd name="connsiteY4" fmla="*/ 105061 h 136302"/>
                <a:gd name="connsiteX5" fmla="*/ 57436 w 109442"/>
                <a:gd name="connsiteY5" fmla="*/ 110014 h 136302"/>
                <a:gd name="connsiteX6" fmla="*/ 72295 w 109442"/>
                <a:gd name="connsiteY6" fmla="*/ 106204 h 136302"/>
                <a:gd name="connsiteX7" fmla="*/ 77629 w 109442"/>
                <a:gd name="connsiteY7" fmla="*/ 96393 h 136302"/>
                <a:gd name="connsiteX8" fmla="*/ 71056 w 109442"/>
                <a:gd name="connsiteY8" fmla="*/ 86773 h 136302"/>
                <a:gd name="connsiteX9" fmla="*/ 50197 w 109442"/>
                <a:gd name="connsiteY9" fmla="*/ 79724 h 136302"/>
                <a:gd name="connsiteX10" fmla="*/ 26003 w 109442"/>
                <a:gd name="connsiteY10" fmla="*/ 72390 h 136302"/>
                <a:gd name="connsiteX11" fmla="*/ 9811 w 109442"/>
                <a:gd name="connsiteY11" fmla="*/ 60674 h 136302"/>
                <a:gd name="connsiteX12" fmla="*/ 3048 w 109442"/>
                <a:gd name="connsiteY12" fmla="*/ 39529 h 136302"/>
                <a:gd name="connsiteX13" fmla="*/ 9335 w 109442"/>
                <a:gd name="connsiteY13" fmla="*/ 19526 h 136302"/>
                <a:gd name="connsiteX14" fmla="*/ 27432 w 109442"/>
                <a:gd name="connsiteY14" fmla="*/ 5239 h 136302"/>
                <a:gd name="connsiteX15" fmla="*/ 55150 w 109442"/>
                <a:gd name="connsiteY15" fmla="*/ 0 h 136302"/>
                <a:gd name="connsiteX16" fmla="*/ 92774 w 109442"/>
                <a:gd name="connsiteY16" fmla="*/ 11811 h 136302"/>
                <a:gd name="connsiteX17" fmla="*/ 108204 w 109442"/>
                <a:gd name="connsiteY17" fmla="*/ 43625 h 136302"/>
                <a:gd name="connsiteX18" fmla="*/ 76295 w 109442"/>
                <a:gd name="connsiteY18" fmla="*/ 43625 h 136302"/>
                <a:gd name="connsiteX19" fmla="*/ 69723 w 109442"/>
                <a:gd name="connsiteY19" fmla="*/ 31147 h 136302"/>
                <a:gd name="connsiteX20" fmla="*/ 54102 w 109442"/>
                <a:gd name="connsiteY20" fmla="*/ 26479 h 136302"/>
                <a:gd name="connsiteX21" fmla="*/ 40196 w 109442"/>
                <a:gd name="connsiteY21" fmla="*/ 29813 h 136302"/>
                <a:gd name="connsiteX22" fmla="*/ 35338 w 109442"/>
                <a:gd name="connsiteY22" fmla="*/ 39148 h 136302"/>
                <a:gd name="connsiteX23" fmla="*/ 42005 w 109442"/>
                <a:gd name="connsiteY23" fmla="*/ 49244 h 136302"/>
                <a:gd name="connsiteX24" fmla="*/ 62770 w 109442"/>
                <a:gd name="connsiteY24" fmla="*/ 56293 h 136302"/>
                <a:gd name="connsiteX25" fmla="*/ 86297 w 109442"/>
                <a:gd name="connsiteY25" fmla="*/ 63627 h 136302"/>
                <a:gd name="connsiteX26" fmla="*/ 102394 w 109442"/>
                <a:gd name="connsiteY26" fmla="*/ 75438 h 136302"/>
                <a:gd name="connsiteX27" fmla="*/ 109442 w 109442"/>
                <a:gd name="connsiteY27" fmla="*/ 96488 h 136302"/>
                <a:gd name="connsiteX28" fmla="*/ 103156 w 109442"/>
                <a:gd name="connsiteY28" fmla="*/ 116967 h 136302"/>
                <a:gd name="connsiteX29" fmla="*/ 85058 w 109442"/>
                <a:gd name="connsiteY29" fmla="*/ 131159 h 136302"/>
                <a:gd name="connsiteX30" fmla="*/ 57531 w 109442"/>
                <a:gd name="connsiteY30" fmla="*/ 136303 h 136302"/>
                <a:gd name="connsiteX31" fmla="*/ 28480 w 109442"/>
                <a:gd name="connsiteY31" fmla="*/ 130493 h 13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9442" h="136302">
                  <a:moveTo>
                    <a:pt x="28575" y="130397"/>
                  </a:moveTo>
                  <a:cubicBezTo>
                    <a:pt x="20002" y="126492"/>
                    <a:pt x="13240" y="121253"/>
                    <a:pt x="8192" y="114586"/>
                  </a:cubicBezTo>
                  <a:cubicBezTo>
                    <a:pt x="3239" y="107918"/>
                    <a:pt x="476" y="100489"/>
                    <a:pt x="0" y="92393"/>
                  </a:cubicBezTo>
                  <a:lnTo>
                    <a:pt x="33623" y="92393"/>
                  </a:lnTo>
                  <a:cubicBezTo>
                    <a:pt x="34290" y="97441"/>
                    <a:pt x="36767" y="101727"/>
                    <a:pt x="41148" y="105061"/>
                  </a:cubicBezTo>
                  <a:cubicBezTo>
                    <a:pt x="45529" y="108395"/>
                    <a:pt x="50959" y="110014"/>
                    <a:pt x="57436" y="110014"/>
                  </a:cubicBezTo>
                  <a:cubicBezTo>
                    <a:pt x="63913" y="110014"/>
                    <a:pt x="68771" y="108776"/>
                    <a:pt x="72295" y="106204"/>
                  </a:cubicBezTo>
                  <a:cubicBezTo>
                    <a:pt x="75819" y="103632"/>
                    <a:pt x="77629" y="100394"/>
                    <a:pt x="77629" y="96393"/>
                  </a:cubicBezTo>
                  <a:cubicBezTo>
                    <a:pt x="77629" y="92107"/>
                    <a:pt x="75438" y="88868"/>
                    <a:pt x="71056" y="86773"/>
                  </a:cubicBezTo>
                  <a:cubicBezTo>
                    <a:pt x="66675" y="84582"/>
                    <a:pt x="59722" y="82296"/>
                    <a:pt x="50197" y="79724"/>
                  </a:cubicBezTo>
                  <a:cubicBezTo>
                    <a:pt x="40386" y="77343"/>
                    <a:pt x="32290" y="74867"/>
                    <a:pt x="26003" y="72390"/>
                  </a:cubicBezTo>
                  <a:cubicBezTo>
                    <a:pt x="19717" y="69818"/>
                    <a:pt x="14383" y="66008"/>
                    <a:pt x="9811" y="60674"/>
                  </a:cubicBezTo>
                  <a:cubicBezTo>
                    <a:pt x="5239" y="55435"/>
                    <a:pt x="3048" y="48387"/>
                    <a:pt x="3048" y="39529"/>
                  </a:cubicBezTo>
                  <a:cubicBezTo>
                    <a:pt x="3048" y="32195"/>
                    <a:pt x="5144" y="25527"/>
                    <a:pt x="9335" y="19526"/>
                  </a:cubicBezTo>
                  <a:cubicBezTo>
                    <a:pt x="13525" y="13526"/>
                    <a:pt x="19622" y="8763"/>
                    <a:pt x="27432" y="5239"/>
                  </a:cubicBezTo>
                  <a:cubicBezTo>
                    <a:pt x="35243" y="1715"/>
                    <a:pt x="44577" y="0"/>
                    <a:pt x="55150" y="0"/>
                  </a:cubicBezTo>
                  <a:cubicBezTo>
                    <a:pt x="70866" y="0"/>
                    <a:pt x="83439" y="3905"/>
                    <a:pt x="92774" y="11811"/>
                  </a:cubicBezTo>
                  <a:cubicBezTo>
                    <a:pt x="102108" y="19622"/>
                    <a:pt x="107347" y="30290"/>
                    <a:pt x="108204" y="43625"/>
                  </a:cubicBezTo>
                  <a:lnTo>
                    <a:pt x="76295" y="43625"/>
                  </a:lnTo>
                  <a:cubicBezTo>
                    <a:pt x="75819" y="38386"/>
                    <a:pt x="73628" y="34195"/>
                    <a:pt x="69723" y="31147"/>
                  </a:cubicBezTo>
                  <a:cubicBezTo>
                    <a:pt x="65818" y="28003"/>
                    <a:pt x="60674" y="26479"/>
                    <a:pt x="54102" y="26479"/>
                  </a:cubicBezTo>
                  <a:cubicBezTo>
                    <a:pt x="48101" y="26479"/>
                    <a:pt x="43434" y="27623"/>
                    <a:pt x="40196" y="29813"/>
                  </a:cubicBezTo>
                  <a:cubicBezTo>
                    <a:pt x="36957" y="32004"/>
                    <a:pt x="35338" y="35147"/>
                    <a:pt x="35338" y="39148"/>
                  </a:cubicBezTo>
                  <a:cubicBezTo>
                    <a:pt x="35338" y="43625"/>
                    <a:pt x="37529" y="46958"/>
                    <a:pt x="42005" y="49244"/>
                  </a:cubicBezTo>
                  <a:cubicBezTo>
                    <a:pt x="46482" y="51530"/>
                    <a:pt x="53340" y="53912"/>
                    <a:pt x="62770" y="56293"/>
                  </a:cubicBezTo>
                  <a:cubicBezTo>
                    <a:pt x="72295" y="58674"/>
                    <a:pt x="80105" y="61151"/>
                    <a:pt x="86297" y="63627"/>
                  </a:cubicBezTo>
                  <a:cubicBezTo>
                    <a:pt x="92488" y="66103"/>
                    <a:pt x="97822" y="70104"/>
                    <a:pt x="102394" y="75438"/>
                  </a:cubicBezTo>
                  <a:cubicBezTo>
                    <a:pt x="106871" y="80772"/>
                    <a:pt x="109252" y="87821"/>
                    <a:pt x="109442" y="96488"/>
                  </a:cubicBezTo>
                  <a:cubicBezTo>
                    <a:pt x="109442" y="104108"/>
                    <a:pt x="107347" y="110966"/>
                    <a:pt x="103156" y="116967"/>
                  </a:cubicBezTo>
                  <a:cubicBezTo>
                    <a:pt x="98965" y="122968"/>
                    <a:pt x="92869" y="127730"/>
                    <a:pt x="85058" y="131159"/>
                  </a:cubicBezTo>
                  <a:cubicBezTo>
                    <a:pt x="77248" y="134588"/>
                    <a:pt x="68008" y="136303"/>
                    <a:pt x="57531" y="136303"/>
                  </a:cubicBezTo>
                  <a:cubicBezTo>
                    <a:pt x="47054" y="136303"/>
                    <a:pt x="37052" y="134398"/>
                    <a:pt x="28480" y="130493"/>
                  </a:cubicBezTo>
                  <a:close/>
                </a:path>
              </a:pathLst>
            </a:custGeom>
            <a:grpFill/>
            <a:ln w="9525" cap="flat">
              <a:noFill/>
              <a:prstDash val="solid"/>
              <a:miter/>
            </a:ln>
          </p:spPr>
          <p:txBody>
            <a:bodyPr rtlCol="0" anchor="ctr"/>
            <a:lstStyle/>
            <a:p>
              <a:endParaRPr lang="fi-FI" sz="3200"/>
            </a:p>
          </p:txBody>
        </p:sp>
      </p:grpSp>
      <p:grpSp>
        <p:nvGrpSpPr>
          <p:cNvPr id="574" name="Ryhmä 573">
            <a:extLst>
              <a:ext uri="{FF2B5EF4-FFF2-40B4-BE49-F238E27FC236}">
                <a16:creationId xmlns:a16="http://schemas.microsoft.com/office/drawing/2014/main" id="{987B9EA4-237A-789F-68AC-1F44F92293F4}"/>
              </a:ext>
              <a:ext uri="{C183D7F6-B498-43B3-948B-1728B52AA6E4}">
                <adec:decorative xmlns:adec="http://schemas.microsoft.com/office/drawing/2017/decorative" val="1"/>
              </a:ext>
            </a:extLst>
          </p:cNvPr>
          <p:cNvGrpSpPr/>
          <p:nvPr userDrawn="1"/>
        </p:nvGrpSpPr>
        <p:grpSpPr>
          <a:xfrm>
            <a:off x="10571953" y="4302589"/>
            <a:ext cx="970983" cy="306176"/>
            <a:chOff x="3870864" y="2288762"/>
            <a:chExt cx="1396459" cy="440340"/>
          </a:xfrm>
          <a:solidFill>
            <a:schemeClr val="bg1"/>
          </a:solidFill>
        </p:grpSpPr>
        <p:sp>
          <p:nvSpPr>
            <p:cNvPr id="555" name="Vapaamuotoinen: Muoto 554">
              <a:extLst>
                <a:ext uri="{FF2B5EF4-FFF2-40B4-BE49-F238E27FC236}">
                  <a16:creationId xmlns:a16="http://schemas.microsoft.com/office/drawing/2014/main" id="{C7140D54-6488-480B-138E-ECD82F5C19B3}"/>
                </a:ext>
              </a:extLst>
            </p:cNvPr>
            <p:cNvSpPr/>
            <p:nvPr/>
          </p:nvSpPr>
          <p:spPr>
            <a:xfrm>
              <a:off x="3877150" y="2312288"/>
              <a:ext cx="146780" cy="167163"/>
            </a:xfrm>
            <a:custGeom>
              <a:avLst/>
              <a:gdLst>
                <a:gd name="connsiteX0" fmla="*/ 96965 w 146780"/>
                <a:gd name="connsiteY0" fmla="*/ 167164 h 167163"/>
                <a:gd name="connsiteX1" fmla="*/ 40767 w 146780"/>
                <a:gd name="connsiteY1" fmla="*/ 93345 h 167163"/>
                <a:gd name="connsiteX2" fmla="*/ 40767 w 146780"/>
                <a:gd name="connsiteY2" fmla="*/ 167164 h 167163"/>
                <a:gd name="connsiteX3" fmla="*/ 0 w 146780"/>
                <a:gd name="connsiteY3" fmla="*/ 167164 h 167163"/>
                <a:gd name="connsiteX4" fmla="*/ 0 w 146780"/>
                <a:gd name="connsiteY4" fmla="*/ 0 h 167163"/>
                <a:gd name="connsiteX5" fmla="*/ 40767 w 146780"/>
                <a:gd name="connsiteY5" fmla="*/ 0 h 167163"/>
                <a:gd name="connsiteX6" fmla="*/ 40767 w 146780"/>
                <a:gd name="connsiteY6" fmla="*/ 73343 h 167163"/>
                <a:gd name="connsiteX7" fmla="*/ 96488 w 146780"/>
                <a:gd name="connsiteY7" fmla="*/ 0 h 167163"/>
                <a:gd name="connsiteX8" fmla="*/ 144399 w 146780"/>
                <a:gd name="connsiteY8" fmla="*/ 0 h 167163"/>
                <a:gd name="connsiteX9" fmla="*/ 79629 w 146780"/>
                <a:gd name="connsiteY9" fmla="*/ 81915 h 167163"/>
                <a:gd name="connsiteX10" fmla="*/ 146780 w 146780"/>
                <a:gd name="connsiteY10" fmla="*/ 167164 h 167163"/>
                <a:gd name="connsiteX11" fmla="*/ 96965 w 146780"/>
                <a:gd name="connsiteY11" fmla="*/ 167164 h 16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6780" h="167163">
                  <a:moveTo>
                    <a:pt x="96965" y="167164"/>
                  </a:moveTo>
                  <a:lnTo>
                    <a:pt x="40767" y="93345"/>
                  </a:lnTo>
                  <a:lnTo>
                    <a:pt x="40767" y="167164"/>
                  </a:lnTo>
                  <a:lnTo>
                    <a:pt x="0" y="167164"/>
                  </a:lnTo>
                  <a:lnTo>
                    <a:pt x="0" y="0"/>
                  </a:lnTo>
                  <a:lnTo>
                    <a:pt x="40767" y="0"/>
                  </a:lnTo>
                  <a:lnTo>
                    <a:pt x="40767" y="73343"/>
                  </a:lnTo>
                  <a:lnTo>
                    <a:pt x="96488" y="0"/>
                  </a:lnTo>
                  <a:lnTo>
                    <a:pt x="144399" y="0"/>
                  </a:lnTo>
                  <a:lnTo>
                    <a:pt x="79629" y="81915"/>
                  </a:lnTo>
                  <a:lnTo>
                    <a:pt x="146780" y="167164"/>
                  </a:lnTo>
                  <a:lnTo>
                    <a:pt x="96965" y="167164"/>
                  </a:lnTo>
                  <a:close/>
                </a:path>
              </a:pathLst>
            </a:custGeom>
            <a:grpFill/>
            <a:ln w="9525" cap="flat">
              <a:noFill/>
              <a:prstDash val="solid"/>
              <a:miter/>
            </a:ln>
          </p:spPr>
          <p:txBody>
            <a:bodyPr rtlCol="0" anchor="ctr"/>
            <a:lstStyle/>
            <a:p>
              <a:endParaRPr lang="fi-FI" sz="3200"/>
            </a:p>
          </p:txBody>
        </p:sp>
        <p:sp>
          <p:nvSpPr>
            <p:cNvPr id="556" name="Vapaamuotoinen: Muoto 555">
              <a:extLst>
                <a:ext uri="{FF2B5EF4-FFF2-40B4-BE49-F238E27FC236}">
                  <a16:creationId xmlns:a16="http://schemas.microsoft.com/office/drawing/2014/main" id="{FF2574A7-FB08-540F-52BF-A342A089A16E}"/>
                </a:ext>
              </a:extLst>
            </p:cNvPr>
            <p:cNvSpPr/>
            <p:nvPr/>
          </p:nvSpPr>
          <p:spPr>
            <a:xfrm>
              <a:off x="4034980" y="2344673"/>
              <a:ext cx="140207" cy="136683"/>
            </a:xfrm>
            <a:custGeom>
              <a:avLst/>
              <a:gdLst>
                <a:gd name="connsiteX0" fmla="*/ 7810 w 140207"/>
                <a:gd name="connsiteY0" fmla="*/ 32195 h 136683"/>
                <a:gd name="connsiteX1" fmla="*/ 28861 w 140207"/>
                <a:gd name="connsiteY1" fmla="*/ 8382 h 136683"/>
                <a:gd name="connsiteX2" fmla="*/ 58579 w 140207"/>
                <a:gd name="connsiteY2" fmla="*/ 0 h 136683"/>
                <a:gd name="connsiteX3" fmla="*/ 83249 w 140207"/>
                <a:gd name="connsiteY3" fmla="*/ 5715 h 136683"/>
                <a:gd name="connsiteX4" fmla="*/ 99536 w 140207"/>
                <a:gd name="connsiteY4" fmla="*/ 20669 h 136683"/>
                <a:gd name="connsiteX5" fmla="*/ 99536 w 140207"/>
                <a:gd name="connsiteY5" fmla="*/ 1905 h 136683"/>
                <a:gd name="connsiteX6" fmla="*/ 140208 w 140207"/>
                <a:gd name="connsiteY6" fmla="*/ 1905 h 136683"/>
                <a:gd name="connsiteX7" fmla="*/ 140208 w 140207"/>
                <a:gd name="connsiteY7" fmla="*/ 134779 h 136683"/>
                <a:gd name="connsiteX8" fmla="*/ 99536 w 140207"/>
                <a:gd name="connsiteY8" fmla="*/ 134779 h 136683"/>
                <a:gd name="connsiteX9" fmla="*/ 99536 w 140207"/>
                <a:gd name="connsiteY9" fmla="*/ 115919 h 136683"/>
                <a:gd name="connsiteX10" fmla="*/ 82963 w 140207"/>
                <a:gd name="connsiteY10" fmla="*/ 130969 h 136683"/>
                <a:gd name="connsiteX11" fmla="*/ 58293 w 140207"/>
                <a:gd name="connsiteY11" fmla="*/ 136684 h 136683"/>
                <a:gd name="connsiteX12" fmla="*/ 28765 w 140207"/>
                <a:gd name="connsiteY12" fmla="*/ 128207 h 136683"/>
                <a:gd name="connsiteX13" fmla="*/ 7715 w 140207"/>
                <a:gd name="connsiteY13" fmla="*/ 104108 h 136683"/>
                <a:gd name="connsiteX14" fmla="*/ 0 w 140207"/>
                <a:gd name="connsiteY14" fmla="*/ 68009 h 136683"/>
                <a:gd name="connsiteX15" fmla="*/ 7715 w 140207"/>
                <a:gd name="connsiteY15" fmla="*/ 32004 h 136683"/>
                <a:gd name="connsiteX16" fmla="*/ 91154 w 140207"/>
                <a:gd name="connsiteY16" fmla="*/ 44387 h 136683"/>
                <a:gd name="connsiteX17" fmla="*/ 70580 w 140207"/>
                <a:gd name="connsiteY17" fmla="*/ 35623 h 136683"/>
                <a:gd name="connsiteX18" fmla="*/ 50006 w 140207"/>
                <a:gd name="connsiteY18" fmla="*/ 44291 h 136683"/>
                <a:gd name="connsiteX19" fmla="*/ 41529 w 140207"/>
                <a:gd name="connsiteY19" fmla="*/ 68199 h 136683"/>
                <a:gd name="connsiteX20" fmla="*/ 50006 w 140207"/>
                <a:gd name="connsiteY20" fmla="*/ 92393 h 136683"/>
                <a:gd name="connsiteX21" fmla="*/ 70580 w 140207"/>
                <a:gd name="connsiteY21" fmla="*/ 101346 h 136683"/>
                <a:gd name="connsiteX22" fmla="*/ 91154 w 140207"/>
                <a:gd name="connsiteY22" fmla="*/ 92583 h 136683"/>
                <a:gd name="connsiteX23" fmla="*/ 99631 w 140207"/>
                <a:gd name="connsiteY23" fmla="*/ 68485 h 136683"/>
                <a:gd name="connsiteX24" fmla="*/ 91154 w 140207"/>
                <a:gd name="connsiteY24" fmla="*/ 44482 h 136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7" h="136683">
                  <a:moveTo>
                    <a:pt x="7810" y="32195"/>
                  </a:moveTo>
                  <a:cubicBezTo>
                    <a:pt x="12954" y="21908"/>
                    <a:pt x="20002" y="13907"/>
                    <a:pt x="28861" y="8382"/>
                  </a:cubicBezTo>
                  <a:cubicBezTo>
                    <a:pt x="37719" y="2858"/>
                    <a:pt x="47625" y="0"/>
                    <a:pt x="58579" y="0"/>
                  </a:cubicBezTo>
                  <a:cubicBezTo>
                    <a:pt x="67913" y="0"/>
                    <a:pt x="76200" y="1905"/>
                    <a:pt x="83249" y="5715"/>
                  </a:cubicBezTo>
                  <a:cubicBezTo>
                    <a:pt x="90297" y="9525"/>
                    <a:pt x="95726" y="14478"/>
                    <a:pt x="99536" y="20669"/>
                  </a:cubicBezTo>
                  <a:lnTo>
                    <a:pt x="99536" y="1905"/>
                  </a:lnTo>
                  <a:lnTo>
                    <a:pt x="140208" y="1905"/>
                  </a:lnTo>
                  <a:lnTo>
                    <a:pt x="140208" y="134779"/>
                  </a:lnTo>
                  <a:lnTo>
                    <a:pt x="99536" y="134779"/>
                  </a:lnTo>
                  <a:lnTo>
                    <a:pt x="99536" y="115919"/>
                  </a:lnTo>
                  <a:cubicBezTo>
                    <a:pt x="95536" y="122111"/>
                    <a:pt x="90011" y="127159"/>
                    <a:pt x="82963" y="130969"/>
                  </a:cubicBezTo>
                  <a:cubicBezTo>
                    <a:pt x="75914" y="134779"/>
                    <a:pt x="67723" y="136684"/>
                    <a:pt x="58293" y="136684"/>
                  </a:cubicBezTo>
                  <a:cubicBezTo>
                    <a:pt x="47530" y="136684"/>
                    <a:pt x="37624" y="133826"/>
                    <a:pt x="28765" y="128207"/>
                  </a:cubicBezTo>
                  <a:cubicBezTo>
                    <a:pt x="19907" y="122587"/>
                    <a:pt x="12859" y="114586"/>
                    <a:pt x="7715" y="104108"/>
                  </a:cubicBezTo>
                  <a:cubicBezTo>
                    <a:pt x="2572" y="93726"/>
                    <a:pt x="0" y="81725"/>
                    <a:pt x="0" y="68009"/>
                  </a:cubicBezTo>
                  <a:cubicBezTo>
                    <a:pt x="0" y="54293"/>
                    <a:pt x="2572" y="42386"/>
                    <a:pt x="7715" y="32004"/>
                  </a:cubicBezTo>
                  <a:close/>
                  <a:moveTo>
                    <a:pt x="91154" y="44387"/>
                  </a:moveTo>
                  <a:cubicBezTo>
                    <a:pt x="85534" y="38481"/>
                    <a:pt x="78676" y="35623"/>
                    <a:pt x="70580" y="35623"/>
                  </a:cubicBezTo>
                  <a:cubicBezTo>
                    <a:pt x="62484" y="35623"/>
                    <a:pt x="55626" y="38481"/>
                    <a:pt x="50006" y="44291"/>
                  </a:cubicBezTo>
                  <a:cubicBezTo>
                    <a:pt x="44387" y="50102"/>
                    <a:pt x="41529" y="58103"/>
                    <a:pt x="41529" y="68199"/>
                  </a:cubicBezTo>
                  <a:cubicBezTo>
                    <a:pt x="41529" y="78296"/>
                    <a:pt x="44387" y="86392"/>
                    <a:pt x="50006" y="92393"/>
                  </a:cubicBezTo>
                  <a:cubicBezTo>
                    <a:pt x="55626" y="98298"/>
                    <a:pt x="62484" y="101346"/>
                    <a:pt x="70580" y="101346"/>
                  </a:cubicBezTo>
                  <a:cubicBezTo>
                    <a:pt x="78676" y="101346"/>
                    <a:pt x="85534" y="98393"/>
                    <a:pt x="91154" y="92583"/>
                  </a:cubicBezTo>
                  <a:cubicBezTo>
                    <a:pt x="96774" y="86678"/>
                    <a:pt x="99631" y="78677"/>
                    <a:pt x="99631" y="68485"/>
                  </a:cubicBezTo>
                  <a:cubicBezTo>
                    <a:pt x="99631" y="58293"/>
                    <a:pt x="96774" y="50292"/>
                    <a:pt x="91154" y="44482"/>
                  </a:cubicBezTo>
                  <a:close/>
                </a:path>
              </a:pathLst>
            </a:custGeom>
            <a:grpFill/>
            <a:ln w="9525" cap="flat">
              <a:noFill/>
              <a:prstDash val="solid"/>
              <a:miter/>
            </a:ln>
          </p:spPr>
          <p:txBody>
            <a:bodyPr rtlCol="0" anchor="ctr"/>
            <a:lstStyle/>
            <a:p>
              <a:endParaRPr lang="fi-FI" sz="3200"/>
            </a:p>
          </p:txBody>
        </p:sp>
        <p:sp>
          <p:nvSpPr>
            <p:cNvPr id="557" name="Vapaamuotoinen: Muoto 556">
              <a:extLst>
                <a:ext uri="{FF2B5EF4-FFF2-40B4-BE49-F238E27FC236}">
                  <a16:creationId xmlns:a16="http://schemas.microsoft.com/office/drawing/2014/main" id="{D9490D39-FA50-CD6D-7BD8-73357B7CF65A}"/>
                </a:ext>
              </a:extLst>
            </p:cNvPr>
            <p:cNvSpPr/>
            <p:nvPr/>
          </p:nvSpPr>
          <p:spPr>
            <a:xfrm>
              <a:off x="4203572" y="2346579"/>
              <a:ext cx="132397" cy="134302"/>
            </a:xfrm>
            <a:custGeom>
              <a:avLst/>
              <a:gdLst>
                <a:gd name="connsiteX0" fmla="*/ 132398 w 132397"/>
                <a:gd name="connsiteY0" fmla="*/ 0 h 134302"/>
                <a:gd name="connsiteX1" fmla="*/ 132398 w 132397"/>
                <a:gd name="connsiteY1" fmla="*/ 132874 h 134302"/>
                <a:gd name="connsiteX2" fmla="*/ 91630 w 132397"/>
                <a:gd name="connsiteY2" fmla="*/ 132874 h 134302"/>
                <a:gd name="connsiteX3" fmla="*/ 91630 w 132397"/>
                <a:gd name="connsiteY3" fmla="*/ 114776 h 134302"/>
                <a:gd name="connsiteX4" fmla="*/ 74867 w 132397"/>
                <a:gd name="connsiteY4" fmla="*/ 128968 h 134302"/>
                <a:gd name="connsiteX5" fmla="*/ 51435 w 132397"/>
                <a:gd name="connsiteY5" fmla="*/ 134302 h 134302"/>
                <a:gd name="connsiteX6" fmla="*/ 24575 w 132397"/>
                <a:gd name="connsiteY6" fmla="*/ 127540 h 134302"/>
                <a:gd name="connsiteX7" fmla="*/ 6477 w 132397"/>
                <a:gd name="connsiteY7" fmla="*/ 107918 h 134302"/>
                <a:gd name="connsiteX8" fmla="*/ 0 w 132397"/>
                <a:gd name="connsiteY8" fmla="*/ 77724 h 134302"/>
                <a:gd name="connsiteX9" fmla="*/ 0 w 132397"/>
                <a:gd name="connsiteY9" fmla="*/ 0 h 134302"/>
                <a:gd name="connsiteX10" fmla="*/ 40481 w 132397"/>
                <a:gd name="connsiteY10" fmla="*/ 0 h 134302"/>
                <a:gd name="connsiteX11" fmla="*/ 40481 w 132397"/>
                <a:gd name="connsiteY11" fmla="*/ 72199 h 134302"/>
                <a:gd name="connsiteX12" fmla="*/ 47434 w 132397"/>
                <a:gd name="connsiteY12" fmla="*/ 92869 h 134302"/>
                <a:gd name="connsiteX13" fmla="*/ 66008 w 132397"/>
                <a:gd name="connsiteY13" fmla="*/ 100298 h 134302"/>
                <a:gd name="connsiteX14" fmla="*/ 84773 w 132397"/>
                <a:gd name="connsiteY14" fmla="*/ 92869 h 134302"/>
                <a:gd name="connsiteX15" fmla="*/ 91630 w 132397"/>
                <a:gd name="connsiteY15" fmla="*/ 72199 h 134302"/>
                <a:gd name="connsiteX16" fmla="*/ 91630 w 132397"/>
                <a:gd name="connsiteY16" fmla="*/ 0 h 134302"/>
                <a:gd name="connsiteX17" fmla="*/ 132398 w 132397"/>
                <a:gd name="connsiteY17" fmla="*/ 0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2397" h="134302">
                  <a:moveTo>
                    <a:pt x="132398" y="0"/>
                  </a:moveTo>
                  <a:lnTo>
                    <a:pt x="132398" y="132874"/>
                  </a:lnTo>
                  <a:lnTo>
                    <a:pt x="91630" y="132874"/>
                  </a:lnTo>
                  <a:lnTo>
                    <a:pt x="91630" y="114776"/>
                  </a:lnTo>
                  <a:cubicBezTo>
                    <a:pt x="87535" y="120682"/>
                    <a:pt x="81915" y="125349"/>
                    <a:pt x="74867" y="128968"/>
                  </a:cubicBezTo>
                  <a:cubicBezTo>
                    <a:pt x="67818" y="132588"/>
                    <a:pt x="60007" y="134302"/>
                    <a:pt x="51435" y="134302"/>
                  </a:cubicBezTo>
                  <a:cubicBezTo>
                    <a:pt x="41243" y="134302"/>
                    <a:pt x="32290" y="132017"/>
                    <a:pt x="24575" y="127540"/>
                  </a:cubicBezTo>
                  <a:cubicBezTo>
                    <a:pt x="16764" y="122968"/>
                    <a:pt x="10763" y="116491"/>
                    <a:pt x="6477" y="107918"/>
                  </a:cubicBezTo>
                  <a:cubicBezTo>
                    <a:pt x="2191" y="99346"/>
                    <a:pt x="0" y="89249"/>
                    <a:pt x="0" y="77724"/>
                  </a:cubicBezTo>
                  <a:lnTo>
                    <a:pt x="0" y="0"/>
                  </a:lnTo>
                  <a:lnTo>
                    <a:pt x="40481" y="0"/>
                  </a:lnTo>
                  <a:lnTo>
                    <a:pt x="40481" y="72199"/>
                  </a:lnTo>
                  <a:cubicBezTo>
                    <a:pt x="40481" y="81058"/>
                    <a:pt x="42767" y="88011"/>
                    <a:pt x="47434" y="92869"/>
                  </a:cubicBezTo>
                  <a:cubicBezTo>
                    <a:pt x="52102" y="97727"/>
                    <a:pt x="58198" y="100298"/>
                    <a:pt x="66008" y="100298"/>
                  </a:cubicBezTo>
                  <a:cubicBezTo>
                    <a:pt x="73819" y="100298"/>
                    <a:pt x="80201" y="97822"/>
                    <a:pt x="84773" y="92869"/>
                  </a:cubicBezTo>
                  <a:cubicBezTo>
                    <a:pt x="89345" y="87916"/>
                    <a:pt x="91630" y="81058"/>
                    <a:pt x="91630" y="72199"/>
                  </a:cubicBezTo>
                  <a:lnTo>
                    <a:pt x="91630" y="0"/>
                  </a:lnTo>
                  <a:lnTo>
                    <a:pt x="132398" y="0"/>
                  </a:lnTo>
                  <a:close/>
                </a:path>
              </a:pathLst>
            </a:custGeom>
            <a:grpFill/>
            <a:ln w="9525" cap="flat">
              <a:noFill/>
              <a:prstDash val="solid"/>
              <a:miter/>
            </a:ln>
          </p:spPr>
          <p:txBody>
            <a:bodyPr rtlCol="0" anchor="ctr"/>
            <a:lstStyle/>
            <a:p>
              <a:endParaRPr lang="fi-FI" sz="3200"/>
            </a:p>
          </p:txBody>
        </p:sp>
        <p:sp>
          <p:nvSpPr>
            <p:cNvPr id="558" name="Vapaamuotoinen: Muoto 557">
              <a:extLst>
                <a:ext uri="{FF2B5EF4-FFF2-40B4-BE49-F238E27FC236}">
                  <a16:creationId xmlns:a16="http://schemas.microsoft.com/office/drawing/2014/main" id="{6071ECE2-4125-58FD-5B2B-372DEC95F203}"/>
                </a:ext>
              </a:extLst>
            </p:cNvPr>
            <p:cNvSpPr/>
            <p:nvPr/>
          </p:nvSpPr>
          <p:spPr>
            <a:xfrm>
              <a:off x="4365306" y="2345150"/>
              <a:ext cx="132111" cy="134302"/>
            </a:xfrm>
            <a:custGeom>
              <a:avLst/>
              <a:gdLst>
                <a:gd name="connsiteX0" fmla="*/ 118205 w 132111"/>
                <a:gd name="connsiteY0" fmla="*/ 15145 h 134302"/>
                <a:gd name="connsiteX1" fmla="*/ 132112 w 132111"/>
                <a:gd name="connsiteY1" fmla="*/ 56674 h 134302"/>
                <a:gd name="connsiteX2" fmla="*/ 132112 w 132111"/>
                <a:gd name="connsiteY2" fmla="*/ 134303 h 134302"/>
                <a:gd name="connsiteX3" fmla="*/ 91630 w 132111"/>
                <a:gd name="connsiteY3" fmla="*/ 134303 h 134302"/>
                <a:gd name="connsiteX4" fmla="*/ 91630 w 132111"/>
                <a:gd name="connsiteY4" fmla="*/ 62103 h 134302"/>
                <a:gd name="connsiteX5" fmla="*/ 84773 w 132111"/>
                <a:gd name="connsiteY5" fmla="*/ 41434 h 134302"/>
                <a:gd name="connsiteX6" fmla="*/ 66199 w 132111"/>
                <a:gd name="connsiteY6" fmla="*/ 34004 h 134302"/>
                <a:gd name="connsiteX7" fmla="*/ 47625 w 132111"/>
                <a:gd name="connsiteY7" fmla="*/ 41434 h 134302"/>
                <a:gd name="connsiteX8" fmla="*/ 40767 w 132111"/>
                <a:gd name="connsiteY8" fmla="*/ 62103 h 134302"/>
                <a:gd name="connsiteX9" fmla="*/ 40767 w 132111"/>
                <a:gd name="connsiteY9" fmla="*/ 134303 h 134302"/>
                <a:gd name="connsiteX10" fmla="*/ 0 w 132111"/>
                <a:gd name="connsiteY10" fmla="*/ 134303 h 134302"/>
                <a:gd name="connsiteX11" fmla="*/ 0 w 132111"/>
                <a:gd name="connsiteY11" fmla="*/ 1429 h 134302"/>
                <a:gd name="connsiteX12" fmla="*/ 40767 w 132111"/>
                <a:gd name="connsiteY12" fmla="*/ 1429 h 134302"/>
                <a:gd name="connsiteX13" fmla="*/ 40767 w 132111"/>
                <a:gd name="connsiteY13" fmla="*/ 19050 h 134302"/>
                <a:gd name="connsiteX14" fmla="*/ 57436 w 132111"/>
                <a:gd name="connsiteY14" fmla="*/ 5143 h 134302"/>
                <a:gd name="connsiteX15" fmla="*/ 80963 w 132111"/>
                <a:gd name="connsiteY15" fmla="*/ 0 h 134302"/>
                <a:gd name="connsiteX16" fmla="*/ 118205 w 132111"/>
                <a:gd name="connsiteY16" fmla="*/ 15145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34302">
                  <a:moveTo>
                    <a:pt x="118205" y="15145"/>
                  </a:moveTo>
                  <a:cubicBezTo>
                    <a:pt x="127445" y="25241"/>
                    <a:pt x="132112" y="39053"/>
                    <a:pt x="132112" y="56674"/>
                  </a:cubicBezTo>
                  <a:lnTo>
                    <a:pt x="132112" y="134303"/>
                  </a:lnTo>
                  <a:lnTo>
                    <a:pt x="91630" y="134303"/>
                  </a:lnTo>
                  <a:lnTo>
                    <a:pt x="91630" y="62103"/>
                  </a:lnTo>
                  <a:cubicBezTo>
                    <a:pt x="91630" y="53245"/>
                    <a:pt x="89345" y="46291"/>
                    <a:pt x="84773" y="41434"/>
                  </a:cubicBezTo>
                  <a:cubicBezTo>
                    <a:pt x="80201" y="36576"/>
                    <a:pt x="74009" y="34004"/>
                    <a:pt x="66199" y="34004"/>
                  </a:cubicBezTo>
                  <a:cubicBezTo>
                    <a:pt x="58388" y="34004"/>
                    <a:pt x="52197" y="36481"/>
                    <a:pt x="47625" y="41434"/>
                  </a:cubicBezTo>
                  <a:cubicBezTo>
                    <a:pt x="43053" y="46387"/>
                    <a:pt x="40767" y="53245"/>
                    <a:pt x="40767" y="62103"/>
                  </a:cubicBezTo>
                  <a:lnTo>
                    <a:pt x="40767" y="134303"/>
                  </a:lnTo>
                  <a:lnTo>
                    <a:pt x="0" y="134303"/>
                  </a:lnTo>
                  <a:lnTo>
                    <a:pt x="0" y="1429"/>
                  </a:lnTo>
                  <a:lnTo>
                    <a:pt x="40767" y="1429"/>
                  </a:lnTo>
                  <a:lnTo>
                    <a:pt x="40767" y="19050"/>
                  </a:lnTo>
                  <a:cubicBezTo>
                    <a:pt x="44863" y="13145"/>
                    <a:pt x="50482" y="8572"/>
                    <a:pt x="57436" y="5143"/>
                  </a:cubicBezTo>
                  <a:cubicBezTo>
                    <a:pt x="64389" y="1714"/>
                    <a:pt x="72295" y="0"/>
                    <a:pt x="80963" y="0"/>
                  </a:cubicBezTo>
                  <a:cubicBezTo>
                    <a:pt x="96488" y="0"/>
                    <a:pt x="108966" y="5048"/>
                    <a:pt x="118205" y="15145"/>
                  </a:cubicBezTo>
                  <a:close/>
                </a:path>
              </a:pathLst>
            </a:custGeom>
            <a:grpFill/>
            <a:ln w="9525" cap="flat">
              <a:noFill/>
              <a:prstDash val="solid"/>
              <a:miter/>
            </a:ln>
          </p:spPr>
          <p:txBody>
            <a:bodyPr rtlCol="0" anchor="ctr"/>
            <a:lstStyle/>
            <a:p>
              <a:endParaRPr lang="fi-FI" sz="3200"/>
            </a:p>
          </p:txBody>
        </p:sp>
        <p:sp>
          <p:nvSpPr>
            <p:cNvPr id="559" name="Vapaamuotoinen: Muoto 558">
              <a:extLst>
                <a:ext uri="{FF2B5EF4-FFF2-40B4-BE49-F238E27FC236}">
                  <a16:creationId xmlns:a16="http://schemas.microsoft.com/office/drawing/2014/main" id="{5B334C7B-AA07-C360-014F-1AB3046CF229}"/>
                </a:ext>
              </a:extLst>
            </p:cNvPr>
            <p:cNvSpPr/>
            <p:nvPr/>
          </p:nvSpPr>
          <p:spPr>
            <a:xfrm>
              <a:off x="4521993" y="2288762"/>
              <a:ext cx="48291"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335" y="2096"/>
                    <a:pt x="17145" y="0"/>
                    <a:pt x="24289" y="0"/>
                  </a:cubicBezTo>
                  <a:cubicBezTo>
                    <a:pt x="31433" y="0"/>
                    <a:pt x="37052" y="2096"/>
                    <a:pt x="41529" y="6287"/>
                  </a:cubicBezTo>
                  <a:cubicBezTo>
                    <a:pt x="46006" y="10478"/>
                    <a:pt x="48292" y="15812"/>
                    <a:pt x="48292" y="22098"/>
                  </a:cubicBezTo>
                  <a:cubicBezTo>
                    <a:pt x="48292" y="28385"/>
                    <a:pt x="46006" y="33528"/>
                    <a:pt x="41529" y="37719"/>
                  </a:cubicBezTo>
                  <a:cubicBezTo>
                    <a:pt x="36957"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grpFill/>
            <a:ln w="9525" cap="flat">
              <a:noFill/>
              <a:prstDash val="solid"/>
              <a:miter/>
            </a:ln>
          </p:spPr>
          <p:txBody>
            <a:bodyPr rtlCol="0" anchor="ctr"/>
            <a:lstStyle/>
            <a:p>
              <a:endParaRPr lang="fi-FI" sz="3200"/>
            </a:p>
          </p:txBody>
        </p:sp>
        <p:sp>
          <p:nvSpPr>
            <p:cNvPr id="560" name="Vapaamuotoinen: Muoto 559">
              <a:extLst>
                <a:ext uri="{FF2B5EF4-FFF2-40B4-BE49-F238E27FC236}">
                  <a16:creationId xmlns:a16="http://schemas.microsoft.com/office/drawing/2014/main" id="{DF69CE4B-15E7-5925-DB84-F1D62395061E}"/>
                </a:ext>
              </a:extLst>
            </p:cNvPr>
            <p:cNvSpPr/>
            <p:nvPr/>
          </p:nvSpPr>
          <p:spPr>
            <a:xfrm>
              <a:off x="4587906" y="2344673"/>
              <a:ext cx="140208" cy="136683"/>
            </a:xfrm>
            <a:custGeom>
              <a:avLst/>
              <a:gdLst>
                <a:gd name="connsiteX0" fmla="*/ 7810 w 140208"/>
                <a:gd name="connsiteY0" fmla="*/ 32195 h 136683"/>
                <a:gd name="connsiteX1" fmla="*/ 28861 w 140208"/>
                <a:gd name="connsiteY1" fmla="*/ 8382 h 136683"/>
                <a:gd name="connsiteX2" fmla="*/ 58579 w 140208"/>
                <a:gd name="connsiteY2" fmla="*/ 0 h 136683"/>
                <a:gd name="connsiteX3" fmla="*/ 83249 w 140208"/>
                <a:gd name="connsiteY3" fmla="*/ 5715 h 136683"/>
                <a:gd name="connsiteX4" fmla="*/ 99536 w 140208"/>
                <a:gd name="connsiteY4" fmla="*/ 20669 h 136683"/>
                <a:gd name="connsiteX5" fmla="*/ 99536 w 140208"/>
                <a:gd name="connsiteY5" fmla="*/ 1905 h 136683"/>
                <a:gd name="connsiteX6" fmla="*/ 140208 w 140208"/>
                <a:gd name="connsiteY6" fmla="*/ 1905 h 136683"/>
                <a:gd name="connsiteX7" fmla="*/ 140208 w 140208"/>
                <a:gd name="connsiteY7" fmla="*/ 134779 h 136683"/>
                <a:gd name="connsiteX8" fmla="*/ 99536 w 140208"/>
                <a:gd name="connsiteY8" fmla="*/ 134779 h 136683"/>
                <a:gd name="connsiteX9" fmla="*/ 99536 w 140208"/>
                <a:gd name="connsiteY9" fmla="*/ 115919 h 136683"/>
                <a:gd name="connsiteX10" fmla="*/ 82963 w 140208"/>
                <a:gd name="connsiteY10" fmla="*/ 130969 h 136683"/>
                <a:gd name="connsiteX11" fmla="*/ 58293 w 140208"/>
                <a:gd name="connsiteY11" fmla="*/ 136684 h 136683"/>
                <a:gd name="connsiteX12" fmla="*/ 28766 w 140208"/>
                <a:gd name="connsiteY12" fmla="*/ 128207 h 136683"/>
                <a:gd name="connsiteX13" fmla="*/ 7715 w 140208"/>
                <a:gd name="connsiteY13" fmla="*/ 104108 h 136683"/>
                <a:gd name="connsiteX14" fmla="*/ 0 w 140208"/>
                <a:gd name="connsiteY14" fmla="*/ 68009 h 136683"/>
                <a:gd name="connsiteX15" fmla="*/ 7715 w 140208"/>
                <a:gd name="connsiteY15" fmla="*/ 32004 h 136683"/>
                <a:gd name="connsiteX16" fmla="*/ 91154 w 140208"/>
                <a:gd name="connsiteY16" fmla="*/ 44387 h 136683"/>
                <a:gd name="connsiteX17" fmla="*/ 70580 w 140208"/>
                <a:gd name="connsiteY17" fmla="*/ 35623 h 136683"/>
                <a:gd name="connsiteX18" fmla="*/ 50006 w 140208"/>
                <a:gd name="connsiteY18" fmla="*/ 44291 h 136683"/>
                <a:gd name="connsiteX19" fmla="*/ 41529 w 140208"/>
                <a:gd name="connsiteY19" fmla="*/ 68199 h 136683"/>
                <a:gd name="connsiteX20" fmla="*/ 50006 w 140208"/>
                <a:gd name="connsiteY20" fmla="*/ 92393 h 136683"/>
                <a:gd name="connsiteX21" fmla="*/ 70580 w 140208"/>
                <a:gd name="connsiteY21" fmla="*/ 101346 h 136683"/>
                <a:gd name="connsiteX22" fmla="*/ 91154 w 140208"/>
                <a:gd name="connsiteY22" fmla="*/ 92583 h 136683"/>
                <a:gd name="connsiteX23" fmla="*/ 99631 w 140208"/>
                <a:gd name="connsiteY23" fmla="*/ 68485 h 136683"/>
                <a:gd name="connsiteX24" fmla="*/ 91154 w 140208"/>
                <a:gd name="connsiteY24" fmla="*/ 44482 h 136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8" h="136683">
                  <a:moveTo>
                    <a:pt x="7810" y="32195"/>
                  </a:moveTo>
                  <a:cubicBezTo>
                    <a:pt x="12954" y="21908"/>
                    <a:pt x="20002" y="13907"/>
                    <a:pt x="28861" y="8382"/>
                  </a:cubicBezTo>
                  <a:cubicBezTo>
                    <a:pt x="37719" y="2858"/>
                    <a:pt x="47720" y="0"/>
                    <a:pt x="58579" y="0"/>
                  </a:cubicBezTo>
                  <a:cubicBezTo>
                    <a:pt x="67913" y="0"/>
                    <a:pt x="76200" y="1905"/>
                    <a:pt x="83249" y="5715"/>
                  </a:cubicBezTo>
                  <a:cubicBezTo>
                    <a:pt x="90297" y="9525"/>
                    <a:pt x="95726" y="14478"/>
                    <a:pt x="99536" y="20669"/>
                  </a:cubicBezTo>
                  <a:lnTo>
                    <a:pt x="99536" y="1905"/>
                  </a:lnTo>
                  <a:lnTo>
                    <a:pt x="140208" y="1905"/>
                  </a:lnTo>
                  <a:lnTo>
                    <a:pt x="140208" y="134779"/>
                  </a:lnTo>
                  <a:lnTo>
                    <a:pt x="99536" y="134779"/>
                  </a:lnTo>
                  <a:lnTo>
                    <a:pt x="99536" y="115919"/>
                  </a:lnTo>
                  <a:cubicBezTo>
                    <a:pt x="95536" y="122111"/>
                    <a:pt x="90011" y="127159"/>
                    <a:pt x="82963" y="130969"/>
                  </a:cubicBezTo>
                  <a:cubicBezTo>
                    <a:pt x="75914" y="134779"/>
                    <a:pt x="67723" y="136684"/>
                    <a:pt x="58293" y="136684"/>
                  </a:cubicBezTo>
                  <a:cubicBezTo>
                    <a:pt x="47530" y="136684"/>
                    <a:pt x="37624" y="133826"/>
                    <a:pt x="28766" y="128207"/>
                  </a:cubicBezTo>
                  <a:cubicBezTo>
                    <a:pt x="19907" y="122587"/>
                    <a:pt x="12859" y="114586"/>
                    <a:pt x="7715" y="104108"/>
                  </a:cubicBezTo>
                  <a:cubicBezTo>
                    <a:pt x="2572" y="93726"/>
                    <a:pt x="0" y="81725"/>
                    <a:pt x="0" y="68009"/>
                  </a:cubicBezTo>
                  <a:cubicBezTo>
                    <a:pt x="0" y="54293"/>
                    <a:pt x="2572" y="42386"/>
                    <a:pt x="7715" y="32004"/>
                  </a:cubicBezTo>
                  <a:close/>
                  <a:moveTo>
                    <a:pt x="91154" y="44387"/>
                  </a:moveTo>
                  <a:cubicBezTo>
                    <a:pt x="85535" y="38481"/>
                    <a:pt x="78677" y="35623"/>
                    <a:pt x="70580" y="35623"/>
                  </a:cubicBezTo>
                  <a:cubicBezTo>
                    <a:pt x="62484" y="35623"/>
                    <a:pt x="55626" y="38481"/>
                    <a:pt x="50006" y="44291"/>
                  </a:cubicBezTo>
                  <a:cubicBezTo>
                    <a:pt x="44387" y="50102"/>
                    <a:pt x="41529" y="58103"/>
                    <a:pt x="41529" y="68199"/>
                  </a:cubicBezTo>
                  <a:cubicBezTo>
                    <a:pt x="41529" y="78296"/>
                    <a:pt x="44387" y="86392"/>
                    <a:pt x="50006" y="92393"/>
                  </a:cubicBezTo>
                  <a:cubicBezTo>
                    <a:pt x="55626" y="98393"/>
                    <a:pt x="62484" y="101346"/>
                    <a:pt x="70580" y="101346"/>
                  </a:cubicBezTo>
                  <a:cubicBezTo>
                    <a:pt x="78677" y="101346"/>
                    <a:pt x="85535" y="98393"/>
                    <a:pt x="91154" y="92583"/>
                  </a:cubicBezTo>
                  <a:cubicBezTo>
                    <a:pt x="96774" y="86678"/>
                    <a:pt x="99631" y="78677"/>
                    <a:pt x="99631" y="68485"/>
                  </a:cubicBezTo>
                  <a:cubicBezTo>
                    <a:pt x="99631" y="58293"/>
                    <a:pt x="96774" y="50292"/>
                    <a:pt x="91154" y="44482"/>
                  </a:cubicBezTo>
                  <a:close/>
                </a:path>
              </a:pathLst>
            </a:custGeom>
            <a:grpFill/>
            <a:ln w="9525" cap="flat">
              <a:noFill/>
              <a:prstDash val="solid"/>
              <a:miter/>
            </a:ln>
          </p:spPr>
          <p:txBody>
            <a:bodyPr rtlCol="0" anchor="ctr"/>
            <a:lstStyle/>
            <a:p>
              <a:endParaRPr lang="fi-FI" sz="3200"/>
            </a:p>
          </p:txBody>
        </p:sp>
        <p:sp>
          <p:nvSpPr>
            <p:cNvPr id="561" name="Vapaamuotoinen: Muoto 560">
              <a:extLst>
                <a:ext uri="{FF2B5EF4-FFF2-40B4-BE49-F238E27FC236}">
                  <a16:creationId xmlns:a16="http://schemas.microsoft.com/office/drawing/2014/main" id="{C5046A60-1732-5AEB-87CA-490626AE2815}"/>
                </a:ext>
              </a:extLst>
            </p:cNvPr>
            <p:cNvSpPr/>
            <p:nvPr/>
          </p:nvSpPr>
          <p:spPr>
            <a:xfrm>
              <a:off x="4753926" y="2288762"/>
              <a:ext cx="48291"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335" y="2096"/>
                    <a:pt x="17145" y="0"/>
                    <a:pt x="24289" y="0"/>
                  </a:cubicBezTo>
                  <a:cubicBezTo>
                    <a:pt x="31433" y="0"/>
                    <a:pt x="37052" y="2096"/>
                    <a:pt x="41529" y="6287"/>
                  </a:cubicBezTo>
                  <a:cubicBezTo>
                    <a:pt x="46006" y="10478"/>
                    <a:pt x="48292" y="15812"/>
                    <a:pt x="48292" y="22098"/>
                  </a:cubicBezTo>
                  <a:cubicBezTo>
                    <a:pt x="48292" y="28385"/>
                    <a:pt x="46006" y="33528"/>
                    <a:pt x="41529" y="37719"/>
                  </a:cubicBezTo>
                  <a:cubicBezTo>
                    <a:pt x="36957"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grpFill/>
            <a:ln w="9525" cap="flat">
              <a:noFill/>
              <a:prstDash val="solid"/>
              <a:miter/>
            </a:ln>
          </p:spPr>
          <p:txBody>
            <a:bodyPr rtlCol="0" anchor="ctr"/>
            <a:lstStyle/>
            <a:p>
              <a:endParaRPr lang="fi-FI" sz="3200"/>
            </a:p>
          </p:txBody>
        </p:sp>
        <p:sp>
          <p:nvSpPr>
            <p:cNvPr id="562" name="Vapaamuotoinen: Muoto 561">
              <a:extLst>
                <a:ext uri="{FF2B5EF4-FFF2-40B4-BE49-F238E27FC236}">
                  <a16:creationId xmlns:a16="http://schemas.microsoft.com/office/drawing/2014/main" id="{BFEA212E-48B4-854A-5A7A-F666C98F1389}"/>
                </a:ext>
              </a:extLst>
            </p:cNvPr>
            <p:cNvSpPr/>
            <p:nvPr/>
          </p:nvSpPr>
          <p:spPr>
            <a:xfrm>
              <a:off x="4828031" y="2345150"/>
              <a:ext cx="132111" cy="134302"/>
            </a:xfrm>
            <a:custGeom>
              <a:avLst/>
              <a:gdLst>
                <a:gd name="connsiteX0" fmla="*/ 118205 w 132111"/>
                <a:gd name="connsiteY0" fmla="*/ 15145 h 134302"/>
                <a:gd name="connsiteX1" fmla="*/ 132112 w 132111"/>
                <a:gd name="connsiteY1" fmla="*/ 56674 h 134302"/>
                <a:gd name="connsiteX2" fmla="*/ 132112 w 132111"/>
                <a:gd name="connsiteY2" fmla="*/ 134303 h 134302"/>
                <a:gd name="connsiteX3" fmla="*/ 91631 w 132111"/>
                <a:gd name="connsiteY3" fmla="*/ 134303 h 134302"/>
                <a:gd name="connsiteX4" fmla="*/ 91631 w 132111"/>
                <a:gd name="connsiteY4" fmla="*/ 62103 h 134302"/>
                <a:gd name="connsiteX5" fmla="*/ 84773 w 132111"/>
                <a:gd name="connsiteY5" fmla="*/ 41434 h 134302"/>
                <a:gd name="connsiteX6" fmla="*/ 66199 w 132111"/>
                <a:gd name="connsiteY6" fmla="*/ 34004 h 134302"/>
                <a:gd name="connsiteX7" fmla="*/ 47625 w 132111"/>
                <a:gd name="connsiteY7" fmla="*/ 41434 h 134302"/>
                <a:gd name="connsiteX8" fmla="*/ 40767 w 132111"/>
                <a:gd name="connsiteY8" fmla="*/ 62103 h 134302"/>
                <a:gd name="connsiteX9" fmla="*/ 40767 w 132111"/>
                <a:gd name="connsiteY9" fmla="*/ 134303 h 134302"/>
                <a:gd name="connsiteX10" fmla="*/ 0 w 132111"/>
                <a:gd name="connsiteY10" fmla="*/ 134303 h 134302"/>
                <a:gd name="connsiteX11" fmla="*/ 0 w 132111"/>
                <a:gd name="connsiteY11" fmla="*/ 1429 h 134302"/>
                <a:gd name="connsiteX12" fmla="*/ 40767 w 132111"/>
                <a:gd name="connsiteY12" fmla="*/ 1429 h 134302"/>
                <a:gd name="connsiteX13" fmla="*/ 40767 w 132111"/>
                <a:gd name="connsiteY13" fmla="*/ 19050 h 134302"/>
                <a:gd name="connsiteX14" fmla="*/ 57436 w 132111"/>
                <a:gd name="connsiteY14" fmla="*/ 5143 h 134302"/>
                <a:gd name="connsiteX15" fmla="*/ 80963 w 132111"/>
                <a:gd name="connsiteY15" fmla="*/ 0 h 134302"/>
                <a:gd name="connsiteX16" fmla="*/ 118205 w 132111"/>
                <a:gd name="connsiteY16" fmla="*/ 15145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34302">
                  <a:moveTo>
                    <a:pt x="118205" y="15145"/>
                  </a:moveTo>
                  <a:cubicBezTo>
                    <a:pt x="127445" y="25241"/>
                    <a:pt x="132112" y="39053"/>
                    <a:pt x="132112" y="56674"/>
                  </a:cubicBezTo>
                  <a:lnTo>
                    <a:pt x="132112" y="134303"/>
                  </a:lnTo>
                  <a:lnTo>
                    <a:pt x="91631" y="134303"/>
                  </a:lnTo>
                  <a:lnTo>
                    <a:pt x="91631" y="62103"/>
                  </a:lnTo>
                  <a:cubicBezTo>
                    <a:pt x="91631" y="53245"/>
                    <a:pt x="89345" y="46291"/>
                    <a:pt x="84773" y="41434"/>
                  </a:cubicBezTo>
                  <a:cubicBezTo>
                    <a:pt x="80201" y="36576"/>
                    <a:pt x="74009" y="34004"/>
                    <a:pt x="66199" y="34004"/>
                  </a:cubicBezTo>
                  <a:cubicBezTo>
                    <a:pt x="58388" y="34004"/>
                    <a:pt x="52197" y="36481"/>
                    <a:pt x="47625" y="41434"/>
                  </a:cubicBezTo>
                  <a:cubicBezTo>
                    <a:pt x="43053" y="46387"/>
                    <a:pt x="40767" y="53245"/>
                    <a:pt x="40767" y="62103"/>
                  </a:cubicBezTo>
                  <a:lnTo>
                    <a:pt x="40767" y="134303"/>
                  </a:lnTo>
                  <a:lnTo>
                    <a:pt x="0" y="134303"/>
                  </a:lnTo>
                  <a:lnTo>
                    <a:pt x="0" y="1429"/>
                  </a:lnTo>
                  <a:lnTo>
                    <a:pt x="40767" y="1429"/>
                  </a:lnTo>
                  <a:lnTo>
                    <a:pt x="40767" y="19050"/>
                  </a:lnTo>
                  <a:cubicBezTo>
                    <a:pt x="44863" y="13145"/>
                    <a:pt x="50483" y="8572"/>
                    <a:pt x="57436" y="5143"/>
                  </a:cubicBezTo>
                  <a:cubicBezTo>
                    <a:pt x="64389" y="1714"/>
                    <a:pt x="72295" y="0"/>
                    <a:pt x="80963" y="0"/>
                  </a:cubicBezTo>
                  <a:cubicBezTo>
                    <a:pt x="96488" y="0"/>
                    <a:pt x="108966" y="5048"/>
                    <a:pt x="118205" y="15145"/>
                  </a:cubicBezTo>
                  <a:close/>
                </a:path>
              </a:pathLst>
            </a:custGeom>
            <a:grpFill/>
            <a:ln w="9525" cap="flat">
              <a:noFill/>
              <a:prstDash val="solid"/>
              <a:miter/>
            </a:ln>
          </p:spPr>
          <p:txBody>
            <a:bodyPr rtlCol="0" anchor="ctr"/>
            <a:lstStyle/>
            <a:p>
              <a:endParaRPr lang="fi-FI" sz="3200"/>
            </a:p>
          </p:txBody>
        </p:sp>
        <p:sp>
          <p:nvSpPr>
            <p:cNvPr id="563" name="Vapaamuotoinen: Muoto 562">
              <a:extLst>
                <a:ext uri="{FF2B5EF4-FFF2-40B4-BE49-F238E27FC236}">
                  <a16:creationId xmlns:a16="http://schemas.microsoft.com/office/drawing/2014/main" id="{C192822C-C9B5-72A9-0138-D0240E1986FC}"/>
                </a:ext>
              </a:extLst>
            </p:cNvPr>
            <p:cNvSpPr/>
            <p:nvPr/>
          </p:nvSpPr>
          <p:spPr>
            <a:xfrm>
              <a:off x="4980431" y="2344578"/>
              <a:ext cx="133350" cy="136779"/>
            </a:xfrm>
            <a:custGeom>
              <a:avLst/>
              <a:gdLst>
                <a:gd name="connsiteX0" fmla="*/ 132588 w 133350"/>
                <a:gd name="connsiteY0" fmla="*/ 78200 h 136779"/>
                <a:gd name="connsiteX1" fmla="*/ 40481 w 133350"/>
                <a:gd name="connsiteY1" fmla="*/ 78200 h 136779"/>
                <a:gd name="connsiteX2" fmla="*/ 48482 w 133350"/>
                <a:gd name="connsiteY2" fmla="*/ 97155 h 136779"/>
                <a:gd name="connsiteX3" fmla="*/ 65723 w 133350"/>
                <a:gd name="connsiteY3" fmla="*/ 103727 h 136779"/>
                <a:gd name="connsiteX4" fmla="*/ 86963 w 133350"/>
                <a:gd name="connsiteY4" fmla="*/ 90869 h 136779"/>
                <a:gd name="connsiteX5" fmla="*/ 130302 w 133350"/>
                <a:gd name="connsiteY5" fmla="*/ 90869 h 136779"/>
                <a:gd name="connsiteX6" fmla="*/ 118301 w 133350"/>
                <a:gd name="connsiteY6" fmla="*/ 114395 h 136779"/>
                <a:gd name="connsiteX7" fmla="*/ 96488 w 133350"/>
                <a:gd name="connsiteY7" fmla="*/ 130873 h 136779"/>
                <a:gd name="connsiteX8" fmla="*/ 67151 w 133350"/>
                <a:gd name="connsiteY8" fmla="*/ 136779 h 136779"/>
                <a:gd name="connsiteX9" fmla="*/ 32385 w 133350"/>
                <a:gd name="connsiteY9" fmla="*/ 128397 h 136779"/>
                <a:gd name="connsiteX10" fmla="*/ 8573 w 133350"/>
                <a:gd name="connsiteY10" fmla="*/ 104584 h 136779"/>
                <a:gd name="connsiteX11" fmla="*/ 0 w 133350"/>
                <a:gd name="connsiteY11" fmla="*/ 68390 h 136779"/>
                <a:gd name="connsiteX12" fmla="*/ 8477 w 133350"/>
                <a:gd name="connsiteY12" fmla="*/ 32194 h 136779"/>
                <a:gd name="connsiteX13" fmla="*/ 32195 w 133350"/>
                <a:gd name="connsiteY13" fmla="*/ 8382 h 136779"/>
                <a:gd name="connsiteX14" fmla="*/ 67151 w 133350"/>
                <a:gd name="connsiteY14" fmla="*/ 0 h 136779"/>
                <a:gd name="connsiteX15" fmla="*/ 101441 w 133350"/>
                <a:gd name="connsiteY15" fmla="*/ 8096 h 136779"/>
                <a:gd name="connsiteX16" fmla="*/ 124873 w 133350"/>
                <a:gd name="connsiteY16" fmla="*/ 31147 h 136779"/>
                <a:gd name="connsiteX17" fmla="*/ 133350 w 133350"/>
                <a:gd name="connsiteY17" fmla="*/ 66104 h 136779"/>
                <a:gd name="connsiteX18" fmla="*/ 132588 w 133350"/>
                <a:gd name="connsiteY18" fmla="*/ 78010 h 136779"/>
                <a:gd name="connsiteX19" fmla="*/ 91631 w 133350"/>
                <a:gd name="connsiteY19" fmla="*/ 55531 h 136779"/>
                <a:gd name="connsiteX20" fmla="*/ 84487 w 133350"/>
                <a:gd name="connsiteY20" fmla="*/ 38862 h 136779"/>
                <a:gd name="connsiteX21" fmla="*/ 66580 w 133350"/>
                <a:gd name="connsiteY21" fmla="*/ 32671 h 136779"/>
                <a:gd name="connsiteX22" fmla="*/ 49340 w 133350"/>
                <a:gd name="connsiteY22" fmla="*/ 38576 h 136779"/>
                <a:gd name="connsiteX23" fmla="*/ 40672 w 133350"/>
                <a:gd name="connsiteY23" fmla="*/ 55531 h 136779"/>
                <a:gd name="connsiteX24" fmla="*/ 91631 w 133350"/>
                <a:gd name="connsiteY24" fmla="*/ 55531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3350" h="136779">
                  <a:moveTo>
                    <a:pt x="132588" y="78200"/>
                  </a:moveTo>
                  <a:lnTo>
                    <a:pt x="40481" y="78200"/>
                  </a:lnTo>
                  <a:cubicBezTo>
                    <a:pt x="41148" y="86487"/>
                    <a:pt x="43815" y="92773"/>
                    <a:pt x="48482" y="97155"/>
                  </a:cubicBezTo>
                  <a:cubicBezTo>
                    <a:pt x="53150" y="101536"/>
                    <a:pt x="58960" y="103727"/>
                    <a:pt x="65723" y="103727"/>
                  </a:cubicBezTo>
                  <a:cubicBezTo>
                    <a:pt x="75914" y="103727"/>
                    <a:pt x="82963" y="99441"/>
                    <a:pt x="86963" y="90869"/>
                  </a:cubicBezTo>
                  <a:lnTo>
                    <a:pt x="130302" y="90869"/>
                  </a:lnTo>
                  <a:cubicBezTo>
                    <a:pt x="128111" y="99632"/>
                    <a:pt x="124111" y="107442"/>
                    <a:pt x="118301" y="114395"/>
                  </a:cubicBezTo>
                  <a:cubicBezTo>
                    <a:pt x="112490" y="121348"/>
                    <a:pt x="105251" y="126873"/>
                    <a:pt x="96488" y="130873"/>
                  </a:cubicBezTo>
                  <a:cubicBezTo>
                    <a:pt x="87725" y="134874"/>
                    <a:pt x="78010" y="136779"/>
                    <a:pt x="67151" y="136779"/>
                  </a:cubicBezTo>
                  <a:cubicBezTo>
                    <a:pt x="54102" y="136779"/>
                    <a:pt x="42577" y="134017"/>
                    <a:pt x="32385" y="128397"/>
                  </a:cubicBezTo>
                  <a:cubicBezTo>
                    <a:pt x="22193" y="122872"/>
                    <a:pt x="14288" y="114871"/>
                    <a:pt x="8573" y="104584"/>
                  </a:cubicBezTo>
                  <a:cubicBezTo>
                    <a:pt x="2858" y="94297"/>
                    <a:pt x="0" y="82201"/>
                    <a:pt x="0" y="68390"/>
                  </a:cubicBezTo>
                  <a:cubicBezTo>
                    <a:pt x="0" y="54578"/>
                    <a:pt x="2762" y="42481"/>
                    <a:pt x="8477" y="32194"/>
                  </a:cubicBezTo>
                  <a:cubicBezTo>
                    <a:pt x="14097" y="21907"/>
                    <a:pt x="22003" y="13906"/>
                    <a:pt x="32195" y="8382"/>
                  </a:cubicBezTo>
                  <a:cubicBezTo>
                    <a:pt x="42386" y="2857"/>
                    <a:pt x="54007" y="0"/>
                    <a:pt x="67151" y="0"/>
                  </a:cubicBezTo>
                  <a:cubicBezTo>
                    <a:pt x="80296" y="0"/>
                    <a:pt x="91440" y="2667"/>
                    <a:pt x="101441" y="8096"/>
                  </a:cubicBezTo>
                  <a:cubicBezTo>
                    <a:pt x="111443" y="13525"/>
                    <a:pt x="119253" y="21241"/>
                    <a:pt x="124873" y="31147"/>
                  </a:cubicBezTo>
                  <a:cubicBezTo>
                    <a:pt x="130493" y="41053"/>
                    <a:pt x="133350" y="52768"/>
                    <a:pt x="133350" y="66104"/>
                  </a:cubicBezTo>
                  <a:cubicBezTo>
                    <a:pt x="133350" y="69914"/>
                    <a:pt x="133064" y="73914"/>
                    <a:pt x="132588" y="78010"/>
                  </a:cubicBezTo>
                  <a:close/>
                  <a:moveTo>
                    <a:pt x="91631" y="55531"/>
                  </a:moveTo>
                  <a:cubicBezTo>
                    <a:pt x="91631" y="48578"/>
                    <a:pt x="89249" y="42958"/>
                    <a:pt x="84487" y="38862"/>
                  </a:cubicBezTo>
                  <a:cubicBezTo>
                    <a:pt x="79724" y="34766"/>
                    <a:pt x="73819" y="32671"/>
                    <a:pt x="66580" y="32671"/>
                  </a:cubicBezTo>
                  <a:cubicBezTo>
                    <a:pt x="59341" y="32671"/>
                    <a:pt x="54007" y="34671"/>
                    <a:pt x="49340" y="38576"/>
                  </a:cubicBezTo>
                  <a:cubicBezTo>
                    <a:pt x="44672" y="42577"/>
                    <a:pt x="41720" y="48197"/>
                    <a:pt x="40672" y="55531"/>
                  </a:cubicBezTo>
                  <a:lnTo>
                    <a:pt x="91631" y="55531"/>
                  </a:lnTo>
                  <a:close/>
                </a:path>
              </a:pathLst>
            </a:custGeom>
            <a:grpFill/>
            <a:ln w="9525" cap="flat">
              <a:noFill/>
              <a:prstDash val="solid"/>
              <a:miter/>
            </a:ln>
          </p:spPr>
          <p:txBody>
            <a:bodyPr rtlCol="0" anchor="ctr"/>
            <a:lstStyle/>
            <a:p>
              <a:endParaRPr lang="fi-FI" sz="3200"/>
            </a:p>
          </p:txBody>
        </p:sp>
        <p:sp>
          <p:nvSpPr>
            <p:cNvPr id="564" name="Vapaamuotoinen: Muoto 563">
              <a:extLst>
                <a:ext uri="{FF2B5EF4-FFF2-40B4-BE49-F238E27FC236}">
                  <a16:creationId xmlns:a16="http://schemas.microsoft.com/office/drawing/2014/main" id="{C21EF03E-EE0B-2376-138F-5E89F3E34DC1}"/>
                </a:ext>
              </a:extLst>
            </p:cNvPr>
            <p:cNvSpPr/>
            <p:nvPr/>
          </p:nvSpPr>
          <p:spPr>
            <a:xfrm>
              <a:off x="5135212" y="2345150"/>
              <a:ext cx="132111" cy="134302"/>
            </a:xfrm>
            <a:custGeom>
              <a:avLst/>
              <a:gdLst>
                <a:gd name="connsiteX0" fmla="*/ 118205 w 132111"/>
                <a:gd name="connsiteY0" fmla="*/ 15145 h 134302"/>
                <a:gd name="connsiteX1" fmla="*/ 132112 w 132111"/>
                <a:gd name="connsiteY1" fmla="*/ 56674 h 134302"/>
                <a:gd name="connsiteX2" fmla="*/ 132112 w 132111"/>
                <a:gd name="connsiteY2" fmla="*/ 134303 h 134302"/>
                <a:gd name="connsiteX3" fmla="*/ 91630 w 132111"/>
                <a:gd name="connsiteY3" fmla="*/ 134303 h 134302"/>
                <a:gd name="connsiteX4" fmla="*/ 91630 w 132111"/>
                <a:gd name="connsiteY4" fmla="*/ 62103 h 134302"/>
                <a:gd name="connsiteX5" fmla="*/ 84772 w 132111"/>
                <a:gd name="connsiteY5" fmla="*/ 41434 h 134302"/>
                <a:gd name="connsiteX6" fmla="*/ 66199 w 132111"/>
                <a:gd name="connsiteY6" fmla="*/ 34004 h 134302"/>
                <a:gd name="connsiteX7" fmla="*/ 47625 w 132111"/>
                <a:gd name="connsiteY7" fmla="*/ 41434 h 134302"/>
                <a:gd name="connsiteX8" fmla="*/ 40767 w 132111"/>
                <a:gd name="connsiteY8" fmla="*/ 62103 h 134302"/>
                <a:gd name="connsiteX9" fmla="*/ 40767 w 132111"/>
                <a:gd name="connsiteY9" fmla="*/ 134303 h 134302"/>
                <a:gd name="connsiteX10" fmla="*/ 0 w 132111"/>
                <a:gd name="connsiteY10" fmla="*/ 134303 h 134302"/>
                <a:gd name="connsiteX11" fmla="*/ 0 w 132111"/>
                <a:gd name="connsiteY11" fmla="*/ 1429 h 134302"/>
                <a:gd name="connsiteX12" fmla="*/ 40767 w 132111"/>
                <a:gd name="connsiteY12" fmla="*/ 1429 h 134302"/>
                <a:gd name="connsiteX13" fmla="*/ 40767 w 132111"/>
                <a:gd name="connsiteY13" fmla="*/ 19050 h 134302"/>
                <a:gd name="connsiteX14" fmla="*/ 57436 w 132111"/>
                <a:gd name="connsiteY14" fmla="*/ 5143 h 134302"/>
                <a:gd name="connsiteX15" fmla="*/ 80963 w 132111"/>
                <a:gd name="connsiteY15" fmla="*/ 0 h 134302"/>
                <a:gd name="connsiteX16" fmla="*/ 118205 w 132111"/>
                <a:gd name="connsiteY16" fmla="*/ 15145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34302">
                  <a:moveTo>
                    <a:pt x="118205" y="15145"/>
                  </a:moveTo>
                  <a:cubicBezTo>
                    <a:pt x="127444" y="25241"/>
                    <a:pt x="132112" y="39053"/>
                    <a:pt x="132112" y="56674"/>
                  </a:cubicBezTo>
                  <a:lnTo>
                    <a:pt x="132112" y="134303"/>
                  </a:lnTo>
                  <a:lnTo>
                    <a:pt x="91630" y="134303"/>
                  </a:lnTo>
                  <a:lnTo>
                    <a:pt x="91630" y="62103"/>
                  </a:lnTo>
                  <a:cubicBezTo>
                    <a:pt x="91630" y="53245"/>
                    <a:pt x="89344" y="46291"/>
                    <a:pt x="84772" y="41434"/>
                  </a:cubicBezTo>
                  <a:cubicBezTo>
                    <a:pt x="80200" y="36576"/>
                    <a:pt x="74009" y="34004"/>
                    <a:pt x="66199" y="34004"/>
                  </a:cubicBezTo>
                  <a:cubicBezTo>
                    <a:pt x="58388" y="34004"/>
                    <a:pt x="52197" y="36481"/>
                    <a:pt x="47625" y="41434"/>
                  </a:cubicBezTo>
                  <a:cubicBezTo>
                    <a:pt x="43053" y="46387"/>
                    <a:pt x="40767" y="53245"/>
                    <a:pt x="40767" y="62103"/>
                  </a:cubicBezTo>
                  <a:lnTo>
                    <a:pt x="40767" y="134303"/>
                  </a:lnTo>
                  <a:lnTo>
                    <a:pt x="0" y="134303"/>
                  </a:lnTo>
                  <a:lnTo>
                    <a:pt x="0" y="1429"/>
                  </a:lnTo>
                  <a:lnTo>
                    <a:pt x="40767" y="1429"/>
                  </a:lnTo>
                  <a:lnTo>
                    <a:pt x="40767" y="19050"/>
                  </a:lnTo>
                  <a:cubicBezTo>
                    <a:pt x="44863" y="13145"/>
                    <a:pt x="50482" y="8572"/>
                    <a:pt x="57436" y="5143"/>
                  </a:cubicBezTo>
                  <a:cubicBezTo>
                    <a:pt x="64389" y="1714"/>
                    <a:pt x="72295" y="0"/>
                    <a:pt x="80963" y="0"/>
                  </a:cubicBezTo>
                  <a:cubicBezTo>
                    <a:pt x="96488" y="0"/>
                    <a:pt x="108966" y="5048"/>
                    <a:pt x="118205" y="15145"/>
                  </a:cubicBezTo>
                  <a:close/>
                </a:path>
              </a:pathLst>
            </a:custGeom>
            <a:grpFill/>
            <a:ln w="9525" cap="flat">
              <a:noFill/>
              <a:prstDash val="solid"/>
              <a:miter/>
            </a:ln>
          </p:spPr>
          <p:txBody>
            <a:bodyPr rtlCol="0" anchor="ctr"/>
            <a:lstStyle/>
            <a:p>
              <a:endParaRPr lang="fi-FI" sz="3200"/>
            </a:p>
          </p:txBody>
        </p:sp>
        <p:sp>
          <p:nvSpPr>
            <p:cNvPr id="565" name="Vapaamuotoinen: Muoto 564">
              <a:extLst>
                <a:ext uri="{FF2B5EF4-FFF2-40B4-BE49-F238E27FC236}">
                  <a16:creationId xmlns:a16="http://schemas.microsoft.com/office/drawing/2014/main" id="{45640BAF-EBA1-1738-0DC4-296FD3331F55}"/>
                </a:ext>
              </a:extLst>
            </p:cNvPr>
            <p:cNvSpPr/>
            <p:nvPr/>
          </p:nvSpPr>
          <p:spPr>
            <a:xfrm>
              <a:off x="3870864" y="2558891"/>
              <a:ext cx="166115" cy="169830"/>
            </a:xfrm>
            <a:custGeom>
              <a:avLst/>
              <a:gdLst>
                <a:gd name="connsiteX0" fmla="*/ 123730 w 166115"/>
                <a:gd name="connsiteY0" fmla="*/ 52007 h 169830"/>
                <a:gd name="connsiteX1" fmla="*/ 108013 w 166115"/>
                <a:gd name="connsiteY1" fmla="*/ 36100 h 169830"/>
                <a:gd name="connsiteX2" fmla="*/ 84677 w 166115"/>
                <a:gd name="connsiteY2" fmla="*/ 30575 h 169830"/>
                <a:gd name="connsiteX3" fmla="*/ 58484 w 166115"/>
                <a:gd name="connsiteY3" fmla="*/ 37243 h 169830"/>
                <a:gd name="connsiteX4" fmla="*/ 40577 w 166115"/>
                <a:gd name="connsiteY4" fmla="*/ 56293 h 169830"/>
                <a:gd name="connsiteX5" fmla="*/ 34195 w 166115"/>
                <a:gd name="connsiteY5" fmla="*/ 84868 h 169830"/>
                <a:gd name="connsiteX6" fmla="*/ 40767 w 166115"/>
                <a:gd name="connsiteY6" fmla="*/ 113919 h 169830"/>
                <a:gd name="connsiteX7" fmla="*/ 58960 w 166115"/>
                <a:gd name="connsiteY7" fmla="*/ 132969 h 169830"/>
                <a:gd name="connsiteX8" fmla="*/ 86106 w 166115"/>
                <a:gd name="connsiteY8" fmla="*/ 139637 h 169830"/>
                <a:gd name="connsiteX9" fmla="*/ 117348 w 166115"/>
                <a:gd name="connsiteY9" fmla="*/ 129540 h 169830"/>
                <a:gd name="connsiteX10" fmla="*/ 133255 w 166115"/>
                <a:gd name="connsiteY10" fmla="*/ 101346 h 169830"/>
                <a:gd name="connsiteX11" fmla="*/ 76105 w 166115"/>
                <a:gd name="connsiteY11" fmla="*/ 101346 h 169830"/>
                <a:gd name="connsiteX12" fmla="*/ 76105 w 166115"/>
                <a:gd name="connsiteY12" fmla="*/ 75914 h 169830"/>
                <a:gd name="connsiteX13" fmla="*/ 166116 w 166115"/>
                <a:gd name="connsiteY13" fmla="*/ 75914 h 169830"/>
                <a:gd name="connsiteX14" fmla="*/ 166116 w 166115"/>
                <a:gd name="connsiteY14" fmla="*/ 104965 h 169830"/>
                <a:gd name="connsiteX15" fmla="*/ 151829 w 166115"/>
                <a:gd name="connsiteY15" fmla="*/ 137160 h 169830"/>
                <a:gd name="connsiteX16" fmla="*/ 123635 w 166115"/>
                <a:gd name="connsiteY16" fmla="*/ 160877 h 169830"/>
                <a:gd name="connsiteX17" fmla="*/ 84963 w 166115"/>
                <a:gd name="connsiteY17" fmla="*/ 169831 h 169830"/>
                <a:gd name="connsiteX18" fmla="*/ 41529 w 166115"/>
                <a:gd name="connsiteY18" fmla="*/ 158972 h 169830"/>
                <a:gd name="connsiteX19" fmla="*/ 11049 w 166115"/>
                <a:gd name="connsiteY19" fmla="*/ 128873 h 169830"/>
                <a:gd name="connsiteX20" fmla="*/ 0 w 166115"/>
                <a:gd name="connsiteY20" fmla="*/ 85058 h 169830"/>
                <a:gd name="connsiteX21" fmla="*/ 11049 w 166115"/>
                <a:gd name="connsiteY21" fmla="*/ 41148 h 169830"/>
                <a:gd name="connsiteX22" fmla="*/ 41529 w 166115"/>
                <a:gd name="connsiteY22" fmla="*/ 10859 h 169830"/>
                <a:gd name="connsiteX23" fmla="*/ 84773 w 166115"/>
                <a:gd name="connsiteY23" fmla="*/ 0 h 169830"/>
                <a:gd name="connsiteX24" fmla="*/ 133541 w 166115"/>
                <a:gd name="connsiteY24" fmla="*/ 13716 h 169830"/>
                <a:gd name="connsiteX25" fmla="*/ 162116 w 166115"/>
                <a:gd name="connsiteY25" fmla="*/ 52197 h 169830"/>
                <a:gd name="connsiteX26" fmla="*/ 123730 w 166115"/>
                <a:gd name="connsiteY26" fmla="*/ 52197 h 169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6115" h="169830">
                  <a:moveTo>
                    <a:pt x="123730" y="52007"/>
                  </a:moveTo>
                  <a:cubicBezTo>
                    <a:pt x="119920" y="45053"/>
                    <a:pt x="114681" y="39719"/>
                    <a:pt x="108013" y="36100"/>
                  </a:cubicBezTo>
                  <a:cubicBezTo>
                    <a:pt x="101346" y="32480"/>
                    <a:pt x="93536" y="30575"/>
                    <a:pt x="84677" y="30575"/>
                  </a:cubicBezTo>
                  <a:cubicBezTo>
                    <a:pt x="74867" y="30575"/>
                    <a:pt x="66104" y="32766"/>
                    <a:pt x="58484" y="37243"/>
                  </a:cubicBezTo>
                  <a:cubicBezTo>
                    <a:pt x="50864" y="41719"/>
                    <a:pt x="44958" y="48006"/>
                    <a:pt x="40577" y="56293"/>
                  </a:cubicBezTo>
                  <a:cubicBezTo>
                    <a:pt x="36290" y="64580"/>
                    <a:pt x="34195" y="74105"/>
                    <a:pt x="34195" y="84868"/>
                  </a:cubicBezTo>
                  <a:cubicBezTo>
                    <a:pt x="34195" y="95631"/>
                    <a:pt x="36386" y="105632"/>
                    <a:pt x="40767" y="113919"/>
                  </a:cubicBezTo>
                  <a:cubicBezTo>
                    <a:pt x="45149" y="122206"/>
                    <a:pt x="51245" y="128492"/>
                    <a:pt x="58960" y="132969"/>
                  </a:cubicBezTo>
                  <a:cubicBezTo>
                    <a:pt x="66770" y="137446"/>
                    <a:pt x="75819" y="139637"/>
                    <a:pt x="86106" y="139637"/>
                  </a:cubicBezTo>
                  <a:cubicBezTo>
                    <a:pt x="98774" y="139637"/>
                    <a:pt x="109157" y="136303"/>
                    <a:pt x="117348" y="129540"/>
                  </a:cubicBezTo>
                  <a:cubicBezTo>
                    <a:pt x="125444" y="122777"/>
                    <a:pt x="130778" y="113348"/>
                    <a:pt x="133255" y="101346"/>
                  </a:cubicBezTo>
                  <a:lnTo>
                    <a:pt x="76105" y="101346"/>
                  </a:lnTo>
                  <a:lnTo>
                    <a:pt x="76105" y="75914"/>
                  </a:lnTo>
                  <a:lnTo>
                    <a:pt x="166116" y="75914"/>
                  </a:lnTo>
                  <a:lnTo>
                    <a:pt x="166116" y="104965"/>
                  </a:lnTo>
                  <a:cubicBezTo>
                    <a:pt x="163925" y="116586"/>
                    <a:pt x="159163" y="127254"/>
                    <a:pt x="151829" y="137160"/>
                  </a:cubicBezTo>
                  <a:cubicBezTo>
                    <a:pt x="144494" y="146971"/>
                    <a:pt x="135160" y="154877"/>
                    <a:pt x="123635" y="160877"/>
                  </a:cubicBezTo>
                  <a:cubicBezTo>
                    <a:pt x="112109" y="166783"/>
                    <a:pt x="99251" y="169831"/>
                    <a:pt x="84963" y="169831"/>
                  </a:cubicBezTo>
                  <a:cubicBezTo>
                    <a:pt x="68961" y="169831"/>
                    <a:pt x="54388" y="166211"/>
                    <a:pt x="41529" y="158972"/>
                  </a:cubicBezTo>
                  <a:cubicBezTo>
                    <a:pt x="28575" y="151733"/>
                    <a:pt x="18383" y="141732"/>
                    <a:pt x="11049" y="128873"/>
                  </a:cubicBezTo>
                  <a:cubicBezTo>
                    <a:pt x="3715" y="116015"/>
                    <a:pt x="0" y="101441"/>
                    <a:pt x="0" y="85058"/>
                  </a:cubicBezTo>
                  <a:cubicBezTo>
                    <a:pt x="0" y="68675"/>
                    <a:pt x="3715" y="54102"/>
                    <a:pt x="11049" y="41148"/>
                  </a:cubicBezTo>
                  <a:cubicBezTo>
                    <a:pt x="18383" y="28194"/>
                    <a:pt x="28575" y="18097"/>
                    <a:pt x="41529" y="10859"/>
                  </a:cubicBezTo>
                  <a:cubicBezTo>
                    <a:pt x="54483" y="3620"/>
                    <a:pt x="68866" y="0"/>
                    <a:pt x="84773" y="0"/>
                  </a:cubicBezTo>
                  <a:cubicBezTo>
                    <a:pt x="103537" y="0"/>
                    <a:pt x="119825" y="4572"/>
                    <a:pt x="133541" y="13716"/>
                  </a:cubicBezTo>
                  <a:cubicBezTo>
                    <a:pt x="147352" y="22860"/>
                    <a:pt x="156877" y="35623"/>
                    <a:pt x="162116" y="52197"/>
                  </a:cubicBezTo>
                  <a:lnTo>
                    <a:pt x="123730" y="52197"/>
                  </a:lnTo>
                  <a:close/>
                </a:path>
              </a:pathLst>
            </a:custGeom>
            <a:grpFill/>
            <a:ln w="9525" cap="flat">
              <a:noFill/>
              <a:prstDash val="solid"/>
              <a:miter/>
            </a:ln>
          </p:spPr>
          <p:txBody>
            <a:bodyPr rtlCol="0" anchor="ctr"/>
            <a:lstStyle/>
            <a:p>
              <a:endParaRPr lang="fi-FI" sz="3200"/>
            </a:p>
          </p:txBody>
        </p:sp>
        <p:sp>
          <p:nvSpPr>
            <p:cNvPr id="566" name="Vapaamuotoinen: Muoto 565">
              <a:extLst>
                <a:ext uri="{FF2B5EF4-FFF2-40B4-BE49-F238E27FC236}">
                  <a16:creationId xmlns:a16="http://schemas.microsoft.com/office/drawing/2014/main" id="{73213516-AC4C-732B-1A8B-C5FE20C30AF0}"/>
                </a:ext>
              </a:extLst>
            </p:cNvPr>
            <p:cNvSpPr/>
            <p:nvPr/>
          </p:nvSpPr>
          <p:spPr>
            <a:xfrm>
              <a:off x="4061650" y="2593371"/>
              <a:ext cx="73914" cy="133731"/>
            </a:xfrm>
            <a:custGeom>
              <a:avLst/>
              <a:gdLst>
                <a:gd name="connsiteX0" fmla="*/ 50197 w 73914"/>
                <a:gd name="connsiteY0" fmla="*/ 5905 h 133731"/>
                <a:gd name="connsiteX1" fmla="*/ 73914 w 73914"/>
                <a:gd name="connsiteY1" fmla="*/ 0 h 133731"/>
                <a:gd name="connsiteX2" fmla="*/ 73914 w 73914"/>
                <a:gd name="connsiteY2" fmla="*/ 34957 h 133731"/>
                <a:gd name="connsiteX3" fmla="*/ 65056 w 73914"/>
                <a:gd name="connsiteY3" fmla="*/ 34957 h 133731"/>
                <a:gd name="connsiteX4" fmla="*/ 41339 w 73914"/>
                <a:gd name="connsiteY4" fmla="*/ 42291 h 133731"/>
                <a:gd name="connsiteX5" fmla="*/ 33338 w 73914"/>
                <a:gd name="connsiteY5" fmla="*/ 68008 h 133731"/>
                <a:gd name="connsiteX6" fmla="*/ 33338 w 73914"/>
                <a:gd name="connsiteY6" fmla="*/ 133731 h 133731"/>
                <a:gd name="connsiteX7" fmla="*/ 0 w 73914"/>
                <a:gd name="connsiteY7" fmla="*/ 133731 h 133731"/>
                <a:gd name="connsiteX8" fmla="*/ 0 w 73914"/>
                <a:gd name="connsiteY8" fmla="*/ 1810 h 133731"/>
                <a:gd name="connsiteX9" fmla="*/ 33338 w 73914"/>
                <a:gd name="connsiteY9" fmla="*/ 1810 h 133731"/>
                <a:gd name="connsiteX10" fmla="*/ 33338 w 73914"/>
                <a:gd name="connsiteY10" fmla="*/ 22289 h 133731"/>
                <a:gd name="connsiteX11" fmla="*/ 50102 w 73914"/>
                <a:gd name="connsiteY11" fmla="*/ 5905 h 13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3914" h="133731">
                  <a:moveTo>
                    <a:pt x="50197" y="5905"/>
                  </a:moveTo>
                  <a:cubicBezTo>
                    <a:pt x="57055" y="1905"/>
                    <a:pt x="64960" y="0"/>
                    <a:pt x="73914" y="0"/>
                  </a:cubicBezTo>
                  <a:lnTo>
                    <a:pt x="73914" y="34957"/>
                  </a:lnTo>
                  <a:lnTo>
                    <a:pt x="65056" y="34957"/>
                  </a:lnTo>
                  <a:cubicBezTo>
                    <a:pt x="54578" y="34957"/>
                    <a:pt x="46672" y="37433"/>
                    <a:pt x="41339" y="42291"/>
                  </a:cubicBezTo>
                  <a:cubicBezTo>
                    <a:pt x="36005" y="47244"/>
                    <a:pt x="33338" y="55817"/>
                    <a:pt x="33338" y="68008"/>
                  </a:cubicBezTo>
                  <a:lnTo>
                    <a:pt x="33338" y="133731"/>
                  </a:lnTo>
                  <a:lnTo>
                    <a:pt x="0" y="133731"/>
                  </a:lnTo>
                  <a:lnTo>
                    <a:pt x="0" y="1810"/>
                  </a:lnTo>
                  <a:lnTo>
                    <a:pt x="33338" y="1810"/>
                  </a:lnTo>
                  <a:lnTo>
                    <a:pt x="33338" y="22289"/>
                  </a:lnTo>
                  <a:cubicBezTo>
                    <a:pt x="37624" y="15335"/>
                    <a:pt x="43243" y="9811"/>
                    <a:pt x="50102" y="5905"/>
                  </a:cubicBezTo>
                  <a:close/>
                </a:path>
              </a:pathLst>
            </a:custGeom>
            <a:grpFill/>
            <a:ln w="9525" cap="flat">
              <a:noFill/>
              <a:prstDash val="solid"/>
              <a:miter/>
            </a:ln>
          </p:spPr>
          <p:txBody>
            <a:bodyPr rtlCol="0" anchor="ctr"/>
            <a:lstStyle/>
            <a:p>
              <a:endParaRPr lang="fi-FI" sz="3200"/>
            </a:p>
          </p:txBody>
        </p:sp>
        <p:sp>
          <p:nvSpPr>
            <p:cNvPr id="567" name="Vapaamuotoinen: Muoto 566">
              <a:extLst>
                <a:ext uri="{FF2B5EF4-FFF2-40B4-BE49-F238E27FC236}">
                  <a16:creationId xmlns:a16="http://schemas.microsoft.com/office/drawing/2014/main" id="{FAD5C0E1-D7CD-8C24-B1A3-2BA0E597364A}"/>
                </a:ext>
              </a:extLst>
            </p:cNvPr>
            <p:cNvSpPr/>
            <p:nvPr/>
          </p:nvSpPr>
          <p:spPr>
            <a:xfrm>
              <a:off x="4149184" y="2592990"/>
              <a:ext cx="137350" cy="136112"/>
            </a:xfrm>
            <a:custGeom>
              <a:avLst/>
              <a:gdLst>
                <a:gd name="connsiteX0" fmla="*/ 8096 w 137350"/>
                <a:gd name="connsiteY0" fmla="*/ 32195 h 136112"/>
                <a:gd name="connsiteX1" fmla="*/ 29718 w 137350"/>
                <a:gd name="connsiteY1" fmla="*/ 8382 h 136112"/>
                <a:gd name="connsiteX2" fmla="*/ 60293 w 137350"/>
                <a:gd name="connsiteY2" fmla="*/ 0 h 136112"/>
                <a:gd name="connsiteX3" fmla="*/ 86106 w 137350"/>
                <a:gd name="connsiteY3" fmla="*/ 5905 h 136112"/>
                <a:gd name="connsiteX4" fmla="*/ 103822 w 137350"/>
                <a:gd name="connsiteY4" fmla="*/ 20955 h 136112"/>
                <a:gd name="connsiteX5" fmla="*/ 103822 w 137350"/>
                <a:gd name="connsiteY5" fmla="*/ 2096 h 136112"/>
                <a:gd name="connsiteX6" fmla="*/ 137350 w 137350"/>
                <a:gd name="connsiteY6" fmla="*/ 2096 h 136112"/>
                <a:gd name="connsiteX7" fmla="*/ 137350 w 137350"/>
                <a:gd name="connsiteY7" fmla="*/ 134017 h 136112"/>
                <a:gd name="connsiteX8" fmla="*/ 103822 w 137350"/>
                <a:gd name="connsiteY8" fmla="*/ 134017 h 136112"/>
                <a:gd name="connsiteX9" fmla="*/ 103822 w 137350"/>
                <a:gd name="connsiteY9" fmla="*/ 114681 h 136112"/>
                <a:gd name="connsiteX10" fmla="*/ 86106 w 137350"/>
                <a:gd name="connsiteY10" fmla="*/ 130016 h 136112"/>
                <a:gd name="connsiteX11" fmla="*/ 60007 w 137350"/>
                <a:gd name="connsiteY11" fmla="*/ 136112 h 136112"/>
                <a:gd name="connsiteX12" fmla="*/ 29623 w 137350"/>
                <a:gd name="connsiteY12" fmla="*/ 127540 h 136112"/>
                <a:gd name="connsiteX13" fmla="*/ 8001 w 137350"/>
                <a:gd name="connsiteY13" fmla="*/ 103346 h 136112"/>
                <a:gd name="connsiteX14" fmla="*/ 0 w 137350"/>
                <a:gd name="connsiteY14" fmla="*/ 67532 h 136112"/>
                <a:gd name="connsiteX15" fmla="*/ 8001 w 137350"/>
                <a:gd name="connsiteY15" fmla="*/ 32099 h 136112"/>
                <a:gd name="connsiteX16" fmla="*/ 99155 w 137350"/>
                <a:gd name="connsiteY16" fmla="*/ 47339 h 136112"/>
                <a:gd name="connsiteX17" fmla="*/ 86296 w 137350"/>
                <a:gd name="connsiteY17" fmla="*/ 34004 h 136112"/>
                <a:gd name="connsiteX18" fmla="*/ 68866 w 137350"/>
                <a:gd name="connsiteY18" fmla="*/ 29337 h 136112"/>
                <a:gd name="connsiteX19" fmla="*/ 51721 w 137350"/>
                <a:gd name="connsiteY19" fmla="*/ 33814 h 136112"/>
                <a:gd name="connsiteX20" fmla="*/ 38957 w 137350"/>
                <a:gd name="connsiteY20" fmla="*/ 47053 h 136112"/>
                <a:gd name="connsiteX21" fmla="*/ 34099 w 137350"/>
                <a:gd name="connsiteY21" fmla="*/ 67628 h 136112"/>
                <a:gd name="connsiteX22" fmla="*/ 38957 w 137350"/>
                <a:gd name="connsiteY22" fmla="*/ 88487 h 136112"/>
                <a:gd name="connsiteX23" fmla="*/ 51816 w 137350"/>
                <a:gd name="connsiteY23" fmla="*/ 102203 h 136112"/>
                <a:gd name="connsiteX24" fmla="*/ 68866 w 137350"/>
                <a:gd name="connsiteY24" fmla="*/ 106966 h 136112"/>
                <a:gd name="connsiteX25" fmla="*/ 86296 w 137350"/>
                <a:gd name="connsiteY25" fmla="*/ 102299 h 136112"/>
                <a:gd name="connsiteX26" fmla="*/ 99155 w 137350"/>
                <a:gd name="connsiteY26" fmla="*/ 88964 h 136112"/>
                <a:gd name="connsiteX27" fmla="*/ 103918 w 137350"/>
                <a:gd name="connsiteY27" fmla="*/ 68104 h 136112"/>
                <a:gd name="connsiteX28" fmla="*/ 99155 w 137350"/>
                <a:gd name="connsiteY28" fmla="*/ 47244 h 136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350" h="136112">
                  <a:moveTo>
                    <a:pt x="8096" y="32195"/>
                  </a:moveTo>
                  <a:cubicBezTo>
                    <a:pt x="13430" y="21907"/>
                    <a:pt x="20669" y="13906"/>
                    <a:pt x="29718" y="8382"/>
                  </a:cubicBezTo>
                  <a:cubicBezTo>
                    <a:pt x="38862" y="2857"/>
                    <a:pt x="49054" y="0"/>
                    <a:pt x="60293" y="0"/>
                  </a:cubicBezTo>
                  <a:cubicBezTo>
                    <a:pt x="70104" y="0"/>
                    <a:pt x="78772" y="2000"/>
                    <a:pt x="86106" y="5905"/>
                  </a:cubicBezTo>
                  <a:cubicBezTo>
                    <a:pt x="93536" y="9906"/>
                    <a:pt x="99441" y="14859"/>
                    <a:pt x="103822" y="20955"/>
                  </a:cubicBezTo>
                  <a:lnTo>
                    <a:pt x="103822" y="2096"/>
                  </a:lnTo>
                  <a:lnTo>
                    <a:pt x="137350" y="2096"/>
                  </a:lnTo>
                  <a:lnTo>
                    <a:pt x="137350" y="134017"/>
                  </a:lnTo>
                  <a:lnTo>
                    <a:pt x="103822" y="134017"/>
                  </a:lnTo>
                  <a:lnTo>
                    <a:pt x="103822" y="114681"/>
                  </a:lnTo>
                  <a:cubicBezTo>
                    <a:pt x="99536" y="120872"/>
                    <a:pt x="93631" y="126016"/>
                    <a:pt x="86106" y="130016"/>
                  </a:cubicBezTo>
                  <a:cubicBezTo>
                    <a:pt x="78581" y="134112"/>
                    <a:pt x="69914" y="136112"/>
                    <a:pt x="60007" y="136112"/>
                  </a:cubicBezTo>
                  <a:cubicBezTo>
                    <a:pt x="48863" y="136112"/>
                    <a:pt x="38767" y="133255"/>
                    <a:pt x="29623" y="127540"/>
                  </a:cubicBezTo>
                  <a:cubicBezTo>
                    <a:pt x="20479" y="121825"/>
                    <a:pt x="13240" y="113728"/>
                    <a:pt x="8001" y="103346"/>
                  </a:cubicBezTo>
                  <a:cubicBezTo>
                    <a:pt x="2667" y="92964"/>
                    <a:pt x="0" y="80963"/>
                    <a:pt x="0" y="67532"/>
                  </a:cubicBezTo>
                  <a:cubicBezTo>
                    <a:pt x="0" y="54102"/>
                    <a:pt x="2667" y="42386"/>
                    <a:pt x="8001" y="32099"/>
                  </a:cubicBezTo>
                  <a:close/>
                  <a:moveTo>
                    <a:pt x="99155" y="47339"/>
                  </a:moveTo>
                  <a:cubicBezTo>
                    <a:pt x="96012" y="41529"/>
                    <a:pt x="91726" y="37052"/>
                    <a:pt x="86296" y="34004"/>
                  </a:cubicBezTo>
                  <a:cubicBezTo>
                    <a:pt x="80867" y="30861"/>
                    <a:pt x="75152" y="29337"/>
                    <a:pt x="68866" y="29337"/>
                  </a:cubicBezTo>
                  <a:cubicBezTo>
                    <a:pt x="62579" y="29337"/>
                    <a:pt x="56959" y="30861"/>
                    <a:pt x="51721" y="33814"/>
                  </a:cubicBezTo>
                  <a:cubicBezTo>
                    <a:pt x="46482" y="36862"/>
                    <a:pt x="42196" y="41243"/>
                    <a:pt x="38957" y="47053"/>
                  </a:cubicBezTo>
                  <a:cubicBezTo>
                    <a:pt x="35719" y="52864"/>
                    <a:pt x="34099" y="59722"/>
                    <a:pt x="34099" y="67628"/>
                  </a:cubicBezTo>
                  <a:cubicBezTo>
                    <a:pt x="34099" y="75533"/>
                    <a:pt x="35719" y="82487"/>
                    <a:pt x="38957" y="88487"/>
                  </a:cubicBezTo>
                  <a:cubicBezTo>
                    <a:pt x="42196" y="94393"/>
                    <a:pt x="46482" y="98965"/>
                    <a:pt x="51816" y="102203"/>
                  </a:cubicBezTo>
                  <a:cubicBezTo>
                    <a:pt x="57150" y="105347"/>
                    <a:pt x="62770" y="106966"/>
                    <a:pt x="68866" y="106966"/>
                  </a:cubicBezTo>
                  <a:cubicBezTo>
                    <a:pt x="74962" y="106966"/>
                    <a:pt x="80867" y="105442"/>
                    <a:pt x="86296" y="102299"/>
                  </a:cubicBezTo>
                  <a:cubicBezTo>
                    <a:pt x="91726" y="99155"/>
                    <a:pt x="96012" y="94774"/>
                    <a:pt x="99155" y="88964"/>
                  </a:cubicBezTo>
                  <a:cubicBezTo>
                    <a:pt x="102298" y="83153"/>
                    <a:pt x="103918" y="76200"/>
                    <a:pt x="103918" y="68104"/>
                  </a:cubicBezTo>
                  <a:cubicBezTo>
                    <a:pt x="103918" y="60007"/>
                    <a:pt x="102298" y="53054"/>
                    <a:pt x="99155" y="47244"/>
                  </a:cubicBezTo>
                  <a:close/>
                </a:path>
              </a:pathLst>
            </a:custGeom>
            <a:grpFill/>
            <a:ln w="9525" cap="flat">
              <a:noFill/>
              <a:prstDash val="solid"/>
              <a:miter/>
            </a:ln>
          </p:spPr>
          <p:txBody>
            <a:bodyPr rtlCol="0" anchor="ctr"/>
            <a:lstStyle/>
            <a:p>
              <a:endParaRPr lang="fi-FI" sz="3200"/>
            </a:p>
          </p:txBody>
        </p:sp>
        <p:sp>
          <p:nvSpPr>
            <p:cNvPr id="568" name="Vapaamuotoinen: Muoto 567">
              <a:extLst>
                <a:ext uri="{FF2B5EF4-FFF2-40B4-BE49-F238E27FC236}">
                  <a16:creationId xmlns:a16="http://schemas.microsoft.com/office/drawing/2014/main" id="{1ED10E69-988E-9CA9-18E2-84FC122F8B6D}"/>
                </a:ext>
              </a:extLst>
            </p:cNvPr>
            <p:cNvSpPr/>
            <p:nvPr/>
          </p:nvSpPr>
          <p:spPr>
            <a:xfrm>
              <a:off x="4319205" y="2593371"/>
              <a:ext cx="125825" cy="133731"/>
            </a:xfrm>
            <a:custGeom>
              <a:avLst/>
              <a:gdLst>
                <a:gd name="connsiteX0" fmla="*/ 111347 w 125825"/>
                <a:gd name="connsiteY0" fmla="*/ 14859 h 133731"/>
                <a:gd name="connsiteX1" fmla="*/ 125825 w 125825"/>
                <a:gd name="connsiteY1" fmla="*/ 56388 h 133731"/>
                <a:gd name="connsiteX2" fmla="*/ 125825 w 125825"/>
                <a:gd name="connsiteY2" fmla="*/ 133731 h 133731"/>
                <a:gd name="connsiteX3" fmla="*/ 92488 w 125825"/>
                <a:gd name="connsiteY3" fmla="*/ 133731 h 133731"/>
                <a:gd name="connsiteX4" fmla="*/ 92488 w 125825"/>
                <a:gd name="connsiteY4" fmla="*/ 60865 h 133731"/>
                <a:gd name="connsiteX5" fmla="*/ 84582 w 125825"/>
                <a:gd name="connsiteY5" fmla="*/ 36671 h 133731"/>
                <a:gd name="connsiteX6" fmla="*/ 63151 w 125825"/>
                <a:gd name="connsiteY6" fmla="*/ 28194 h 133731"/>
                <a:gd name="connsiteX7" fmla="*/ 41339 w 125825"/>
                <a:gd name="connsiteY7" fmla="*/ 36671 h 133731"/>
                <a:gd name="connsiteX8" fmla="*/ 33338 w 125825"/>
                <a:gd name="connsiteY8" fmla="*/ 60865 h 133731"/>
                <a:gd name="connsiteX9" fmla="*/ 33338 w 125825"/>
                <a:gd name="connsiteY9" fmla="*/ 133731 h 133731"/>
                <a:gd name="connsiteX10" fmla="*/ 0 w 125825"/>
                <a:gd name="connsiteY10" fmla="*/ 133731 h 133731"/>
                <a:gd name="connsiteX11" fmla="*/ 0 w 125825"/>
                <a:gd name="connsiteY11" fmla="*/ 1810 h 133731"/>
                <a:gd name="connsiteX12" fmla="*/ 33338 w 125825"/>
                <a:gd name="connsiteY12" fmla="*/ 1810 h 133731"/>
                <a:gd name="connsiteX13" fmla="*/ 33338 w 125825"/>
                <a:gd name="connsiteY13" fmla="*/ 18288 h 133731"/>
                <a:gd name="connsiteX14" fmla="*/ 50387 w 125825"/>
                <a:gd name="connsiteY14" fmla="*/ 4858 h 133731"/>
                <a:gd name="connsiteX15" fmla="*/ 73152 w 125825"/>
                <a:gd name="connsiteY15" fmla="*/ 0 h 133731"/>
                <a:gd name="connsiteX16" fmla="*/ 111252 w 125825"/>
                <a:gd name="connsiteY16" fmla="*/ 14859 h 13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5825" h="133731">
                  <a:moveTo>
                    <a:pt x="111347" y="14859"/>
                  </a:moveTo>
                  <a:cubicBezTo>
                    <a:pt x="121063" y="24765"/>
                    <a:pt x="125825" y="38672"/>
                    <a:pt x="125825" y="56388"/>
                  </a:cubicBezTo>
                  <a:lnTo>
                    <a:pt x="125825" y="133731"/>
                  </a:lnTo>
                  <a:lnTo>
                    <a:pt x="92488" y="133731"/>
                  </a:lnTo>
                  <a:lnTo>
                    <a:pt x="92488" y="60865"/>
                  </a:lnTo>
                  <a:cubicBezTo>
                    <a:pt x="92488" y="50387"/>
                    <a:pt x="89916" y="42291"/>
                    <a:pt x="84582" y="36671"/>
                  </a:cubicBezTo>
                  <a:cubicBezTo>
                    <a:pt x="79343" y="31051"/>
                    <a:pt x="72200" y="28194"/>
                    <a:pt x="63151" y="28194"/>
                  </a:cubicBezTo>
                  <a:cubicBezTo>
                    <a:pt x="54102" y="28194"/>
                    <a:pt x="46673" y="31051"/>
                    <a:pt x="41339" y="36671"/>
                  </a:cubicBezTo>
                  <a:cubicBezTo>
                    <a:pt x="36005" y="42291"/>
                    <a:pt x="33338" y="50387"/>
                    <a:pt x="33338" y="60865"/>
                  </a:cubicBezTo>
                  <a:lnTo>
                    <a:pt x="33338" y="133731"/>
                  </a:lnTo>
                  <a:lnTo>
                    <a:pt x="0" y="133731"/>
                  </a:lnTo>
                  <a:lnTo>
                    <a:pt x="0" y="1810"/>
                  </a:lnTo>
                  <a:lnTo>
                    <a:pt x="33338" y="1810"/>
                  </a:lnTo>
                  <a:lnTo>
                    <a:pt x="33338" y="18288"/>
                  </a:lnTo>
                  <a:cubicBezTo>
                    <a:pt x="37814" y="12573"/>
                    <a:pt x="43434" y="8096"/>
                    <a:pt x="50387" y="4858"/>
                  </a:cubicBezTo>
                  <a:cubicBezTo>
                    <a:pt x="57245" y="1619"/>
                    <a:pt x="64865" y="0"/>
                    <a:pt x="73152" y="0"/>
                  </a:cubicBezTo>
                  <a:cubicBezTo>
                    <a:pt x="88868" y="0"/>
                    <a:pt x="101537" y="4953"/>
                    <a:pt x="111252" y="14859"/>
                  </a:cubicBezTo>
                  <a:close/>
                </a:path>
              </a:pathLst>
            </a:custGeom>
            <a:grpFill/>
            <a:ln w="9525" cap="flat">
              <a:noFill/>
              <a:prstDash val="solid"/>
              <a:miter/>
            </a:ln>
          </p:spPr>
          <p:txBody>
            <a:bodyPr rtlCol="0" anchor="ctr"/>
            <a:lstStyle/>
            <a:p>
              <a:endParaRPr lang="fi-FI" sz="3200"/>
            </a:p>
          </p:txBody>
        </p:sp>
        <p:sp>
          <p:nvSpPr>
            <p:cNvPr id="569" name="Vapaamuotoinen: Muoto 568">
              <a:extLst>
                <a:ext uri="{FF2B5EF4-FFF2-40B4-BE49-F238E27FC236}">
                  <a16:creationId xmlns:a16="http://schemas.microsoft.com/office/drawing/2014/main" id="{E2B5A8C2-95BE-3E15-53FD-148077E9346F}"/>
                </a:ext>
              </a:extLst>
            </p:cNvPr>
            <p:cNvSpPr/>
            <p:nvPr/>
          </p:nvSpPr>
          <p:spPr>
            <a:xfrm>
              <a:off x="4476749" y="2550890"/>
              <a:ext cx="121443" cy="176212"/>
            </a:xfrm>
            <a:custGeom>
              <a:avLst/>
              <a:gdLst>
                <a:gd name="connsiteX0" fmla="*/ 78105 w 121443"/>
                <a:gd name="connsiteY0" fmla="*/ 176213 h 176212"/>
                <a:gd name="connsiteX1" fmla="*/ 33338 w 121443"/>
                <a:gd name="connsiteY1" fmla="*/ 120015 h 176212"/>
                <a:gd name="connsiteX2" fmla="*/ 33338 w 121443"/>
                <a:gd name="connsiteY2" fmla="*/ 176213 h 176212"/>
                <a:gd name="connsiteX3" fmla="*/ 0 w 121443"/>
                <a:gd name="connsiteY3" fmla="*/ 176213 h 176212"/>
                <a:gd name="connsiteX4" fmla="*/ 0 w 121443"/>
                <a:gd name="connsiteY4" fmla="*/ 0 h 176212"/>
                <a:gd name="connsiteX5" fmla="*/ 33338 w 121443"/>
                <a:gd name="connsiteY5" fmla="*/ 0 h 176212"/>
                <a:gd name="connsiteX6" fmla="*/ 33338 w 121443"/>
                <a:gd name="connsiteY6" fmla="*/ 100203 h 176212"/>
                <a:gd name="connsiteX7" fmla="*/ 77629 w 121443"/>
                <a:gd name="connsiteY7" fmla="*/ 44196 h 176212"/>
                <a:gd name="connsiteX8" fmla="*/ 120967 w 121443"/>
                <a:gd name="connsiteY8" fmla="*/ 44196 h 176212"/>
                <a:gd name="connsiteX9" fmla="*/ 62865 w 121443"/>
                <a:gd name="connsiteY9" fmla="*/ 110395 h 176212"/>
                <a:gd name="connsiteX10" fmla="*/ 121444 w 121443"/>
                <a:gd name="connsiteY10" fmla="*/ 176117 h 176212"/>
                <a:gd name="connsiteX11" fmla="*/ 78105 w 121443"/>
                <a:gd name="connsiteY11" fmla="*/ 176117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443" h="176212">
                  <a:moveTo>
                    <a:pt x="78105" y="176213"/>
                  </a:moveTo>
                  <a:lnTo>
                    <a:pt x="33338" y="120015"/>
                  </a:lnTo>
                  <a:lnTo>
                    <a:pt x="33338" y="176213"/>
                  </a:lnTo>
                  <a:lnTo>
                    <a:pt x="0" y="176213"/>
                  </a:lnTo>
                  <a:lnTo>
                    <a:pt x="0" y="0"/>
                  </a:lnTo>
                  <a:lnTo>
                    <a:pt x="33338" y="0"/>
                  </a:lnTo>
                  <a:lnTo>
                    <a:pt x="33338" y="100203"/>
                  </a:lnTo>
                  <a:lnTo>
                    <a:pt x="77629" y="44196"/>
                  </a:lnTo>
                  <a:lnTo>
                    <a:pt x="120967" y="44196"/>
                  </a:lnTo>
                  <a:lnTo>
                    <a:pt x="62865" y="110395"/>
                  </a:lnTo>
                  <a:lnTo>
                    <a:pt x="121444" y="176117"/>
                  </a:lnTo>
                  <a:lnTo>
                    <a:pt x="78105" y="176117"/>
                  </a:lnTo>
                  <a:close/>
                </a:path>
              </a:pathLst>
            </a:custGeom>
            <a:grpFill/>
            <a:ln w="9525" cap="flat">
              <a:noFill/>
              <a:prstDash val="solid"/>
              <a:miter/>
            </a:ln>
          </p:spPr>
          <p:txBody>
            <a:bodyPr rtlCol="0" anchor="ctr"/>
            <a:lstStyle/>
            <a:p>
              <a:endParaRPr lang="fi-FI" sz="3200"/>
            </a:p>
          </p:txBody>
        </p:sp>
        <p:sp>
          <p:nvSpPr>
            <p:cNvPr id="570" name="Vapaamuotoinen: Muoto 569">
              <a:extLst>
                <a:ext uri="{FF2B5EF4-FFF2-40B4-BE49-F238E27FC236}">
                  <a16:creationId xmlns:a16="http://schemas.microsoft.com/office/drawing/2014/main" id="{8A19AEFB-98C9-96D4-3F1F-B69B357FB6AA}"/>
                </a:ext>
              </a:extLst>
            </p:cNvPr>
            <p:cNvSpPr/>
            <p:nvPr/>
          </p:nvSpPr>
          <p:spPr>
            <a:xfrm>
              <a:off x="4614671" y="2595086"/>
              <a:ext cx="125825" cy="133635"/>
            </a:xfrm>
            <a:custGeom>
              <a:avLst/>
              <a:gdLst>
                <a:gd name="connsiteX0" fmla="*/ 125635 w 125825"/>
                <a:gd name="connsiteY0" fmla="*/ 95 h 133635"/>
                <a:gd name="connsiteX1" fmla="*/ 125635 w 125825"/>
                <a:gd name="connsiteY1" fmla="*/ 132017 h 133635"/>
                <a:gd name="connsiteX2" fmla="*/ 92107 w 125825"/>
                <a:gd name="connsiteY2" fmla="*/ 132017 h 133635"/>
                <a:gd name="connsiteX3" fmla="*/ 92107 w 125825"/>
                <a:gd name="connsiteY3" fmla="*/ 115348 h 133635"/>
                <a:gd name="connsiteX4" fmla="*/ 75343 w 125825"/>
                <a:gd name="connsiteY4" fmla="*/ 128778 h 133635"/>
                <a:gd name="connsiteX5" fmla="*/ 52864 w 125825"/>
                <a:gd name="connsiteY5" fmla="*/ 133636 h 133635"/>
                <a:gd name="connsiteX6" fmla="*/ 25432 w 125825"/>
                <a:gd name="connsiteY6" fmla="*/ 127064 h 133635"/>
                <a:gd name="connsiteX7" fmla="*/ 6763 w 125825"/>
                <a:gd name="connsiteY7" fmla="*/ 107728 h 133635"/>
                <a:gd name="connsiteX8" fmla="*/ 0 w 125825"/>
                <a:gd name="connsiteY8" fmla="*/ 77343 h 133635"/>
                <a:gd name="connsiteX9" fmla="*/ 0 w 125825"/>
                <a:gd name="connsiteY9" fmla="*/ 0 h 133635"/>
                <a:gd name="connsiteX10" fmla="*/ 33338 w 125825"/>
                <a:gd name="connsiteY10" fmla="*/ 0 h 133635"/>
                <a:gd name="connsiteX11" fmla="*/ 33338 w 125825"/>
                <a:gd name="connsiteY11" fmla="*/ 72580 h 133635"/>
                <a:gd name="connsiteX12" fmla="*/ 41243 w 125825"/>
                <a:gd name="connsiteY12" fmla="*/ 96774 h 133635"/>
                <a:gd name="connsiteX13" fmla="*/ 62674 w 125825"/>
                <a:gd name="connsiteY13" fmla="*/ 105251 h 133635"/>
                <a:gd name="connsiteX14" fmla="*/ 84391 w 125825"/>
                <a:gd name="connsiteY14" fmla="*/ 96774 h 133635"/>
                <a:gd name="connsiteX15" fmla="*/ 92297 w 125825"/>
                <a:gd name="connsiteY15" fmla="*/ 72580 h 133635"/>
                <a:gd name="connsiteX16" fmla="*/ 92297 w 125825"/>
                <a:gd name="connsiteY16" fmla="*/ 0 h 133635"/>
                <a:gd name="connsiteX17" fmla="*/ 125825 w 125825"/>
                <a:gd name="connsiteY17" fmla="*/ 0 h 133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5825" h="133635">
                  <a:moveTo>
                    <a:pt x="125635" y="95"/>
                  </a:moveTo>
                  <a:lnTo>
                    <a:pt x="125635" y="132017"/>
                  </a:lnTo>
                  <a:lnTo>
                    <a:pt x="92107" y="132017"/>
                  </a:lnTo>
                  <a:lnTo>
                    <a:pt x="92107" y="115348"/>
                  </a:lnTo>
                  <a:cubicBezTo>
                    <a:pt x="87820" y="121063"/>
                    <a:pt x="82201" y="125540"/>
                    <a:pt x="75343" y="128778"/>
                  </a:cubicBezTo>
                  <a:cubicBezTo>
                    <a:pt x="68390" y="132017"/>
                    <a:pt x="60960" y="133636"/>
                    <a:pt x="52864" y="133636"/>
                  </a:cubicBezTo>
                  <a:cubicBezTo>
                    <a:pt x="42577" y="133636"/>
                    <a:pt x="33433" y="131445"/>
                    <a:pt x="25432" y="127064"/>
                  </a:cubicBezTo>
                  <a:cubicBezTo>
                    <a:pt x="17526" y="122682"/>
                    <a:pt x="11240" y="116300"/>
                    <a:pt x="6763" y="107728"/>
                  </a:cubicBezTo>
                  <a:cubicBezTo>
                    <a:pt x="2286" y="99250"/>
                    <a:pt x="0" y="89154"/>
                    <a:pt x="0" y="77343"/>
                  </a:cubicBezTo>
                  <a:lnTo>
                    <a:pt x="0" y="0"/>
                  </a:lnTo>
                  <a:lnTo>
                    <a:pt x="33338" y="0"/>
                  </a:lnTo>
                  <a:lnTo>
                    <a:pt x="33338" y="72580"/>
                  </a:lnTo>
                  <a:cubicBezTo>
                    <a:pt x="33338" y="83058"/>
                    <a:pt x="36004" y="91154"/>
                    <a:pt x="41243" y="96774"/>
                  </a:cubicBezTo>
                  <a:cubicBezTo>
                    <a:pt x="46482" y="102394"/>
                    <a:pt x="53626" y="105251"/>
                    <a:pt x="62674" y="105251"/>
                  </a:cubicBezTo>
                  <a:cubicBezTo>
                    <a:pt x="71723" y="105251"/>
                    <a:pt x="79153" y="102394"/>
                    <a:pt x="84391" y="96774"/>
                  </a:cubicBezTo>
                  <a:cubicBezTo>
                    <a:pt x="89630" y="91154"/>
                    <a:pt x="92297" y="83058"/>
                    <a:pt x="92297" y="72580"/>
                  </a:cubicBezTo>
                  <a:lnTo>
                    <a:pt x="92297" y="0"/>
                  </a:lnTo>
                  <a:lnTo>
                    <a:pt x="125825" y="0"/>
                  </a:lnTo>
                  <a:close/>
                </a:path>
              </a:pathLst>
            </a:custGeom>
            <a:grpFill/>
            <a:ln w="9525" cap="flat">
              <a:noFill/>
              <a:prstDash val="solid"/>
              <a:miter/>
            </a:ln>
          </p:spPr>
          <p:txBody>
            <a:bodyPr rtlCol="0" anchor="ctr"/>
            <a:lstStyle/>
            <a:p>
              <a:endParaRPr lang="fi-FI" sz="3200"/>
            </a:p>
          </p:txBody>
        </p:sp>
        <p:sp>
          <p:nvSpPr>
            <p:cNvPr id="571" name="Vapaamuotoinen: Muoto 570">
              <a:extLst>
                <a:ext uri="{FF2B5EF4-FFF2-40B4-BE49-F238E27FC236}">
                  <a16:creationId xmlns:a16="http://schemas.microsoft.com/office/drawing/2014/main" id="{9FA3FE3E-633E-4617-C357-DB50E2191BE2}"/>
                </a:ext>
              </a:extLst>
            </p:cNvPr>
            <p:cNvSpPr/>
            <p:nvPr/>
          </p:nvSpPr>
          <p:spPr>
            <a:xfrm>
              <a:off x="4773167" y="2550890"/>
              <a:ext cx="33337" cy="176212"/>
            </a:xfrm>
            <a:custGeom>
              <a:avLst/>
              <a:gdLst>
                <a:gd name="connsiteX0" fmla="*/ 33338 w 33337"/>
                <a:gd name="connsiteY0" fmla="*/ 0 h 176212"/>
                <a:gd name="connsiteX1" fmla="*/ 33338 w 33337"/>
                <a:gd name="connsiteY1" fmla="*/ 176213 h 176212"/>
                <a:gd name="connsiteX2" fmla="*/ 0 w 33337"/>
                <a:gd name="connsiteY2" fmla="*/ 176213 h 176212"/>
                <a:gd name="connsiteX3" fmla="*/ 0 w 33337"/>
                <a:gd name="connsiteY3" fmla="*/ 0 h 176212"/>
                <a:gd name="connsiteX4" fmla="*/ 33338 w 33337"/>
                <a:gd name="connsiteY4" fmla="*/ 0 h 176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37" h="176212">
                  <a:moveTo>
                    <a:pt x="33338" y="0"/>
                  </a:moveTo>
                  <a:lnTo>
                    <a:pt x="33338" y="176213"/>
                  </a:lnTo>
                  <a:lnTo>
                    <a:pt x="0" y="176213"/>
                  </a:lnTo>
                  <a:lnTo>
                    <a:pt x="0" y="0"/>
                  </a:lnTo>
                  <a:lnTo>
                    <a:pt x="33338" y="0"/>
                  </a:lnTo>
                  <a:close/>
                </a:path>
              </a:pathLst>
            </a:custGeom>
            <a:grpFill/>
            <a:ln w="9525" cap="flat">
              <a:noFill/>
              <a:prstDash val="solid"/>
              <a:miter/>
            </a:ln>
          </p:spPr>
          <p:txBody>
            <a:bodyPr rtlCol="0" anchor="ctr"/>
            <a:lstStyle/>
            <a:p>
              <a:endParaRPr lang="fi-FI" sz="3200"/>
            </a:p>
          </p:txBody>
        </p:sp>
        <p:sp>
          <p:nvSpPr>
            <p:cNvPr id="572" name="Vapaamuotoinen: Muoto 571">
              <a:extLst>
                <a:ext uri="{FF2B5EF4-FFF2-40B4-BE49-F238E27FC236}">
                  <a16:creationId xmlns:a16="http://schemas.microsoft.com/office/drawing/2014/main" id="{19B454E2-3E1C-7873-0E97-CC18F21E7149}"/>
                </a:ext>
              </a:extLst>
            </p:cNvPr>
            <p:cNvSpPr/>
            <p:nvPr/>
          </p:nvSpPr>
          <p:spPr>
            <a:xfrm>
              <a:off x="4839366" y="2550890"/>
              <a:ext cx="33337" cy="176212"/>
            </a:xfrm>
            <a:custGeom>
              <a:avLst/>
              <a:gdLst>
                <a:gd name="connsiteX0" fmla="*/ 33338 w 33337"/>
                <a:gd name="connsiteY0" fmla="*/ 0 h 176212"/>
                <a:gd name="connsiteX1" fmla="*/ 33338 w 33337"/>
                <a:gd name="connsiteY1" fmla="*/ 176213 h 176212"/>
                <a:gd name="connsiteX2" fmla="*/ 0 w 33337"/>
                <a:gd name="connsiteY2" fmla="*/ 176213 h 176212"/>
                <a:gd name="connsiteX3" fmla="*/ 0 w 33337"/>
                <a:gd name="connsiteY3" fmla="*/ 0 h 176212"/>
                <a:gd name="connsiteX4" fmla="*/ 33338 w 33337"/>
                <a:gd name="connsiteY4" fmla="*/ 0 h 176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37" h="176212">
                  <a:moveTo>
                    <a:pt x="33338" y="0"/>
                  </a:moveTo>
                  <a:lnTo>
                    <a:pt x="33338" y="176213"/>
                  </a:lnTo>
                  <a:lnTo>
                    <a:pt x="0" y="176213"/>
                  </a:lnTo>
                  <a:lnTo>
                    <a:pt x="0" y="0"/>
                  </a:lnTo>
                  <a:lnTo>
                    <a:pt x="33338" y="0"/>
                  </a:lnTo>
                  <a:close/>
                </a:path>
              </a:pathLst>
            </a:custGeom>
            <a:grpFill/>
            <a:ln w="9525" cap="flat">
              <a:noFill/>
              <a:prstDash val="solid"/>
              <a:miter/>
            </a:ln>
          </p:spPr>
          <p:txBody>
            <a:bodyPr rtlCol="0" anchor="ctr"/>
            <a:lstStyle/>
            <a:p>
              <a:endParaRPr lang="fi-FI" sz="3200"/>
            </a:p>
          </p:txBody>
        </p:sp>
        <p:sp>
          <p:nvSpPr>
            <p:cNvPr id="573" name="Vapaamuotoinen: Muoto 572">
              <a:extLst>
                <a:ext uri="{FF2B5EF4-FFF2-40B4-BE49-F238E27FC236}">
                  <a16:creationId xmlns:a16="http://schemas.microsoft.com/office/drawing/2014/main" id="{D04D07A7-8B79-1A2A-915F-FE3724D349C4}"/>
                </a:ext>
              </a:extLst>
            </p:cNvPr>
            <p:cNvSpPr/>
            <p:nvPr/>
          </p:nvSpPr>
          <p:spPr>
            <a:xfrm>
              <a:off x="4896897" y="2592990"/>
              <a:ext cx="137350" cy="136112"/>
            </a:xfrm>
            <a:custGeom>
              <a:avLst/>
              <a:gdLst>
                <a:gd name="connsiteX0" fmla="*/ 8096 w 137350"/>
                <a:gd name="connsiteY0" fmla="*/ 32195 h 136112"/>
                <a:gd name="connsiteX1" fmla="*/ 29718 w 137350"/>
                <a:gd name="connsiteY1" fmla="*/ 8382 h 136112"/>
                <a:gd name="connsiteX2" fmla="*/ 60293 w 137350"/>
                <a:gd name="connsiteY2" fmla="*/ 0 h 136112"/>
                <a:gd name="connsiteX3" fmla="*/ 86106 w 137350"/>
                <a:gd name="connsiteY3" fmla="*/ 5905 h 136112"/>
                <a:gd name="connsiteX4" fmla="*/ 103823 w 137350"/>
                <a:gd name="connsiteY4" fmla="*/ 20955 h 136112"/>
                <a:gd name="connsiteX5" fmla="*/ 103823 w 137350"/>
                <a:gd name="connsiteY5" fmla="*/ 2096 h 136112"/>
                <a:gd name="connsiteX6" fmla="*/ 137350 w 137350"/>
                <a:gd name="connsiteY6" fmla="*/ 2096 h 136112"/>
                <a:gd name="connsiteX7" fmla="*/ 137350 w 137350"/>
                <a:gd name="connsiteY7" fmla="*/ 134017 h 136112"/>
                <a:gd name="connsiteX8" fmla="*/ 103823 w 137350"/>
                <a:gd name="connsiteY8" fmla="*/ 134017 h 136112"/>
                <a:gd name="connsiteX9" fmla="*/ 103823 w 137350"/>
                <a:gd name="connsiteY9" fmla="*/ 114681 h 136112"/>
                <a:gd name="connsiteX10" fmla="*/ 86106 w 137350"/>
                <a:gd name="connsiteY10" fmla="*/ 130016 h 136112"/>
                <a:gd name="connsiteX11" fmla="*/ 60008 w 137350"/>
                <a:gd name="connsiteY11" fmla="*/ 136112 h 136112"/>
                <a:gd name="connsiteX12" fmla="*/ 29623 w 137350"/>
                <a:gd name="connsiteY12" fmla="*/ 127540 h 136112"/>
                <a:gd name="connsiteX13" fmla="*/ 8001 w 137350"/>
                <a:gd name="connsiteY13" fmla="*/ 103346 h 136112"/>
                <a:gd name="connsiteX14" fmla="*/ 0 w 137350"/>
                <a:gd name="connsiteY14" fmla="*/ 67532 h 136112"/>
                <a:gd name="connsiteX15" fmla="*/ 8001 w 137350"/>
                <a:gd name="connsiteY15" fmla="*/ 32099 h 136112"/>
                <a:gd name="connsiteX16" fmla="*/ 99155 w 137350"/>
                <a:gd name="connsiteY16" fmla="*/ 47339 h 136112"/>
                <a:gd name="connsiteX17" fmla="*/ 86296 w 137350"/>
                <a:gd name="connsiteY17" fmla="*/ 34004 h 136112"/>
                <a:gd name="connsiteX18" fmla="*/ 68866 w 137350"/>
                <a:gd name="connsiteY18" fmla="*/ 29337 h 136112"/>
                <a:gd name="connsiteX19" fmla="*/ 51721 w 137350"/>
                <a:gd name="connsiteY19" fmla="*/ 33814 h 136112"/>
                <a:gd name="connsiteX20" fmla="*/ 38957 w 137350"/>
                <a:gd name="connsiteY20" fmla="*/ 47053 h 136112"/>
                <a:gd name="connsiteX21" fmla="*/ 34100 w 137350"/>
                <a:gd name="connsiteY21" fmla="*/ 67628 h 136112"/>
                <a:gd name="connsiteX22" fmla="*/ 38957 w 137350"/>
                <a:gd name="connsiteY22" fmla="*/ 88487 h 136112"/>
                <a:gd name="connsiteX23" fmla="*/ 51816 w 137350"/>
                <a:gd name="connsiteY23" fmla="*/ 102203 h 136112"/>
                <a:gd name="connsiteX24" fmla="*/ 68866 w 137350"/>
                <a:gd name="connsiteY24" fmla="*/ 106966 h 136112"/>
                <a:gd name="connsiteX25" fmla="*/ 86296 w 137350"/>
                <a:gd name="connsiteY25" fmla="*/ 102299 h 136112"/>
                <a:gd name="connsiteX26" fmla="*/ 99155 w 137350"/>
                <a:gd name="connsiteY26" fmla="*/ 88964 h 136112"/>
                <a:gd name="connsiteX27" fmla="*/ 103918 w 137350"/>
                <a:gd name="connsiteY27" fmla="*/ 68104 h 136112"/>
                <a:gd name="connsiteX28" fmla="*/ 99155 w 137350"/>
                <a:gd name="connsiteY28" fmla="*/ 47244 h 136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350" h="136112">
                  <a:moveTo>
                    <a:pt x="8096" y="32195"/>
                  </a:moveTo>
                  <a:cubicBezTo>
                    <a:pt x="13430" y="21907"/>
                    <a:pt x="20669" y="13906"/>
                    <a:pt x="29718" y="8382"/>
                  </a:cubicBezTo>
                  <a:cubicBezTo>
                    <a:pt x="38862" y="2857"/>
                    <a:pt x="49054" y="0"/>
                    <a:pt x="60293" y="0"/>
                  </a:cubicBezTo>
                  <a:cubicBezTo>
                    <a:pt x="70104" y="0"/>
                    <a:pt x="78772" y="2000"/>
                    <a:pt x="86106" y="5905"/>
                  </a:cubicBezTo>
                  <a:cubicBezTo>
                    <a:pt x="93536" y="9906"/>
                    <a:pt x="99441" y="14859"/>
                    <a:pt x="103823" y="20955"/>
                  </a:cubicBezTo>
                  <a:lnTo>
                    <a:pt x="103823" y="2096"/>
                  </a:lnTo>
                  <a:lnTo>
                    <a:pt x="137350" y="2096"/>
                  </a:lnTo>
                  <a:lnTo>
                    <a:pt x="137350" y="134017"/>
                  </a:lnTo>
                  <a:lnTo>
                    <a:pt x="103823" y="134017"/>
                  </a:lnTo>
                  <a:lnTo>
                    <a:pt x="103823" y="114681"/>
                  </a:lnTo>
                  <a:cubicBezTo>
                    <a:pt x="99536" y="120872"/>
                    <a:pt x="93631" y="126016"/>
                    <a:pt x="86106" y="130016"/>
                  </a:cubicBezTo>
                  <a:cubicBezTo>
                    <a:pt x="78581" y="134112"/>
                    <a:pt x="69913" y="136112"/>
                    <a:pt x="60008" y="136112"/>
                  </a:cubicBezTo>
                  <a:cubicBezTo>
                    <a:pt x="48863" y="136112"/>
                    <a:pt x="38767" y="133255"/>
                    <a:pt x="29623" y="127540"/>
                  </a:cubicBezTo>
                  <a:cubicBezTo>
                    <a:pt x="20479" y="121825"/>
                    <a:pt x="13240" y="113728"/>
                    <a:pt x="8001" y="103346"/>
                  </a:cubicBezTo>
                  <a:cubicBezTo>
                    <a:pt x="2667" y="92964"/>
                    <a:pt x="0" y="80963"/>
                    <a:pt x="0" y="67532"/>
                  </a:cubicBezTo>
                  <a:cubicBezTo>
                    <a:pt x="0" y="54102"/>
                    <a:pt x="2667" y="42386"/>
                    <a:pt x="8001" y="32099"/>
                  </a:cubicBezTo>
                  <a:close/>
                  <a:moveTo>
                    <a:pt x="99155" y="47339"/>
                  </a:moveTo>
                  <a:cubicBezTo>
                    <a:pt x="96012" y="41529"/>
                    <a:pt x="91726" y="37052"/>
                    <a:pt x="86296" y="34004"/>
                  </a:cubicBezTo>
                  <a:cubicBezTo>
                    <a:pt x="80867" y="30861"/>
                    <a:pt x="75152" y="29337"/>
                    <a:pt x="68866" y="29337"/>
                  </a:cubicBezTo>
                  <a:cubicBezTo>
                    <a:pt x="62579" y="29337"/>
                    <a:pt x="56959" y="30861"/>
                    <a:pt x="51721" y="33814"/>
                  </a:cubicBezTo>
                  <a:cubicBezTo>
                    <a:pt x="46482" y="36862"/>
                    <a:pt x="42196" y="41243"/>
                    <a:pt x="38957" y="47053"/>
                  </a:cubicBezTo>
                  <a:cubicBezTo>
                    <a:pt x="35719" y="52864"/>
                    <a:pt x="34100" y="59722"/>
                    <a:pt x="34100" y="67628"/>
                  </a:cubicBezTo>
                  <a:cubicBezTo>
                    <a:pt x="34100" y="75533"/>
                    <a:pt x="35719" y="82487"/>
                    <a:pt x="38957" y="88487"/>
                  </a:cubicBezTo>
                  <a:cubicBezTo>
                    <a:pt x="42196" y="94393"/>
                    <a:pt x="46482" y="98965"/>
                    <a:pt x="51816" y="102203"/>
                  </a:cubicBezTo>
                  <a:cubicBezTo>
                    <a:pt x="57150" y="105347"/>
                    <a:pt x="62770" y="106966"/>
                    <a:pt x="68866" y="106966"/>
                  </a:cubicBezTo>
                  <a:cubicBezTo>
                    <a:pt x="74962" y="106966"/>
                    <a:pt x="80867" y="105442"/>
                    <a:pt x="86296" y="102299"/>
                  </a:cubicBezTo>
                  <a:cubicBezTo>
                    <a:pt x="91726" y="99155"/>
                    <a:pt x="96012" y="94774"/>
                    <a:pt x="99155" y="88964"/>
                  </a:cubicBezTo>
                  <a:cubicBezTo>
                    <a:pt x="102298" y="83153"/>
                    <a:pt x="103918" y="76200"/>
                    <a:pt x="103918" y="68104"/>
                  </a:cubicBezTo>
                  <a:cubicBezTo>
                    <a:pt x="103918" y="60007"/>
                    <a:pt x="102298" y="53054"/>
                    <a:pt x="99155" y="47244"/>
                  </a:cubicBezTo>
                  <a:close/>
                </a:path>
              </a:pathLst>
            </a:custGeom>
            <a:grpFill/>
            <a:ln w="9525" cap="flat">
              <a:noFill/>
              <a:prstDash val="solid"/>
              <a:miter/>
            </a:ln>
          </p:spPr>
          <p:txBody>
            <a:bodyPr rtlCol="0" anchor="ctr"/>
            <a:lstStyle/>
            <a:p>
              <a:endParaRPr lang="fi-FI" sz="3200"/>
            </a:p>
          </p:txBody>
        </p:sp>
      </p:grpSp>
      <p:grpSp>
        <p:nvGrpSpPr>
          <p:cNvPr id="598" name="Ryhmä 597">
            <a:extLst>
              <a:ext uri="{FF2B5EF4-FFF2-40B4-BE49-F238E27FC236}">
                <a16:creationId xmlns:a16="http://schemas.microsoft.com/office/drawing/2014/main" id="{6FB9C4C5-99FA-DCEB-7302-C44B2D1E6B73}"/>
              </a:ext>
              <a:ext uri="{C183D7F6-B498-43B3-948B-1728B52AA6E4}">
                <adec:decorative xmlns:adec="http://schemas.microsoft.com/office/drawing/2017/decorative" val="1"/>
              </a:ext>
            </a:extLst>
          </p:cNvPr>
          <p:cNvGrpSpPr/>
          <p:nvPr userDrawn="1"/>
        </p:nvGrpSpPr>
        <p:grpSpPr>
          <a:xfrm>
            <a:off x="9443336" y="5179468"/>
            <a:ext cx="1150067" cy="348166"/>
            <a:chOff x="3748563" y="2288762"/>
            <a:chExt cx="1654016" cy="500729"/>
          </a:xfrm>
          <a:solidFill>
            <a:schemeClr val="bg1"/>
          </a:solidFill>
        </p:grpSpPr>
        <p:sp>
          <p:nvSpPr>
            <p:cNvPr id="578" name="Vapaamuotoinen: Muoto 577">
              <a:extLst>
                <a:ext uri="{FF2B5EF4-FFF2-40B4-BE49-F238E27FC236}">
                  <a16:creationId xmlns:a16="http://schemas.microsoft.com/office/drawing/2014/main" id="{9F1AEB22-40F4-6D67-8AB8-C7804D5F8432}"/>
                </a:ext>
              </a:extLst>
            </p:cNvPr>
            <p:cNvSpPr/>
            <p:nvPr/>
          </p:nvSpPr>
          <p:spPr>
            <a:xfrm>
              <a:off x="3748563" y="2312288"/>
              <a:ext cx="146780" cy="167163"/>
            </a:xfrm>
            <a:custGeom>
              <a:avLst/>
              <a:gdLst>
                <a:gd name="connsiteX0" fmla="*/ 96869 w 146780"/>
                <a:gd name="connsiteY0" fmla="*/ 167164 h 167163"/>
                <a:gd name="connsiteX1" fmla="*/ 40672 w 146780"/>
                <a:gd name="connsiteY1" fmla="*/ 93345 h 167163"/>
                <a:gd name="connsiteX2" fmla="*/ 40672 w 146780"/>
                <a:gd name="connsiteY2" fmla="*/ 167164 h 167163"/>
                <a:gd name="connsiteX3" fmla="*/ 0 w 146780"/>
                <a:gd name="connsiteY3" fmla="*/ 167164 h 167163"/>
                <a:gd name="connsiteX4" fmla="*/ 0 w 146780"/>
                <a:gd name="connsiteY4" fmla="*/ 0 h 167163"/>
                <a:gd name="connsiteX5" fmla="*/ 40767 w 146780"/>
                <a:gd name="connsiteY5" fmla="*/ 0 h 167163"/>
                <a:gd name="connsiteX6" fmla="*/ 40767 w 146780"/>
                <a:gd name="connsiteY6" fmla="*/ 73343 h 167163"/>
                <a:gd name="connsiteX7" fmla="*/ 96488 w 146780"/>
                <a:gd name="connsiteY7" fmla="*/ 0 h 167163"/>
                <a:gd name="connsiteX8" fmla="*/ 144399 w 146780"/>
                <a:gd name="connsiteY8" fmla="*/ 0 h 167163"/>
                <a:gd name="connsiteX9" fmla="*/ 79629 w 146780"/>
                <a:gd name="connsiteY9" fmla="*/ 81915 h 167163"/>
                <a:gd name="connsiteX10" fmla="*/ 146780 w 146780"/>
                <a:gd name="connsiteY10" fmla="*/ 167164 h 167163"/>
                <a:gd name="connsiteX11" fmla="*/ 97060 w 146780"/>
                <a:gd name="connsiteY11" fmla="*/ 167164 h 16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6780" h="167163">
                  <a:moveTo>
                    <a:pt x="96869" y="167164"/>
                  </a:moveTo>
                  <a:lnTo>
                    <a:pt x="40672" y="93345"/>
                  </a:lnTo>
                  <a:lnTo>
                    <a:pt x="40672" y="167164"/>
                  </a:lnTo>
                  <a:lnTo>
                    <a:pt x="0" y="167164"/>
                  </a:lnTo>
                  <a:lnTo>
                    <a:pt x="0" y="0"/>
                  </a:lnTo>
                  <a:lnTo>
                    <a:pt x="40767" y="0"/>
                  </a:lnTo>
                  <a:lnTo>
                    <a:pt x="40767" y="73343"/>
                  </a:lnTo>
                  <a:lnTo>
                    <a:pt x="96488" y="0"/>
                  </a:lnTo>
                  <a:lnTo>
                    <a:pt x="144399" y="0"/>
                  </a:lnTo>
                  <a:lnTo>
                    <a:pt x="79629" y="81915"/>
                  </a:lnTo>
                  <a:lnTo>
                    <a:pt x="146780" y="167164"/>
                  </a:lnTo>
                  <a:lnTo>
                    <a:pt x="97060" y="167164"/>
                  </a:lnTo>
                  <a:close/>
                </a:path>
              </a:pathLst>
            </a:custGeom>
            <a:grpFill/>
            <a:ln w="9525" cap="flat">
              <a:noFill/>
              <a:prstDash val="solid"/>
              <a:miter/>
            </a:ln>
          </p:spPr>
          <p:txBody>
            <a:bodyPr rtlCol="0" anchor="ctr"/>
            <a:lstStyle/>
            <a:p>
              <a:endParaRPr lang="fi-FI" sz="3200"/>
            </a:p>
          </p:txBody>
        </p:sp>
        <p:sp>
          <p:nvSpPr>
            <p:cNvPr id="579" name="Vapaamuotoinen: Muoto 578">
              <a:extLst>
                <a:ext uri="{FF2B5EF4-FFF2-40B4-BE49-F238E27FC236}">
                  <a16:creationId xmlns:a16="http://schemas.microsoft.com/office/drawing/2014/main" id="{5A0B4D0F-FF0C-963B-BD65-A8A3F544367A}"/>
                </a:ext>
              </a:extLst>
            </p:cNvPr>
            <p:cNvSpPr/>
            <p:nvPr/>
          </p:nvSpPr>
          <p:spPr>
            <a:xfrm>
              <a:off x="3910774" y="2288762"/>
              <a:ext cx="48291"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240" y="2096"/>
                    <a:pt x="17145" y="0"/>
                    <a:pt x="24289" y="0"/>
                  </a:cubicBezTo>
                  <a:cubicBezTo>
                    <a:pt x="31432" y="0"/>
                    <a:pt x="37052" y="2096"/>
                    <a:pt x="41529" y="6287"/>
                  </a:cubicBezTo>
                  <a:cubicBezTo>
                    <a:pt x="46006" y="10478"/>
                    <a:pt x="48292" y="15812"/>
                    <a:pt x="48292" y="22098"/>
                  </a:cubicBezTo>
                  <a:cubicBezTo>
                    <a:pt x="48292" y="28385"/>
                    <a:pt x="46006" y="33528"/>
                    <a:pt x="41529" y="37719"/>
                  </a:cubicBezTo>
                  <a:cubicBezTo>
                    <a:pt x="36957"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grpFill/>
            <a:ln w="9525" cap="flat">
              <a:noFill/>
              <a:prstDash val="solid"/>
              <a:miter/>
            </a:ln>
          </p:spPr>
          <p:txBody>
            <a:bodyPr rtlCol="0" anchor="ctr"/>
            <a:lstStyle/>
            <a:p>
              <a:endParaRPr lang="fi-FI" sz="3200"/>
            </a:p>
          </p:txBody>
        </p:sp>
        <p:sp>
          <p:nvSpPr>
            <p:cNvPr id="580" name="Vapaamuotoinen: Muoto 579">
              <a:extLst>
                <a:ext uri="{FF2B5EF4-FFF2-40B4-BE49-F238E27FC236}">
                  <a16:creationId xmlns:a16="http://schemas.microsoft.com/office/drawing/2014/main" id="{807B1B28-1483-6962-2B7F-52E67671778F}"/>
                </a:ext>
              </a:extLst>
            </p:cNvPr>
            <p:cNvSpPr/>
            <p:nvPr/>
          </p:nvSpPr>
          <p:spPr>
            <a:xfrm>
              <a:off x="3984688" y="2345245"/>
              <a:ext cx="82486" cy="134397"/>
            </a:xfrm>
            <a:custGeom>
              <a:avLst/>
              <a:gdLst>
                <a:gd name="connsiteX0" fmla="*/ 58674 w 82486"/>
                <a:gd name="connsiteY0" fmla="*/ 6287 h 134397"/>
                <a:gd name="connsiteX1" fmla="*/ 82487 w 82486"/>
                <a:gd name="connsiteY1" fmla="*/ 0 h 134397"/>
                <a:gd name="connsiteX2" fmla="*/ 82487 w 82486"/>
                <a:gd name="connsiteY2" fmla="*/ 43148 h 134397"/>
                <a:gd name="connsiteX3" fmla="*/ 71247 w 82486"/>
                <a:gd name="connsiteY3" fmla="*/ 43148 h 134397"/>
                <a:gd name="connsiteX4" fmla="*/ 48387 w 82486"/>
                <a:gd name="connsiteY4" fmla="*/ 49720 h 134397"/>
                <a:gd name="connsiteX5" fmla="*/ 40767 w 82486"/>
                <a:gd name="connsiteY5" fmla="*/ 72676 h 134397"/>
                <a:gd name="connsiteX6" fmla="*/ 40767 w 82486"/>
                <a:gd name="connsiteY6" fmla="*/ 134398 h 134397"/>
                <a:gd name="connsiteX7" fmla="*/ 0 w 82486"/>
                <a:gd name="connsiteY7" fmla="*/ 134398 h 134397"/>
                <a:gd name="connsiteX8" fmla="*/ 0 w 82486"/>
                <a:gd name="connsiteY8" fmla="*/ 1334 h 134397"/>
                <a:gd name="connsiteX9" fmla="*/ 40767 w 82486"/>
                <a:gd name="connsiteY9" fmla="*/ 1334 h 134397"/>
                <a:gd name="connsiteX10" fmla="*/ 40767 w 82486"/>
                <a:gd name="connsiteY10" fmla="*/ 23527 h 134397"/>
                <a:gd name="connsiteX11" fmla="*/ 58674 w 82486"/>
                <a:gd name="connsiteY11" fmla="*/ 6287 h 13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86" h="134397">
                  <a:moveTo>
                    <a:pt x="58674" y="6287"/>
                  </a:moveTo>
                  <a:cubicBezTo>
                    <a:pt x="65818" y="2096"/>
                    <a:pt x="73724" y="0"/>
                    <a:pt x="82487" y="0"/>
                  </a:cubicBezTo>
                  <a:lnTo>
                    <a:pt x="82487" y="43148"/>
                  </a:lnTo>
                  <a:lnTo>
                    <a:pt x="71247" y="43148"/>
                  </a:lnTo>
                  <a:cubicBezTo>
                    <a:pt x="61055" y="43148"/>
                    <a:pt x="53435" y="45339"/>
                    <a:pt x="48387" y="49720"/>
                  </a:cubicBezTo>
                  <a:cubicBezTo>
                    <a:pt x="43339" y="54102"/>
                    <a:pt x="40767" y="61722"/>
                    <a:pt x="40767" y="72676"/>
                  </a:cubicBezTo>
                  <a:lnTo>
                    <a:pt x="40767" y="134398"/>
                  </a:lnTo>
                  <a:lnTo>
                    <a:pt x="0" y="134398"/>
                  </a:lnTo>
                  <a:lnTo>
                    <a:pt x="0" y="1334"/>
                  </a:lnTo>
                  <a:lnTo>
                    <a:pt x="40767" y="1334"/>
                  </a:lnTo>
                  <a:lnTo>
                    <a:pt x="40767" y="23527"/>
                  </a:lnTo>
                  <a:cubicBezTo>
                    <a:pt x="45530" y="16193"/>
                    <a:pt x="51435" y="10477"/>
                    <a:pt x="58674" y="6287"/>
                  </a:cubicBezTo>
                  <a:close/>
                </a:path>
              </a:pathLst>
            </a:custGeom>
            <a:grpFill/>
            <a:ln w="9525" cap="flat">
              <a:noFill/>
              <a:prstDash val="solid"/>
              <a:miter/>
            </a:ln>
          </p:spPr>
          <p:txBody>
            <a:bodyPr rtlCol="0" anchor="ctr"/>
            <a:lstStyle/>
            <a:p>
              <a:endParaRPr lang="fi-FI" sz="3200"/>
            </a:p>
          </p:txBody>
        </p:sp>
        <p:sp>
          <p:nvSpPr>
            <p:cNvPr id="581" name="Vapaamuotoinen: Muoto 580">
              <a:extLst>
                <a:ext uri="{FF2B5EF4-FFF2-40B4-BE49-F238E27FC236}">
                  <a16:creationId xmlns:a16="http://schemas.microsoft.com/office/drawing/2014/main" id="{59B278D6-093F-B99B-0B3A-28C6789BA3B3}"/>
                </a:ext>
              </a:extLst>
            </p:cNvPr>
            <p:cNvSpPr/>
            <p:nvPr/>
          </p:nvSpPr>
          <p:spPr>
            <a:xfrm>
              <a:off x="4086606" y="2303240"/>
              <a:ext cx="131730" cy="176212"/>
            </a:xfrm>
            <a:custGeom>
              <a:avLst/>
              <a:gdLst>
                <a:gd name="connsiteX0" fmla="*/ 81248 w 131730"/>
                <a:gd name="connsiteY0" fmla="*/ 176213 h 176212"/>
                <a:gd name="connsiteX1" fmla="*/ 40767 w 131730"/>
                <a:gd name="connsiteY1" fmla="*/ 120491 h 176212"/>
                <a:gd name="connsiteX2" fmla="*/ 40767 w 131730"/>
                <a:gd name="connsiteY2" fmla="*/ 176213 h 176212"/>
                <a:gd name="connsiteX3" fmla="*/ 0 w 131730"/>
                <a:gd name="connsiteY3" fmla="*/ 176213 h 176212"/>
                <a:gd name="connsiteX4" fmla="*/ 0 w 131730"/>
                <a:gd name="connsiteY4" fmla="*/ 0 h 176212"/>
                <a:gd name="connsiteX5" fmla="*/ 40767 w 131730"/>
                <a:gd name="connsiteY5" fmla="*/ 0 h 176212"/>
                <a:gd name="connsiteX6" fmla="*/ 40767 w 131730"/>
                <a:gd name="connsiteY6" fmla="*/ 97441 h 176212"/>
                <a:gd name="connsiteX7" fmla="*/ 80963 w 131730"/>
                <a:gd name="connsiteY7" fmla="*/ 43339 h 176212"/>
                <a:gd name="connsiteX8" fmla="*/ 131254 w 131730"/>
                <a:gd name="connsiteY8" fmla="*/ 43339 h 176212"/>
                <a:gd name="connsiteX9" fmla="*/ 76009 w 131730"/>
                <a:gd name="connsiteY9" fmla="*/ 110014 h 176212"/>
                <a:gd name="connsiteX10" fmla="*/ 131731 w 131730"/>
                <a:gd name="connsiteY10" fmla="*/ 176213 h 176212"/>
                <a:gd name="connsiteX11" fmla="*/ 81248 w 131730"/>
                <a:gd name="connsiteY11" fmla="*/ 176213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1730" h="176212">
                  <a:moveTo>
                    <a:pt x="81248" y="176213"/>
                  </a:moveTo>
                  <a:lnTo>
                    <a:pt x="40767" y="120491"/>
                  </a:lnTo>
                  <a:lnTo>
                    <a:pt x="40767" y="176213"/>
                  </a:lnTo>
                  <a:lnTo>
                    <a:pt x="0" y="176213"/>
                  </a:lnTo>
                  <a:lnTo>
                    <a:pt x="0" y="0"/>
                  </a:lnTo>
                  <a:lnTo>
                    <a:pt x="40767" y="0"/>
                  </a:lnTo>
                  <a:lnTo>
                    <a:pt x="40767" y="97441"/>
                  </a:lnTo>
                  <a:lnTo>
                    <a:pt x="80963" y="43339"/>
                  </a:lnTo>
                  <a:lnTo>
                    <a:pt x="131254" y="43339"/>
                  </a:lnTo>
                  <a:lnTo>
                    <a:pt x="76009" y="110014"/>
                  </a:lnTo>
                  <a:lnTo>
                    <a:pt x="131731" y="176213"/>
                  </a:lnTo>
                  <a:lnTo>
                    <a:pt x="81248" y="176213"/>
                  </a:lnTo>
                  <a:close/>
                </a:path>
              </a:pathLst>
            </a:custGeom>
            <a:grpFill/>
            <a:ln w="9525" cap="flat">
              <a:noFill/>
              <a:prstDash val="solid"/>
              <a:miter/>
            </a:ln>
          </p:spPr>
          <p:txBody>
            <a:bodyPr rtlCol="0" anchor="ctr"/>
            <a:lstStyle/>
            <a:p>
              <a:endParaRPr lang="fi-FI" sz="3200"/>
            </a:p>
          </p:txBody>
        </p:sp>
        <p:sp>
          <p:nvSpPr>
            <p:cNvPr id="582" name="Vapaamuotoinen: Muoto 581">
              <a:extLst>
                <a:ext uri="{FF2B5EF4-FFF2-40B4-BE49-F238E27FC236}">
                  <a16:creationId xmlns:a16="http://schemas.microsoft.com/office/drawing/2014/main" id="{550EB207-E3BA-1653-C977-378A5912A4D4}"/>
                </a:ext>
              </a:extLst>
            </p:cNvPr>
            <p:cNvSpPr/>
            <p:nvPr/>
          </p:nvSpPr>
          <p:spPr>
            <a:xfrm>
              <a:off x="4233767" y="2303240"/>
              <a:ext cx="131730" cy="176212"/>
            </a:xfrm>
            <a:custGeom>
              <a:avLst/>
              <a:gdLst>
                <a:gd name="connsiteX0" fmla="*/ 81248 w 131730"/>
                <a:gd name="connsiteY0" fmla="*/ 176213 h 176212"/>
                <a:gd name="connsiteX1" fmla="*/ 40767 w 131730"/>
                <a:gd name="connsiteY1" fmla="*/ 120491 h 176212"/>
                <a:gd name="connsiteX2" fmla="*/ 40767 w 131730"/>
                <a:gd name="connsiteY2" fmla="*/ 176213 h 176212"/>
                <a:gd name="connsiteX3" fmla="*/ 0 w 131730"/>
                <a:gd name="connsiteY3" fmla="*/ 176213 h 176212"/>
                <a:gd name="connsiteX4" fmla="*/ 0 w 131730"/>
                <a:gd name="connsiteY4" fmla="*/ 0 h 176212"/>
                <a:gd name="connsiteX5" fmla="*/ 40767 w 131730"/>
                <a:gd name="connsiteY5" fmla="*/ 0 h 176212"/>
                <a:gd name="connsiteX6" fmla="*/ 40767 w 131730"/>
                <a:gd name="connsiteY6" fmla="*/ 97441 h 176212"/>
                <a:gd name="connsiteX7" fmla="*/ 80963 w 131730"/>
                <a:gd name="connsiteY7" fmla="*/ 43339 h 176212"/>
                <a:gd name="connsiteX8" fmla="*/ 131254 w 131730"/>
                <a:gd name="connsiteY8" fmla="*/ 43339 h 176212"/>
                <a:gd name="connsiteX9" fmla="*/ 76009 w 131730"/>
                <a:gd name="connsiteY9" fmla="*/ 110014 h 176212"/>
                <a:gd name="connsiteX10" fmla="*/ 131731 w 131730"/>
                <a:gd name="connsiteY10" fmla="*/ 176213 h 176212"/>
                <a:gd name="connsiteX11" fmla="*/ 81248 w 131730"/>
                <a:gd name="connsiteY11" fmla="*/ 176213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1730" h="176212">
                  <a:moveTo>
                    <a:pt x="81248" y="176213"/>
                  </a:moveTo>
                  <a:lnTo>
                    <a:pt x="40767" y="120491"/>
                  </a:lnTo>
                  <a:lnTo>
                    <a:pt x="40767" y="176213"/>
                  </a:lnTo>
                  <a:lnTo>
                    <a:pt x="0" y="176213"/>
                  </a:lnTo>
                  <a:lnTo>
                    <a:pt x="0" y="0"/>
                  </a:lnTo>
                  <a:lnTo>
                    <a:pt x="40767" y="0"/>
                  </a:lnTo>
                  <a:lnTo>
                    <a:pt x="40767" y="97441"/>
                  </a:lnTo>
                  <a:lnTo>
                    <a:pt x="80963" y="43339"/>
                  </a:lnTo>
                  <a:lnTo>
                    <a:pt x="131254" y="43339"/>
                  </a:lnTo>
                  <a:lnTo>
                    <a:pt x="76009" y="110014"/>
                  </a:lnTo>
                  <a:lnTo>
                    <a:pt x="131731" y="176213"/>
                  </a:lnTo>
                  <a:lnTo>
                    <a:pt x="81248" y="176213"/>
                  </a:lnTo>
                  <a:close/>
                </a:path>
              </a:pathLst>
            </a:custGeom>
            <a:grpFill/>
            <a:ln w="9525" cap="flat">
              <a:noFill/>
              <a:prstDash val="solid"/>
              <a:miter/>
            </a:ln>
          </p:spPr>
          <p:txBody>
            <a:bodyPr rtlCol="0" anchor="ctr"/>
            <a:lstStyle/>
            <a:p>
              <a:endParaRPr lang="fi-FI" sz="3200"/>
            </a:p>
          </p:txBody>
        </p:sp>
        <p:sp>
          <p:nvSpPr>
            <p:cNvPr id="583" name="Vapaamuotoinen: Muoto 582">
              <a:extLst>
                <a:ext uri="{FF2B5EF4-FFF2-40B4-BE49-F238E27FC236}">
                  <a16:creationId xmlns:a16="http://schemas.microsoft.com/office/drawing/2014/main" id="{3D7AD990-8DD3-3806-9ABD-4936DCDA8F60}"/>
                </a:ext>
              </a:extLst>
            </p:cNvPr>
            <p:cNvSpPr/>
            <p:nvPr/>
          </p:nvSpPr>
          <p:spPr>
            <a:xfrm>
              <a:off x="4372927" y="2344673"/>
              <a:ext cx="138112" cy="136779"/>
            </a:xfrm>
            <a:custGeom>
              <a:avLst/>
              <a:gdLst>
                <a:gd name="connsiteX0" fmla="*/ 33433 w 138112"/>
                <a:gd name="connsiteY0" fmla="*/ 128397 h 136779"/>
                <a:gd name="connsiteX1" fmla="*/ 8954 w 138112"/>
                <a:gd name="connsiteY1" fmla="*/ 104584 h 136779"/>
                <a:gd name="connsiteX2" fmla="*/ 0 w 138112"/>
                <a:gd name="connsiteY2" fmla="*/ 68390 h 136779"/>
                <a:gd name="connsiteX3" fmla="*/ 9049 w 138112"/>
                <a:gd name="connsiteY3" fmla="*/ 32290 h 136779"/>
                <a:gd name="connsiteX4" fmla="*/ 33814 w 138112"/>
                <a:gd name="connsiteY4" fmla="*/ 8382 h 136779"/>
                <a:gd name="connsiteX5" fmla="*/ 69056 w 138112"/>
                <a:gd name="connsiteY5" fmla="*/ 0 h 136779"/>
                <a:gd name="connsiteX6" fmla="*/ 104299 w 138112"/>
                <a:gd name="connsiteY6" fmla="*/ 8382 h 136779"/>
                <a:gd name="connsiteX7" fmla="*/ 129064 w 138112"/>
                <a:gd name="connsiteY7" fmla="*/ 32290 h 136779"/>
                <a:gd name="connsiteX8" fmla="*/ 138113 w 138112"/>
                <a:gd name="connsiteY8" fmla="*/ 68390 h 136779"/>
                <a:gd name="connsiteX9" fmla="*/ 128969 w 138112"/>
                <a:gd name="connsiteY9" fmla="*/ 104489 h 136779"/>
                <a:gd name="connsiteX10" fmla="*/ 104013 w 138112"/>
                <a:gd name="connsiteY10" fmla="*/ 128397 h 136779"/>
                <a:gd name="connsiteX11" fmla="*/ 68675 w 138112"/>
                <a:gd name="connsiteY11" fmla="*/ 136779 h 136779"/>
                <a:gd name="connsiteX12" fmla="*/ 33528 w 138112"/>
                <a:gd name="connsiteY12" fmla="*/ 128397 h 136779"/>
                <a:gd name="connsiteX13" fmla="*/ 88487 w 138112"/>
                <a:gd name="connsiteY13" fmla="*/ 92964 h 136779"/>
                <a:gd name="connsiteX14" fmla="*/ 96679 w 138112"/>
                <a:gd name="connsiteY14" fmla="*/ 68390 h 136779"/>
                <a:gd name="connsiteX15" fmla="*/ 88678 w 138112"/>
                <a:gd name="connsiteY15" fmla="*/ 43910 h 136779"/>
                <a:gd name="connsiteX16" fmla="*/ 69056 w 138112"/>
                <a:gd name="connsiteY16" fmla="*/ 35338 h 136779"/>
                <a:gd name="connsiteX17" fmla="*/ 49244 w 138112"/>
                <a:gd name="connsiteY17" fmla="*/ 43815 h 136779"/>
                <a:gd name="connsiteX18" fmla="*/ 41434 w 138112"/>
                <a:gd name="connsiteY18" fmla="*/ 68485 h 136779"/>
                <a:gd name="connsiteX19" fmla="*/ 49149 w 138112"/>
                <a:gd name="connsiteY19" fmla="*/ 93059 h 136779"/>
                <a:gd name="connsiteX20" fmla="*/ 68580 w 138112"/>
                <a:gd name="connsiteY20" fmla="*/ 101632 h 136779"/>
                <a:gd name="connsiteX21" fmla="*/ 88487 w 138112"/>
                <a:gd name="connsiteY21" fmla="*/ 93059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8112" h="136779">
                  <a:moveTo>
                    <a:pt x="33433" y="128397"/>
                  </a:moveTo>
                  <a:cubicBezTo>
                    <a:pt x="23050" y="122873"/>
                    <a:pt x="14859" y="114871"/>
                    <a:pt x="8954" y="104584"/>
                  </a:cubicBezTo>
                  <a:cubicBezTo>
                    <a:pt x="3048" y="94298"/>
                    <a:pt x="0" y="82201"/>
                    <a:pt x="0" y="68390"/>
                  </a:cubicBezTo>
                  <a:cubicBezTo>
                    <a:pt x="0" y="54578"/>
                    <a:pt x="3048" y="42672"/>
                    <a:pt x="9049" y="32290"/>
                  </a:cubicBezTo>
                  <a:cubicBezTo>
                    <a:pt x="15050" y="21908"/>
                    <a:pt x="23336" y="13907"/>
                    <a:pt x="33814" y="8382"/>
                  </a:cubicBezTo>
                  <a:cubicBezTo>
                    <a:pt x="44291" y="2858"/>
                    <a:pt x="56007" y="0"/>
                    <a:pt x="69056" y="0"/>
                  </a:cubicBezTo>
                  <a:cubicBezTo>
                    <a:pt x="82106" y="0"/>
                    <a:pt x="93821" y="2762"/>
                    <a:pt x="104299" y="8382"/>
                  </a:cubicBezTo>
                  <a:cubicBezTo>
                    <a:pt x="114776" y="13907"/>
                    <a:pt x="123063" y="21908"/>
                    <a:pt x="129064" y="32290"/>
                  </a:cubicBezTo>
                  <a:cubicBezTo>
                    <a:pt x="135065" y="42672"/>
                    <a:pt x="138113" y="54673"/>
                    <a:pt x="138113" y="68390"/>
                  </a:cubicBezTo>
                  <a:cubicBezTo>
                    <a:pt x="138113" y="82106"/>
                    <a:pt x="135065" y="94107"/>
                    <a:pt x="128969" y="104489"/>
                  </a:cubicBezTo>
                  <a:cubicBezTo>
                    <a:pt x="122873" y="114871"/>
                    <a:pt x="114491" y="122873"/>
                    <a:pt x="104013" y="128397"/>
                  </a:cubicBezTo>
                  <a:cubicBezTo>
                    <a:pt x="93440" y="133922"/>
                    <a:pt x="81629" y="136779"/>
                    <a:pt x="68675" y="136779"/>
                  </a:cubicBezTo>
                  <a:cubicBezTo>
                    <a:pt x="55721" y="136779"/>
                    <a:pt x="43910" y="134017"/>
                    <a:pt x="33528" y="128397"/>
                  </a:cubicBezTo>
                  <a:close/>
                  <a:moveTo>
                    <a:pt x="88487" y="92964"/>
                  </a:moveTo>
                  <a:cubicBezTo>
                    <a:pt x="93917" y="87249"/>
                    <a:pt x="96679" y="79058"/>
                    <a:pt x="96679" y="68390"/>
                  </a:cubicBezTo>
                  <a:cubicBezTo>
                    <a:pt x="96679" y="57722"/>
                    <a:pt x="94012" y="49625"/>
                    <a:pt x="88678" y="43910"/>
                  </a:cubicBezTo>
                  <a:cubicBezTo>
                    <a:pt x="83344" y="38195"/>
                    <a:pt x="76772" y="35338"/>
                    <a:pt x="69056" y="35338"/>
                  </a:cubicBezTo>
                  <a:cubicBezTo>
                    <a:pt x="61341" y="35338"/>
                    <a:pt x="54483" y="38195"/>
                    <a:pt x="49244" y="43815"/>
                  </a:cubicBezTo>
                  <a:cubicBezTo>
                    <a:pt x="44006" y="49435"/>
                    <a:pt x="41434" y="57626"/>
                    <a:pt x="41434" y="68485"/>
                  </a:cubicBezTo>
                  <a:cubicBezTo>
                    <a:pt x="41434" y="79343"/>
                    <a:pt x="44006" y="87344"/>
                    <a:pt x="49149" y="93059"/>
                  </a:cubicBezTo>
                  <a:cubicBezTo>
                    <a:pt x="54293" y="98774"/>
                    <a:pt x="60770" y="101632"/>
                    <a:pt x="68580" y="101632"/>
                  </a:cubicBezTo>
                  <a:cubicBezTo>
                    <a:pt x="76391" y="101632"/>
                    <a:pt x="82963" y="98774"/>
                    <a:pt x="88487" y="93059"/>
                  </a:cubicBezTo>
                  <a:close/>
                </a:path>
              </a:pathLst>
            </a:custGeom>
            <a:grpFill/>
            <a:ln w="9525" cap="flat">
              <a:noFill/>
              <a:prstDash val="solid"/>
              <a:miter/>
            </a:ln>
          </p:spPr>
          <p:txBody>
            <a:bodyPr rtlCol="0" anchor="ctr"/>
            <a:lstStyle/>
            <a:p>
              <a:endParaRPr lang="fi-FI" sz="3200"/>
            </a:p>
          </p:txBody>
        </p:sp>
        <p:sp>
          <p:nvSpPr>
            <p:cNvPr id="584" name="Vapaamuotoinen: Muoto 583">
              <a:extLst>
                <a:ext uri="{FF2B5EF4-FFF2-40B4-BE49-F238E27FC236}">
                  <a16:creationId xmlns:a16="http://schemas.microsoft.com/office/drawing/2014/main" id="{DBCF0BC1-7A57-195E-E7B7-708475FA1FC3}"/>
                </a:ext>
              </a:extLst>
            </p:cNvPr>
            <p:cNvSpPr/>
            <p:nvPr/>
          </p:nvSpPr>
          <p:spPr>
            <a:xfrm>
              <a:off x="4532756" y="2345150"/>
              <a:ext cx="132111" cy="134302"/>
            </a:xfrm>
            <a:custGeom>
              <a:avLst/>
              <a:gdLst>
                <a:gd name="connsiteX0" fmla="*/ 118205 w 132111"/>
                <a:gd name="connsiteY0" fmla="*/ 15145 h 134302"/>
                <a:gd name="connsiteX1" fmla="*/ 132112 w 132111"/>
                <a:gd name="connsiteY1" fmla="*/ 56674 h 134302"/>
                <a:gd name="connsiteX2" fmla="*/ 132112 w 132111"/>
                <a:gd name="connsiteY2" fmla="*/ 134303 h 134302"/>
                <a:gd name="connsiteX3" fmla="*/ 91631 w 132111"/>
                <a:gd name="connsiteY3" fmla="*/ 134303 h 134302"/>
                <a:gd name="connsiteX4" fmla="*/ 91631 w 132111"/>
                <a:gd name="connsiteY4" fmla="*/ 62103 h 134302"/>
                <a:gd name="connsiteX5" fmla="*/ 84773 w 132111"/>
                <a:gd name="connsiteY5" fmla="*/ 41434 h 134302"/>
                <a:gd name="connsiteX6" fmla="*/ 66199 w 132111"/>
                <a:gd name="connsiteY6" fmla="*/ 34100 h 134302"/>
                <a:gd name="connsiteX7" fmla="*/ 47625 w 132111"/>
                <a:gd name="connsiteY7" fmla="*/ 41434 h 134302"/>
                <a:gd name="connsiteX8" fmla="*/ 40767 w 132111"/>
                <a:gd name="connsiteY8" fmla="*/ 62103 h 134302"/>
                <a:gd name="connsiteX9" fmla="*/ 40767 w 132111"/>
                <a:gd name="connsiteY9" fmla="*/ 134303 h 134302"/>
                <a:gd name="connsiteX10" fmla="*/ 0 w 132111"/>
                <a:gd name="connsiteY10" fmla="*/ 134303 h 134302"/>
                <a:gd name="connsiteX11" fmla="*/ 0 w 132111"/>
                <a:gd name="connsiteY11" fmla="*/ 1429 h 134302"/>
                <a:gd name="connsiteX12" fmla="*/ 40767 w 132111"/>
                <a:gd name="connsiteY12" fmla="*/ 1429 h 134302"/>
                <a:gd name="connsiteX13" fmla="*/ 40767 w 132111"/>
                <a:gd name="connsiteY13" fmla="*/ 19050 h 134302"/>
                <a:gd name="connsiteX14" fmla="*/ 57436 w 132111"/>
                <a:gd name="connsiteY14" fmla="*/ 5143 h 134302"/>
                <a:gd name="connsiteX15" fmla="*/ 80963 w 132111"/>
                <a:gd name="connsiteY15" fmla="*/ 0 h 134302"/>
                <a:gd name="connsiteX16" fmla="*/ 118205 w 132111"/>
                <a:gd name="connsiteY16" fmla="*/ 15145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34302">
                  <a:moveTo>
                    <a:pt x="118205" y="15145"/>
                  </a:moveTo>
                  <a:cubicBezTo>
                    <a:pt x="127540" y="25241"/>
                    <a:pt x="132112" y="39053"/>
                    <a:pt x="132112" y="56674"/>
                  </a:cubicBezTo>
                  <a:lnTo>
                    <a:pt x="132112" y="134303"/>
                  </a:lnTo>
                  <a:lnTo>
                    <a:pt x="91631" y="134303"/>
                  </a:lnTo>
                  <a:lnTo>
                    <a:pt x="91631" y="62103"/>
                  </a:lnTo>
                  <a:cubicBezTo>
                    <a:pt x="91631" y="53245"/>
                    <a:pt x="89345" y="46291"/>
                    <a:pt x="84773" y="41434"/>
                  </a:cubicBezTo>
                  <a:cubicBezTo>
                    <a:pt x="80201" y="36576"/>
                    <a:pt x="74009" y="34100"/>
                    <a:pt x="66199" y="34100"/>
                  </a:cubicBezTo>
                  <a:cubicBezTo>
                    <a:pt x="58388" y="34100"/>
                    <a:pt x="52197" y="36576"/>
                    <a:pt x="47625" y="41434"/>
                  </a:cubicBezTo>
                  <a:cubicBezTo>
                    <a:pt x="43053" y="46387"/>
                    <a:pt x="40767" y="53245"/>
                    <a:pt x="40767" y="62103"/>
                  </a:cubicBezTo>
                  <a:lnTo>
                    <a:pt x="40767" y="134303"/>
                  </a:lnTo>
                  <a:lnTo>
                    <a:pt x="0" y="134303"/>
                  </a:lnTo>
                  <a:lnTo>
                    <a:pt x="0" y="1429"/>
                  </a:lnTo>
                  <a:lnTo>
                    <a:pt x="40767" y="1429"/>
                  </a:lnTo>
                  <a:lnTo>
                    <a:pt x="40767" y="19050"/>
                  </a:lnTo>
                  <a:cubicBezTo>
                    <a:pt x="44863" y="13145"/>
                    <a:pt x="50483" y="8572"/>
                    <a:pt x="57436" y="5143"/>
                  </a:cubicBezTo>
                  <a:cubicBezTo>
                    <a:pt x="64389" y="1714"/>
                    <a:pt x="72295" y="0"/>
                    <a:pt x="80963" y="0"/>
                  </a:cubicBezTo>
                  <a:cubicBezTo>
                    <a:pt x="96488" y="0"/>
                    <a:pt x="108966" y="5048"/>
                    <a:pt x="118205" y="15145"/>
                  </a:cubicBezTo>
                  <a:close/>
                </a:path>
              </a:pathLst>
            </a:custGeom>
            <a:grpFill/>
            <a:ln w="9525" cap="flat">
              <a:noFill/>
              <a:prstDash val="solid"/>
              <a:miter/>
            </a:ln>
          </p:spPr>
          <p:txBody>
            <a:bodyPr rtlCol="0" anchor="ctr"/>
            <a:lstStyle/>
            <a:p>
              <a:endParaRPr lang="fi-FI" sz="3200"/>
            </a:p>
          </p:txBody>
        </p:sp>
        <p:sp>
          <p:nvSpPr>
            <p:cNvPr id="585" name="Vapaamuotoinen: Muoto 584">
              <a:extLst>
                <a:ext uri="{FF2B5EF4-FFF2-40B4-BE49-F238E27FC236}">
                  <a16:creationId xmlns:a16="http://schemas.microsoft.com/office/drawing/2014/main" id="{CD2A15AC-FBFB-81DD-8743-4D5B279E962D}"/>
                </a:ext>
              </a:extLst>
            </p:cNvPr>
            <p:cNvSpPr/>
            <p:nvPr/>
          </p:nvSpPr>
          <p:spPr>
            <a:xfrm>
              <a:off x="4692014" y="2346579"/>
              <a:ext cx="132492" cy="134302"/>
            </a:xfrm>
            <a:custGeom>
              <a:avLst/>
              <a:gdLst>
                <a:gd name="connsiteX0" fmla="*/ 132398 w 132492"/>
                <a:gd name="connsiteY0" fmla="*/ 0 h 134302"/>
                <a:gd name="connsiteX1" fmla="*/ 132398 w 132492"/>
                <a:gd name="connsiteY1" fmla="*/ 132874 h 134302"/>
                <a:gd name="connsiteX2" fmla="*/ 91631 w 132492"/>
                <a:gd name="connsiteY2" fmla="*/ 132874 h 134302"/>
                <a:gd name="connsiteX3" fmla="*/ 91631 w 132492"/>
                <a:gd name="connsiteY3" fmla="*/ 114776 h 134302"/>
                <a:gd name="connsiteX4" fmla="*/ 74867 w 132492"/>
                <a:gd name="connsiteY4" fmla="*/ 128968 h 134302"/>
                <a:gd name="connsiteX5" fmla="*/ 51435 w 132492"/>
                <a:gd name="connsiteY5" fmla="*/ 134302 h 134302"/>
                <a:gd name="connsiteX6" fmla="*/ 24479 w 132492"/>
                <a:gd name="connsiteY6" fmla="*/ 127540 h 134302"/>
                <a:gd name="connsiteX7" fmla="*/ 6382 w 132492"/>
                <a:gd name="connsiteY7" fmla="*/ 107918 h 134302"/>
                <a:gd name="connsiteX8" fmla="*/ 0 w 132492"/>
                <a:gd name="connsiteY8" fmla="*/ 77724 h 134302"/>
                <a:gd name="connsiteX9" fmla="*/ 0 w 132492"/>
                <a:gd name="connsiteY9" fmla="*/ 0 h 134302"/>
                <a:gd name="connsiteX10" fmla="*/ 40481 w 132492"/>
                <a:gd name="connsiteY10" fmla="*/ 0 h 134302"/>
                <a:gd name="connsiteX11" fmla="*/ 40481 w 132492"/>
                <a:gd name="connsiteY11" fmla="*/ 72199 h 134302"/>
                <a:gd name="connsiteX12" fmla="*/ 47435 w 132492"/>
                <a:gd name="connsiteY12" fmla="*/ 92869 h 134302"/>
                <a:gd name="connsiteX13" fmla="*/ 66008 w 132492"/>
                <a:gd name="connsiteY13" fmla="*/ 100298 h 134302"/>
                <a:gd name="connsiteX14" fmla="*/ 84868 w 132492"/>
                <a:gd name="connsiteY14" fmla="*/ 92869 h 134302"/>
                <a:gd name="connsiteX15" fmla="*/ 91726 w 132492"/>
                <a:gd name="connsiteY15" fmla="*/ 72199 h 134302"/>
                <a:gd name="connsiteX16" fmla="*/ 91726 w 132492"/>
                <a:gd name="connsiteY16" fmla="*/ 0 h 134302"/>
                <a:gd name="connsiteX17" fmla="*/ 132493 w 132492"/>
                <a:gd name="connsiteY17" fmla="*/ 0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2492" h="134302">
                  <a:moveTo>
                    <a:pt x="132398" y="0"/>
                  </a:moveTo>
                  <a:lnTo>
                    <a:pt x="132398" y="132874"/>
                  </a:lnTo>
                  <a:lnTo>
                    <a:pt x="91631" y="132874"/>
                  </a:lnTo>
                  <a:lnTo>
                    <a:pt x="91631" y="114776"/>
                  </a:lnTo>
                  <a:cubicBezTo>
                    <a:pt x="87535" y="120682"/>
                    <a:pt x="81915" y="125349"/>
                    <a:pt x="74867" y="128968"/>
                  </a:cubicBezTo>
                  <a:cubicBezTo>
                    <a:pt x="67818" y="132588"/>
                    <a:pt x="60008" y="134302"/>
                    <a:pt x="51435" y="134302"/>
                  </a:cubicBezTo>
                  <a:cubicBezTo>
                    <a:pt x="41243" y="134302"/>
                    <a:pt x="32290" y="132017"/>
                    <a:pt x="24479" y="127540"/>
                  </a:cubicBezTo>
                  <a:cubicBezTo>
                    <a:pt x="16669" y="123063"/>
                    <a:pt x="10668" y="116491"/>
                    <a:pt x="6382" y="107918"/>
                  </a:cubicBezTo>
                  <a:cubicBezTo>
                    <a:pt x="2096" y="99346"/>
                    <a:pt x="0" y="89249"/>
                    <a:pt x="0" y="77724"/>
                  </a:cubicBezTo>
                  <a:lnTo>
                    <a:pt x="0" y="0"/>
                  </a:lnTo>
                  <a:lnTo>
                    <a:pt x="40481" y="0"/>
                  </a:lnTo>
                  <a:lnTo>
                    <a:pt x="40481" y="72199"/>
                  </a:lnTo>
                  <a:cubicBezTo>
                    <a:pt x="40481" y="81058"/>
                    <a:pt x="42767" y="88011"/>
                    <a:pt x="47435" y="92869"/>
                  </a:cubicBezTo>
                  <a:cubicBezTo>
                    <a:pt x="52006" y="97822"/>
                    <a:pt x="58198" y="100298"/>
                    <a:pt x="66008" y="100298"/>
                  </a:cubicBezTo>
                  <a:cubicBezTo>
                    <a:pt x="73819" y="100298"/>
                    <a:pt x="80200" y="97822"/>
                    <a:pt x="84868" y="92869"/>
                  </a:cubicBezTo>
                  <a:cubicBezTo>
                    <a:pt x="89440" y="87916"/>
                    <a:pt x="91726" y="81058"/>
                    <a:pt x="91726" y="72199"/>
                  </a:cubicBezTo>
                  <a:lnTo>
                    <a:pt x="91726" y="0"/>
                  </a:lnTo>
                  <a:lnTo>
                    <a:pt x="132493" y="0"/>
                  </a:lnTo>
                  <a:close/>
                </a:path>
              </a:pathLst>
            </a:custGeom>
            <a:grpFill/>
            <a:ln w="9525" cap="flat">
              <a:noFill/>
              <a:prstDash val="solid"/>
              <a:miter/>
            </a:ln>
          </p:spPr>
          <p:txBody>
            <a:bodyPr rtlCol="0" anchor="ctr"/>
            <a:lstStyle/>
            <a:p>
              <a:endParaRPr lang="fi-FI" sz="3200"/>
            </a:p>
          </p:txBody>
        </p:sp>
        <p:sp>
          <p:nvSpPr>
            <p:cNvPr id="586" name="Vapaamuotoinen: Muoto 585">
              <a:extLst>
                <a:ext uri="{FF2B5EF4-FFF2-40B4-BE49-F238E27FC236}">
                  <a16:creationId xmlns:a16="http://schemas.microsoft.com/office/drawing/2014/main" id="{94DBDCE0-C007-F959-98D7-1AA95778416C}"/>
                </a:ext>
              </a:extLst>
            </p:cNvPr>
            <p:cNvSpPr/>
            <p:nvPr/>
          </p:nvSpPr>
          <p:spPr>
            <a:xfrm>
              <a:off x="4853844" y="2345054"/>
              <a:ext cx="223456" cy="134492"/>
            </a:xfrm>
            <a:custGeom>
              <a:avLst/>
              <a:gdLst>
                <a:gd name="connsiteX0" fmla="*/ 208788 w 223456"/>
                <a:gd name="connsiteY0" fmla="*/ 15145 h 134492"/>
                <a:gd name="connsiteX1" fmla="*/ 223457 w 223456"/>
                <a:gd name="connsiteY1" fmla="*/ 56864 h 134492"/>
                <a:gd name="connsiteX2" fmla="*/ 223457 w 223456"/>
                <a:gd name="connsiteY2" fmla="*/ 134493 h 134492"/>
                <a:gd name="connsiteX3" fmla="*/ 182975 w 223456"/>
                <a:gd name="connsiteY3" fmla="*/ 134493 h 134492"/>
                <a:gd name="connsiteX4" fmla="*/ 182975 w 223456"/>
                <a:gd name="connsiteY4" fmla="*/ 62294 h 134492"/>
                <a:gd name="connsiteX5" fmla="*/ 176213 w 223456"/>
                <a:gd name="connsiteY5" fmla="*/ 42386 h 134492"/>
                <a:gd name="connsiteX6" fmla="*/ 157544 w 223456"/>
                <a:gd name="connsiteY6" fmla="*/ 35338 h 134492"/>
                <a:gd name="connsiteX7" fmla="*/ 138875 w 223456"/>
                <a:gd name="connsiteY7" fmla="*/ 42386 h 134492"/>
                <a:gd name="connsiteX8" fmla="*/ 132112 w 223456"/>
                <a:gd name="connsiteY8" fmla="*/ 62294 h 134492"/>
                <a:gd name="connsiteX9" fmla="*/ 132112 w 223456"/>
                <a:gd name="connsiteY9" fmla="*/ 134493 h 134492"/>
                <a:gd name="connsiteX10" fmla="*/ 91631 w 223456"/>
                <a:gd name="connsiteY10" fmla="*/ 134493 h 134492"/>
                <a:gd name="connsiteX11" fmla="*/ 91631 w 223456"/>
                <a:gd name="connsiteY11" fmla="*/ 62294 h 134492"/>
                <a:gd name="connsiteX12" fmla="*/ 84868 w 223456"/>
                <a:gd name="connsiteY12" fmla="*/ 42386 h 134492"/>
                <a:gd name="connsiteX13" fmla="*/ 66199 w 223456"/>
                <a:gd name="connsiteY13" fmla="*/ 35338 h 134492"/>
                <a:gd name="connsiteX14" fmla="*/ 47530 w 223456"/>
                <a:gd name="connsiteY14" fmla="*/ 42386 h 134492"/>
                <a:gd name="connsiteX15" fmla="*/ 40767 w 223456"/>
                <a:gd name="connsiteY15" fmla="*/ 62294 h 134492"/>
                <a:gd name="connsiteX16" fmla="*/ 40767 w 223456"/>
                <a:gd name="connsiteY16" fmla="*/ 134493 h 134492"/>
                <a:gd name="connsiteX17" fmla="*/ 0 w 223456"/>
                <a:gd name="connsiteY17" fmla="*/ 134493 h 134492"/>
                <a:gd name="connsiteX18" fmla="*/ 0 w 223456"/>
                <a:gd name="connsiteY18" fmla="*/ 1524 h 134492"/>
                <a:gd name="connsiteX19" fmla="*/ 40767 w 223456"/>
                <a:gd name="connsiteY19" fmla="*/ 1524 h 134492"/>
                <a:gd name="connsiteX20" fmla="*/ 40767 w 223456"/>
                <a:gd name="connsiteY20" fmla="*/ 18193 h 134492"/>
                <a:gd name="connsiteX21" fmla="*/ 56960 w 223456"/>
                <a:gd name="connsiteY21" fmla="*/ 4953 h 134492"/>
                <a:gd name="connsiteX22" fmla="*/ 79629 w 223456"/>
                <a:gd name="connsiteY22" fmla="*/ 95 h 134492"/>
                <a:gd name="connsiteX23" fmla="*/ 106394 w 223456"/>
                <a:gd name="connsiteY23" fmla="*/ 6572 h 134492"/>
                <a:gd name="connsiteX24" fmla="*/ 124873 w 223456"/>
                <a:gd name="connsiteY24" fmla="*/ 24860 h 134492"/>
                <a:gd name="connsiteX25" fmla="*/ 143637 w 223456"/>
                <a:gd name="connsiteY25" fmla="*/ 6953 h 134492"/>
                <a:gd name="connsiteX26" fmla="*/ 169545 w 223456"/>
                <a:gd name="connsiteY26" fmla="*/ 0 h 134492"/>
                <a:gd name="connsiteX27" fmla="*/ 208979 w 223456"/>
                <a:gd name="connsiteY27" fmla="*/ 15049 h 134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23456" h="134492">
                  <a:moveTo>
                    <a:pt x="208788" y="15145"/>
                  </a:moveTo>
                  <a:cubicBezTo>
                    <a:pt x="218599" y="25146"/>
                    <a:pt x="223457" y="39053"/>
                    <a:pt x="223457" y="56864"/>
                  </a:cubicBezTo>
                  <a:lnTo>
                    <a:pt x="223457" y="134493"/>
                  </a:lnTo>
                  <a:lnTo>
                    <a:pt x="182975" y="134493"/>
                  </a:lnTo>
                  <a:lnTo>
                    <a:pt x="182975" y="62294"/>
                  </a:lnTo>
                  <a:cubicBezTo>
                    <a:pt x="182975" y="53721"/>
                    <a:pt x="180689" y="47054"/>
                    <a:pt x="176213" y="42386"/>
                  </a:cubicBezTo>
                  <a:cubicBezTo>
                    <a:pt x="171736" y="37719"/>
                    <a:pt x="165449" y="35338"/>
                    <a:pt x="157544" y="35338"/>
                  </a:cubicBezTo>
                  <a:cubicBezTo>
                    <a:pt x="149638" y="35338"/>
                    <a:pt x="143351" y="37719"/>
                    <a:pt x="138875" y="42386"/>
                  </a:cubicBezTo>
                  <a:cubicBezTo>
                    <a:pt x="134303" y="47054"/>
                    <a:pt x="132112" y="53721"/>
                    <a:pt x="132112" y="62294"/>
                  </a:cubicBezTo>
                  <a:lnTo>
                    <a:pt x="132112" y="134493"/>
                  </a:lnTo>
                  <a:lnTo>
                    <a:pt x="91631" y="134493"/>
                  </a:lnTo>
                  <a:lnTo>
                    <a:pt x="91631" y="62294"/>
                  </a:lnTo>
                  <a:cubicBezTo>
                    <a:pt x="91631" y="53721"/>
                    <a:pt x="89345" y="47054"/>
                    <a:pt x="84868" y="42386"/>
                  </a:cubicBezTo>
                  <a:cubicBezTo>
                    <a:pt x="80296" y="37719"/>
                    <a:pt x="74105" y="35338"/>
                    <a:pt x="66199" y="35338"/>
                  </a:cubicBezTo>
                  <a:cubicBezTo>
                    <a:pt x="58293" y="35338"/>
                    <a:pt x="52007" y="37719"/>
                    <a:pt x="47530" y="42386"/>
                  </a:cubicBezTo>
                  <a:cubicBezTo>
                    <a:pt x="43053" y="47054"/>
                    <a:pt x="40767" y="53721"/>
                    <a:pt x="40767" y="62294"/>
                  </a:cubicBezTo>
                  <a:lnTo>
                    <a:pt x="40767" y="134493"/>
                  </a:lnTo>
                  <a:lnTo>
                    <a:pt x="0" y="134493"/>
                  </a:lnTo>
                  <a:lnTo>
                    <a:pt x="0" y="1524"/>
                  </a:lnTo>
                  <a:lnTo>
                    <a:pt x="40767" y="1524"/>
                  </a:lnTo>
                  <a:lnTo>
                    <a:pt x="40767" y="18193"/>
                  </a:lnTo>
                  <a:cubicBezTo>
                    <a:pt x="44863" y="12668"/>
                    <a:pt x="50292" y="8287"/>
                    <a:pt x="56960" y="4953"/>
                  </a:cubicBezTo>
                  <a:cubicBezTo>
                    <a:pt x="63627" y="1715"/>
                    <a:pt x="71152" y="95"/>
                    <a:pt x="79629" y="95"/>
                  </a:cubicBezTo>
                  <a:cubicBezTo>
                    <a:pt x="89630" y="95"/>
                    <a:pt x="98584" y="2286"/>
                    <a:pt x="106394" y="6572"/>
                  </a:cubicBezTo>
                  <a:cubicBezTo>
                    <a:pt x="114205" y="10859"/>
                    <a:pt x="120396" y="16954"/>
                    <a:pt x="124873" y="24860"/>
                  </a:cubicBezTo>
                  <a:cubicBezTo>
                    <a:pt x="129445" y="17526"/>
                    <a:pt x="135731" y="11621"/>
                    <a:pt x="143637" y="6953"/>
                  </a:cubicBezTo>
                  <a:cubicBezTo>
                    <a:pt x="151543" y="2381"/>
                    <a:pt x="160211" y="0"/>
                    <a:pt x="169545" y="0"/>
                  </a:cubicBezTo>
                  <a:cubicBezTo>
                    <a:pt x="186023" y="0"/>
                    <a:pt x="199168" y="5048"/>
                    <a:pt x="208979" y="15049"/>
                  </a:cubicBezTo>
                  <a:close/>
                </a:path>
              </a:pathLst>
            </a:custGeom>
            <a:grpFill/>
            <a:ln w="9525" cap="flat">
              <a:noFill/>
              <a:prstDash val="solid"/>
              <a:miter/>
            </a:ln>
          </p:spPr>
          <p:txBody>
            <a:bodyPr rtlCol="0" anchor="ctr"/>
            <a:lstStyle/>
            <a:p>
              <a:endParaRPr lang="fi-FI" sz="3200"/>
            </a:p>
          </p:txBody>
        </p:sp>
        <p:sp>
          <p:nvSpPr>
            <p:cNvPr id="587" name="Vapaamuotoinen: Muoto 586">
              <a:extLst>
                <a:ext uri="{FF2B5EF4-FFF2-40B4-BE49-F238E27FC236}">
                  <a16:creationId xmlns:a16="http://schemas.microsoft.com/office/drawing/2014/main" id="{2220033B-0CB0-7738-B100-43E02D249D20}"/>
                </a:ext>
              </a:extLst>
            </p:cNvPr>
            <p:cNvSpPr/>
            <p:nvPr/>
          </p:nvSpPr>
          <p:spPr>
            <a:xfrm>
              <a:off x="5106066" y="2345054"/>
              <a:ext cx="223456" cy="134492"/>
            </a:xfrm>
            <a:custGeom>
              <a:avLst/>
              <a:gdLst>
                <a:gd name="connsiteX0" fmla="*/ 208788 w 223456"/>
                <a:gd name="connsiteY0" fmla="*/ 15145 h 134492"/>
                <a:gd name="connsiteX1" fmla="*/ 223456 w 223456"/>
                <a:gd name="connsiteY1" fmla="*/ 56864 h 134492"/>
                <a:gd name="connsiteX2" fmla="*/ 223456 w 223456"/>
                <a:gd name="connsiteY2" fmla="*/ 134493 h 134492"/>
                <a:gd name="connsiteX3" fmla="*/ 182975 w 223456"/>
                <a:gd name="connsiteY3" fmla="*/ 134493 h 134492"/>
                <a:gd name="connsiteX4" fmla="*/ 182975 w 223456"/>
                <a:gd name="connsiteY4" fmla="*/ 62294 h 134492"/>
                <a:gd name="connsiteX5" fmla="*/ 176213 w 223456"/>
                <a:gd name="connsiteY5" fmla="*/ 42386 h 134492"/>
                <a:gd name="connsiteX6" fmla="*/ 157543 w 223456"/>
                <a:gd name="connsiteY6" fmla="*/ 35338 h 134492"/>
                <a:gd name="connsiteX7" fmla="*/ 138874 w 223456"/>
                <a:gd name="connsiteY7" fmla="*/ 42386 h 134492"/>
                <a:gd name="connsiteX8" fmla="*/ 132112 w 223456"/>
                <a:gd name="connsiteY8" fmla="*/ 62294 h 134492"/>
                <a:gd name="connsiteX9" fmla="*/ 132112 w 223456"/>
                <a:gd name="connsiteY9" fmla="*/ 134493 h 134492"/>
                <a:gd name="connsiteX10" fmla="*/ 91630 w 223456"/>
                <a:gd name="connsiteY10" fmla="*/ 134493 h 134492"/>
                <a:gd name="connsiteX11" fmla="*/ 91630 w 223456"/>
                <a:gd name="connsiteY11" fmla="*/ 62294 h 134492"/>
                <a:gd name="connsiteX12" fmla="*/ 84868 w 223456"/>
                <a:gd name="connsiteY12" fmla="*/ 42386 h 134492"/>
                <a:gd name="connsiteX13" fmla="*/ 66199 w 223456"/>
                <a:gd name="connsiteY13" fmla="*/ 35338 h 134492"/>
                <a:gd name="connsiteX14" fmla="*/ 47530 w 223456"/>
                <a:gd name="connsiteY14" fmla="*/ 42386 h 134492"/>
                <a:gd name="connsiteX15" fmla="*/ 40767 w 223456"/>
                <a:gd name="connsiteY15" fmla="*/ 62294 h 134492"/>
                <a:gd name="connsiteX16" fmla="*/ 40767 w 223456"/>
                <a:gd name="connsiteY16" fmla="*/ 134493 h 134492"/>
                <a:gd name="connsiteX17" fmla="*/ 0 w 223456"/>
                <a:gd name="connsiteY17" fmla="*/ 134493 h 134492"/>
                <a:gd name="connsiteX18" fmla="*/ 0 w 223456"/>
                <a:gd name="connsiteY18" fmla="*/ 1524 h 134492"/>
                <a:gd name="connsiteX19" fmla="*/ 40767 w 223456"/>
                <a:gd name="connsiteY19" fmla="*/ 1524 h 134492"/>
                <a:gd name="connsiteX20" fmla="*/ 40767 w 223456"/>
                <a:gd name="connsiteY20" fmla="*/ 18193 h 134492"/>
                <a:gd name="connsiteX21" fmla="*/ 56959 w 223456"/>
                <a:gd name="connsiteY21" fmla="*/ 4953 h 134492"/>
                <a:gd name="connsiteX22" fmla="*/ 79629 w 223456"/>
                <a:gd name="connsiteY22" fmla="*/ 95 h 134492"/>
                <a:gd name="connsiteX23" fmla="*/ 106394 w 223456"/>
                <a:gd name="connsiteY23" fmla="*/ 6572 h 134492"/>
                <a:gd name="connsiteX24" fmla="*/ 124873 w 223456"/>
                <a:gd name="connsiteY24" fmla="*/ 24860 h 134492"/>
                <a:gd name="connsiteX25" fmla="*/ 143637 w 223456"/>
                <a:gd name="connsiteY25" fmla="*/ 6953 h 134492"/>
                <a:gd name="connsiteX26" fmla="*/ 169545 w 223456"/>
                <a:gd name="connsiteY26" fmla="*/ 0 h 134492"/>
                <a:gd name="connsiteX27" fmla="*/ 208978 w 223456"/>
                <a:gd name="connsiteY27" fmla="*/ 15049 h 134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23456" h="134492">
                  <a:moveTo>
                    <a:pt x="208788" y="15145"/>
                  </a:moveTo>
                  <a:cubicBezTo>
                    <a:pt x="218599" y="25146"/>
                    <a:pt x="223456" y="39053"/>
                    <a:pt x="223456" y="56864"/>
                  </a:cubicBezTo>
                  <a:lnTo>
                    <a:pt x="223456" y="134493"/>
                  </a:lnTo>
                  <a:lnTo>
                    <a:pt x="182975" y="134493"/>
                  </a:lnTo>
                  <a:lnTo>
                    <a:pt x="182975" y="62294"/>
                  </a:lnTo>
                  <a:cubicBezTo>
                    <a:pt x="182975" y="53721"/>
                    <a:pt x="180689" y="47054"/>
                    <a:pt x="176213" y="42386"/>
                  </a:cubicBezTo>
                  <a:cubicBezTo>
                    <a:pt x="171736" y="37719"/>
                    <a:pt x="165449" y="35338"/>
                    <a:pt x="157543" y="35338"/>
                  </a:cubicBezTo>
                  <a:cubicBezTo>
                    <a:pt x="149638" y="35338"/>
                    <a:pt x="143351" y="37719"/>
                    <a:pt x="138874" y="42386"/>
                  </a:cubicBezTo>
                  <a:cubicBezTo>
                    <a:pt x="134302" y="47054"/>
                    <a:pt x="132112" y="53721"/>
                    <a:pt x="132112" y="62294"/>
                  </a:cubicBezTo>
                  <a:lnTo>
                    <a:pt x="132112" y="134493"/>
                  </a:lnTo>
                  <a:lnTo>
                    <a:pt x="91630" y="134493"/>
                  </a:lnTo>
                  <a:lnTo>
                    <a:pt x="91630" y="62294"/>
                  </a:lnTo>
                  <a:cubicBezTo>
                    <a:pt x="91630" y="53721"/>
                    <a:pt x="89344" y="47054"/>
                    <a:pt x="84868" y="42386"/>
                  </a:cubicBezTo>
                  <a:cubicBezTo>
                    <a:pt x="80296" y="37719"/>
                    <a:pt x="74104" y="35338"/>
                    <a:pt x="66199" y="35338"/>
                  </a:cubicBezTo>
                  <a:cubicBezTo>
                    <a:pt x="58293" y="35338"/>
                    <a:pt x="52006" y="37719"/>
                    <a:pt x="47530" y="42386"/>
                  </a:cubicBezTo>
                  <a:cubicBezTo>
                    <a:pt x="43053" y="47054"/>
                    <a:pt x="40767" y="53721"/>
                    <a:pt x="40767" y="62294"/>
                  </a:cubicBezTo>
                  <a:lnTo>
                    <a:pt x="40767" y="134493"/>
                  </a:lnTo>
                  <a:lnTo>
                    <a:pt x="0" y="134493"/>
                  </a:lnTo>
                  <a:lnTo>
                    <a:pt x="0" y="1524"/>
                  </a:lnTo>
                  <a:lnTo>
                    <a:pt x="40767" y="1524"/>
                  </a:lnTo>
                  <a:lnTo>
                    <a:pt x="40767" y="18193"/>
                  </a:lnTo>
                  <a:cubicBezTo>
                    <a:pt x="44863" y="12668"/>
                    <a:pt x="50292" y="8287"/>
                    <a:pt x="56959" y="4953"/>
                  </a:cubicBezTo>
                  <a:cubicBezTo>
                    <a:pt x="63627" y="1715"/>
                    <a:pt x="71152" y="95"/>
                    <a:pt x="79629" y="95"/>
                  </a:cubicBezTo>
                  <a:cubicBezTo>
                    <a:pt x="89630" y="95"/>
                    <a:pt x="98584" y="2286"/>
                    <a:pt x="106394" y="6572"/>
                  </a:cubicBezTo>
                  <a:cubicBezTo>
                    <a:pt x="114205" y="10859"/>
                    <a:pt x="120396" y="16954"/>
                    <a:pt x="124873" y="24860"/>
                  </a:cubicBezTo>
                  <a:cubicBezTo>
                    <a:pt x="129445" y="17526"/>
                    <a:pt x="135731" y="11621"/>
                    <a:pt x="143637" y="6953"/>
                  </a:cubicBezTo>
                  <a:cubicBezTo>
                    <a:pt x="151543" y="2381"/>
                    <a:pt x="160210" y="0"/>
                    <a:pt x="169545" y="0"/>
                  </a:cubicBezTo>
                  <a:cubicBezTo>
                    <a:pt x="186023" y="0"/>
                    <a:pt x="199168" y="5048"/>
                    <a:pt x="208978" y="15049"/>
                  </a:cubicBezTo>
                  <a:close/>
                </a:path>
              </a:pathLst>
            </a:custGeom>
            <a:grpFill/>
            <a:ln w="9525" cap="flat">
              <a:noFill/>
              <a:prstDash val="solid"/>
              <a:miter/>
            </a:ln>
          </p:spPr>
          <p:txBody>
            <a:bodyPr rtlCol="0" anchor="ctr"/>
            <a:lstStyle/>
            <a:p>
              <a:endParaRPr lang="fi-FI" sz="3200"/>
            </a:p>
          </p:txBody>
        </p:sp>
        <p:sp>
          <p:nvSpPr>
            <p:cNvPr id="588" name="Vapaamuotoinen: Muoto 587">
              <a:extLst>
                <a:ext uri="{FF2B5EF4-FFF2-40B4-BE49-F238E27FC236}">
                  <a16:creationId xmlns:a16="http://schemas.microsoft.com/office/drawing/2014/main" id="{18752C50-EE1D-1668-BD43-F964BE946D08}"/>
                </a:ext>
              </a:extLst>
            </p:cNvPr>
            <p:cNvSpPr/>
            <p:nvPr/>
          </p:nvSpPr>
          <p:spPr>
            <a:xfrm>
              <a:off x="5354288" y="2288762"/>
              <a:ext cx="48291"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239" y="2096"/>
                    <a:pt x="17145" y="0"/>
                    <a:pt x="24289" y="0"/>
                  </a:cubicBezTo>
                  <a:cubicBezTo>
                    <a:pt x="31432" y="0"/>
                    <a:pt x="37052" y="2096"/>
                    <a:pt x="41529" y="6287"/>
                  </a:cubicBezTo>
                  <a:cubicBezTo>
                    <a:pt x="46006" y="10478"/>
                    <a:pt x="48292" y="15812"/>
                    <a:pt x="48292" y="22098"/>
                  </a:cubicBezTo>
                  <a:cubicBezTo>
                    <a:pt x="48292" y="28385"/>
                    <a:pt x="46006" y="33528"/>
                    <a:pt x="41529" y="37719"/>
                  </a:cubicBezTo>
                  <a:cubicBezTo>
                    <a:pt x="36957"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grpFill/>
            <a:ln w="9525" cap="flat">
              <a:noFill/>
              <a:prstDash val="solid"/>
              <a:miter/>
            </a:ln>
          </p:spPr>
          <p:txBody>
            <a:bodyPr rtlCol="0" anchor="ctr"/>
            <a:lstStyle/>
            <a:p>
              <a:endParaRPr lang="fi-FI" sz="3200"/>
            </a:p>
          </p:txBody>
        </p:sp>
        <p:sp>
          <p:nvSpPr>
            <p:cNvPr id="589" name="Vapaamuotoinen: Muoto 588">
              <a:extLst>
                <a:ext uri="{FF2B5EF4-FFF2-40B4-BE49-F238E27FC236}">
                  <a16:creationId xmlns:a16="http://schemas.microsoft.com/office/drawing/2014/main" id="{39D838EB-9E2B-0CF7-4068-FE5C3A037DDE}"/>
                </a:ext>
              </a:extLst>
            </p:cNvPr>
            <p:cNvSpPr/>
            <p:nvPr/>
          </p:nvSpPr>
          <p:spPr>
            <a:xfrm>
              <a:off x="3750183" y="2560891"/>
              <a:ext cx="135921" cy="166211"/>
            </a:xfrm>
            <a:custGeom>
              <a:avLst/>
              <a:gdLst>
                <a:gd name="connsiteX0" fmla="*/ 93821 w 135921"/>
                <a:gd name="connsiteY0" fmla="*/ 166211 h 166211"/>
                <a:gd name="connsiteX1" fmla="*/ 33337 w 135921"/>
                <a:gd name="connsiteY1" fmla="*/ 92202 h 166211"/>
                <a:gd name="connsiteX2" fmla="*/ 33337 w 135921"/>
                <a:gd name="connsiteY2" fmla="*/ 166211 h 166211"/>
                <a:gd name="connsiteX3" fmla="*/ 0 w 135921"/>
                <a:gd name="connsiteY3" fmla="*/ 166211 h 166211"/>
                <a:gd name="connsiteX4" fmla="*/ 0 w 135921"/>
                <a:gd name="connsiteY4" fmla="*/ 0 h 166211"/>
                <a:gd name="connsiteX5" fmla="*/ 33337 w 135921"/>
                <a:gd name="connsiteY5" fmla="*/ 0 h 166211"/>
                <a:gd name="connsiteX6" fmla="*/ 33337 w 135921"/>
                <a:gd name="connsiteY6" fmla="*/ 74581 h 166211"/>
                <a:gd name="connsiteX7" fmla="*/ 93821 w 135921"/>
                <a:gd name="connsiteY7" fmla="*/ 0 h 166211"/>
                <a:gd name="connsiteX8" fmla="*/ 134017 w 135921"/>
                <a:gd name="connsiteY8" fmla="*/ 0 h 166211"/>
                <a:gd name="connsiteX9" fmla="*/ 65437 w 135921"/>
                <a:gd name="connsiteY9" fmla="*/ 82391 h 166211"/>
                <a:gd name="connsiteX10" fmla="*/ 135922 w 135921"/>
                <a:gd name="connsiteY10" fmla="*/ 166211 h 166211"/>
                <a:gd name="connsiteX11" fmla="*/ 93726 w 135921"/>
                <a:gd name="connsiteY11" fmla="*/ 166211 h 166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5921" h="166211">
                  <a:moveTo>
                    <a:pt x="93821" y="166211"/>
                  </a:moveTo>
                  <a:lnTo>
                    <a:pt x="33337" y="92202"/>
                  </a:lnTo>
                  <a:lnTo>
                    <a:pt x="33337" y="166211"/>
                  </a:lnTo>
                  <a:lnTo>
                    <a:pt x="0" y="166211"/>
                  </a:lnTo>
                  <a:lnTo>
                    <a:pt x="0" y="0"/>
                  </a:lnTo>
                  <a:lnTo>
                    <a:pt x="33337" y="0"/>
                  </a:lnTo>
                  <a:lnTo>
                    <a:pt x="33337" y="74581"/>
                  </a:lnTo>
                  <a:lnTo>
                    <a:pt x="93821" y="0"/>
                  </a:lnTo>
                  <a:lnTo>
                    <a:pt x="134017" y="0"/>
                  </a:lnTo>
                  <a:lnTo>
                    <a:pt x="65437" y="82391"/>
                  </a:lnTo>
                  <a:lnTo>
                    <a:pt x="135922" y="166211"/>
                  </a:lnTo>
                  <a:lnTo>
                    <a:pt x="93726" y="166211"/>
                  </a:lnTo>
                  <a:close/>
                </a:path>
              </a:pathLst>
            </a:custGeom>
            <a:grpFill/>
            <a:ln w="9525" cap="flat">
              <a:noFill/>
              <a:prstDash val="solid"/>
              <a:miter/>
            </a:ln>
          </p:spPr>
          <p:txBody>
            <a:bodyPr rtlCol="0" anchor="ctr"/>
            <a:lstStyle/>
            <a:p>
              <a:endParaRPr lang="fi-FI" sz="3200"/>
            </a:p>
          </p:txBody>
        </p:sp>
        <p:sp>
          <p:nvSpPr>
            <p:cNvPr id="590" name="Vapaamuotoinen: Muoto 589">
              <a:extLst>
                <a:ext uri="{FF2B5EF4-FFF2-40B4-BE49-F238E27FC236}">
                  <a16:creationId xmlns:a16="http://schemas.microsoft.com/office/drawing/2014/main" id="{20CC1C6F-4B94-6376-D48A-10FF75FF9D51}"/>
                </a:ext>
              </a:extLst>
            </p:cNvPr>
            <p:cNvSpPr/>
            <p:nvPr/>
          </p:nvSpPr>
          <p:spPr>
            <a:xfrm>
              <a:off x="3892867" y="2595181"/>
              <a:ext cx="141446" cy="194310"/>
            </a:xfrm>
            <a:custGeom>
              <a:avLst/>
              <a:gdLst>
                <a:gd name="connsiteX0" fmla="*/ 141446 w 141446"/>
                <a:gd name="connsiteY0" fmla="*/ 0 h 194310"/>
                <a:gd name="connsiteX1" fmla="*/ 59817 w 141446"/>
                <a:gd name="connsiteY1" fmla="*/ 194310 h 194310"/>
                <a:gd name="connsiteX2" fmla="*/ 24289 w 141446"/>
                <a:gd name="connsiteY2" fmla="*/ 194310 h 194310"/>
                <a:gd name="connsiteX3" fmla="*/ 52864 w 141446"/>
                <a:gd name="connsiteY3" fmla="*/ 128588 h 194310"/>
                <a:gd name="connsiteX4" fmla="*/ 0 w 141446"/>
                <a:gd name="connsiteY4" fmla="*/ 0 h 194310"/>
                <a:gd name="connsiteX5" fmla="*/ 37338 w 141446"/>
                <a:gd name="connsiteY5" fmla="*/ 0 h 194310"/>
                <a:gd name="connsiteX6" fmla="*/ 71438 w 141446"/>
                <a:gd name="connsiteY6" fmla="*/ 92202 h 194310"/>
                <a:gd name="connsiteX7" fmla="*/ 105918 w 141446"/>
                <a:gd name="connsiteY7" fmla="*/ 0 h 194310"/>
                <a:gd name="connsiteX8" fmla="*/ 141351 w 141446"/>
                <a:gd name="connsiteY8" fmla="*/ 0 h 194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446" h="194310">
                  <a:moveTo>
                    <a:pt x="141446" y="0"/>
                  </a:moveTo>
                  <a:lnTo>
                    <a:pt x="59817" y="194310"/>
                  </a:lnTo>
                  <a:lnTo>
                    <a:pt x="24289" y="194310"/>
                  </a:lnTo>
                  <a:lnTo>
                    <a:pt x="52864" y="128588"/>
                  </a:lnTo>
                  <a:lnTo>
                    <a:pt x="0" y="0"/>
                  </a:lnTo>
                  <a:lnTo>
                    <a:pt x="37338" y="0"/>
                  </a:lnTo>
                  <a:lnTo>
                    <a:pt x="71438" y="92202"/>
                  </a:lnTo>
                  <a:lnTo>
                    <a:pt x="105918" y="0"/>
                  </a:lnTo>
                  <a:lnTo>
                    <a:pt x="141351" y="0"/>
                  </a:lnTo>
                  <a:close/>
                </a:path>
              </a:pathLst>
            </a:custGeom>
            <a:grpFill/>
            <a:ln w="9525" cap="flat">
              <a:noFill/>
              <a:prstDash val="solid"/>
              <a:miter/>
            </a:ln>
          </p:spPr>
          <p:txBody>
            <a:bodyPr rtlCol="0" anchor="ctr"/>
            <a:lstStyle/>
            <a:p>
              <a:endParaRPr lang="fi-FI" sz="3200"/>
            </a:p>
          </p:txBody>
        </p:sp>
        <p:sp>
          <p:nvSpPr>
            <p:cNvPr id="591" name="Vapaamuotoinen: Muoto 590">
              <a:extLst>
                <a:ext uri="{FF2B5EF4-FFF2-40B4-BE49-F238E27FC236}">
                  <a16:creationId xmlns:a16="http://schemas.microsoft.com/office/drawing/2014/main" id="{FD03BCE8-AF71-D3CE-E7E3-1216B63EE7CA}"/>
                </a:ext>
              </a:extLst>
            </p:cNvPr>
            <p:cNvSpPr/>
            <p:nvPr/>
          </p:nvSpPr>
          <p:spPr>
            <a:xfrm>
              <a:off x="4052220" y="2593371"/>
              <a:ext cx="73818" cy="133731"/>
            </a:xfrm>
            <a:custGeom>
              <a:avLst/>
              <a:gdLst>
                <a:gd name="connsiteX0" fmla="*/ 50101 w 73818"/>
                <a:gd name="connsiteY0" fmla="*/ 5905 h 133731"/>
                <a:gd name="connsiteX1" fmla="*/ 73819 w 73818"/>
                <a:gd name="connsiteY1" fmla="*/ 0 h 133731"/>
                <a:gd name="connsiteX2" fmla="*/ 73819 w 73818"/>
                <a:gd name="connsiteY2" fmla="*/ 34957 h 133731"/>
                <a:gd name="connsiteX3" fmla="*/ 65056 w 73818"/>
                <a:gd name="connsiteY3" fmla="*/ 34957 h 133731"/>
                <a:gd name="connsiteX4" fmla="*/ 41339 w 73818"/>
                <a:gd name="connsiteY4" fmla="*/ 42291 h 133731"/>
                <a:gd name="connsiteX5" fmla="*/ 33338 w 73818"/>
                <a:gd name="connsiteY5" fmla="*/ 68008 h 133731"/>
                <a:gd name="connsiteX6" fmla="*/ 33338 w 73818"/>
                <a:gd name="connsiteY6" fmla="*/ 133731 h 133731"/>
                <a:gd name="connsiteX7" fmla="*/ 0 w 73818"/>
                <a:gd name="connsiteY7" fmla="*/ 133731 h 133731"/>
                <a:gd name="connsiteX8" fmla="*/ 0 w 73818"/>
                <a:gd name="connsiteY8" fmla="*/ 1810 h 133731"/>
                <a:gd name="connsiteX9" fmla="*/ 33338 w 73818"/>
                <a:gd name="connsiteY9" fmla="*/ 1810 h 133731"/>
                <a:gd name="connsiteX10" fmla="*/ 33338 w 73818"/>
                <a:gd name="connsiteY10" fmla="*/ 22289 h 133731"/>
                <a:gd name="connsiteX11" fmla="*/ 50101 w 73818"/>
                <a:gd name="connsiteY11" fmla="*/ 5905 h 13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3818" h="133731">
                  <a:moveTo>
                    <a:pt x="50101" y="5905"/>
                  </a:moveTo>
                  <a:cubicBezTo>
                    <a:pt x="57055" y="1905"/>
                    <a:pt x="64865" y="0"/>
                    <a:pt x="73819" y="0"/>
                  </a:cubicBezTo>
                  <a:lnTo>
                    <a:pt x="73819" y="34957"/>
                  </a:lnTo>
                  <a:lnTo>
                    <a:pt x="65056" y="34957"/>
                  </a:lnTo>
                  <a:cubicBezTo>
                    <a:pt x="54578" y="34957"/>
                    <a:pt x="46673" y="37433"/>
                    <a:pt x="41339" y="42291"/>
                  </a:cubicBezTo>
                  <a:cubicBezTo>
                    <a:pt x="36004" y="47244"/>
                    <a:pt x="33338" y="55817"/>
                    <a:pt x="33338" y="68008"/>
                  </a:cubicBezTo>
                  <a:lnTo>
                    <a:pt x="33338" y="133731"/>
                  </a:lnTo>
                  <a:lnTo>
                    <a:pt x="0" y="133731"/>
                  </a:lnTo>
                  <a:lnTo>
                    <a:pt x="0" y="1810"/>
                  </a:lnTo>
                  <a:lnTo>
                    <a:pt x="33338" y="1810"/>
                  </a:lnTo>
                  <a:lnTo>
                    <a:pt x="33338" y="22289"/>
                  </a:lnTo>
                  <a:cubicBezTo>
                    <a:pt x="37624" y="15335"/>
                    <a:pt x="43244" y="9811"/>
                    <a:pt x="50101" y="5905"/>
                  </a:cubicBezTo>
                  <a:close/>
                </a:path>
              </a:pathLst>
            </a:custGeom>
            <a:grpFill/>
            <a:ln w="9525" cap="flat">
              <a:noFill/>
              <a:prstDash val="solid"/>
              <a:miter/>
            </a:ln>
          </p:spPr>
          <p:txBody>
            <a:bodyPr rtlCol="0" anchor="ctr"/>
            <a:lstStyle/>
            <a:p>
              <a:endParaRPr lang="fi-FI" sz="3200"/>
            </a:p>
          </p:txBody>
        </p:sp>
        <p:sp>
          <p:nvSpPr>
            <p:cNvPr id="592" name="Vapaamuotoinen: Muoto 591">
              <a:extLst>
                <a:ext uri="{FF2B5EF4-FFF2-40B4-BE49-F238E27FC236}">
                  <a16:creationId xmlns:a16="http://schemas.microsoft.com/office/drawing/2014/main" id="{5B6DA16F-A0CB-B386-6802-04ED81789122}"/>
                </a:ext>
              </a:extLst>
            </p:cNvPr>
            <p:cNvSpPr/>
            <p:nvPr/>
          </p:nvSpPr>
          <p:spPr>
            <a:xfrm>
              <a:off x="4148328" y="2550890"/>
              <a:ext cx="121443" cy="176212"/>
            </a:xfrm>
            <a:custGeom>
              <a:avLst/>
              <a:gdLst>
                <a:gd name="connsiteX0" fmla="*/ 78105 w 121443"/>
                <a:gd name="connsiteY0" fmla="*/ 176213 h 176212"/>
                <a:gd name="connsiteX1" fmla="*/ 33338 w 121443"/>
                <a:gd name="connsiteY1" fmla="*/ 120015 h 176212"/>
                <a:gd name="connsiteX2" fmla="*/ 33338 w 121443"/>
                <a:gd name="connsiteY2" fmla="*/ 176213 h 176212"/>
                <a:gd name="connsiteX3" fmla="*/ 0 w 121443"/>
                <a:gd name="connsiteY3" fmla="*/ 176213 h 176212"/>
                <a:gd name="connsiteX4" fmla="*/ 0 w 121443"/>
                <a:gd name="connsiteY4" fmla="*/ 0 h 176212"/>
                <a:gd name="connsiteX5" fmla="*/ 33338 w 121443"/>
                <a:gd name="connsiteY5" fmla="*/ 0 h 176212"/>
                <a:gd name="connsiteX6" fmla="*/ 33338 w 121443"/>
                <a:gd name="connsiteY6" fmla="*/ 100203 h 176212"/>
                <a:gd name="connsiteX7" fmla="*/ 77629 w 121443"/>
                <a:gd name="connsiteY7" fmla="*/ 44196 h 176212"/>
                <a:gd name="connsiteX8" fmla="*/ 120968 w 121443"/>
                <a:gd name="connsiteY8" fmla="*/ 44196 h 176212"/>
                <a:gd name="connsiteX9" fmla="*/ 62865 w 121443"/>
                <a:gd name="connsiteY9" fmla="*/ 110395 h 176212"/>
                <a:gd name="connsiteX10" fmla="*/ 121444 w 121443"/>
                <a:gd name="connsiteY10" fmla="*/ 176117 h 176212"/>
                <a:gd name="connsiteX11" fmla="*/ 78105 w 121443"/>
                <a:gd name="connsiteY11" fmla="*/ 176117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443" h="176212">
                  <a:moveTo>
                    <a:pt x="78105" y="176213"/>
                  </a:moveTo>
                  <a:lnTo>
                    <a:pt x="33338" y="120015"/>
                  </a:lnTo>
                  <a:lnTo>
                    <a:pt x="33338" y="176213"/>
                  </a:lnTo>
                  <a:lnTo>
                    <a:pt x="0" y="176213"/>
                  </a:lnTo>
                  <a:lnTo>
                    <a:pt x="0" y="0"/>
                  </a:lnTo>
                  <a:lnTo>
                    <a:pt x="33338" y="0"/>
                  </a:lnTo>
                  <a:lnTo>
                    <a:pt x="33338" y="100203"/>
                  </a:lnTo>
                  <a:lnTo>
                    <a:pt x="77629" y="44196"/>
                  </a:lnTo>
                  <a:lnTo>
                    <a:pt x="120968" y="44196"/>
                  </a:lnTo>
                  <a:lnTo>
                    <a:pt x="62865" y="110395"/>
                  </a:lnTo>
                  <a:lnTo>
                    <a:pt x="121444" y="176117"/>
                  </a:lnTo>
                  <a:lnTo>
                    <a:pt x="78105" y="176117"/>
                  </a:lnTo>
                  <a:close/>
                </a:path>
              </a:pathLst>
            </a:custGeom>
            <a:grpFill/>
            <a:ln w="9525" cap="flat">
              <a:noFill/>
              <a:prstDash val="solid"/>
              <a:miter/>
            </a:ln>
          </p:spPr>
          <p:txBody>
            <a:bodyPr rtlCol="0" anchor="ctr"/>
            <a:lstStyle/>
            <a:p>
              <a:endParaRPr lang="fi-FI" sz="3200"/>
            </a:p>
          </p:txBody>
        </p:sp>
        <p:sp>
          <p:nvSpPr>
            <p:cNvPr id="593" name="Vapaamuotoinen: Muoto 592">
              <a:extLst>
                <a:ext uri="{FF2B5EF4-FFF2-40B4-BE49-F238E27FC236}">
                  <a16:creationId xmlns:a16="http://schemas.microsoft.com/office/drawing/2014/main" id="{809EB763-CFEE-E298-8219-C399322F0897}"/>
                </a:ext>
              </a:extLst>
            </p:cNvPr>
            <p:cNvSpPr/>
            <p:nvPr/>
          </p:nvSpPr>
          <p:spPr>
            <a:xfrm>
              <a:off x="4280249" y="2593086"/>
              <a:ext cx="109346" cy="136302"/>
            </a:xfrm>
            <a:custGeom>
              <a:avLst/>
              <a:gdLst>
                <a:gd name="connsiteX0" fmla="*/ 28575 w 109346"/>
                <a:gd name="connsiteY0" fmla="*/ 130302 h 136302"/>
                <a:gd name="connsiteX1" fmla="*/ 8192 w 109346"/>
                <a:gd name="connsiteY1" fmla="*/ 114490 h 136302"/>
                <a:gd name="connsiteX2" fmla="*/ 0 w 109346"/>
                <a:gd name="connsiteY2" fmla="*/ 92297 h 136302"/>
                <a:gd name="connsiteX3" fmla="*/ 33528 w 109346"/>
                <a:gd name="connsiteY3" fmla="*/ 92297 h 136302"/>
                <a:gd name="connsiteX4" fmla="*/ 41053 w 109346"/>
                <a:gd name="connsiteY4" fmla="*/ 104965 h 136302"/>
                <a:gd name="connsiteX5" fmla="*/ 57341 w 109346"/>
                <a:gd name="connsiteY5" fmla="*/ 110014 h 136302"/>
                <a:gd name="connsiteX6" fmla="*/ 72199 w 109346"/>
                <a:gd name="connsiteY6" fmla="*/ 106204 h 136302"/>
                <a:gd name="connsiteX7" fmla="*/ 77534 w 109346"/>
                <a:gd name="connsiteY7" fmla="*/ 96393 h 136302"/>
                <a:gd name="connsiteX8" fmla="*/ 70961 w 109346"/>
                <a:gd name="connsiteY8" fmla="*/ 86773 h 136302"/>
                <a:gd name="connsiteX9" fmla="*/ 50102 w 109346"/>
                <a:gd name="connsiteY9" fmla="*/ 79724 h 136302"/>
                <a:gd name="connsiteX10" fmla="*/ 25908 w 109346"/>
                <a:gd name="connsiteY10" fmla="*/ 72295 h 136302"/>
                <a:gd name="connsiteX11" fmla="*/ 9716 w 109346"/>
                <a:gd name="connsiteY11" fmla="*/ 60674 h 136302"/>
                <a:gd name="connsiteX12" fmla="*/ 2953 w 109346"/>
                <a:gd name="connsiteY12" fmla="*/ 39529 h 136302"/>
                <a:gd name="connsiteX13" fmla="*/ 9239 w 109346"/>
                <a:gd name="connsiteY13" fmla="*/ 19526 h 136302"/>
                <a:gd name="connsiteX14" fmla="*/ 27337 w 109346"/>
                <a:gd name="connsiteY14" fmla="*/ 5239 h 136302"/>
                <a:gd name="connsiteX15" fmla="*/ 55055 w 109346"/>
                <a:gd name="connsiteY15" fmla="*/ 0 h 136302"/>
                <a:gd name="connsiteX16" fmla="*/ 92678 w 109346"/>
                <a:gd name="connsiteY16" fmla="*/ 11811 h 136302"/>
                <a:gd name="connsiteX17" fmla="*/ 108109 w 109346"/>
                <a:gd name="connsiteY17" fmla="*/ 43624 h 136302"/>
                <a:gd name="connsiteX18" fmla="*/ 76200 w 109346"/>
                <a:gd name="connsiteY18" fmla="*/ 43624 h 136302"/>
                <a:gd name="connsiteX19" fmla="*/ 69628 w 109346"/>
                <a:gd name="connsiteY19" fmla="*/ 31147 h 136302"/>
                <a:gd name="connsiteX20" fmla="*/ 54007 w 109346"/>
                <a:gd name="connsiteY20" fmla="*/ 26479 h 136302"/>
                <a:gd name="connsiteX21" fmla="*/ 40100 w 109346"/>
                <a:gd name="connsiteY21" fmla="*/ 29813 h 136302"/>
                <a:gd name="connsiteX22" fmla="*/ 35243 w 109346"/>
                <a:gd name="connsiteY22" fmla="*/ 39052 h 136302"/>
                <a:gd name="connsiteX23" fmla="*/ 41910 w 109346"/>
                <a:gd name="connsiteY23" fmla="*/ 49149 h 136302"/>
                <a:gd name="connsiteX24" fmla="*/ 62675 w 109346"/>
                <a:gd name="connsiteY24" fmla="*/ 56197 h 136302"/>
                <a:gd name="connsiteX25" fmla="*/ 86201 w 109346"/>
                <a:gd name="connsiteY25" fmla="*/ 63627 h 136302"/>
                <a:gd name="connsiteX26" fmla="*/ 102299 w 109346"/>
                <a:gd name="connsiteY26" fmla="*/ 75438 h 136302"/>
                <a:gd name="connsiteX27" fmla="*/ 109347 w 109346"/>
                <a:gd name="connsiteY27" fmla="*/ 96488 h 136302"/>
                <a:gd name="connsiteX28" fmla="*/ 103061 w 109346"/>
                <a:gd name="connsiteY28" fmla="*/ 116967 h 136302"/>
                <a:gd name="connsiteX29" fmla="*/ 84963 w 109346"/>
                <a:gd name="connsiteY29" fmla="*/ 131159 h 136302"/>
                <a:gd name="connsiteX30" fmla="*/ 57436 w 109346"/>
                <a:gd name="connsiteY30" fmla="*/ 136303 h 136302"/>
                <a:gd name="connsiteX31" fmla="*/ 28384 w 109346"/>
                <a:gd name="connsiteY31" fmla="*/ 130492 h 13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9346" h="136302">
                  <a:moveTo>
                    <a:pt x="28575" y="130302"/>
                  </a:moveTo>
                  <a:cubicBezTo>
                    <a:pt x="20003" y="126397"/>
                    <a:pt x="13240" y="121158"/>
                    <a:pt x="8192" y="114490"/>
                  </a:cubicBezTo>
                  <a:cubicBezTo>
                    <a:pt x="3143" y="107823"/>
                    <a:pt x="476" y="100489"/>
                    <a:pt x="0" y="92297"/>
                  </a:cubicBezTo>
                  <a:lnTo>
                    <a:pt x="33528" y="92297"/>
                  </a:lnTo>
                  <a:cubicBezTo>
                    <a:pt x="34195" y="97345"/>
                    <a:pt x="36671" y="101632"/>
                    <a:pt x="41053" y="104965"/>
                  </a:cubicBezTo>
                  <a:cubicBezTo>
                    <a:pt x="45434" y="108299"/>
                    <a:pt x="50864" y="110014"/>
                    <a:pt x="57341" y="110014"/>
                  </a:cubicBezTo>
                  <a:cubicBezTo>
                    <a:pt x="63818" y="110014"/>
                    <a:pt x="68675" y="108775"/>
                    <a:pt x="72199" y="106204"/>
                  </a:cubicBezTo>
                  <a:cubicBezTo>
                    <a:pt x="75724" y="103632"/>
                    <a:pt x="77534" y="100393"/>
                    <a:pt x="77534" y="96393"/>
                  </a:cubicBezTo>
                  <a:cubicBezTo>
                    <a:pt x="77534" y="92107"/>
                    <a:pt x="75343" y="88868"/>
                    <a:pt x="70961" y="86773"/>
                  </a:cubicBezTo>
                  <a:cubicBezTo>
                    <a:pt x="66580" y="84582"/>
                    <a:pt x="59627" y="82296"/>
                    <a:pt x="50102" y="79724"/>
                  </a:cubicBezTo>
                  <a:cubicBezTo>
                    <a:pt x="40291" y="77343"/>
                    <a:pt x="32195" y="74866"/>
                    <a:pt x="25908" y="72295"/>
                  </a:cubicBezTo>
                  <a:cubicBezTo>
                    <a:pt x="19622" y="69723"/>
                    <a:pt x="14288" y="65913"/>
                    <a:pt x="9716" y="60674"/>
                  </a:cubicBezTo>
                  <a:cubicBezTo>
                    <a:pt x="5144" y="55435"/>
                    <a:pt x="2953" y="48387"/>
                    <a:pt x="2953" y="39529"/>
                  </a:cubicBezTo>
                  <a:cubicBezTo>
                    <a:pt x="2953" y="32194"/>
                    <a:pt x="5048" y="25527"/>
                    <a:pt x="9239" y="19526"/>
                  </a:cubicBezTo>
                  <a:cubicBezTo>
                    <a:pt x="13430" y="13525"/>
                    <a:pt x="19526" y="8763"/>
                    <a:pt x="27337" y="5239"/>
                  </a:cubicBezTo>
                  <a:cubicBezTo>
                    <a:pt x="35147" y="1714"/>
                    <a:pt x="44387" y="0"/>
                    <a:pt x="55055" y="0"/>
                  </a:cubicBezTo>
                  <a:cubicBezTo>
                    <a:pt x="70771" y="0"/>
                    <a:pt x="83344" y="3905"/>
                    <a:pt x="92678" y="11811"/>
                  </a:cubicBezTo>
                  <a:cubicBezTo>
                    <a:pt x="102013" y="19621"/>
                    <a:pt x="107156" y="30289"/>
                    <a:pt x="108109" y="43624"/>
                  </a:cubicBezTo>
                  <a:lnTo>
                    <a:pt x="76200" y="43624"/>
                  </a:lnTo>
                  <a:cubicBezTo>
                    <a:pt x="75724" y="38386"/>
                    <a:pt x="73533" y="34195"/>
                    <a:pt x="69628" y="31147"/>
                  </a:cubicBezTo>
                  <a:cubicBezTo>
                    <a:pt x="65722" y="28099"/>
                    <a:pt x="60579" y="26479"/>
                    <a:pt x="54007" y="26479"/>
                  </a:cubicBezTo>
                  <a:cubicBezTo>
                    <a:pt x="48006" y="26479"/>
                    <a:pt x="43339" y="27622"/>
                    <a:pt x="40100" y="29813"/>
                  </a:cubicBezTo>
                  <a:cubicBezTo>
                    <a:pt x="36862" y="32004"/>
                    <a:pt x="35243" y="35147"/>
                    <a:pt x="35243" y="39052"/>
                  </a:cubicBezTo>
                  <a:cubicBezTo>
                    <a:pt x="35243" y="43529"/>
                    <a:pt x="37433" y="46863"/>
                    <a:pt x="41910" y="49149"/>
                  </a:cubicBezTo>
                  <a:cubicBezTo>
                    <a:pt x="46387" y="51435"/>
                    <a:pt x="53245" y="53816"/>
                    <a:pt x="62675" y="56197"/>
                  </a:cubicBezTo>
                  <a:cubicBezTo>
                    <a:pt x="72199" y="58579"/>
                    <a:pt x="80010" y="61055"/>
                    <a:pt x="86201" y="63627"/>
                  </a:cubicBezTo>
                  <a:cubicBezTo>
                    <a:pt x="92393" y="66199"/>
                    <a:pt x="97726" y="70104"/>
                    <a:pt x="102299" y="75438"/>
                  </a:cubicBezTo>
                  <a:cubicBezTo>
                    <a:pt x="106775" y="80772"/>
                    <a:pt x="109157" y="87820"/>
                    <a:pt x="109347" y="96488"/>
                  </a:cubicBezTo>
                  <a:cubicBezTo>
                    <a:pt x="109347" y="104108"/>
                    <a:pt x="107251" y="110966"/>
                    <a:pt x="103061" y="116967"/>
                  </a:cubicBezTo>
                  <a:cubicBezTo>
                    <a:pt x="98870" y="122968"/>
                    <a:pt x="92869" y="127730"/>
                    <a:pt x="84963" y="131159"/>
                  </a:cubicBezTo>
                  <a:cubicBezTo>
                    <a:pt x="77057" y="134588"/>
                    <a:pt x="67913" y="136303"/>
                    <a:pt x="57436" y="136303"/>
                  </a:cubicBezTo>
                  <a:cubicBezTo>
                    <a:pt x="46958" y="136303"/>
                    <a:pt x="36957" y="134302"/>
                    <a:pt x="28384" y="130492"/>
                  </a:cubicBezTo>
                  <a:close/>
                </a:path>
              </a:pathLst>
            </a:custGeom>
            <a:grpFill/>
            <a:ln w="9525" cap="flat">
              <a:noFill/>
              <a:prstDash val="solid"/>
              <a:miter/>
            </a:ln>
          </p:spPr>
          <p:txBody>
            <a:bodyPr rtlCol="0" anchor="ctr"/>
            <a:lstStyle/>
            <a:p>
              <a:endParaRPr lang="fi-FI" sz="3200"/>
            </a:p>
          </p:txBody>
        </p:sp>
        <p:sp>
          <p:nvSpPr>
            <p:cNvPr id="594" name="Vapaamuotoinen: Muoto 593">
              <a:extLst>
                <a:ext uri="{FF2B5EF4-FFF2-40B4-BE49-F238E27FC236}">
                  <a16:creationId xmlns:a16="http://schemas.microsoft.com/office/drawing/2014/main" id="{A02473BB-AFEA-AB60-A8E8-611B403FE07D}"/>
                </a:ext>
              </a:extLst>
            </p:cNvPr>
            <p:cNvSpPr/>
            <p:nvPr/>
          </p:nvSpPr>
          <p:spPr>
            <a:xfrm>
              <a:off x="4417218" y="2550890"/>
              <a:ext cx="33337" cy="176212"/>
            </a:xfrm>
            <a:custGeom>
              <a:avLst/>
              <a:gdLst>
                <a:gd name="connsiteX0" fmla="*/ 33338 w 33337"/>
                <a:gd name="connsiteY0" fmla="*/ 0 h 176212"/>
                <a:gd name="connsiteX1" fmla="*/ 33338 w 33337"/>
                <a:gd name="connsiteY1" fmla="*/ 176213 h 176212"/>
                <a:gd name="connsiteX2" fmla="*/ 0 w 33337"/>
                <a:gd name="connsiteY2" fmla="*/ 176213 h 176212"/>
                <a:gd name="connsiteX3" fmla="*/ 0 w 33337"/>
                <a:gd name="connsiteY3" fmla="*/ 0 h 176212"/>
                <a:gd name="connsiteX4" fmla="*/ 33338 w 33337"/>
                <a:gd name="connsiteY4" fmla="*/ 0 h 176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37" h="176212">
                  <a:moveTo>
                    <a:pt x="33338" y="0"/>
                  </a:moveTo>
                  <a:lnTo>
                    <a:pt x="33338" y="176213"/>
                  </a:lnTo>
                  <a:lnTo>
                    <a:pt x="0" y="176213"/>
                  </a:lnTo>
                  <a:lnTo>
                    <a:pt x="0" y="0"/>
                  </a:lnTo>
                  <a:lnTo>
                    <a:pt x="33338" y="0"/>
                  </a:lnTo>
                  <a:close/>
                </a:path>
              </a:pathLst>
            </a:custGeom>
            <a:grpFill/>
            <a:ln w="9525" cap="flat">
              <a:noFill/>
              <a:prstDash val="solid"/>
              <a:miter/>
            </a:ln>
          </p:spPr>
          <p:txBody>
            <a:bodyPr rtlCol="0" anchor="ctr"/>
            <a:lstStyle/>
            <a:p>
              <a:endParaRPr lang="fi-FI" sz="3200"/>
            </a:p>
          </p:txBody>
        </p:sp>
        <p:sp>
          <p:nvSpPr>
            <p:cNvPr id="595" name="Vapaamuotoinen: Muoto 594">
              <a:extLst>
                <a:ext uri="{FF2B5EF4-FFF2-40B4-BE49-F238E27FC236}">
                  <a16:creationId xmlns:a16="http://schemas.microsoft.com/office/drawing/2014/main" id="{B4B58FE3-E277-F980-E79F-742AE7E1AA7A}"/>
                </a:ext>
              </a:extLst>
            </p:cNvPr>
            <p:cNvSpPr/>
            <p:nvPr/>
          </p:nvSpPr>
          <p:spPr>
            <a:xfrm>
              <a:off x="4474749" y="2547842"/>
              <a:ext cx="137541" cy="181355"/>
            </a:xfrm>
            <a:custGeom>
              <a:avLst/>
              <a:gdLst>
                <a:gd name="connsiteX0" fmla="*/ 8096 w 137541"/>
                <a:gd name="connsiteY0" fmla="*/ 77343 h 181355"/>
                <a:gd name="connsiteX1" fmla="*/ 29813 w 137541"/>
                <a:gd name="connsiteY1" fmla="*/ 53531 h 181355"/>
                <a:gd name="connsiteX2" fmla="*/ 60388 w 137541"/>
                <a:gd name="connsiteY2" fmla="*/ 45148 h 181355"/>
                <a:gd name="connsiteX3" fmla="*/ 86201 w 137541"/>
                <a:gd name="connsiteY3" fmla="*/ 51054 h 181355"/>
                <a:gd name="connsiteX4" fmla="*/ 103918 w 137541"/>
                <a:gd name="connsiteY4" fmla="*/ 66104 h 181355"/>
                <a:gd name="connsiteX5" fmla="*/ 103918 w 137541"/>
                <a:gd name="connsiteY5" fmla="*/ 47244 h 181355"/>
                <a:gd name="connsiteX6" fmla="*/ 137541 w 137541"/>
                <a:gd name="connsiteY6" fmla="*/ 47244 h 181355"/>
                <a:gd name="connsiteX7" fmla="*/ 137541 w 137541"/>
                <a:gd name="connsiteY7" fmla="*/ 179165 h 181355"/>
                <a:gd name="connsiteX8" fmla="*/ 103918 w 137541"/>
                <a:gd name="connsiteY8" fmla="*/ 179165 h 181355"/>
                <a:gd name="connsiteX9" fmla="*/ 103918 w 137541"/>
                <a:gd name="connsiteY9" fmla="*/ 159925 h 181355"/>
                <a:gd name="connsiteX10" fmla="*/ 86201 w 137541"/>
                <a:gd name="connsiteY10" fmla="*/ 175260 h 181355"/>
                <a:gd name="connsiteX11" fmla="*/ 60103 w 137541"/>
                <a:gd name="connsiteY11" fmla="*/ 181356 h 181355"/>
                <a:gd name="connsiteX12" fmla="*/ 29718 w 137541"/>
                <a:gd name="connsiteY12" fmla="*/ 172784 h 181355"/>
                <a:gd name="connsiteX13" fmla="*/ 8001 w 137541"/>
                <a:gd name="connsiteY13" fmla="*/ 148590 h 181355"/>
                <a:gd name="connsiteX14" fmla="*/ 0 w 137541"/>
                <a:gd name="connsiteY14" fmla="*/ 112776 h 181355"/>
                <a:gd name="connsiteX15" fmla="*/ 8001 w 137541"/>
                <a:gd name="connsiteY15" fmla="*/ 77343 h 181355"/>
                <a:gd name="connsiteX16" fmla="*/ 99155 w 137541"/>
                <a:gd name="connsiteY16" fmla="*/ 92488 h 181355"/>
                <a:gd name="connsiteX17" fmla="*/ 86296 w 137541"/>
                <a:gd name="connsiteY17" fmla="*/ 79153 h 181355"/>
                <a:gd name="connsiteX18" fmla="*/ 68866 w 137541"/>
                <a:gd name="connsiteY18" fmla="*/ 74486 h 181355"/>
                <a:gd name="connsiteX19" fmla="*/ 51721 w 137541"/>
                <a:gd name="connsiteY19" fmla="*/ 79058 h 181355"/>
                <a:gd name="connsiteX20" fmla="*/ 38957 w 137541"/>
                <a:gd name="connsiteY20" fmla="*/ 92297 h 181355"/>
                <a:gd name="connsiteX21" fmla="*/ 34100 w 137541"/>
                <a:gd name="connsiteY21" fmla="*/ 112871 h 181355"/>
                <a:gd name="connsiteX22" fmla="*/ 38957 w 137541"/>
                <a:gd name="connsiteY22" fmla="*/ 133731 h 181355"/>
                <a:gd name="connsiteX23" fmla="*/ 51816 w 137541"/>
                <a:gd name="connsiteY23" fmla="*/ 147447 h 181355"/>
                <a:gd name="connsiteX24" fmla="*/ 68866 w 137541"/>
                <a:gd name="connsiteY24" fmla="*/ 152210 h 181355"/>
                <a:gd name="connsiteX25" fmla="*/ 86296 w 137541"/>
                <a:gd name="connsiteY25" fmla="*/ 147542 h 181355"/>
                <a:gd name="connsiteX26" fmla="*/ 99155 w 137541"/>
                <a:gd name="connsiteY26" fmla="*/ 134207 h 181355"/>
                <a:gd name="connsiteX27" fmla="*/ 103918 w 137541"/>
                <a:gd name="connsiteY27" fmla="*/ 113348 h 181355"/>
                <a:gd name="connsiteX28" fmla="*/ 99155 w 137541"/>
                <a:gd name="connsiteY28" fmla="*/ 92488 h 181355"/>
                <a:gd name="connsiteX29" fmla="*/ 40100 w 137541"/>
                <a:gd name="connsiteY29" fmla="*/ 27146 h 181355"/>
                <a:gd name="connsiteX30" fmla="*/ 35528 w 137541"/>
                <a:gd name="connsiteY30" fmla="*/ 16002 h 181355"/>
                <a:gd name="connsiteX31" fmla="*/ 40100 w 137541"/>
                <a:gd name="connsiteY31" fmla="*/ 4667 h 181355"/>
                <a:gd name="connsiteX32" fmla="*/ 51244 w 137541"/>
                <a:gd name="connsiteY32" fmla="*/ 0 h 181355"/>
                <a:gd name="connsiteX33" fmla="*/ 62579 w 137541"/>
                <a:gd name="connsiteY33" fmla="*/ 4667 h 181355"/>
                <a:gd name="connsiteX34" fmla="*/ 67246 w 137541"/>
                <a:gd name="connsiteY34" fmla="*/ 16002 h 181355"/>
                <a:gd name="connsiteX35" fmla="*/ 62579 w 137541"/>
                <a:gd name="connsiteY35" fmla="*/ 27146 h 181355"/>
                <a:gd name="connsiteX36" fmla="*/ 51244 w 137541"/>
                <a:gd name="connsiteY36" fmla="*/ 31718 h 181355"/>
                <a:gd name="connsiteX37" fmla="*/ 40100 w 137541"/>
                <a:gd name="connsiteY37" fmla="*/ 27146 h 181355"/>
                <a:gd name="connsiteX38" fmla="*/ 84106 w 137541"/>
                <a:gd name="connsiteY38" fmla="*/ 27146 h 181355"/>
                <a:gd name="connsiteX39" fmla="*/ 79534 w 137541"/>
                <a:gd name="connsiteY39" fmla="*/ 16002 h 181355"/>
                <a:gd name="connsiteX40" fmla="*/ 84106 w 137541"/>
                <a:gd name="connsiteY40" fmla="*/ 4667 h 181355"/>
                <a:gd name="connsiteX41" fmla="*/ 95250 w 137541"/>
                <a:gd name="connsiteY41" fmla="*/ 0 h 181355"/>
                <a:gd name="connsiteX42" fmla="*/ 106585 w 137541"/>
                <a:gd name="connsiteY42" fmla="*/ 4667 h 181355"/>
                <a:gd name="connsiteX43" fmla="*/ 111252 w 137541"/>
                <a:gd name="connsiteY43" fmla="*/ 16002 h 181355"/>
                <a:gd name="connsiteX44" fmla="*/ 106585 w 137541"/>
                <a:gd name="connsiteY44" fmla="*/ 27146 h 181355"/>
                <a:gd name="connsiteX45" fmla="*/ 95250 w 137541"/>
                <a:gd name="connsiteY45" fmla="*/ 31718 h 181355"/>
                <a:gd name="connsiteX46" fmla="*/ 84106 w 137541"/>
                <a:gd name="connsiteY46" fmla="*/ 27146 h 181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37541" h="181355">
                  <a:moveTo>
                    <a:pt x="8096" y="77343"/>
                  </a:moveTo>
                  <a:cubicBezTo>
                    <a:pt x="13430" y="67056"/>
                    <a:pt x="20669" y="59055"/>
                    <a:pt x="29813" y="53531"/>
                  </a:cubicBezTo>
                  <a:cubicBezTo>
                    <a:pt x="38957" y="48006"/>
                    <a:pt x="49149" y="45148"/>
                    <a:pt x="60388" y="45148"/>
                  </a:cubicBezTo>
                  <a:cubicBezTo>
                    <a:pt x="70199" y="45148"/>
                    <a:pt x="78867" y="47149"/>
                    <a:pt x="86201" y="51054"/>
                  </a:cubicBezTo>
                  <a:cubicBezTo>
                    <a:pt x="93631" y="55055"/>
                    <a:pt x="99536" y="60008"/>
                    <a:pt x="103918" y="66104"/>
                  </a:cubicBezTo>
                  <a:lnTo>
                    <a:pt x="103918" y="47244"/>
                  </a:lnTo>
                  <a:lnTo>
                    <a:pt x="137541" y="47244"/>
                  </a:lnTo>
                  <a:lnTo>
                    <a:pt x="137541" y="179165"/>
                  </a:lnTo>
                  <a:lnTo>
                    <a:pt x="103918" y="179165"/>
                  </a:lnTo>
                  <a:lnTo>
                    <a:pt x="103918" y="159925"/>
                  </a:lnTo>
                  <a:cubicBezTo>
                    <a:pt x="99631" y="166116"/>
                    <a:pt x="93726" y="171260"/>
                    <a:pt x="86201" y="175260"/>
                  </a:cubicBezTo>
                  <a:cubicBezTo>
                    <a:pt x="78677" y="179356"/>
                    <a:pt x="70009" y="181356"/>
                    <a:pt x="60103" y="181356"/>
                  </a:cubicBezTo>
                  <a:cubicBezTo>
                    <a:pt x="48958" y="181356"/>
                    <a:pt x="38862" y="178499"/>
                    <a:pt x="29718" y="172784"/>
                  </a:cubicBezTo>
                  <a:cubicBezTo>
                    <a:pt x="20574" y="167068"/>
                    <a:pt x="13335" y="158972"/>
                    <a:pt x="8001" y="148590"/>
                  </a:cubicBezTo>
                  <a:cubicBezTo>
                    <a:pt x="2667" y="138208"/>
                    <a:pt x="0" y="126206"/>
                    <a:pt x="0" y="112776"/>
                  </a:cubicBezTo>
                  <a:cubicBezTo>
                    <a:pt x="0" y="99346"/>
                    <a:pt x="2667" y="87630"/>
                    <a:pt x="8001" y="77343"/>
                  </a:cubicBezTo>
                  <a:close/>
                  <a:moveTo>
                    <a:pt x="99155" y="92488"/>
                  </a:moveTo>
                  <a:cubicBezTo>
                    <a:pt x="96012" y="86678"/>
                    <a:pt x="91726" y="82201"/>
                    <a:pt x="86296" y="79153"/>
                  </a:cubicBezTo>
                  <a:cubicBezTo>
                    <a:pt x="80867" y="76105"/>
                    <a:pt x="75057" y="74486"/>
                    <a:pt x="68866" y="74486"/>
                  </a:cubicBezTo>
                  <a:cubicBezTo>
                    <a:pt x="62675" y="74486"/>
                    <a:pt x="56959" y="76010"/>
                    <a:pt x="51721" y="79058"/>
                  </a:cubicBezTo>
                  <a:cubicBezTo>
                    <a:pt x="46482" y="82106"/>
                    <a:pt x="42196" y="86487"/>
                    <a:pt x="38957" y="92297"/>
                  </a:cubicBezTo>
                  <a:cubicBezTo>
                    <a:pt x="35719" y="98108"/>
                    <a:pt x="34100" y="104965"/>
                    <a:pt x="34100" y="112871"/>
                  </a:cubicBezTo>
                  <a:cubicBezTo>
                    <a:pt x="34100" y="120777"/>
                    <a:pt x="35719" y="127730"/>
                    <a:pt x="38957" y="133731"/>
                  </a:cubicBezTo>
                  <a:cubicBezTo>
                    <a:pt x="42196" y="139732"/>
                    <a:pt x="46482" y="144304"/>
                    <a:pt x="51816" y="147447"/>
                  </a:cubicBezTo>
                  <a:cubicBezTo>
                    <a:pt x="57150" y="150590"/>
                    <a:pt x="62770" y="152210"/>
                    <a:pt x="68866" y="152210"/>
                  </a:cubicBezTo>
                  <a:cubicBezTo>
                    <a:pt x="74962" y="152210"/>
                    <a:pt x="80867" y="150686"/>
                    <a:pt x="86296" y="147542"/>
                  </a:cubicBezTo>
                  <a:cubicBezTo>
                    <a:pt x="91726" y="144399"/>
                    <a:pt x="96012" y="140017"/>
                    <a:pt x="99155" y="134207"/>
                  </a:cubicBezTo>
                  <a:cubicBezTo>
                    <a:pt x="102298" y="128397"/>
                    <a:pt x="103918" y="121444"/>
                    <a:pt x="103918" y="113348"/>
                  </a:cubicBezTo>
                  <a:cubicBezTo>
                    <a:pt x="103918" y="105251"/>
                    <a:pt x="102298" y="98298"/>
                    <a:pt x="99155" y="92488"/>
                  </a:cubicBezTo>
                  <a:close/>
                  <a:moveTo>
                    <a:pt x="40100" y="27146"/>
                  </a:moveTo>
                  <a:cubicBezTo>
                    <a:pt x="37052" y="24098"/>
                    <a:pt x="35528" y="20383"/>
                    <a:pt x="35528" y="16002"/>
                  </a:cubicBezTo>
                  <a:cubicBezTo>
                    <a:pt x="35528" y="11620"/>
                    <a:pt x="37052" y="7810"/>
                    <a:pt x="40100" y="4667"/>
                  </a:cubicBezTo>
                  <a:cubicBezTo>
                    <a:pt x="43148" y="1524"/>
                    <a:pt x="46863" y="0"/>
                    <a:pt x="51244" y="0"/>
                  </a:cubicBezTo>
                  <a:cubicBezTo>
                    <a:pt x="55626" y="0"/>
                    <a:pt x="59436" y="1524"/>
                    <a:pt x="62579" y="4667"/>
                  </a:cubicBezTo>
                  <a:cubicBezTo>
                    <a:pt x="65723" y="7715"/>
                    <a:pt x="67246" y="11525"/>
                    <a:pt x="67246" y="16002"/>
                  </a:cubicBezTo>
                  <a:cubicBezTo>
                    <a:pt x="67246" y="20479"/>
                    <a:pt x="65723" y="24194"/>
                    <a:pt x="62579" y="27146"/>
                  </a:cubicBezTo>
                  <a:cubicBezTo>
                    <a:pt x="59531" y="30194"/>
                    <a:pt x="55721" y="31718"/>
                    <a:pt x="51244" y="31718"/>
                  </a:cubicBezTo>
                  <a:cubicBezTo>
                    <a:pt x="46768" y="31718"/>
                    <a:pt x="43053" y="30194"/>
                    <a:pt x="40100" y="27146"/>
                  </a:cubicBezTo>
                  <a:close/>
                  <a:moveTo>
                    <a:pt x="84106" y="27146"/>
                  </a:moveTo>
                  <a:cubicBezTo>
                    <a:pt x="81058" y="24098"/>
                    <a:pt x="79534" y="20383"/>
                    <a:pt x="79534" y="16002"/>
                  </a:cubicBezTo>
                  <a:cubicBezTo>
                    <a:pt x="79534" y="11620"/>
                    <a:pt x="81058" y="7810"/>
                    <a:pt x="84106" y="4667"/>
                  </a:cubicBezTo>
                  <a:cubicBezTo>
                    <a:pt x="87154" y="1524"/>
                    <a:pt x="90869" y="0"/>
                    <a:pt x="95250" y="0"/>
                  </a:cubicBezTo>
                  <a:cubicBezTo>
                    <a:pt x="99631" y="0"/>
                    <a:pt x="103442" y="1524"/>
                    <a:pt x="106585" y="4667"/>
                  </a:cubicBezTo>
                  <a:cubicBezTo>
                    <a:pt x="109728" y="7715"/>
                    <a:pt x="111252" y="11525"/>
                    <a:pt x="111252" y="16002"/>
                  </a:cubicBezTo>
                  <a:cubicBezTo>
                    <a:pt x="111252" y="20479"/>
                    <a:pt x="109728" y="24194"/>
                    <a:pt x="106585" y="27146"/>
                  </a:cubicBezTo>
                  <a:cubicBezTo>
                    <a:pt x="103537" y="30194"/>
                    <a:pt x="99727" y="31718"/>
                    <a:pt x="95250" y="31718"/>
                  </a:cubicBezTo>
                  <a:cubicBezTo>
                    <a:pt x="90773" y="31718"/>
                    <a:pt x="87058" y="30194"/>
                    <a:pt x="84106" y="27146"/>
                  </a:cubicBezTo>
                  <a:close/>
                </a:path>
              </a:pathLst>
            </a:custGeom>
            <a:grpFill/>
            <a:ln w="9525" cap="flat">
              <a:noFill/>
              <a:prstDash val="solid"/>
              <a:miter/>
            </a:ln>
          </p:spPr>
          <p:txBody>
            <a:bodyPr rtlCol="0" anchor="ctr"/>
            <a:lstStyle/>
            <a:p>
              <a:endParaRPr lang="fi-FI" sz="3200"/>
            </a:p>
          </p:txBody>
        </p:sp>
        <p:sp>
          <p:nvSpPr>
            <p:cNvPr id="596" name="Vapaamuotoinen: Muoto 595">
              <a:extLst>
                <a:ext uri="{FF2B5EF4-FFF2-40B4-BE49-F238E27FC236}">
                  <a16:creationId xmlns:a16="http://schemas.microsoft.com/office/drawing/2014/main" id="{F4EE80F3-6064-9CED-52A8-74E1335F3720}"/>
                </a:ext>
              </a:extLst>
            </p:cNvPr>
            <p:cNvSpPr/>
            <p:nvPr/>
          </p:nvSpPr>
          <p:spPr>
            <a:xfrm>
              <a:off x="4634388" y="2562510"/>
              <a:ext cx="78771" cy="164592"/>
            </a:xfrm>
            <a:custGeom>
              <a:avLst/>
              <a:gdLst>
                <a:gd name="connsiteX0" fmla="*/ 49244 w 78771"/>
                <a:gd name="connsiteY0" fmla="*/ 60103 h 164592"/>
                <a:gd name="connsiteX1" fmla="*/ 49244 w 78771"/>
                <a:gd name="connsiteY1" fmla="*/ 123920 h 164592"/>
                <a:gd name="connsiteX2" fmla="*/ 52483 w 78771"/>
                <a:gd name="connsiteY2" fmla="*/ 133540 h 164592"/>
                <a:gd name="connsiteX3" fmla="*/ 63341 w 78771"/>
                <a:gd name="connsiteY3" fmla="*/ 136493 h 164592"/>
                <a:gd name="connsiteX4" fmla="*/ 78772 w 78771"/>
                <a:gd name="connsiteY4" fmla="*/ 136493 h 164592"/>
                <a:gd name="connsiteX5" fmla="*/ 78772 w 78771"/>
                <a:gd name="connsiteY5" fmla="*/ 164592 h 164592"/>
                <a:gd name="connsiteX6" fmla="*/ 57817 w 78771"/>
                <a:gd name="connsiteY6" fmla="*/ 164592 h 164592"/>
                <a:gd name="connsiteX7" fmla="*/ 15716 w 78771"/>
                <a:gd name="connsiteY7" fmla="*/ 123634 h 164592"/>
                <a:gd name="connsiteX8" fmla="*/ 15716 w 78771"/>
                <a:gd name="connsiteY8" fmla="*/ 60008 h 164592"/>
                <a:gd name="connsiteX9" fmla="*/ 0 w 78771"/>
                <a:gd name="connsiteY9" fmla="*/ 60008 h 164592"/>
                <a:gd name="connsiteX10" fmla="*/ 0 w 78771"/>
                <a:gd name="connsiteY10" fmla="*/ 32576 h 164592"/>
                <a:gd name="connsiteX11" fmla="*/ 15716 w 78771"/>
                <a:gd name="connsiteY11" fmla="*/ 32576 h 164592"/>
                <a:gd name="connsiteX12" fmla="*/ 15716 w 78771"/>
                <a:gd name="connsiteY12" fmla="*/ 0 h 164592"/>
                <a:gd name="connsiteX13" fmla="*/ 49244 w 78771"/>
                <a:gd name="connsiteY13" fmla="*/ 0 h 164592"/>
                <a:gd name="connsiteX14" fmla="*/ 49244 w 78771"/>
                <a:gd name="connsiteY14" fmla="*/ 32576 h 164592"/>
                <a:gd name="connsiteX15" fmla="*/ 78772 w 78771"/>
                <a:gd name="connsiteY15" fmla="*/ 32576 h 164592"/>
                <a:gd name="connsiteX16" fmla="*/ 78772 w 78771"/>
                <a:gd name="connsiteY16" fmla="*/ 60008 h 164592"/>
                <a:gd name="connsiteX17" fmla="*/ 49244 w 78771"/>
                <a:gd name="connsiteY17" fmla="*/ 60008 h 164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8771" h="164592">
                  <a:moveTo>
                    <a:pt x="49244" y="60103"/>
                  </a:moveTo>
                  <a:lnTo>
                    <a:pt x="49244" y="123920"/>
                  </a:lnTo>
                  <a:cubicBezTo>
                    <a:pt x="49244" y="128397"/>
                    <a:pt x="50292" y="131540"/>
                    <a:pt x="52483" y="133540"/>
                  </a:cubicBezTo>
                  <a:cubicBezTo>
                    <a:pt x="54578" y="135541"/>
                    <a:pt x="58198" y="136493"/>
                    <a:pt x="63341" y="136493"/>
                  </a:cubicBezTo>
                  <a:lnTo>
                    <a:pt x="78772" y="136493"/>
                  </a:lnTo>
                  <a:lnTo>
                    <a:pt x="78772" y="164592"/>
                  </a:lnTo>
                  <a:lnTo>
                    <a:pt x="57817" y="164592"/>
                  </a:lnTo>
                  <a:cubicBezTo>
                    <a:pt x="29718" y="164592"/>
                    <a:pt x="15716" y="150971"/>
                    <a:pt x="15716" y="123634"/>
                  </a:cubicBezTo>
                  <a:lnTo>
                    <a:pt x="15716" y="60008"/>
                  </a:lnTo>
                  <a:lnTo>
                    <a:pt x="0" y="60008"/>
                  </a:lnTo>
                  <a:lnTo>
                    <a:pt x="0" y="32576"/>
                  </a:lnTo>
                  <a:lnTo>
                    <a:pt x="15716" y="32576"/>
                  </a:lnTo>
                  <a:lnTo>
                    <a:pt x="15716" y="0"/>
                  </a:lnTo>
                  <a:lnTo>
                    <a:pt x="49244" y="0"/>
                  </a:lnTo>
                  <a:lnTo>
                    <a:pt x="49244" y="32576"/>
                  </a:lnTo>
                  <a:lnTo>
                    <a:pt x="78772" y="32576"/>
                  </a:lnTo>
                  <a:lnTo>
                    <a:pt x="78772" y="60008"/>
                  </a:lnTo>
                  <a:lnTo>
                    <a:pt x="49244" y="60008"/>
                  </a:lnTo>
                  <a:close/>
                </a:path>
              </a:pathLst>
            </a:custGeom>
            <a:grpFill/>
            <a:ln w="9525" cap="flat">
              <a:noFill/>
              <a:prstDash val="solid"/>
              <a:miter/>
            </a:ln>
          </p:spPr>
          <p:txBody>
            <a:bodyPr rtlCol="0" anchor="ctr"/>
            <a:lstStyle/>
            <a:p>
              <a:endParaRPr lang="fi-FI" sz="3200"/>
            </a:p>
          </p:txBody>
        </p:sp>
        <p:sp>
          <p:nvSpPr>
            <p:cNvPr id="597" name="Vapaamuotoinen: Muoto 596">
              <a:extLst>
                <a:ext uri="{FF2B5EF4-FFF2-40B4-BE49-F238E27FC236}">
                  <a16:creationId xmlns:a16="http://schemas.microsoft.com/office/drawing/2014/main" id="{D0591CCA-28EF-98DD-4BB7-4BD306C7346C}"/>
                </a:ext>
              </a:extLst>
            </p:cNvPr>
            <p:cNvSpPr/>
            <p:nvPr/>
          </p:nvSpPr>
          <p:spPr>
            <a:xfrm>
              <a:off x="4726685" y="2562510"/>
              <a:ext cx="78866" cy="164592"/>
            </a:xfrm>
            <a:custGeom>
              <a:avLst/>
              <a:gdLst>
                <a:gd name="connsiteX0" fmla="*/ 49340 w 78866"/>
                <a:gd name="connsiteY0" fmla="*/ 60103 h 164592"/>
                <a:gd name="connsiteX1" fmla="*/ 49340 w 78866"/>
                <a:gd name="connsiteY1" fmla="*/ 123920 h 164592"/>
                <a:gd name="connsiteX2" fmla="*/ 52578 w 78866"/>
                <a:gd name="connsiteY2" fmla="*/ 133540 h 164592"/>
                <a:gd name="connsiteX3" fmla="*/ 63437 w 78866"/>
                <a:gd name="connsiteY3" fmla="*/ 136493 h 164592"/>
                <a:gd name="connsiteX4" fmla="*/ 78867 w 78866"/>
                <a:gd name="connsiteY4" fmla="*/ 136493 h 164592"/>
                <a:gd name="connsiteX5" fmla="*/ 78867 w 78866"/>
                <a:gd name="connsiteY5" fmla="*/ 164592 h 164592"/>
                <a:gd name="connsiteX6" fmla="*/ 57912 w 78866"/>
                <a:gd name="connsiteY6" fmla="*/ 164592 h 164592"/>
                <a:gd name="connsiteX7" fmla="*/ 15716 w 78866"/>
                <a:gd name="connsiteY7" fmla="*/ 123634 h 164592"/>
                <a:gd name="connsiteX8" fmla="*/ 15716 w 78866"/>
                <a:gd name="connsiteY8" fmla="*/ 60008 h 164592"/>
                <a:gd name="connsiteX9" fmla="*/ 0 w 78866"/>
                <a:gd name="connsiteY9" fmla="*/ 60008 h 164592"/>
                <a:gd name="connsiteX10" fmla="*/ 0 w 78866"/>
                <a:gd name="connsiteY10" fmla="*/ 32576 h 164592"/>
                <a:gd name="connsiteX11" fmla="*/ 15716 w 78866"/>
                <a:gd name="connsiteY11" fmla="*/ 32576 h 164592"/>
                <a:gd name="connsiteX12" fmla="*/ 15716 w 78866"/>
                <a:gd name="connsiteY12" fmla="*/ 0 h 164592"/>
                <a:gd name="connsiteX13" fmla="*/ 49340 w 78866"/>
                <a:gd name="connsiteY13" fmla="*/ 0 h 164592"/>
                <a:gd name="connsiteX14" fmla="*/ 49340 w 78866"/>
                <a:gd name="connsiteY14" fmla="*/ 32576 h 164592"/>
                <a:gd name="connsiteX15" fmla="*/ 78867 w 78866"/>
                <a:gd name="connsiteY15" fmla="*/ 32576 h 164592"/>
                <a:gd name="connsiteX16" fmla="*/ 78867 w 78866"/>
                <a:gd name="connsiteY16" fmla="*/ 60008 h 164592"/>
                <a:gd name="connsiteX17" fmla="*/ 49340 w 78866"/>
                <a:gd name="connsiteY17" fmla="*/ 60008 h 164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8866" h="164592">
                  <a:moveTo>
                    <a:pt x="49340" y="60103"/>
                  </a:moveTo>
                  <a:lnTo>
                    <a:pt x="49340" y="123920"/>
                  </a:lnTo>
                  <a:cubicBezTo>
                    <a:pt x="49340" y="128397"/>
                    <a:pt x="50387" y="131540"/>
                    <a:pt x="52578" y="133540"/>
                  </a:cubicBezTo>
                  <a:cubicBezTo>
                    <a:pt x="54674" y="135541"/>
                    <a:pt x="58293" y="136493"/>
                    <a:pt x="63437" y="136493"/>
                  </a:cubicBezTo>
                  <a:lnTo>
                    <a:pt x="78867" y="136493"/>
                  </a:lnTo>
                  <a:lnTo>
                    <a:pt x="78867" y="164592"/>
                  </a:lnTo>
                  <a:lnTo>
                    <a:pt x="57912" y="164592"/>
                  </a:lnTo>
                  <a:cubicBezTo>
                    <a:pt x="29813" y="164592"/>
                    <a:pt x="15716" y="150971"/>
                    <a:pt x="15716" y="123634"/>
                  </a:cubicBezTo>
                  <a:lnTo>
                    <a:pt x="15716" y="60008"/>
                  </a:lnTo>
                  <a:lnTo>
                    <a:pt x="0" y="60008"/>
                  </a:lnTo>
                  <a:lnTo>
                    <a:pt x="0" y="32576"/>
                  </a:lnTo>
                  <a:lnTo>
                    <a:pt x="15716" y="32576"/>
                  </a:lnTo>
                  <a:lnTo>
                    <a:pt x="15716" y="0"/>
                  </a:lnTo>
                  <a:lnTo>
                    <a:pt x="49340" y="0"/>
                  </a:lnTo>
                  <a:lnTo>
                    <a:pt x="49340" y="32576"/>
                  </a:lnTo>
                  <a:lnTo>
                    <a:pt x="78867" y="32576"/>
                  </a:lnTo>
                  <a:lnTo>
                    <a:pt x="78867" y="60008"/>
                  </a:lnTo>
                  <a:lnTo>
                    <a:pt x="49340" y="60008"/>
                  </a:lnTo>
                  <a:close/>
                </a:path>
              </a:pathLst>
            </a:custGeom>
            <a:grpFill/>
            <a:ln w="9525" cap="flat">
              <a:noFill/>
              <a:prstDash val="solid"/>
              <a:miter/>
            </a:ln>
          </p:spPr>
          <p:txBody>
            <a:bodyPr rtlCol="0" anchor="ctr"/>
            <a:lstStyle/>
            <a:p>
              <a:endParaRPr lang="fi-FI" sz="3200"/>
            </a:p>
          </p:txBody>
        </p:sp>
      </p:grpSp>
      <p:grpSp>
        <p:nvGrpSpPr>
          <p:cNvPr id="616" name="Ryhmä 615">
            <a:extLst>
              <a:ext uri="{FF2B5EF4-FFF2-40B4-BE49-F238E27FC236}">
                <a16:creationId xmlns:a16="http://schemas.microsoft.com/office/drawing/2014/main" id="{12842C8F-E0AA-36EF-47DD-CABF51202819}"/>
              </a:ext>
              <a:ext uri="{C183D7F6-B498-43B3-948B-1728B52AA6E4}">
                <adec:decorative xmlns:adec="http://schemas.microsoft.com/office/drawing/2017/decorative" val="1"/>
              </a:ext>
            </a:extLst>
          </p:cNvPr>
          <p:cNvGrpSpPr/>
          <p:nvPr userDrawn="1"/>
        </p:nvGrpSpPr>
        <p:grpSpPr>
          <a:xfrm>
            <a:off x="8796946" y="3752167"/>
            <a:ext cx="674078" cy="348496"/>
            <a:chOff x="4081938" y="2288762"/>
            <a:chExt cx="969454" cy="501204"/>
          </a:xfrm>
          <a:solidFill>
            <a:schemeClr val="accent3"/>
          </a:solidFill>
        </p:grpSpPr>
        <p:sp>
          <p:nvSpPr>
            <p:cNvPr id="602" name="Vapaamuotoinen: Muoto 601">
              <a:extLst>
                <a:ext uri="{FF2B5EF4-FFF2-40B4-BE49-F238E27FC236}">
                  <a16:creationId xmlns:a16="http://schemas.microsoft.com/office/drawing/2014/main" id="{A27EF7CA-EF6F-A6B0-53A1-A18E528A6961}"/>
                </a:ext>
              </a:extLst>
            </p:cNvPr>
            <p:cNvSpPr/>
            <p:nvPr/>
          </p:nvSpPr>
          <p:spPr>
            <a:xfrm>
              <a:off x="4081938" y="2309812"/>
              <a:ext cx="126015" cy="171164"/>
            </a:xfrm>
            <a:custGeom>
              <a:avLst/>
              <a:gdLst>
                <a:gd name="connsiteX0" fmla="*/ 32385 w 126015"/>
                <a:gd name="connsiteY0" fmla="*/ 165354 h 171164"/>
                <a:gd name="connsiteX1" fmla="*/ 9144 w 126015"/>
                <a:gd name="connsiteY1" fmla="*/ 147733 h 171164"/>
                <a:gd name="connsiteX2" fmla="*/ 0 w 126015"/>
                <a:gd name="connsiteY2" fmla="*/ 119634 h 171164"/>
                <a:gd name="connsiteX3" fmla="*/ 43339 w 126015"/>
                <a:gd name="connsiteY3" fmla="*/ 119634 h 171164"/>
                <a:gd name="connsiteX4" fmla="*/ 49721 w 126015"/>
                <a:gd name="connsiteY4" fmla="*/ 133826 h 171164"/>
                <a:gd name="connsiteX5" fmla="*/ 64008 w 126015"/>
                <a:gd name="connsiteY5" fmla="*/ 138684 h 171164"/>
                <a:gd name="connsiteX6" fmla="*/ 78296 w 126015"/>
                <a:gd name="connsiteY6" fmla="*/ 134493 h 171164"/>
                <a:gd name="connsiteX7" fmla="*/ 83534 w 126015"/>
                <a:gd name="connsiteY7" fmla="*/ 122968 h 171164"/>
                <a:gd name="connsiteX8" fmla="*/ 79343 w 126015"/>
                <a:gd name="connsiteY8" fmla="*/ 112681 h 171164"/>
                <a:gd name="connsiteX9" fmla="*/ 69056 w 126015"/>
                <a:gd name="connsiteY9" fmla="*/ 106013 h 171164"/>
                <a:gd name="connsiteX10" fmla="*/ 51816 w 126015"/>
                <a:gd name="connsiteY10" fmla="*/ 100108 h 171164"/>
                <a:gd name="connsiteX11" fmla="*/ 25432 w 126015"/>
                <a:gd name="connsiteY11" fmla="*/ 90107 h 171164"/>
                <a:gd name="connsiteX12" fmla="*/ 7811 w 126015"/>
                <a:gd name="connsiteY12" fmla="*/ 75343 h 171164"/>
                <a:gd name="connsiteX13" fmla="*/ 476 w 126015"/>
                <a:gd name="connsiteY13" fmla="*/ 49816 h 171164"/>
                <a:gd name="connsiteX14" fmla="*/ 17336 w 126015"/>
                <a:gd name="connsiteY14" fmla="*/ 13240 h 171164"/>
                <a:gd name="connsiteX15" fmla="*/ 61341 w 126015"/>
                <a:gd name="connsiteY15" fmla="*/ 0 h 171164"/>
                <a:gd name="connsiteX16" fmla="*/ 105823 w 126015"/>
                <a:gd name="connsiteY16" fmla="*/ 13240 h 171164"/>
                <a:gd name="connsiteX17" fmla="*/ 123920 w 126015"/>
                <a:gd name="connsiteY17" fmla="*/ 50006 h 171164"/>
                <a:gd name="connsiteX18" fmla="*/ 79915 w 126015"/>
                <a:gd name="connsiteY18" fmla="*/ 50006 h 171164"/>
                <a:gd name="connsiteX19" fmla="*/ 74009 w 126015"/>
                <a:gd name="connsiteY19" fmla="*/ 37243 h 171164"/>
                <a:gd name="connsiteX20" fmla="*/ 59912 w 126015"/>
                <a:gd name="connsiteY20" fmla="*/ 32576 h 171164"/>
                <a:gd name="connsiteX21" fmla="*/ 48006 w 126015"/>
                <a:gd name="connsiteY21" fmla="*/ 36481 h 171164"/>
                <a:gd name="connsiteX22" fmla="*/ 43434 w 126015"/>
                <a:gd name="connsiteY22" fmla="*/ 47816 h 171164"/>
                <a:gd name="connsiteX23" fmla="*/ 51054 w 126015"/>
                <a:gd name="connsiteY23" fmla="*/ 60389 h 171164"/>
                <a:gd name="connsiteX24" fmla="*/ 74867 w 126015"/>
                <a:gd name="connsiteY24" fmla="*/ 70199 h 171164"/>
                <a:gd name="connsiteX25" fmla="*/ 101156 w 126015"/>
                <a:gd name="connsiteY25" fmla="*/ 80677 h 171164"/>
                <a:gd name="connsiteX26" fmla="*/ 118682 w 126015"/>
                <a:gd name="connsiteY26" fmla="*/ 95250 h 171164"/>
                <a:gd name="connsiteX27" fmla="*/ 126016 w 126015"/>
                <a:gd name="connsiteY27" fmla="*/ 119729 h 171164"/>
                <a:gd name="connsiteX28" fmla="*/ 118777 w 126015"/>
                <a:gd name="connsiteY28" fmla="*/ 145733 h 171164"/>
                <a:gd name="connsiteX29" fmla="*/ 97727 w 126015"/>
                <a:gd name="connsiteY29" fmla="*/ 164306 h 171164"/>
                <a:gd name="connsiteX30" fmla="*/ 65056 w 126015"/>
                <a:gd name="connsiteY30" fmla="*/ 171164 h 171164"/>
                <a:gd name="connsiteX31" fmla="*/ 32194 w 126015"/>
                <a:gd name="connsiteY31" fmla="*/ 165259 h 171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6015" h="171164">
                  <a:moveTo>
                    <a:pt x="32385" y="165354"/>
                  </a:moveTo>
                  <a:cubicBezTo>
                    <a:pt x="22670" y="161354"/>
                    <a:pt x="14954" y="155543"/>
                    <a:pt x="9144" y="147733"/>
                  </a:cubicBezTo>
                  <a:cubicBezTo>
                    <a:pt x="3334" y="139922"/>
                    <a:pt x="286" y="130588"/>
                    <a:pt x="0" y="119634"/>
                  </a:cubicBezTo>
                  <a:lnTo>
                    <a:pt x="43339" y="119634"/>
                  </a:lnTo>
                  <a:cubicBezTo>
                    <a:pt x="44006" y="125825"/>
                    <a:pt x="46101" y="130588"/>
                    <a:pt x="49721" y="133826"/>
                  </a:cubicBezTo>
                  <a:cubicBezTo>
                    <a:pt x="53340" y="137065"/>
                    <a:pt x="58103" y="138684"/>
                    <a:pt x="64008" y="138684"/>
                  </a:cubicBezTo>
                  <a:cubicBezTo>
                    <a:pt x="69914" y="138684"/>
                    <a:pt x="74771" y="137255"/>
                    <a:pt x="78296" y="134493"/>
                  </a:cubicBezTo>
                  <a:cubicBezTo>
                    <a:pt x="81820" y="131731"/>
                    <a:pt x="83534" y="127826"/>
                    <a:pt x="83534" y="122968"/>
                  </a:cubicBezTo>
                  <a:cubicBezTo>
                    <a:pt x="83534" y="118872"/>
                    <a:pt x="82106" y="115443"/>
                    <a:pt x="79343" y="112681"/>
                  </a:cubicBezTo>
                  <a:cubicBezTo>
                    <a:pt x="76581" y="110014"/>
                    <a:pt x="73152" y="107728"/>
                    <a:pt x="69056" y="106013"/>
                  </a:cubicBezTo>
                  <a:cubicBezTo>
                    <a:pt x="64961" y="104299"/>
                    <a:pt x="59246" y="102299"/>
                    <a:pt x="51816" y="100108"/>
                  </a:cubicBezTo>
                  <a:cubicBezTo>
                    <a:pt x="41053" y="96774"/>
                    <a:pt x="32194" y="93440"/>
                    <a:pt x="25432" y="90107"/>
                  </a:cubicBezTo>
                  <a:cubicBezTo>
                    <a:pt x="18574" y="86773"/>
                    <a:pt x="12764" y="81820"/>
                    <a:pt x="7811" y="75343"/>
                  </a:cubicBezTo>
                  <a:cubicBezTo>
                    <a:pt x="2858" y="68866"/>
                    <a:pt x="476" y="60293"/>
                    <a:pt x="476" y="49816"/>
                  </a:cubicBezTo>
                  <a:cubicBezTo>
                    <a:pt x="476" y="34290"/>
                    <a:pt x="6096" y="22098"/>
                    <a:pt x="17336" y="13240"/>
                  </a:cubicBezTo>
                  <a:cubicBezTo>
                    <a:pt x="28575" y="4477"/>
                    <a:pt x="43339" y="0"/>
                    <a:pt x="61341" y="0"/>
                  </a:cubicBezTo>
                  <a:cubicBezTo>
                    <a:pt x="79343" y="0"/>
                    <a:pt x="94583" y="4382"/>
                    <a:pt x="105823" y="13240"/>
                  </a:cubicBezTo>
                  <a:cubicBezTo>
                    <a:pt x="117062" y="22098"/>
                    <a:pt x="123158" y="34290"/>
                    <a:pt x="123920" y="50006"/>
                  </a:cubicBezTo>
                  <a:lnTo>
                    <a:pt x="79915" y="50006"/>
                  </a:lnTo>
                  <a:cubicBezTo>
                    <a:pt x="79629" y="44577"/>
                    <a:pt x="77629" y="40386"/>
                    <a:pt x="74009" y="37243"/>
                  </a:cubicBezTo>
                  <a:cubicBezTo>
                    <a:pt x="70390" y="34195"/>
                    <a:pt x="65627" y="32576"/>
                    <a:pt x="59912" y="32576"/>
                  </a:cubicBezTo>
                  <a:cubicBezTo>
                    <a:pt x="54959" y="32576"/>
                    <a:pt x="51054" y="33909"/>
                    <a:pt x="48006" y="36481"/>
                  </a:cubicBezTo>
                  <a:cubicBezTo>
                    <a:pt x="44958" y="39053"/>
                    <a:pt x="43434" y="42863"/>
                    <a:pt x="43434" y="47816"/>
                  </a:cubicBezTo>
                  <a:cubicBezTo>
                    <a:pt x="43434" y="53245"/>
                    <a:pt x="46006" y="57436"/>
                    <a:pt x="51054" y="60389"/>
                  </a:cubicBezTo>
                  <a:cubicBezTo>
                    <a:pt x="56102" y="63341"/>
                    <a:pt x="64103" y="66675"/>
                    <a:pt x="74867" y="70199"/>
                  </a:cubicBezTo>
                  <a:cubicBezTo>
                    <a:pt x="85630" y="73819"/>
                    <a:pt x="94393" y="77343"/>
                    <a:pt x="101156" y="80677"/>
                  </a:cubicBezTo>
                  <a:cubicBezTo>
                    <a:pt x="107918" y="84011"/>
                    <a:pt x="113729" y="88868"/>
                    <a:pt x="118682" y="95250"/>
                  </a:cubicBezTo>
                  <a:cubicBezTo>
                    <a:pt x="123635" y="101632"/>
                    <a:pt x="126016" y="109823"/>
                    <a:pt x="126016" y="119729"/>
                  </a:cubicBezTo>
                  <a:cubicBezTo>
                    <a:pt x="126016" y="129635"/>
                    <a:pt x="123635" y="137922"/>
                    <a:pt x="118777" y="145733"/>
                  </a:cubicBezTo>
                  <a:cubicBezTo>
                    <a:pt x="113919" y="153543"/>
                    <a:pt x="106871" y="159734"/>
                    <a:pt x="97727" y="164306"/>
                  </a:cubicBezTo>
                  <a:cubicBezTo>
                    <a:pt x="88487" y="168878"/>
                    <a:pt x="77629" y="171164"/>
                    <a:pt x="65056" y="171164"/>
                  </a:cubicBezTo>
                  <a:cubicBezTo>
                    <a:pt x="52483" y="171164"/>
                    <a:pt x="41910" y="169164"/>
                    <a:pt x="32194" y="165259"/>
                  </a:cubicBezTo>
                  <a:close/>
                </a:path>
              </a:pathLst>
            </a:custGeom>
            <a:grpFill/>
            <a:ln w="9525" cap="flat">
              <a:noFill/>
              <a:prstDash val="solid"/>
              <a:miter/>
            </a:ln>
          </p:spPr>
          <p:txBody>
            <a:bodyPr rtlCol="0" anchor="ctr"/>
            <a:lstStyle/>
            <a:p>
              <a:endParaRPr lang="fi-FI" sz="3200"/>
            </a:p>
          </p:txBody>
        </p:sp>
        <p:sp>
          <p:nvSpPr>
            <p:cNvPr id="603" name="Vapaamuotoinen: Muoto 602">
              <a:extLst>
                <a:ext uri="{FF2B5EF4-FFF2-40B4-BE49-F238E27FC236}">
                  <a16:creationId xmlns:a16="http://schemas.microsoft.com/office/drawing/2014/main" id="{A46FD513-53A3-3853-D7E0-589726BBB44E}"/>
                </a:ext>
              </a:extLst>
            </p:cNvPr>
            <p:cNvSpPr/>
            <p:nvPr/>
          </p:nvSpPr>
          <p:spPr>
            <a:xfrm>
              <a:off x="4229385" y="2288762"/>
              <a:ext cx="48291"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335" y="2096"/>
                    <a:pt x="17145" y="0"/>
                    <a:pt x="24289" y="0"/>
                  </a:cubicBezTo>
                  <a:cubicBezTo>
                    <a:pt x="31432" y="0"/>
                    <a:pt x="37052" y="2096"/>
                    <a:pt x="41529" y="6287"/>
                  </a:cubicBezTo>
                  <a:cubicBezTo>
                    <a:pt x="46006" y="10478"/>
                    <a:pt x="48292" y="15812"/>
                    <a:pt x="48292" y="22098"/>
                  </a:cubicBezTo>
                  <a:cubicBezTo>
                    <a:pt x="48292" y="28385"/>
                    <a:pt x="46006" y="33528"/>
                    <a:pt x="41529" y="37719"/>
                  </a:cubicBezTo>
                  <a:cubicBezTo>
                    <a:pt x="36957"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grpFill/>
            <a:ln w="9525" cap="flat">
              <a:noFill/>
              <a:prstDash val="solid"/>
              <a:miter/>
            </a:ln>
          </p:spPr>
          <p:txBody>
            <a:bodyPr rtlCol="0" anchor="ctr"/>
            <a:lstStyle/>
            <a:p>
              <a:endParaRPr lang="fi-FI" sz="3200"/>
            </a:p>
          </p:txBody>
        </p:sp>
        <p:sp>
          <p:nvSpPr>
            <p:cNvPr id="604" name="Vapaamuotoinen: Muoto 603">
              <a:extLst>
                <a:ext uri="{FF2B5EF4-FFF2-40B4-BE49-F238E27FC236}">
                  <a16:creationId xmlns:a16="http://schemas.microsoft.com/office/drawing/2014/main" id="{CA75F7FD-D391-5935-1A7D-72F1EB6770B6}"/>
                </a:ext>
              </a:extLst>
            </p:cNvPr>
            <p:cNvSpPr/>
            <p:nvPr/>
          </p:nvSpPr>
          <p:spPr>
            <a:xfrm>
              <a:off x="4302060" y="2346579"/>
              <a:ext cx="132492" cy="134302"/>
            </a:xfrm>
            <a:custGeom>
              <a:avLst/>
              <a:gdLst>
                <a:gd name="connsiteX0" fmla="*/ 132493 w 132492"/>
                <a:gd name="connsiteY0" fmla="*/ 0 h 134302"/>
                <a:gd name="connsiteX1" fmla="*/ 132493 w 132492"/>
                <a:gd name="connsiteY1" fmla="*/ 132874 h 134302"/>
                <a:gd name="connsiteX2" fmla="*/ 91726 w 132492"/>
                <a:gd name="connsiteY2" fmla="*/ 132874 h 134302"/>
                <a:gd name="connsiteX3" fmla="*/ 91726 w 132492"/>
                <a:gd name="connsiteY3" fmla="*/ 114776 h 134302"/>
                <a:gd name="connsiteX4" fmla="*/ 74962 w 132492"/>
                <a:gd name="connsiteY4" fmla="*/ 128968 h 134302"/>
                <a:gd name="connsiteX5" fmla="*/ 51530 w 132492"/>
                <a:gd name="connsiteY5" fmla="*/ 134302 h 134302"/>
                <a:gd name="connsiteX6" fmla="*/ 24575 w 132492"/>
                <a:gd name="connsiteY6" fmla="*/ 127540 h 134302"/>
                <a:gd name="connsiteX7" fmla="*/ 6477 w 132492"/>
                <a:gd name="connsiteY7" fmla="*/ 107918 h 134302"/>
                <a:gd name="connsiteX8" fmla="*/ 0 w 132492"/>
                <a:gd name="connsiteY8" fmla="*/ 77724 h 134302"/>
                <a:gd name="connsiteX9" fmla="*/ 0 w 132492"/>
                <a:gd name="connsiteY9" fmla="*/ 0 h 134302"/>
                <a:gd name="connsiteX10" fmla="*/ 40481 w 132492"/>
                <a:gd name="connsiteY10" fmla="*/ 0 h 134302"/>
                <a:gd name="connsiteX11" fmla="*/ 40481 w 132492"/>
                <a:gd name="connsiteY11" fmla="*/ 72199 h 134302"/>
                <a:gd name="connsiteX12" fmla="*/ 47434 w 132492"/>
                <a:gd name="connsiteY12" fmla="*/ 92869 h 134302"/>
                <a:gd name="connsiteX13" fmla="*/ 66008 w 132492"/>
                <a:gd name="connsiteY13" fmla="*/ 100298 h 134302"/>
                <a:gd name="connsiteX14" fmla="*/ 84868 w 132492"/>
                <a:gd name="connsiteY14" fmla="*/ 92869 h 134302"/>
                <a:gd name="connsiteX15" fmla="*/ 91726 w 132492"/>
                <a:gd name="connsiteY15" fmla="*/ 72199 h 134302"/>
                <a:gd name="connsiteX16" fmla="*/ 91726 w 132492"/>
                <a:gd name="connsiteY16" fmla="*/ 0 h 134302"/>
                <a:gd name="connsiteX17" fmla="*/ 132493 w 132492"/>
                <a:gd name="connsiteY17" fmla="*/ 0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2492" h="134302">
                  <a:moveTo>
                    <a:pt x="132493" y="0"/>
                  </a:moveTo>
                  <a:lnTo>
                    <a:pt x="132493" y="132874"/>
                  </a:lnTo>
                  <a:lnTo>
                    <a:pt x="91726" y="132874"/>
                  </a:lnTo>
                  <a:lnTo>
                    <a:pt x="91726" y="114776"/>
                  </a:lnTo>
                  <a:cubicBezTo>
                    <a:pt x="87630" y="120682"/>
                    <a:pt x="82010" y="125349"/>
                    <a:pt x="74962" y="128968"/>
                  </a:cubicBezTo>
                  <a:cubicBezTo>
                    <a:pt x="67913" y="132588"/>
                    <a:pt x="60103" y="134302"/>
                    <a:pt x="51530" y="134302"/>
                  </a:cubicBezTo>
                  <a:cubicBezTo>
                    <a:pt x="41339" y="134302"/>
                    <a:pt x="32385" y="132017"/>
                    <a:pt x="24575" y="127540"/>
                  </a:cubicBezTo>
                  <a:cubicBezTo>
                    <a:pt x="16764" y="122968"/>
                    <a:pt x="10763" y="116491"/>
                    <a:pt x="6477" y="107918"/>
                  </a:cubicBezTo>
                  <a:cubicBezTo>
                    <a:pt x="2191" y="99346"/>
                    <a:pt x="0" y="89249"/>
                    <a:pt x="0" y="77724"/>
                  </a:cubicBezTo>
                  <a:lnTo>
                    <a:pt x="0" y="0"/>
                  </a:lnTo>
                  <a:lnTo>
                    <a:pt x="40481" y="0"/>
                  </a:lnTo>
                  <a:lnTo>
                    <a:pt x="40481" y="72199"/>
                  </a:lnTo>
                  <a:cubicBezTo>
                    <a:pt x="40481" y="81058"/>
                    <a:pt x="42767" y="88011"/>
                    <a:pt x="47434" y="92869"/>
                  </a:cubicBezTo>
                  <a:cubicBezTo>
                    <a:pt x="52007" y="97822"/>
                    <a:pt x="58198" y="100298"/>
                    <a:pt x="66008" y="100298"/>
                  </a:cubicBezTo>
                  <a:cubicBezTo>
                    <a:pt x="73819" y="100298"/>
                    <a:pt x="80201" y="97822"/>
                    <a:pt x="84868" y="92869"/>
                  </a:cubicBezTo>
                  <a:cubicBezTo>
                    <a:pt x="89440" y="87916"/>
                    <a:pt x="91726" y="81058"/>
                    <a:pt x="91726" y="72199"/>
                  </a:cubicBezTo>
                  <a:lnTo>
                    <a:pt x="91726" y="0"/>
                  </a:lnTo>
                  <a:lnTo>
                    <a:pt x="132493" y="0"/>
                  </a:lnTo>
                  <a:close/>
                </a:path>
              </a:pathLst>
            </a:custGeom>
            <a:grpFill/>
            <a:ln w="9525" cap="flat">
              <a:noFill/>
              <a:prstDash val="solid"/>
              <a:miter/>
            </a:ln>
          </p:spPr>
          <p:txBody>
            <a:bodyPr rtlCol="0" anchor="ctr"/>
            <a:lstStyle/>
            <a:p>
              <a:endParaRPr lang="fi-FI" sz="3200"/>
            </a:p>
          </p:txBody>
        </p:sp>
        <p:sp>
          <p:nvSpPr>
            <p:cNvPr id="605" name="Vapaamuotoinen: Muoto 604">
              <a:extLst>
                <a:ext uri="{FF2B5EF4-FFF2-40B4-BE49-F238E27FC236}">
                  <a16:creationId xmlns:a16="http://schemas.microsoft.com/office/drawing/2014/main" id="{AB561057-81B4-3512-8F48-91B0B8CF1469}"/>
                </a:ext>
              </a:extLst>
            </p:cNvPr>
            <p:cNvSpPr/>
            <p:nvPr/>
          </p:nvSpPr>
          <p:spPr>
            <a:xfrm>
              <a:off x="4463890" y="2345150"/>
              <a:ext cx="132111" cy="134302"/>
            </a:xfrm>
            <a:custGeom>
              <a:avLst/>
              <a:gdLst>
                <a:gd name="connsiteX0" fmla="*/ 118205 w 132111"/>
                <a:gd name="connsiteY0" fmla="*/ 15145 h 134302"/>
                <a:gd name="connsiteX1" fmla="*/ 132112 w 132111"/>
                <a:gd name="connsiteY1" fmla="*/ 56674 h 134302"/>
                <a:gd name="connsiteX2" fmla="*/ 132112 w 132111"/>
                <a:gd name="connsiteY2" fmla="*/ 134303 h 134302"/>
                <a:gd name="connsiteX3" fmla="*/ 91630 w 132111"/>
                <a:gd name="connsiteY3" fmla="*/ 134303 h 134302"/>
                <a:gd name="connsiteX4" fmla="*/ 91630 w 132111"/>
                <a:gd name="connsiteY4" fmla="*/ 62103 h 134302"/>
                <a:gd name="connsiteX5" fmla="*/ 84772 w 132111"/>
                <a:gd name="connsiteY5" fmla="*/ 41434 h 134302"/>
                <a:gd name="connsiteX6" fmla="*/ 66199 w 132111"/>
                <a:gd name="connsiteY6" fmla="*/ 34100 h 134302"/>
                <a:gd name="connsiteX7" fmla="*/ 47625 w 132111"/>
                <a:gd name="connsiteY7" fmla="*/ 41434 h 134302"/>
                <a:gd name="connsiteX8" fmla="*/ 40767 w 132111"/>
                <a:gd name="connsiteY8" fmla="*/ 62103 h 134302"/>
                <a:gd name="connsiteX9" fmla="*/ 40767 w 132111"/>
                <a:gd name="connsiteY9" fmla="*/ 134303 h 134302"/>
                <a:gd name="connsiteX10" fmla="*/ 0 w 132111"/>
                <a:gd name="connsiteY10" fmla="*/ 134303 h 134302"/>
                <a:gd name="connsiteX11" fmla="*/ 0 w 132111"/>
                <a:gd name="connsiteY11" fmla="*/ 1429 h 134302"/>
                <a:gd name="connsiteX12" fmla="*/ 40767 w 132111"/>
                <a:gd name="connsiteY12" fmla="*/ 1429 h 134302"/>
                <a:gd name="connsiteX13" fmla="*/ 40767 w 132111"/>
                <a:gd name="connsiteY13" fmla="*/ 19050 h 134302"/>
                <a:gd name="connsiteX14" fmla="*/ 57436 w 132111"/>
                <a:gd name="connsiteY14" fmla="*/ 5143 h 134302"/>
                <a:gd name="connsiteX15" fmla="*/ 80963 w 132111"/>
                <a:gd name="connsiteY15" fmla="*/ 0 h 134302"/>
                <a:gd name="connsiteX16" fmla="*/ 118205 w 132111"/>
                <a:gd name="connsiteY16" fmla="*/ 15145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34302">
                  <a:moveTo>
                    <a:pt x="118205" y="15145"/>
                  </a:moveTo>
                  <a:cubicBezTo>
                    <a:pt x="127540" y="25241"/>
                    <a:pt x="132112" y="39053"/>
                    <a:pt x="132112" y="56674"/>
                  </a:cubicBezTo>
                  <a:lnTo>
                    <a:pt x="132112" y="134303"/>
                  </a:lnTo>
                  <a:lnTo>
                    <a:pt x="91630" y="134303"/>
                  </a:lnTo>
                  <a:lnTo>
                    <a:pt x="91630" y="62103"/>
                  </a:lnTo>
                  <a:cubicBezTo>
                    <a:pt x="91630" y="53245"/>
                    <a:pt x="89344" y="46291"/>
                    <a:pt x="84772" y="41434"/>
                  </a:cubicBezTo>
                  <a:cubicBezTo>
                    <a:pt x="80200" y="36481"/>
                    <a:pt x="74009" y="34100"/>
                    <a:pt x="66199" y="34100"/>
                  </a:cubicBezTo>
                  <a:cubicBezTo>
                    <a:pt x="58388" y="34100"/>
                    <a:pt x="52197" y="36576"/>
                    <a:pt x="47625" y="41434"/>
                  </a:cubicBezTo>
                  <a:cubicBezTo>
                    <a:pt x="43053" y="46291"/>
                    <a:pt x="40767" y="53245"/>
                    <a:pt x="40767" y="62103"/>
                  </a:cubicBezTo>
                  <a:lnTo>
                    <a:pt x="40767" y="134303"/>
                  </a:lnTo>
                  <a:lnTo>
                    <a:pt x="0" y="134303"/>
                  </a:lnTo>
                  <a:lnTo>
                    <a:pt x="0" y="1429"/>
                  </a:lnTo>
                  <a:lnTo>
                    <a:pt x="40767" y="1429"/>
                  </a:lnTo>
                  <a:lnTo>
                    <a:pt x="40767" y="19050"/>
                  </a:lnTo>
                  <a:cubicBezTo>
                    <a:pt x="44863" y="13145"/>
                    <a:pt x="50482" y="8572"/>
                    <a:pt x="57436" y="5143"/>
                  </a:cubicBezTo>
                  <a:cubicBezTo>
                    <a:pt x="64389" y="1714"/>
                    <a:pt x="72295" y="0"/>
                    <a:pt x="80963" y="0"/>
                  </a:cubicBezTo>
                  <a:cubicBezTo>
                    <a:pt x="96488" y="0"/>
                    <a:pt x="108966" y="5048"/>
                    <a:pt x="118205" y="15145"/>
                  </a:cubicBezTo>
                  <a:close/>
                </a:path>
              </a:pathLst>
            </a:custGeom>
            <a:grpFill/>
            <a:ln w="9525" cap="flat">
              <a:noFill/>
              <a:prstDash val="solid"/>
              <a:miter/>
            </a:ln>
          </p:spPr>
          <p:txBody>
            <a:bodyPr rtlCol="0" anchor="ctr"/>
            <a:lstStyle/>
            <a:p>
              <a:endParaRPr lang="fi-FI" sz="3200"/>
            </a:p>
          </p:txBody>
        </p:sp>
        <p:sp>
          <p:nvSpPr>
            <p:cNvPr id="606" name="Vapaamuotoinen: Muoto 605">
              <a:extLst>
                <a:ext uri="{FF2B5EF4-FFF2-40B4-BE49-F238E27FC236}">
                  <a16:creationId xmlns:a16="http://schemas.microsoft.com/office/drawing/2014/main" id="{D593F7B1-75DA-69F1-EAE1-79DA16AFA413}"/>
                </a:ext>
              </a:extLst>
            </p:cNvPr>
            <p:cNvSpPr/>
            <p:nvPr/>
          </p:nvSpPr>
          <p:spPr>
            <a:xfrm>
              <a:off x="4614576" y="2314194"/>
              <a:ext cx="83819" cy="165258"/>
            </a:xfrm>
            <a:custGeom>
              <a:avLst/>
              <a:gdLst>
                <a:gd name="connsiteX0" fmla="*/ 83820 w 83819"/>
                <a:gd name="connsiteY0" fmla="*/ 130778 h 165258"/>
                <a:gd name="connsiteX1" fmla="*/ 83820 w 83819"/>
                <a:gd name="connsiteY1" fmla="*/ 165259 h 165258"/>
                <a:gd name="connsiteX2" fmla="*/ 63055 w 83819"/>
                <a:gd name="connsiteY2" fmla="*/ 165259 h 165258"/>
                <a:gd name="connsiteX3" fmla="*/ 28575 w 83819"/>
                <a:gd name="connsiteY3" fmla="*/ 154400 h 165258"/>
                <a:gd name="connsiteX4" fmla="*/ 16192 w 83819"/>
                <a:gd name="connsiteY4" fmla="*/ 119062 h 165258"/>
                <a:gd name="connsiteX5" fmla="*/ 16192 w 83819"/>
                <a:gd name="connsiteY5" fmla="*/ 66199 h 165258"/>
                <a:gd name="connsiteX6" fmla="*/ 0 w 83819"/>
                <a:gd name="connsiteY6" fmla="*/ 66199 h 165258"/>
                <a:gd name="connsiteX7" fmla="*/ 0 w 83819"/>
                <a:gd name="connsiteY7" fmla="*/ 32385 h 165258"/>
                <a:gd name="connsiteX8" fmla="*/ 16192 w 83819"/>
                <a:gd name="connsiteY8" fmla="*/ 32385 h 165258"/>
                <a:gd name="connsiteX9" fmla="*/ 16192 w 83819"/>
                <a:gd name="connsiteY9" fmla="*/ 0 h 165258"/>
                <a:gd name="connsiteX10" fmla="*/ 56864 w 83819"/>
                <a:gd name="connsiteY10" fmla="*/ 0 h 165258"/>
                <a:gd name="connsiteX11" fmla="*/ 56864 w 83819"/>
                <a:gd name="connsiteY11" fmla="*/ 32385 h 165258"/>
                <a:gd name="connsiteX12" fmla="*/ 83534 w 83819"/>
                <a:gd name="connsiteY12" fmla="*/ 32385 h 165258"/>
                <a:gd name="connsiteX13" fmla="*/ 83534 w 83819"/>
                <a:gd name="connsiteY13" fmla="*/ 66199 h 165258"/>
                <a:gd name="connsiteX14" fmla="*/ 56864 w 83819"/>
                <a:gd name="connsiteY14" fmla="*/ 66199 h 165258"/>
                <a:gd name="connsiteX15" fmla="*/ 56864 w 83819"/>
                <a:gd name="connsiteY15" fmla="*/ 119539 h 165258"/>
                <a:gd name="connsiteX16" fmla="*/ 59722 w 83819"/>
                <a:gd name="connsiteY16" fmla="*/ 128111 h 165258"/>
                <a:gd name="connsiteX17" fmla="*/ 69247 w 83819"/>
                <a:gd name="connsiteY17" fmla="*/ 130683 h 165258"/>
                <a:gd name="connsiteX18" fmla="*/ 83820 w 83819"/>
                <a:gd name="connsiteY18" fmla="*/ 130683 h 16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3819" h="165258">
                  <a:moveTo>
                    <a:pt x="83820" y="130778"/>
                  </a:moveTo>
                  <a:lnTo>
                    <a:pt x="83820" y="165259"/>
                  </a:lnTo>
                  <a:lnTo>
                    <a:pt x="63055" y="165259"/>
                  </a:lnTo>
                  <a:cubicBezTo>
                    <a:pt x="48292" y="165259"/>
                    <a:pt x="36767" y="161639"/>
                    <a:pt x="28575" y="154400"/>
                  </a:cubicBezTo>
                  <a:cubicBezTo>
                    <a:pt x="20288" y="147161"/>
                    <a:pt x="16192" y="135350"/>
                    <a:pt x="16192" y="119062"/>
                  </a:cubicBezTo>
                  <a:lnTo>
                    <a:pt x="16192" y="66199"/>
                  </a:lnTo>
                  <a:lnTo>
                    <a:pt x="0" y="66199"/>
                  </a:lnTo>
                  <a:lnTo>
                    <a:pt x="0" y="32385"/>
                  </a:lnTo>
                  <a:lnTo>
                    <a:pt x="16192" y="32385"/>
                  </a:lnTo>
                  <a:lnTo>
                    <a:pt x="16192" y="0"/>
                  </a:lnTo>
                  <a:lnTo>
                    <a:pt x="56864" y="0"/>
                  </a:lnTo>
                  <a:lnTo>
                    <a:pt x="56864" y="32385"/>
                  </a:lnTo>
                  <a:lnTo>
                    <a:pt x="83534" y="32385"/>
                  </a:lnTo>
                  <a:lnTo>
                    <a:pt x="83534" y="66199"/>
                  </a:lnTo>
                  <a:lnTo>
                    <a:pt x="56864" y="66199"/>
                  </a:lnTo>
                  <a:lnTo>
                    <a:pt x="56864" y="119539"/>
                  </a:lnTo>
                  <a:cubicBezTo>
                    <a:pt x="56864" y="123539"/>
                    <a:pt x="57817" y="126397"/>
                    <a:pt x="59722" y="128111"/>
                  </a:cubicBezTo>
                  <a:cubicBezTo>
                    <a:pt x="61627" y="129826"/>
                    <a:pt x="64770" y="130683"/>
                    <a:pt x="69247" y="130683"/>
                  </a:cubicBezTo>
                  <a:lnTo>
                    <a:pt x="83820" y="130683"/>
                  </a:lnTo>
                  <a:close/>
                </a:path>
              </a:pathLst>
            </a:custGeom>
            <a:grpFill/>
            <a:ln w="9525" cap="flat">
              <a:noFill/>
              <a:prstDash val="solid"/>
              <a:miter/>
            </a:ln>
          </p:spPr>
          <p:txBody>
            <a:bodyPr rtlCol="0" anchor="ctr"/>
            <a:lstStyle/>
            <a:p>
              <a:endParaRPr lang="fi-FI" sz="3200"/>
            </a:p>
          </p:txBody>
        </p:sp>
        <p:sp>
          <p:nvSpPr>
            <p:cNvPr id="607" name="Vapaamuotoinen: Muoto 606">
              <a:extLst>
                <a:ext uri="{FF2B5EF4-FFF2-40B4-BE49-F238E27FC236}">
                  <a16:creationId xmlns:a16="http://schemas.microsoft.com/office/drawing/2014/main" id="{6DEF0427-DA91-680C-DAB7-46901C140818}"/>
                </a:ext>
              </a:extLst>
            </p:cNvPr>
            <p:cNvSpPr/>
            <p:nvPr/>
          </p:nvSpPr>
          <p:spPr>
            <a:xfrm>
              <a:off x="4717255" y="2288762"/>
              <a:ext cx="48291"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335" y="2096"/>
                    <a:pt x="17145" y="0"/>
                    <a:pt x="24289" y="0"/>
                  </a:cubicBezTo>
                  <a:cubicBezTo>
                    <a:pt x="31433" y="0"/>
                    <a:pt x="37052" y="2096"/>
                    <a:pt x="41529" y="6287"/>
                  </a:cubicBezTo>
                  <a:cubicBezTo>
                    <a:pt x="46006" y="10478"/>
                    <a:pt x="48292" y="15812"/>
                    <a:pt x="48292" y="22098"/>
                  </a:cubicBezTo>
                  <a:cubicBezTo>
                    <a:pt x="48292" y="28385"/>
                    <a:pt x="46006" y="33528"/>
                    <a:pt x="41529" y="37719"/>
                  </a:cubicBezTo>
                  <a:cubicBezTo>
                    <a:pt x="36957"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grpFill/>
            <a:ln w="9525" cap="flat">
              <a:noFill/>
              <a:prstDash val="solid"/>
              <a:miter/>
            </a:ln>
          </p:spPr>
          <p:txBody>
            <a:bodyPr rtlCol="0" anchor="ctr"/>
            <a:lstStyle/>
            <a:p>
              <a:endParaRPr lang="fi-FI" sz="3200"/>
            </a:p>
          </p:txBody>
        </p:sp>
        <p:sp>
          <p:nvSpPr>
            <p:cNvPr id="608" name="Vapaamuotoinen: Muoto 607">
              <a:extLst>
                <a:ext uri="{FF2B5EF4-FFF2-40B4-BE49-F238E27FC236}">
                  <a16:creationId xmlns:a16="http://schemas.microsoft.com/office/drawing/2014/main" id="{138E4C1A-9BAA-4246-D5DE-3953198A137C}"/>
                </a:ext>
              </a:extLst>
            </p:cNvPr>
            <p:cNvSpPr/>
            <p:nvPr/>
          </p:nvSpPr>
          <p:spPr>
            <a:xfrm>
              <a:off x="4783264" y="2344673"/>
              <a:ext cx="138112" cy="136779"/>
            </a:xfrm>
            <a:custGeom>
              <a:avLst/>
              <a:gdLst>
                <a:gd name="connsiteX0" fmla="*/ 33433 w 138112"/>
                <a:gd name="connsiteY0" fmla="*/ 128397 h 136779"/>
                <a:gd name="connsiteX1" fmla="*/ 8954 w 138112"/>
                <a:gd name="connsiteY1" fmla="*/ 104584 h 136779"/>
                <a:gd name="connsiteX2" fmla="*/ 0 w 138112"/>
                <a:gd name="connsiteY2" fmla="*/ 68390 h 136779"/>
                <a:gd name="connsiteX3" fmla="*/ 9049 w 138112"/>
                <a:gd name="connsiteY3" fmla="*/ 32290 h 136779"/>
                <a:gd name="connsiteX4" fmla="*/ 33814 w 138112"/>
                <a:gd name="connsiteY4" fmla="*/ 8382 h 136779"/>
                <a:gd name="connsiteX5" fmla="*/ 69056 w 138112"/>
                <a:gd name="connsiteY5" fmla="*/ 0 h 136779"/>
                <a:gd name="connsiteX6" fmla="*/ 104299 w 138112"/>
                <a:gd name="connsiteY6" fmla="*/ 8382 h 136779"/>
                <a:gd name="connsiteX7" fmla="*/ 129064 w 138112"/>
                <a:gd name="connsiteY7" fmla="*/ 32290 h 136779"/>
                <a:gd name="connsiteX8" fmla="*/ 138113 w 138112"/>
                <a:gd name="connsiteY8" fmla="*/ 68390 h 136779"/>
                <a:gd name="connsiteX9" fmla="*/ 128969 w 138112"/>
                <a:gd name="connsiteY9" fmla="*/ 104489 h 136779"/>
                <a:gd name="connsiteX10" fmla="*/ 104013 w 138112"/>
                <a:gd name="connsiteY10" fmla="*/ 128397 h 136779"/>
                <a:gd name="connsiteX11" fmla="*/ 68675 w 138112"/>
                <a:gd name="connsiteY11" fmla="*/ 136779 h 136779"/>
                <a:gd name="connsiteX12" fmla="*/ 33528 w 138112"/>
                <a:gd name="connsiteY12" fmla="*/ 128397 h 136779"/>
                <a:gd name="connsiteX13" fmla="*/ 88392 w 138112"/>
                <a:gd name="connsiteY13" fmla="*/ 92964 h 136779"/>
                <a:gd name="connsiteX14" fmla="*/ 96583 w 138112"/>
                <a:gd name="connsiteY14" fmla="*/ 68390 h 136779"/>
                <a:gd name="connsiteX15" fmla="*/ 88583 w 138112"/>
                <a:gd name="connsiteY15" fmla="*/ 43910 h 136779"/>
                <a:gd name="connsiteX16" fmla="*/ 68961 w 138112"/>
                <a:gd name="connsiteY16" fmla="*/ 35338 h 136779"/>
                <a:gd name="connsiteX17" fmla="*/ 49149 w 138112"/>
                <a:gd name="connsiteY17" fmla="*/ 43815 h 136779"/>
                <a:gd name="connsiteX18" fmla="*/ 41243 w 138112"/>
                <a:gd name="connsiteY18" fmla="*/ 68485 h 136779"/>
                <a:gd name="connsiteX19" fmla="*/ 48958 w 138112"/>
                <a:gd name="connsiteY19" fmla="*/ 93059 h 136779"/>
                <a:gd name="connsiteX20" fmla="*/ 68390 w 138112"/>
                <a:gd name="connsiteY20" fmla="*/ 101632 h 136779"/>
                <a:gd name="connsiteX21" fmla="*/ 88297 w 138112"/>
                <a:gd name="connsiteY21" fmla="*/ 93059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8112" h="136779">
                  <a:moveTo>
                    <a:pt x="33433" y="128397"/>
                  </a:moveTo>
                  <a:cubicBezTo>
                    <a:pt x="23050" y="122873"/>
                    <a:pt x="14859" y="114871"/>
                    <a:pt x="8954" y="104584"/>
                  </a:cubicBezTo>
                  <a:cubicBezTo>
                    <a:pt x="3048" y="94298"/>
                    <a:pt x="0" y="82201"/>
                    <a:pt x="0" y="68390"/>
                  </a:cubicBezTo>
                  <a:cubicBezTo>
                    <a:pt x="0" y="54578"/>
                    <a:pt x="3048" y="42672"/>
                    <a:pt x="9049" y="32290"/>
                  </a:cubicBezTo>
                  <a:cubicBezTo>
                    <a:pt x="15050" y="21908"/>
                    <a:pt x="23336" y="13907"/>
                    <a:pt x="33814" y="8382"/>
                  </a:cubicBezTo>
                  <a:cubicBezTo>
                    <a:pt x="44291" y="2858"/>
                    <a:pt x="56007" y="0"/>
                    <a:pt x="69056" y="0"/>
                  </a:cubicBezTo>
                  <a:cubicBezTo>
                    <a:pt x="82106" y="0"/>
                    <a:pt x="93821" y="2762"/>
                    <a:pt x="104299" y="8382"/>
                  </a:cubicBezTo>
                  <a:cubicBezTo>
                    <a:pt x="114776" y="13907"/>
                    <a:pt x="123063" y="21908"/>
                    <a:pt x="129064" y="32290"/>
                  </a:cubicBezTo>
                  <a:cubicBezTo>
                    <a:pt x="135065" y="42672"/>
                    <a:pt x="138113" y="54673"/>
                    <a:pt x="138113" y="68390"/>
                  </a:cubicBezTo>
                  <a:cubicBezTo>
                    <a:pt x="138113" y="82106"/>
                    <a:pt x="135065" y="94107"/>
                    <a:pt x="128969" y="104489"/>
                  </a:cubicBezTo>
                  <a:cubicBezTo>
                    <a:pt x="122873" y="114871"/>
                    <a:pt x="114490" y="122873"/>
                    <a:pt x="104013" y="128397"/>
                  </a:cubicBezTo>
                  <a:cubicBezTo>
                    <a:pt x="93536" y="133922"/>
                    <a:pt x="81629" y="136779"/>
                    <a:pt x="68675" y="136779"/>
                  </a:cubicBezTo>
                  <a:cubicBezTo>
                    <a:pt x="55721" y="136779"/>
                    <a:pt x="43910" y="134017"/>
                    <a:pt x="33528" y="128397"/>
                  </a:cubicBezTo>
                  <a:close/>
                  <a:moveTo>
                    <a:pt x="88392" y="92964"/>
                  </a:moveTo>
                  <a:cubicBezTo>
                    <a:pt x="93917" y="87249"/>
                    <a:pt x="96583" y="79058"/>
                    <a:pt x="96583" y="68390"/>
                  </a:cubicBezTo>
                  <a:cubicBezTo>
                    <a:pt x="96583" y="57722"/>
                    <a:pt x="93917" y="49625"/>
                    <a:pt x="88583" y="43910"/>
                  </a:cubicBezTo>
                  <a:cubicBezTo>
                    <a:pt x="83248" y="38195"/>
                    <a:pt x="76676" y="35338"/>
                    <a:pt x="68961" y="35338"/>
                  </a:cubicBezTo>
                  <a:cubicBezTo>
                    <a:pt x="61246" y="35338"/>
                    <a:pt x="54388" y="38195"/>
                    <a:pt x="49149" y="43815"/>
                  </a:cubicBezTo>
                  <a:cubicBezTo>
                    <a:pt x="43910" y="49435"/>
                    <a:pt x="41243" y="57626"/>
                    <a:pt x="41243" y="68485"/>
                  </a:cubicBezTo>
                  <a:cubicBezTo>
                    <a:pt x="41243" y="79343"/>
                    <a:pt x="43815" y="87344"/>
                    <a:pt x="48958" y="93059"/>
                  </a:cubicBezTo>
                  <a:cubicBezTo>
                    <a:pt x="54102" y="98774"/>
                    <a:pt x="60579" y="101632"/>
                    <a:pt x="68390" y="101632"/>
                  </a:cubicBezTo>
                  <a:cubicBezTo>
                    <a:pt x="76200" y="101632"/>
                    <a:pt x="82772" y="98774"/>
                    <a:pt x="88297" y="93059"/>
                  </a:cubicBezTo>
                  <a:close/>
                </a:path>
              </a:pathLst>
            </a:custGeom>
            <a:grpFill/>
            <a:ln w="9525" cap="flat">
              <a:noFill/>
              <a:prstDash val="solid"/>
              <a:miter/>
            </a:ln>
          </p:spPr>
          <p:txBody>
            <a:bodyPr rtlCol="0" anchor="ctr"/>
            <a:lstStyle/>
            <a:p>
              <a:endParaRPr lang="fi-FI" sz="3200"/>
            </a:p>
          </p:txBody>
        </p:sp>
        <p:sp>
          <p:nvSpPr>
            <p:cNvPr id="609" name="Vapaamuotoinen: Muoto 608">
              <a:extLst>
                <a:ext uri="{FF2B5EF4-FFF2-40B4-BE49-F238E27FC236}">
                  <a16:creationId xmlns:a16="http://schemas.microsoft.com/office/drawing/2014/main" id="{82B9DF45-2801-684D-D135-CDB6599596DA}"/>
                </a:ext>
              </a:extLst>
            </p:cNvPr>
            <p:cNvSpPr/>
            <p:nvPr/>
          </p:nvSpPr>
          <p:spPr>
            <a:xfrm>
              <a:off x="4084033" y="2558415"/>
              <a:ext cx="120395" cy="170021"/>
            </a:xfrm>
            <a:custGeom>
              <a:avLst/>
              <a:gdLst>
                <a:gd name="connsiteX0" fmla="*/ 30385 w 120395"/>
                <a:gd name="connsiteY0" fmla="*/ 164402 h 170021"/>
                <a:gd name="connsiteX1" fmla="*/ 8382 w 120395"/>
                <a:gd name="connsiteY1" fmla="*/ 147257 h 170021"/>
                <a:gd name="connsiteX2" fmla="*/ 0 w 120395"/>
                <a:gd name="connsiteY2" fmla="*/ 120872 h 170021"/>
                <a:gd name="connsiteX3" fmla="*/ 35719 w 120395"/>
                <a:gd name="connsiteY3" fmla="*/ 120872 h 170021"/>
                <a:gd name="connsiteX4" fmla="*/ 42958 w 120395"/>
                <a:gd name="connsiteY4" fmla="*/ 137065 h 170021"/>
                <a:gd name="connsiteX5" fmla="*/ 60960 w 120395"/>
                <a:gd name="connsiteY5" fmla="*/ 142970 h 170021"/>
                <a:gd name="connsiteX6" fmla="*/ 79343 w 120395"/>
                <a:gd name="connsiteY6" fmla="*/ 137351 h 170021"/>
                <a:gd name="connsiteX7" fmla="*/ 86011 w 120395"/>
                <a:gd name="connsiteY7" fmla="*/ 122682 h 170021"/>
                <a:gd name="connsiteX8" fmla="*/ 81534 w 120395"/>
                <a:gd name="connsiteY8" fmla="*/ 110490 h 170021"/>
                <a:gd name="connsiteX9" fmla="*/ 70199 w 120395"/>
                <a:gd name="connsiteY9" fmla="*/ 102965 h 170021"/>
                <a:gd name="connsiteX10" fmla="*/ 51530 w 120395"/>
                <a:gd name="connsiteY10" fmla="*/ 96869 h 170021"/>
                <a:gd name="connsiteX11" fmla="*/ 25241 w 120395"/>
                <a:gd name="connsiteY11" fmla="*/ 87439 h 170021"/>
                <a:gd name="connsiteX12" fmla="*/ 7810 w 120395"/>
                <a:gd name="connsiteY12" fmla="*/ 73438 h 170021"/>
                <a:gd name="connsiteX13" fmla="*/ 572 w 120395"/>
                <a:gd name="connsiteY13" fmla="*/ 48292 h 170021"/>
                <a:gd name="connsiteX14" fmla="*/ 7906 w 120395"/>
                <a:gd name="connsiteY14" fmla="*/ 22574 h 170021"/>
                <a:gd name="connsiteX15" fmla="*/ 28575 w 120395"/>
                <a:gd name="connsiteY15" fmla="*/ 5810 h 170021"/>
                <a:gd name="connsiteX16" fmla="*/ 59055 w 120395"/>
                <a:gd name="connsiteY16" fmla="*/ 0 h 170021"/>
                <a:gd name="connsiteX17" fmla="*/ 100870 w 120395"/>
                <a:gd name="connsiteY17" fmla="*/ 12478 h 170021"/>
                <a:gd name="connsiteX18" fmla="*/ 118586 w 120395"/>
                <a:gd name="connsiteY18" fmla="*/ 47339 h 170021"/>
                <a:gd name="connsiteX19" fmla="*/ 81915 w 120395"/>
                <a:gd name="connsiteY19" fmla="*/ 47339 h 170021"/>
                <a:gd name="connsiteX20" fmla="*/ 74676 w 120395"/>
                <a:gd name="connsiteY20" fmla="*/ 33147 h 170021"/>
                <a:gd name="connsiteX21" fmla="*/ 56674 w 120395"/>
                <a:gd name="connsiteY21" fmla="*/ 27527 h 170021"/>
                <a:gd name="connsiteX22" fmla="*/ 41053 w 120395"/>
                <a:gd name="connsiteY22" fmla="*/ 32576 h 170021"/>
                <a:gd name="connsiteX23" fmla="*/ 35243 w 120395"/>
                <a:gd name="connsiteY23" fmla="*/ 47054 h 170021"/>
                <a:gd name="connsiteX24" fmla="*/ 39624 w 120395"/>
                <a:gd name="connsiteY24" fmla="*/ 58103 h 170021"/>
                <a:gd name="connsiteX25" fmla="*/ 50578 w 120395"/>
                <a:gd name="connsiteY25" fmla="*/ 65246 h 170021"/>
                <a:gd name="connsiteX26" fmla="*/ 69056 w 120395"/>
                <a:gd name="connsiteY26" fmla="*/ 71533 h 170021"/>
                <a:gd name="connsiteX27" fmla="*/ 95441 w 120395"/>
                <a:gd name="connsiteY27" fmla="*/ 81058 h 170021"/>
                <a:gd name="connsiteX28" fmla="*/ 113062 w 120395"/>
                <a:gd name="connsiteY28" fmla="*/ 95345 h 170021"/>
                <a:gd name="connsiteX29" fmla="*/ 120396 w 120395"/>
                <a:gd name="connsiteY29" fmla="*/ 120301 h 170021"/>
                <a:gd name="connsiteX30" fmla="*/ 113538 w 120395"/>
                <a:gd name="connsiteY30" fmla="*/ 145066 h 170021"/>
                <a:gd name="connsiteX31" fmla="*/ 93345 w 120395"/>
                <a:gd name="connsiteY31" fmla="*/ 163259 h 170021"/>
                <a:gd name="connsiteX32" fmla="*/ 61627 w 120395"/>
                <a:gd name="connsiteY32" fmla="*/ 170021 h 170021"/>
                <a:gd name="connsiteX33" fmla="*/ 30289 w 120395"/>
                <a:gd name="connsiteY33" fmla="*/ 164116 h 170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20395" h="170021">
                  <a:moveTo>
                    <a:pt x="30385" y="164402"/>
                  </a:moveTo>
                  <a:cubicBezTo>
                    <a:pt x="21050" y="160401"/>
                    <a:pt x="13716" y="154686"/>
                    <a:pt x="8382" y="147257"/>
                  </a:cubicBezTo>
                  <a:cubicBezTo>
                    <a:pt x="2953" y="139827"/>
                    <a:pt x="190" y="130969"/>
                    <a:pt x="0" y="120872"/>
                  </a:cubicBezTo>
                  <a:lnTo>
                    <a:pt x="35719" y="120872"/>
                  </a:lnTo>
                  <a:cubicBezTo>
                    <a:pt x="36195" y="127730"/>
                    <a:pt x="38576" y="133064"/>
                    <a:pt x="42958" y="137065"/>
                  </a:cubicBezTo>
                  <a:cubicBezTo>
                    <a:pt x="47339" y="141065"/>
                    <a:pt x="53340" y="142970"/>
                    <a:pt x="60960" y="142970"/>
                  </a:cubicBezTo>
                  <a:cubicBezTo>
                    <a:pt x="68580" y="142970"/>
                    <a:pt x="74867" y="141065"/>
                    <a:pt x="79343" y="137351"/>
                  </a:cubicBezTo>
                  <a:cubicBezTo>
                    <a:pt x="83820" y="133636"/>
                    <a:pt x="86011" y="128778"/>
                    <a:pt x="86011" y="122682"/>
                  </a:cubicBezTo>
                  <a:cubicBezTo>
                    <a:pt x="86011" y="117729"/>
                    <a:pt x="84487" y="113729"/>
                    <a:pt x="81534" y="110490"/>
                  </a:cubicBezTo>
                  <a:cubicBezTo>
                    <a:pt x="78486" y="107347"/>
                    <a:pt x="74771" y="104775"/>
                    <a:pt x="70199" y="102965"/>
                  </a:cubicBezTo>
                  <a:cubicBezTo>
                    <a:pt x="65627" y="101156"/>
                    <a:pt x="59436" y="99155"/>
                    <a:pt x="51530" y="96869"/>
                  </a:cubicBezTo>
                  <a:cubicBezTo>
                    <a:pt x="40767" y="93726"/>
                    <a:pt x="32004" y="90583"/>
                    <a:pt x="25241" y="87439"/>
                  </a:cubicBezTo>
                  <a:cubicBezTo>
                    <a:pt x="18479" y="84391"/>
                    <a:pt x="12668" y="79629"/>
                    <a:pt x="7810" y="73438"/>
                  </a:cubicBezTo>
                  <a:cubicBezTo>
                    <a:pt x="2953" y="67246"/>
                    <a:pt x="572" y="58769"/>
                    <a:pt x="572" y="48292"/>
                  </a:cubicBezTo>
                  <a:cubicBezTo>
                    <a:pt x="572" y="38481"/>
                    <a:pt x="3048" y="29909"/>
                    <a:pt x="7906" y="22574"/>
                  </a:cubicBezTo>
                  <a:cubicBezTo>
                    <a:pt x="12859" y="15240"/>
                    <a:pt x="19717" y="9716"/>
                    <a:pt x="28575" y="5810"/>
                  </a:cubicBezTo>
                  <a:cubicBezTo>
                    <a:pt x="37433" y="1905"/>
                    <a:pt x="47625" y="0"/>
                    <a:pt x="59055" y="0"/>
                  </a:cubicBezTo>
                  <a:cubicBezTo>
                    <a:pt x="76200" y="0"/>
                    <a:pt x="90106" y="4191"/>
                    <a:pt x="100870" y="12478"/>
                  </a:cubicBezTo>
                  <a:cubicBezTo>
                    <a:pt x="111633" y="20765"/>
                    <a:pt x="117539" y="32480"/>
                    <a:pt x="118586" y="47339"/>
                  </a:cubicBezTo>
                  <a:lnTo>
                    <a:pt x="81915" y="47339"/>
                  </a:lnTo>
                  <a:cubicBezTo>
                    <a:pt x="81629" y="41624"/>
                    <a:pt x="79153" y="36862"/>
                    <a:pt x="74676" y="33147"/>
                  </a:cubicBezTo>
                  <a:cubicBezTo>
                    <a:pt x="70199" y="29432"/>
                    <a:pt x="64199" y="27527"/>
                    <a:pt x="56674" y="27527"/>
                  </a:cubicBezTo>
                  <a:cubicBezTo>
                    <a:pt x="50197" y="27527"/>
                    <a:pt x="44958" y="29146"/>
                    <a:pt x="41053" y="32576"/>
                  </a:cubicBezTo>
                  <a:cubicBezTo>
                    <a:pt x="37148" y="35909"/>
                    <a:pt x="35243" y="40767"/>
                    <a:pt x="35243" y="47054"/>
                  </a:cubicBezTo>
                  <a:cubicBezTo>
                    <a:pt x="35243" y="51530"/>
                    <a:pt x="36671" y="55150"/>
                    <a:pt x="39624" y="58103"/>
                  </a:cubicBezTo>
                  <a:cubicBezTo>
                    <a:pt x="42577" y="61055"/>
                    <a:pt x="46196" y="63436"/>
                    <a:pt x="50578" y="65246"/>
                  </a:cubicBezTo>
                  <a:cubicBezTo>
                    <a:pt x="54959" y="67056"/>
                    <a:pt x="61055" y="69152"/>
                    <a:pt x="69056" y="71533"/>
                  </a:cubicBezTo>
                  <a:cubicBezTo>
                    <a:pt x="79820" y="74676"/>
                    <a:pt x="88678" y="77914"/>
                    <a:pt x="95441" y="81058"/>
                  </a:cubicBezTo>
                  <a:cubicBezTo>
                    <a:pt x="102203" y="84201"/>
                    <a:pt x="108109" y="88963"/>
                    <a:pt x="113062" y="95345"/>
                  </a:cubicBezTo>
                  <a:cubicBezTo>
                    <a:pt x="118015" y="101727"/>
                    <a:pt x="120396" y="110014"/>
                    <a:pt x="120396" y="120301"/>
                  </a:cubicBezTo>
                  <a:cubicBezTo>
                    <a:pt x="120396" y="129159"/>
                    <a:pt x="118110" y="137446"/>
                    <a:pt x="113538" y="145066"/>
                  </a:cubicBezTo>
                  <a:cubicBezTo>
                    <a:pt x="108966" y="152686"/>
                    <a:pt x="102203" y="158782"/>
                    <a:pt x="93345" y="163259"/>
                  </a:cubicBezTo>
                  <a:cubicBezTo>
                    <a:pt x="84487" y="167831"/>
                    <a:pt x="73914" y="170021"/>
                    <a:pt x="61627" y="170021"/>
                  </a:cubicBezTo>
                  <a:cubicBezTo>
                    <a:pt x="50006" y="170021"/>
                    <a:pt x="39624" y="168021"/>
                    <a:pt x="30289" y="164116"/>
                  </a:cubicBezTo>
                  <a:close/>
                </a:path>
              </a:pathLst>
            </a:custGeom>
            <a:grpFill/>
            <a:ln w="9525" cap="flat">
              <a:noFill/>
              <a:prstDash val="solid"/>
              <a:miter/>
            </a:ln>
          </p:spPr>
          <p:txBody>
            <a:bodyPr rtlCol="0" anchor="ctr"/>
            <a:lstStyle/>
            <a:p>
              <a:endParaRPr lang="fi-FI" sz="3200"/>
            </a:p>
          </p:txBody>
        </p:sp>
        <p:sp>
          <p:nvSpPr>
            <p:cNvPr id="610" name="Vapaamuotoinen: Muoto 609">
              <a:extLst>
                <a:ext uri="{FF2B5EF4-FFF2-40B4-BE49-F238E27FC236}">
                  <a16:creationId xmlns:a16="http://schemas.microsoft.com/office/drawing/2014/main" id="{7F13E29F-6BDA-FEFB-6E00-FDB93E772C1F}"/>
                </a:ext>
              </a:extLst>
            </p:cNvPr>
            <p:cNvSpPr/>
            <p:nvPr/>
          </p:nvSpPr>
          <p:spPr>
            <a:xfrm>
              <a:off x="4210049" y="2540507"/>
              <a:ext cx="60388" cy="249459"/>
            </a:xfrm>
            <a:custGeom>
              <a:avLst/>
              <a:gdLst>
                <a:gd name="connsiteX0" fmla="*/ 56674 w 60388"/>
                <a:gd name="connsiteY0" fmla="*/ 208312 h 249459"/>
                <a:gd name="connsiteX1" fmla="*/ 45815 w 60388"/>
                <a:gd name="connsiteY1" fmla="*/ 239840 h 249459"/>
                <a:gd name="connsiteX2" fmla="*/ 14764 w 60388"/>
                <a:gd name="connsiteY2" fmla="*/ 249460 h 249459"/>
                <a:gd name="connsiteX3" fmla="*/ 0 w 60388"/>
                <a:gd name="connsiteY3" fmla="*/ 249460 h 249459"/>
                <a:gd name="connsiteX4" fmla="*/ 0 w 60388"/>
                <a:gd name="connsiteY4" fmla="*/ 221075 h 249459"/>
                <a:gd name="connsiteX5" fmla="*/ 9525 w 60388"/>
                <a:gd name="connsiteY5" fmla="*/ 221075 h 249459"/>
                <a:gd name="connsiteX6" fmla="*/ 20193 w 60388"/>
                <a:gd name="connsiteY6" fmla="*/ 218123 h 249459"/>
                <a:gd name="connsiteX7" fmla="*/ 23336 w 60388"/>
                <a:gd name="connsiteY7" fmla="*/ 208502 h 249459"/>
                <a:gd name="connsiteX8" fmla="*/ 23336 w 60388"/>
                <a:gd name="connsiteY8" fmla="*/ 54673 h 249459"/>
                <a:gd name="connsiteX9" fmla="*/ 56674 w 60388"/>
                <a:gd name="connsiteY9" fmla="*/ 54673 h 249459"/>
                <a:gd name="connsiteX10" fmla="*/ 56674 w 60388"/>
                <a:gd name="connsiteY10" fmla="*/ 208217 h 249459"/>
                <a:gd name="connsiteX11" fmla="*/ 25336 w 60388"/>
                <a:gd name="connsiteY11" fmla="*/ 33433 h 249459"/>
                <a:gd name="connsiteX12" fmla="*/ 19526 w 60388"/>
                <a:gd name="connsiteY12" fmla="*/ 19526 h 249459"/>
                <a:gd name="connsiteX13" fmla="*/ 25336 w 60388"/>
                <a:gd name="connsiteY13" fmla="*/ 5620 h 249459"/>
                <a:gd name="connsiteX14" fmla="*/ 40195 w 60388"/>
                <a:gd name="connsiteY14" fmla="*/ 0 h 249459"/>
                <a:gd name="connsiteX15" fmla="*/ 54673 w 60388"/>
                <a:gd name="connsiteY15" fmla="*/ 5620 h 249459"/>
                <a:gd name="connsiteX16" fmla="*/ 60389 w 60388"/>
                <a:gd name="connsiteY16" fmla="*/ 19526 h 249459"/>
                <a:gd name="connsiteX17" fmla="*/ 54673 w 60388"/>
                <a:gd name="connsiteY17" fmla="*/ 33433 h 249459"/>
                <a:gd name="connsiteX18" fmla="*/ 40195 w 60388"/>
                <a:gd name="connsiteY18" fmla="*/ 39053 h 249459"/>
                <a:gd name="connsiteX19" fmla="*/ 25336 w 60388"/>
                <a:gd name="connsiteY19" fmla="*/ 33433 h 249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388" h="249459">
                  <a:moveTo>
                    <a:pt x="56674" y="208312"/>
                  </a:moveTo>
                  <a:cubicBezTo>
                    <a:pt x="56674" y="222885"/>
                    <a:pt x="53054" y="233458"/>
                    <a:pt x="45815" y="239840"/>
                  </a:cubicBezTo>
                  <a:cubicBezTo>
                    <a:pt x="38576" y="246317"/>
                    <a:pt x="28194" y="249460"/>
                    <a:pt x="14764" y="249460"/>
                  </a:cubicBezTo>
                  <a:lnTo>
                    <a:pt x="0" y="249460"/>
                  </a:lnTo>
                  <a:lnTo>
                    <a:pt x="0" y="221075"/>
                  </a:lnTo>
                  <a:lnTo>
                    <a:pt x="9525" y="221075"/>
                  </a:lnTo>
                  <a:cubicBezTo>
                    <a:pt x="14573" y="221075"/>
                    <a:pt x="18193" y="220123"/>
                    <a:pt x="20193" y="218123"/>
                  </a:cubicBezTo>
                  <a:cubicBezTo>
                    <a:pt x="22289" y="216122"/>
                    <a:pt x="23336" y="212884"/>
                    <a:pt x="23336" y="208502"/>
                  </a:cubicBezTo>
                  <a:lnTo>
                    <a:pt x="23336" y="54673"/>
                  </a:lnTo>
                  <a:lnTo>
                    <a:pt x="56674" y="54673"/>
                  </a:lnTo>
                  <a:lnTo>
                    <a:pt x="56674" y="208217"/>
                  </a:lnTo>
                  <a:close/>
                  <a:moveTo>
                    <a:pt x="25336" y="33433"/>
                  </a:moveTo>
                  <a:cubicBezTo>
                    <a:pt x="21431" y="29718"/>
                    <a:pt x="19526" y="25051"/>
                    <a:pt x="19526" y="19526"/>
                  </a:cubicBezTo>
                  <a:cubicBezTo>
                    <a:pt x="19526" y="14002"/>
                    <a:pt x="21431" y="9335"/>
                    <a:pt x="25336" y="5620"/>
                  </a:cubicBezTo>
                  <a:cubicBezTo>
                    <a:pt x="29242" y="1905"/>
                    <a:pt x="34195" y="0"/>
                    <a:pt x="40195" y="0"/>
                  </a:cubicBezTo>
                  <a:cubicBezTo>
                    <a:pt x="46196" y="0"/>
                    <a:pt x="50864" y="1905"/>
                    <a:pt x="54673" y="5620"/>
                  </a:cubicBezTo>
                  <a:cubicBezTo>
                    <a:pt x="58483" y="9335"/>
                    <a:pt x="60389" y="14002"/>
                    <a:pt x="60389" y="19526"/>
                  </a:cubicBezTo>
                  <a:cubicBezTo>
                    <a:pt x="60389" y="25051"/>
                    <a:pt x="58483" y="29718"/>
                    <a:pt x="54673" y="33433"/>
                  </a:cubicBezTo>
                  <a:cubicBezTo>
                    <a:pt x="50864" y="37148"/>
                    <a:pt x="46006" y="39053"/>
                    <a:pt x="40195" y="39053"/>
                  </a:cubicBezTo>
                  <a:cubicBezTo>
                    <a:pt x="34385" y="39053"/>
                    <a:pt x="29242" y="37148"/>
                    <a:pt x="25336" y="33433"/>
                  </a:cubicBezTo>
                  <a:close/>
                </a:path>
              </a:pathLst>
            </a:custGeom>
            <a:grpFill/>
            <a:ln w="9525" cap="flat">
              <a:noFill/>
              <a:prstDash val="solid"/>
              <a:miter/>
            </a:ln>
          </p:spPr>
          <p:txBody>
            <a:bodyPr rtlCol="0" anchor="ctr"/>
            <a:lstStyle/>
            <a:p>
              <a:endParaRPr lang="fi-FI" sz="3200"/>
            </a:p>
          </p:txBody>
        </p:sp>
        <p:sp>
          <p:nvSpPr>
            <p:cNvPr id="611" name="Vapaamuotoinen: Muoto 610">
              <a:extLst>
                <a:ext uri="{FF2B5EF4-FFF2-40B4-BE49-F238E27FC236}">
                  <a16:creationId xmlns:a16="http://schemas.microsoft.com/office/drawing/2014/main" id="{D454B89E-3A2B-C8F0-CE17-C45EE942D3AE}"/>
                </a:ext>
              </a:extLst>
            </p:cNvPr>
            <p:cNvSpPr/>
            <p:nvPr/>
          </p:nvSpPr>
          <p:spPr>
            <a:xfrm>
              <a:off x="4298441" y="2595086"/>
              <a:ext cx="125634" cy="133635"/>
            </a:xfrm>
            <a:custGeom>
              <a:avLst/>
              <a:gdLst>
                <a:gd name="connsiteX0" fmla="*/ 125635 w 125634"/>
                <a:gd name="connsiteY0" fmla="*/ 95 h 133635"/>
                <a:gd name="connsiteX1" fmla="*/ 125635 w 125634"/>
                <a:gd name="connsiteY1" fmla="*/ 132017 h 133635"/>
                <a:gd name="connsiteX2" fmla="*/ 92107 w 125634"/>
                <a:gd name="connsiteY2" fmla="*/ 132017 h 133635"/>
                <a:gd name="connsiteX3" fmla="*/ 92107 w 125634"/>
                <a:gd name="connsiteY3" fmla="*/ 115348 h 133635"/>
                <a:gd name="connsiteX4" fmla="*/ 75343 w 125634"/>
                <a:gd name="connsiteY4" fmla="*/ 128778 h 133635"/>
                <a:gd name="connsiteX5" fmla="*/ 52864 w 125634"/>
                <a:gd name="connsiteY5" fmla="*/ 133636 h 133635"/>
                <a:gd name="connsiteX6" fmla="*/ 25432 w 125634"/>
                <a:gd name="connsiteY6" fmla="*/ 127064 h 133635"/>
                <a:gd name="connsiteX7" fmla="*/ 6763 w 125634"/>
                <a:gd name="connsiteY7" fmla="*/ 107728 h 133635"/>
                <a:gd name="connsiteX8" fmla="*/ 0 w 125634"/>
                <a:gd name="connsiteY8" fmla="*/ 77343 h 133635"/>
                <a:gd name="connsiteX9" fmla="*/ 0 w 125634"/>
                <a:gd name="connsiteY9" fmla="*/ 0 h 133635"/>
                <a:gd name="connsiteX10" fmla="*/ 33338 w 125634"/>
                <a:gd name="connsiteY10" fmla="*/ 0 h 133635"/>
                <a:gd name="connsiteX11" fmla="*/ 33338 w 125634"/>
                <a:gd name="connsiteY11" fmla="*/ 72580 h 133635"/>
                <a:gd name="connsiteX12" fmla="*/ 41148 w 125634"/>
                <a:gd name="connsiteY12" fmla="*/ 96774 h 133635"/>
                <a:gd name="connsiteX13" fmla="*/ 62579 w 125634"/>
                <a:gd name="connsiteY13" fmla="*/ 105251 h 133635"/>
                <a:gd name="connsiteX14" fmla="*/ 84296 w 125634"/>
                <a:gd name="connsiteY14" fmla="*/ 96774 h 133635"/>
                <a:gd name="connsiteX15" fmla="*/ 92107 w 125634"/>
                <a:gd name="connsiteY15" fmla="*/ 72580 h 133635"/>
                <a:gd name="connsiteX16" fmla="*/ 92107 w 125634"/>
                <a:gd name="connsiteY16" fmla="*/ 0 h 133635"/>
                <a:gd name="connsiteX17" fmla="*/ 125635 w 125634"/>
                <a:gd name="connsiteY17" fmla="*/ 0 h 133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5634" h="133635">
                  <a:moveTo>
                    <a:pt x="125635" y="95"/>
                  </a:moveTo>
                  <a:lnTo>
                    <a:pt x="125635" y="132017"/>
                  </a:lnTo>
                  <a:lnTo>
                    <a:pt x="92107" y="132017"/>
                  </a:lnTo>
                  <a:lnTo>
                    <a:pt x="92107" y="115348"/>
                  </a:lnTo>
                  <a:cubicBezTo>
                    <a:pt x="87820" y="121063"/>
                    <a:pt x="82201" y="125540"/>
                    <a:pt x="75343" y="128778"/>
                  </a:cubicBezTo>
                  <a:cubicBezTo>
                    <a:pt x="68389" y="132017"/>
                    <a:pt x="60960" y="133636"/>
                    <a:pt x="52864" y="133636"/>
                  </a:cubicBezTo>
                  <a:cubicBezTo>
                    <a:pt x="42577" y="133636"/>
                    <a:pt x="33433" y="131445"/>
                    <a:pt x="25432" y="127064"/>
                  </a:cubicBezTo>
                  <a:cubicBezTo>
                    <a:pt x="17526" y="122682"/>
                    <a:pt x="11239" y="116300"/>
                    <a:pt x="6763" y="107728"/>
                  </a:cubicBezTo>
                  <a:cubicBezTo>
                    <a:pt x="2191" y="99250"/>
                    <a:pt x="0" y="89154"/>
                    <a:pt x="0" y="77343"/>
                  </a:cubicBezTo>
                  <a:lnTo>
                    <a:pt x="0" y="0"/>
                  </a:lnTo>
                  <a:lnTo>
                    <a:pt x="33338" y="0"/>
                  </a:lnTo>
                  <a:lnTo>
                    <a:pt x="33338" y="72580"/>
                  </a:lnTo>
                  <a:cubicBezTo>
                    <a:pt x="33338" y="83058"/>
                    <a:pt x="35909" y="91154"/>
                    <a:pt x="41148" y="96774"/>
                  </a:cubicBezTo>
                  <a:cubicBezTo>
                    <a:pt x="46387" y="102394"/>
                    <a:pt x="53530" y="105251"/>
                    <a:pt x="62579" y="105251"/>
                  </a:cubicBezTo>
                  <a:cubicBezTo>
                    <a:pt x="71628" y="105251"/>
                    <a:pt x="79058" y="102394"/>
                    <a:pt x="84296" y="96774"/>
                  </a:cubicBezTo>
                  <a:cubicBezTo>
                    <a:pt x="89535" y="91154"/>
                    <a:pt x="92107" y="83058"/>
                    <a:pt x="92107" y="72580"/>
                  </a:cubicBezTo>
                  <a:lnTo>
                    <a:pt x="92107" y="0"/>
                  </a:lnTo>
                  <a:lnTo>
                    <a:pt x="125635" y="0"/>
                  </a:lnTo>
                  <a:close/>
                </a:path>
              </a:pathLst>
            </a:custGeom>
            <a:grpFill/>
            <a:ln w="9525" cap="flat">
              <a:noFill/>
              <a:prstDash val="solid"/>
              <a:miter/>
            </a:ln>
          </p:spPr>
          <p:txBody>
            <a:bodyPr rtlCol="0" anchor="ctr"/>
            <a:lstStyle/>
            <a:p>
              <a:endParaRPr lang="fi-FI" sz="3200"/>
            </a:p>
          </p:txBody>
        </p:sp>
        <p:sp>
          <p:nvSpPr>
            <p:cNvPr id="612" name="Vapaamuotoinen: Muoto 611">
              <a:extLst>
                <a:ext uri="{FF2B5EF4-FFF2-40B4-BE49-F238E27FC236}">
                  <a16:creationId xmlns:a16="http://schemas.microsoft.com/office/drawing/2014/main" id="{F8D600D0-301D-97F2-B9C1-FE2A43D36225}"/>
                </a:ext>
              </a:extLst>
            </p:cNvPr>
            <p:cNvSpPr/>
            <p:nvPr/>
          </p:nvSpPr>
          <p:spPr>
            <a:xfrm>
              <a:off x="4456937" y="2593371"/>
              <a:ext cx="125730" cy="133731"/>
            </a:xfrm>
            <a:custGeom>
              <a:avLst/>
              <a:gdLst>
                <a:gd name="connsiteX0" fmla="*/ 111252 w 125730"/>
                <a:gd name="connsiteY0" fmla="*/ 14859 h 133731"/>
                <a:gd name="connsiteX1" fmla="*/ 125730 w 125730"/>
                <a:gd name="connsiteY1" fmla="*/ 56388 h 133731"/>
                <a:gd name="connsiteX2" fmla="*/ 125730 w 125730"/>
                <a:gd name="connsiteY2" fmla="*/ 133731 h 133731"/>
                <a:gd name="connsiteX3" fmla="*/ 92393 w 125730"/>
                <a:gd name="connsiteY3" fmla="*/ 133731 h 133731"/>
                <a:gd name="connsiteX4" fmla="*/ 92393 w 125730"/>
                <a:gd name="connsiteY4" fmla="*/ 60865 h 133731"/>
                <a:gd name="connsiteX5" fmla="*/ 84582 w 125730"/>
                <a:gd name="connsiteY5" fmla="*/ 36671 h 133731"/>
                <a:gd name="connsiteX6" fmla="*/ 63151 w 125730"/>
                <a:gd name="connsiteY6" fmla="*/ 28194 h 133731"/>
                <a:gd name="connsiteX7" fmla="*/ 41339 w 125730"/>
                <a:gd name="connsiteY7" fmla="*/ 36671 h 133731"/>
                <a:gd name="connsiteX8" fmla="*/ 33338 w 125730"/>
                <a:gd name="connsiteY8" fmla="*/ 60865 h 133731"/>
                <a:gd name="connsiteX9" fmla="*/ 33338 w 125730"/>
                <a:gd name="connsiteY9" fmla="*/ 133731 h 133731"/>
                <a:gd name="connsiteX10" fmla="*/ 0 w 125730"/>
                <a:gd name="connsiteY10" fmla="*/ 133731 h 133731"/>
                <a:gd name="connsiteX11" fmla="*/ 0 w 125730"/>
                <a:gd name="connsiteY11" fmla="*/ 1810 h 133731"/>
                <a:gd name="connsiteX12" fmla="*/ 33338 w 125730"/>
                <a:gd name="connsiteY12" fmla="*/ 1810 h 133731"/>
                <a:gd name="connsiteX13" fmla="*/ 33338 w 125730"/>
                <a:gd name="connsiteY13" fmla="*/ 18288 h 133731"/>
                <a:gd name="connsiteX14" fmla="*/ 50387 w 125730"/>
                <a:gd name="connsiteY14" fmla="*/ 4858 h 133731"/>
                <a:gd name="connsiteX15" fmla="*/ 73152 w 125730"/>
                <a:gd name="connsiteY15" fmla="*/ 0 h 133731"/>
                <a:gd name="connsiteX16" fmla="*/ 111252 w 125730"/>
                <a:gd name="connsiteY16" fmla="*/ 14859 h 13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5730" h="133731">
                  <a:moveTo>
                    <a:pt x="111252" y="14859"/>
                  </a:moveTo>
                  <a:cubicBezTo>
                    <a:pt x="120968" y="24765"/>
                    <a:pt x="125730" y="38672"/>
                    <a:pt x="125730" y="56388"/>
                  </a:cubicBezTo>
                  <a:lnTo>
                    <a:pt x="125730" y="133731"/>
                  </a:lnTo>
                  <a:lnTo>
                    <a:pt x="92393" y="133731"/>
                  </a:lnTo>
                  <a:lnTo>
                    <a:pt x="92393" y="60865"/>
                  </a:lnTo>
                  <a:cubicBezTo>
                    <a:pt x="92393" y="50387"/>
                    <a:pt x="89821" y="42291"/>
                    <a:pt x="84582" y="36671"/>
                  </a:cubicBezTo>
                  <a:cubicBezTo>
                    <a:pt x="79343" y="31051"/>
                    <a:pt x="72200" y="28194"/>
                    <a:pt x="63151" y="28194"/>
                  </a:cubicBezTo>
                  <a:cubicBezTo>
                    <a:pt x="54102" y="28194"/>
                    <a:pt x="46673" y="31051"/>
                    <a:pt x="41339" y="36671"/>
                  </a:cubicBezTo>
                  <a:cubicBezTo>
                    <a:pt x="36005" y="42291"/>
                    <a:pt x="33338" y="50387"/>
                    <a:pt x="33338" y="60865"/>
                  </a:cubicBezTo>
                  <a:lnTo>
                    <a:pt x="33338" y="133731"/>
                  </a:lnTo>
                  <a:lnTo>
                    <a:pt x="0" y="133731"/>
                  </a:lnTo>
                  <a:lnTo>
                    <a:pt x="0" y="1810"/>
                  </a:lnTo>
                  <a:lnTo>
                    <a:pt x="33338" y="1810"/>
                  </a:lnTo>
                  <a:lnTo>
                    <a:pt x="33338" y="18288"/>
                  </a:lnTo>
                  <a:cubicBezTo>
                    <a:pt x="37814" y="12573"/>
                    <a:pt x="43434" y="8096"/>
                    <a:pt x="50387" y="4858"/>
                  </a:cubicBezTo>
                  <a:cubicBezTo>
                    <a:pt x="57245" y="1619"/>
                    <a:pt x="64865" y="0"/>
                    <a:pt x="73152" y="0"/>
                  </a:cubicBezTo>
                  <a:cubicBezTo>
                    <a:pt x="88868" y="0"/>
                    <a:pt x="101537" y="4953"/>
                    <a:pt x="111252" y="14859"/>
                  </a:cubicBezTo>
                  <a:close/>
                </a:path>
              </a:pathLst>
            </a:custGeom>
            <a:grpFill/>
            <a:ln w="9525" cap="flat">
              <a:noFill/>
              <a:prstDash val="solid"/>
              <a:miter/>
            </a:ln>
          </p:spPr>
          <p:txBody>
            <a:bodyPr rtlCol="0" anchor="ctr"/>
            <a:lstStyle/>
            <a:p>
              <a:endParaRPr lang="fi-FI" sz="3200"/>
            </a:p>
          </p:txBody>
        </p:sp>
        <p:sp>
          <p:nvSpPr>
            <p:cNvPr id="613" name="Vapaamuotoinen: Muoto 612">
              <a:extLst>
                <a:ext uri="{FF2B5EF4-FFF2-40B4-BE49-F238E27FC236}">
                  <a16:creationId xmlns:a16="http://schemas.microsoft.com/office/drawing/2014/main" id="{4240AA44-CC3E-340E-D21E-4111E3269770}"/>
                </a:ext>
              </a:extLst>
            </p:cNvPr>
            <p:cNvSpPr/>
            <p:nvPr/>
          </p:nvSpPr>
          <p:spPr>
            <a:xfrm>
              <a:off x="4605718" y="2550794"/>
              <a:ext cx="137541" cy="178308"/>
            </a:xfrm>
            <a:custGeom>
              <a:avLst/>
              <a:gdLst>
                <a:gd name="connsiteX0" fmla="*/ 8096 w 137541"/>
                <a:gd name="connsiteY0" fmla="*/ 74390 h 178308"/>
                <a:gd name="connsiteX1" fmla="*/ 29908 w 137541"/>
                <a:gd name="connsiteY1" fmla="*/ 50578 h 178308"/>
                <a:gd name="connsiteX2" fmla="*/ 60579 w 137541"/>
                <a:gd name="connsiteY2" fmla="*/ 42196 h 178308"/>
                <a:gd name="connsiteX3" fmla="*/ 85154 w 137541"/>
                <a:gd name="connsiteY3" fmla="*/ 47816 h 178308"/>
                <a:gd name="connsiteX4" fmla="*/ 103727 w 137541"/>
                <a:gd name="connsiteY4" fmla="*/ 62675 h 178308"/>
                <a:gd name="connsiteX5" fmla="*/ 103727 w 137541"/>
                <a:gd name="connsiteY5" fmla="*/ 0 h 178308"/>
                <a:gd name="connsiteX6" fmla="*/ 137541 w 137541"/>
                <a:gd name="connsiteY6" fmla="*/ 0 h 178308"/>
                <a:gd name="connsiteX7" fmla="*/ 137541 w 137541"/>
                <a:gd name="connsiteY7" fmla="*/ 176213 h 178308"/>
                <a:gd name="connsiteX8" fmla="*/ 103727 w 137541"/>
                <a:gd name="connsiteY8" fmla="*/ 176213 h 178308"/>
                <a:gd name="connsiteX9" fmla="*/ 103727 w 137541"/>
                <a:gd name="connsiteY9" fmla="*/ 156686 h 178308"/>
                <a:gd name="connsiteX10" fmla="*/ 86296 w 137541"/>
                <a:gd name="connsiteY10" fmla="*/ 172403 h 178308"/>
                <a:gd name="connsiteX11" fmla="*/ 60293 w 137541"/>
                <a:gd name="connsiteY11" fmla="*/ 178308 h 178308"/>
                <a:gd name="connsiteX12" fmla="*/ 29813 w 137541"/>
                <a:gd name="connsiteY12" fmla="*/ 169736 h 178308"/>
                <a:gd name="connsiteX13" fmla="*/ 8001 w 137541"/>
                <a:gd name="connsiteY13" fmla="*/ 145542 h 178308"/>
                <a:gd name="connsiteX14" fmla="*/ 0 w 137541"/>
                <a:gd name="connsiteY14" fmla="*/ 109728 h 178308"/>
                <a:gd name="connsiteX15" fmla="*/ 8001 w 137541"/>
                <a:gd name="connsiteY15" fmla="*/ 74295 h 178308"/>
                <a:gd name="connsiteX16" fmla="*/ 99155 w 137541"/>
                <a:gd name="connsiteY16" fmla="*/ 89535 h 178308"/>
                <a:gd name="connsiteX17" fmla="*/ 86296 w 137541"/>
                <a:gd name="connsiteY17" fmla="*/ 76200 h 178308"/>
                <a:gd name="connsiteX18" fmla="*/ 68866 w 137541"/>
                <a:gd name="connsiteY18" fmla="*/ 71533 h 178308"/>
                <a:gd name="connsiteX19" fmla="*/ 51721 w 137541"/>
                <a:gd name="connsiteY19" fmla="*/ 76105 h 178308"/>
                <a:gd name="connsiteX20" fmla="*/ 38957 w 137541"/>
                <a:gd name="connsiteY20" fmla="*/ 89345 h 178308"/>
                <a:gd name="connsiteX21" fmla="*/ 34099 w 137541"/>
                <a:gd name="connsiteY21" fmla="*/ 109919 h 178308"/>
                <a:gd name="connsiteX22" fmla="*/ 38957 w 137541"/>
                <a:gd name="connsiteY22" fmla="*/ 130778 h 178308"/>
                <a:gd name="connsiteX23" fmla="*/ 51816 w 137541"/>
                <a:gd name="connsiteY23" fmla="*/ 144494 h 178308"/>
                <a:gd name="connsiteX24" fmla="*/ 68866 w 137541"/>
                <a:gd name="connsiteY24" fmla="*/ 149257 h 178308"/>
                <a:gd name="connsiteX25" fmla="*/ 86296 w 137541"/>
                <a:gd name="connsiteY25" fmla="*/ 144590 h 178308"/>
                <a:gd name="connsiteX26" fmla="*/ 99155 w 137541"/>
                <a:gd name="connsiteY26" fmla="*/ 131255 h 178308"/>
                <a:gd name="connsiteX27" fmla="*/ 103918 w 137541"/>
                <a:gd name="connsiteY27" fmla="*/ 110395 h 178308"/>
                <a:gd name="connsiteX28" fmla="*/ 99155 w 137541"/>
                <a:gd name="connsiteY28" fmla="*/ 89535 h 178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541" h="178308">
                  <a:moveTo>
                    <a:pt x="8096" y="74390"/>
                  </a:moveTo>
                  <a:cubicBezTo>
                    <a:pt x="13430" y="64103"/>
                    <a:pt x="20669" y="56102"/>
                    <a:pt x="29908" y="50578"/>
                  </a:cubicBezTo>
                  <a:cubicBezTo>
                    <a:pt x="39148" y="45053"/>
                    <a:pt x="49340" y="42196"/>
                    <a:pt x="60579" y="42196"/>
                  </a:cubicBezTo>
                  <a:cubicBezTo>
                    <a:pt x="69151" y="42196"/>
                    <a:pt x="77343" y="44101"/>
                    <a:pt x="85154" y="47816"/>
                  </a:cubicBezTo>
                  <a:cubicBezTo>
                    <a:pt x="92964" y="51530"/>
                    <a:pt x="99155" y="56483"/>
                    <a:pt x="103727" y="62675"/>
                  </a:cubicBezTo>
                  <a:lnTo>
                    <a:pt x="103727" y="0"/>
                  </a:lnTo>
                  <a:lnTo>
                    <a:pt x="137541" y="0"/>
                  </a:lnTo>
                  <a:lnTo>
                    <a:pt x="137541" y="176213"/>
                  </a:lnTo>
                  <a:lnTo>
                    <a:pt x="103727" y="176213"/>
                  </a:lnTo>
                  <a:lnTo>
                    <a:pt x="103727" y="156686"/>
                  </a:lnTo>
                  <a:cubicBezTo>
                    <a:pt x="99631" y="163163"/>
                    <a:pt x="93821" y="168402"/>
                    <a:pt x="86296" y="172403"/>
                  </a:cubicBezTo>
                  <a:cubicBezTo>
                    <a:pt x="78867" y="176403"/>
                    <a:pt x="70199" y="178308"/>
                    <a:pt x="60293" y="178308"/>
                  </a:cubicBezTo>
                  <a:cubicBezTo>
                    <a:pt x="49149" y="178308"/>
                    <a:pt x="39052" y="175451"/>
                    <a:pt x="29813" y="169736"/>
                  </a:cubicBezTo>
                  <a:cubicBezTo>
                    <a:pt x="20574" y="164021"/>
                    <a:pt x="13335" y="155924"/>
                    <a:pt x="8001" y="145542"/>
                  </a:cubicBezTo>
                  <a:cubicBezTo>
                    <a:pt x="2667" y="135160"/>
                    <a:pt x="0" y="123158"/>
                    <a:pt x="0" y="109728"/>
                  </a:cubicBezTo>
                  <a:cubicBezTo>
                    <a:pt x="0" y="96298"/>
                    <a:pt x="2667" y="84582"/>
                    <a:pt x="8001" y="74295"/>
                  </a:cubicBezTo>
                  <a:close/>
                  <a:moveTo>
                    <a:pt x="99155" y="89535"/>
                  </a:moveTo>
                  <a:cubicBezTo>
                    <a:pt x="96012" y="83725"/>
                    <a:pt x="91726" y="79248"/>
                    <a:pt x="86296" y="76200"/>
                  </a:cubicBezTo>
                  <a:cubicBezTo>
                    <a:pt x="80867" y="73152"/>
                    <a:pt x="75152" y="71533"/>
                    <a:pt x="68866" y="71533"/>
                  </a:cubicBezTo>
                  <a:cubicBezTo>
                    <a:pt x="62579" y="71533"/>
                    <a:pt x="56959" y="73057"/>
                    <a:pt x="51721" y="76105"/>
                  </a:cubicBezTo>
                  <a:cubicBezTo>
                    <a:pt x="46482" y="79153"/>
                    <a:pt x="42196" y="83534"/>
                    <a:pt x="38957" y="89345"/>
                  </a:cubicBezTo>
                  <a:cubicBezTo>
                    <a:pt x="35719" y="95155"/>
                    <a:pt x="34099" y="102013"/>
                    <a:pt x="34099" y="109919"/>
                  </a:cubicBezTo>
                  <a:cubicBezTo>
                    <a:pt x="34099" y="117824"/>
                    <a:pt x="35719" y="124778"/>
                    <a:pt x="38957" y="130778"/>
                  </a:cubicBezTo>
                  <a:cubicBezTo>
                    <a:pt x="42196" y="136684"/>
                    <a:pt x="46482" y="141351"/>
                    <a:pt x="51816" y="144494"/>
                  </a:cubicBezTo>
                  <a:cubicBezTo>
                    <a:pt x="57150" y="147638"/>
                    <a:pt x="62770" y="149257"/>
                    <a:pt x="68866" y="149257"/>
                  </a:cubicBezTo>
                  <a:cubicBezTo>
                    <a:pt x="74962" y="149257"/>
                    <a:pt x="80867" y="147733"/>
                    <a:pt x="86296" y="144590"/>
                  </a:cubicBezTo>
                  <a:cubicBezTo>
                    <a:pt x="91726" y="141446"/>
                    <a:pt x="96012" y="137065"/>
                    <a:pt x="99155" y="131255"/>
                  </a:cubicBezTo>
                  <a:cubicBezTo>
                    <a:pt x="102298" y="125444"/>
                    <a:pt x="103918" y="118491"/>
                    <a:pt x="103918" y="110395"/>
                  </a:cubicBezTo>
                  <a:cubicBezTo>
                    <a:pt x="103918" y="102299"/>
                    <a:pt x="102298" y="95345"/>
                    <a:pt x="99155" y="89535"/>
                  </a:cubicBezTo>
                  <a:close/>
                </a:path>
              </a:pathLst>
            </a:custGeom>
            <a:grpFill/>
            <a:ln w="9525" cap="flat">
              <a:noFill/>
              <a:prstDash val="solid"/>
              <a:miter/>
            </a:ln>
          </p:spPr>
          <p:txBody>
            <a:bodyPr rtlCol="0" anchor="ctr"/>
            <a:lstStyle/>
            <a:p>
              <a:endParaRPr lang="fi-FI" sz="3200"/>
            </a:p>
          </p:txBody>
        </p:sp>
        <p:sp>
          <p:nvSpPr>
            <p:cNvPr id="614" name="Vapaamuotoinen: Muoto 613">
              <a:extLst>
                <a:ext uri="{FF2B5EF4-FFF2-40B4-BE49-F238E27FC236}">
                  <a16:creationId xmlns:a16="http://schemas.microsoft.com/office/drawing/2014/main" id="{CCEF18DA-E1F7-F7B1-20A8-7F50BAE45875}"/>
                </a:ext>
              </a:extLst>
            </p:cNvPr>
            <p:cNvSpPr/>
            <p:nvPr/>
          </p:nvSpPr>
          <p:spPr>
            <a:xfrm>
              <a:off x="4767071" y="2592990"/>
              <a:ext cx="131159" cy="136302"/>
            </a:xfrm>
            <a:custGeom>
              <a:avLst/>
              <a:gdLst>
                <a:gd name="connsiteX0" fmla="*/ 130397 w 131159"/>
                <a:gd name="connsiteY0" fmla="*/ 78200 h 136302"/>
                <a:gd name="connsiteX1" fmla="*/ 34004 w 131159"/>
                <a:gd name="connsiteY1" fmla="*/ 78200 h 136302"/>
                <a:gd name="connsiteX2" fmla="*/ 44005 w 131159"/>
                <a:gd name="connsiteY2" fmla="*/ 100584 h 136302"/>
                <a:gd name="connsiteX3" fmla="*/ 65722 w 131159"/>
                <a:gd name="connsiteY3" fmla="*/ 108680 h 136302"/>
                <a:gd name="connsiteX4" fmla="*/ 92107 w 131159"/>
                <a:gd name="connsiteY4" fmla="*/ 92678 h 136302"/>
                <a:gd name="connsiteX5" fmla="*/ 128016 w 131159"/>
                <a:gd name="connsiteY5" fmla="*/ 92678 h 136302"/>
                <a:gd name="connsiteX6" fmla="*/ 106108 w 131159"/>
                <a:gd name="connsiteY6" fmla="*/ 124016 h 136302"/>
                <a:gd name="connsiteX7" fmla="*/ 66294 w 131159"/>
                <a:gd name="connsiteY7" fmla="*/ 136303 h 136302"/>
                <a:gd name="connsiteX8" fmla="*/ 32099 w 131159"/>
                <a:gd name="connsiteY8" fmla="*/ 127826 h 136302"/>
                <a:gd name="connsiteX9" fmla="*/ 8477 w 131159"/>
                <a:gd name="connsiteY9" fmla="*/ 103918 h 136302"/>
                <a:gd name="connsiteX10" fmla="*/ 0 w 131159"/>
                <a:gd name="connsiteY10" fmla="*/ 68199 h 136302"/>
                <a:gd name="connsiteX11" fmla="*/ 8382 w 131159"/>
                <a:gd name="connsiteY11" fmla="*/ 32195 h 136302"/>
                <a:gd name="connsiteX12" fmla="*/ 31718 w 131159"/>
                <a:gd name="connsiteY12" fmla="*/ 8382 h 136302"/>
                <a:gd name="connsiteX13" fmla="*/ 66199 w 131159"/>
                <a:gd name="connsiteY13" fmla="*/ 0 h 136302"/>
                <a:gd name="connsiteX14" fmla="*/ 99917 w 131159"/>
                <a:gd name="connsiteY14" fmla="*/ 8096 h 136302"/>
                <a:gd name="connsiteX15" fmla="*/ 122968 w 131159"/>
                <a:gd name="connsiteY15" fmla="*/ 31052 h 136302"/>
                <a:gd name="connsiteX16" fmla="*/ 131159 w 131159"/>
                <a:gd name="connsiteY16" fmla="*/ 65246 h 136302"/>
                <a:gd name="connsiteX17" fmla="*/ 130207 w 131159"/>
                <a:gd name="connsiteY17" fmla="*/ 78105 h 136302"/>
                <a:gd name="connsiteX18" fmla="*/ 96869 w 131159"/>
                <a:gd name="connsiteY18" fmla="*/ 55817 h 136302"/>
                <a:gd name="connsiteX19" fmla="*/ 87535 w 131159"/>
                <a:gd name="connsiteY19" fmla="*/ 35243 h 136302"/>
                <a:gd name="connsiteX20" fmla="*/ 65341 w 131159"/>
                <a:gd name="connsiteY20" fmla="*/ 27527 h 136302"/>
                <a:gd name="connsiteX21" fmla="*/ 44482 w 131159"/>
                <a:gd name="connsiteY21" fmla="*/ 35052 h 136302"/>
                <a:gd name="connsiteX22" fmla="*/ 34099 w 131159"/>
                <a:gd name="connsiteY22" fmla="*/ 55912 h 136302"/>
                <a:gd name="connsiteX23" fmla="*/ 96774 w 131159"/>
                <a:gd name="connsiteY23" fmla="*/ 55912 h 13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1159" h="136302">
                  <a:moveTo>
                    <a:pt x="130397" y="78200"/>
                  </a:moveTo>
                  <a:lnTo>
                    <a:pt x="34004" y="78200"/>
                  </a:lnTo>
                  <a:cubicBezTo>
                    <a:pt x="34766" y="87725"/>
                    <a:pt x="38100" y="95155"/>
                    <a:pt x="44005" y="100584"/>
                  </a:cubicBezTo>
                  <a:cubicBezTo>
                    <a:pt x="49911" y="106013"/>
                    <a:pt x="57150" y="108680"/>
                    <a:pt x="65722" y="108680"/>
                  </a:cubicBezTo>
                  <a:cubicBezTo>
                    <a:pt x="78105" y="108680"/>
                    <a:pt x="86868" y="103346"/>
                    <a:pt x="92107" y="92678"/>
                  </a:cubicBezTo>
                  <a:lnTo>
                    <a:pt x="128016" y="92678"/>
                  </a:lnTo>
                  <a:cubicBezTo>
                    <a:pt x="124206" y="105347"/>
                    <a:pt x="116872" y="115824"/>
                    <a:pt x="106108" y="124016"/>
                  </a:cubicBezTo>
                  <a:cubicBezTo>
                    <a:pt x="95345" y="132207"/>
                    <a:pt x="82010" y="136303"/>
                    <a:pt x="66294" y="136303"/>
                  </a:cubicBezTo>
                  <a:cubicBezTo>
                    <a:pt x="53626" y="136303"/>
                    <a:pt x="42196" y="133445"/>
                    <a:pt x="32099" y="127826"/>
                  </a:cubicBezTo>
                  <a:cubicBezTo>
                    <a:pt x="22003" y="122206"/>
                    <a:pt x="14192" y="114205"/>
                    <a:pt x="8477" y="103918"/>
                  </a:cubicBezTo>
                  <a:cubicBezTo>
                    <a:pt x="2857" y="93631"/>
                    <a:pt x="0" y="81725"/>
                    <a:pt x="0" y="68199"/>
                  </a:cubicBezTo>
                  <a:cubicBezTo>
                    <a:pt x="0" y="54674"/>
                    <a:pt x="2762" y="42577"/>
                    <a:pt x="8382" y="32195"/>
                  </a:cubicBezTo>
                  <a:cubicBezTo>
                    <a:pt x="13906" y="21907"/>
                    <a:pt x="21717" y="13906"/>
                    <a:pt x="31718" y="8382"/>
                  </a:cubicBezTo>
                  <a:cubicBezTo>
                    <a:pt x="41719" y="2857"/>
                    <a:pt x="53245" y="0"/>
                    <a:pt x="66199" y="0"/>
                  </a:cubicBezTo>
                  <a:cubicBezTo>
                    <a:pt x="79153" y="0"/>
                    <a:pt x="90011" y="2667"/>
                    <a:pt x="99917" y="8096"/>
                  </a:cubicBezTo>
                  <a:cubicBezTo>
                    <a:pt x="109823" y="13526"/>
                    <a:pt x="117538" y="21146"/>
                    <a:pt x="122968" y="31052"/>
                  </a:cubicBezTo>
                  <a:cubicBezTo>
                    <a:pt x="128492" y="40957"/>
                    <a:pt x="131159" y="52388"/>
                    <a:pt x="131159" y="65246"/>
                  </a:cubicBezTo>
                  <a:cubicBezTo>
                    <a:pt x="131159" y="70009"/>
                    <a:pt x="130873" y="74295"/>
                    <a:pt x="130207" y="78105"/>
                  </a:cubicBezTo>
                  <a:close/>
                  <a:moveTo>
                    <a:pt x="96869" y="55817"/>
                  </a:moveTo>
                  <a:cubicBezTo>
                    <a:pt x="96679" y="47244"/>
                    <a:pt x="93631" y="40386"/>
                    <a:pt x="87535" y="35243"/>
                  </a:cubicBezTo>
                  <a:cubicBezTo>
                    <a:pt x="81534" y="30099"/>
                    <a:pt x="74104" y="27527"/>
                    <a:pt x="65341" y="27527"/>
                  </a:cubicBezTo>
                  <a:cubicBezTo>
                    <a:pt x="57055" y="27527"/>
                    <a:pt x="50101" y="30004"/>
                    <a:pt x="44482" y="35052"/>
                  </a:cubicBezTo>
                  <a:cubicBezTo>
                    <a:pt x="38862" y="40100"/>
                    <a:pt x="35433" y="46958"/>
                    <a:pt x="34099" y="55912"/>
                  </a:cubicBezTo>
                  <a:lnTo>
                    <a:pt x="96774" y="55912"/>
                  </a:lnTo>
                  <a:close/>
                </a:path>
              </a:pathLst>
            </a:custGeom>
            <a:grpFill/>
            <a:ln w="9525" cap="flat">
              <a:noFill/>
              <a:prstDash val="solid"/>
              <a:miter/>
            </a:ln>
          </p:spPr>
          <p:txBody>
            <a:bodyPr rtlCol="0" anchor="ctr"/>
            <a:lstStyle/>
            <a:p>
              <a:endParaRPr lang="fi-FI" sz="3200"/>
            </a:p>
          </p:txBody>
        </p:sp>
        <p:sp>
          <p:nvSpPr>
            <p:cNvPr id="615" name="Vapaamuotoinen: Muoto 614">
              <a:extLst>
                <a:ext uri="{FF2B5EF4-FFF2-40B4-BE49-F238E27FC236}">
                  <a16:creationId xmlns:a16="http://schemas.microsoft.com/office/drawing/2014/main" id="{CD57FB60-7E64-D9F1-D5F4-916A282F0F0D}"/>
                </a:ext>
              </a:extLst>
            </p:cNvPr>
            <p:cNvSpPr/>
            <p:nvPr/>
          </p:nvSpPr>
          <p:spPr>
            <a:xfrm>
              <a:off x="4914042" y="2528982"/>
              <a:ext cx="137350" cy="200215"/>
            </a:xfrm>
            <a:custGeom>
              <a:avLst/>
              <a:gdLst>
                <a:gd name="connsiteX0" fmla="*/ 8096 w 137350"/>
                <a:gd name="connsiteY0" fmla="*/ 96203 h 200215"/>
                <a:gd name="connsiteX1" fmla="*/ 29718 w 137350"/>
                <a:gd name="connsiteY1" fmla="*/ 72390 h 200215"/>
                <a:gd name="connsiteX2" fmla="*/ 60293 w 137350"/>
                <a:gd name="connsiteY2" fmla="*/ 64008 h 200215"/>
                <a:gd name="connsiteX3" fmla="*/ 86106 w 137350"/>
                <a:gd name="connsiteY3" fmla="*/ 69913 h 200215"/>
                <a:gd name="connsiteX4" fmla="*/ 103822 w 137350"/>
                <a:gd name="connsiteY4" fmla="*/ 84963 h 200215"/>
                <a:gd name="connsiteX5" fmla="*/ 103822 w 137350"/>
                <a:gd name="connsiteY5" fmla="*/ 66104 h 200215"/>
                <a:gd name="connsiteX6" fmla="*/ 137350 w 137350"/>
                <a:gd name="connsiteY6" fmla="*/ 66104 h 200215"/>
                <a:gd name="connsiteX7" fmla="*/ 137350 w 137350"/>
                <a:gd name="connsiteY7" fmla="*/ 198025 h 200215"/>
                <a:gd name="connsiteX8" fmla="*/ 103822 w 137350"/>
                <a:gd name="connsiteY8" fmla="*/ 198025 h 200215"/>
                <a:gd name="connsiteX9" fmla="*/ 103822 w 137350"/>
                <a:gd name="connsiteY9" fmla="*/ 178784 h 200215"/>
                <a:gd name="connsiteX10" fmla="*/ 86106 w 137350"/>
                <a:gd name="connsiteY10" fmla="*/ 194119 h 200215"/>
                <a:gd name="connsiteX11" fmla="*/ 60007 w 137350"/>
                <a:gd name="connsiteY11" fmla="*/ 200215 h 200215"/>
                <a:gd name="connsiteX12" fmla="*/ 29623 w 137350"/>
                <a:gd name="connsiteY12" fmla="*/ 191643 h 200215"/>
                <a:gd name="connsiteX13" fmla="*/ 8001 w 137350"/>
                <a:gd name="connsiteY13" fmla="*/ 167450 h 200215"/>
                <a:gd name="connsiteX14" fmla="*/ 0 w 137350"/>
                <a:gd name="connsiteY14" fmla="*/ 131636 h 200215"/>
                <a:gd name="connsiteX15" fmla="*/ 8001 w 137350"/>
                <a:gd name="connsiteY15" fmla="*/ 96203 h 200215"/>
                <a:gd name="connsiteX16" fmla="*/ 99155 w 137350"/>
                <a:gd name="connsiteY16" fmla="*/ 111347 h 200215"/>
                <a:gd name="connsiteX17" fmla="*/ 86296 w 137350"/>
                <a:gd name="connsiteY17" fmla="*/ 98012 h 200215"/>
                <a:gd name="connsiteX18" fmla="*/ 68866 w 137350"/>
                <a:gd name="connsiteY18" fmla="*/ 93345 h 200215"/>
                <a:gd name="connsiteX19" fmla="*/ 51721 w 137350"/>
                <a:gd name="connsiteY19" fmla="*/ 97917 h 200215"/>
                <a:gd name="connsiteX20" fmla="*/ 38957 w 137350"/>
                <a:gd name="connsiteY20" fmla="*/ 111157 h 200215"/>
                <a:gd name="connsiteX21" fmla="*/ 34099 w 137350"/>
                <a:gd name="connsiteY21" fmla="*/ 131731 h 200215"/>
                <a:gd name="connsiteX22" fmla="*/ 38957 w 137350"/>
                <a:gd name="connsiteY22" fmla="*/ 152590 h 200215"/>
                <a:gd name="connsiteX23" fmla="*/ 51816 w 137350"/>
                <a:gd name="connsiteY23" fmla="*/ 166307 h 200215"/>
                <a:gd name="connsiteX24" fmla="*/ 68866 w 137350"/>
                <a:gd name="connsiteY24" fmla="*/ 171069 h 200215"/>
                <a:gd name="connsiteX25" fmla="*/ 86296 w 137350"/>
                <a:gd name="connsiteY25" fmla="*/ 166402 h 200215"/>
                <a:gd name="connsiteX26" fmla="*/ 99155 w 137350"/>
                <a:gd name="connsiteY26" fmla="*/ 153067 h 200215"/>
                <a:gd name="connsiteX27" fmla="*/ 103918 w 137350"/>
                <a:gd name="connsiteY27" fmla="*/ 132207 h 200215"/>
                <a:gd name="connsiteX28" fmla="*/ 99155 w 137350"/>
                <a:gd name="connsiteY28" fmla="*/ 111347 h 200215"/>
                <a:gd name="connsiteX29" fmla="*/ 93345 w 137350"/>
                <a:gd name="connsiteY29" fmla="*/ 47339 h 200215"/>
                <a:gd name="connsiteX30" fmla="*/ 73438 w 137350"/>
                <a:gd name="connsiteY30" fmla="*/ 54864 h 200215"/>
                <a:gd name="connsiteX31" fmla="*/ 53721 w 137350"/>
                <a:gd name="connsiteY31" fmla="*/ 47339 h 200215"/>
                <a:gd name="connsiteX32" fmla="*/ 45625 w 137350"/>
                <a:gd name="connsiteY32" fmla="*/ 27432 h 200215"/>
                <a:gd name="connsiteX33" fmla="*/ 53721 w 137350"/>
                <a:gd name="connsiteY33" fmla="*/ 7525 h 200215"/>
                <a:gd name="connsiteX34" fmla="*/ 73438 w 137350"/>
                <a:gd name="connsiteY34" fmla="*/ 0 h 200215"/>
                <a:gd name="connsiteX35" fmla="*/ 93345 w 137350"/>
                <a:gd name="connsiteY35" fmla="*/ 7525 h 200215"/>
                <a:gd name="connsiteX36" fmla="*/ 101346 w 137350"/>
                <a:gd name="connsiteY36" fmla="*/ 27432 h 200215"/>
                <a:gd name="connsiteX37" fmla="*/ 93345 w 137350"/>
                <a:gd name="connsiteY37" fmla="*/ 47339 h 200215"/>
                <a:gd name="connsiteX38" fmla="*/ 81534 w 137350"/>
                <a:gd name="connsiteY38" fmla="*/ 18764 h 200215"/>
                <a:gd name="connsiteX39" fmla="*/ 73438 w 137350"/>
                <a:gd name="connsiteY39" fmla="*/ 15526 h 200215"/>
                <a:gd name="connsiteX40" fmla="*/ 65341 w 137350"/>
                <a:gd name="connsiteY40" fmla="*/ 18764 h 200215"/>
                <a:gd name="connsiteX41" fmla="*/ 62008 w 137350"/>
                <a:gd name="connsiteY41" fmla="*/ 27432 h 200215"/>
                <a:gd name="connsiteX42" fmla="*/ 65341 w 137350"/>
                <a:gd name="connsiteY42" fmla="*/ 35909 h 200215"/>
                <a:gd name="connsiteX43" fmla="*/ 73438 w 137350"/>
                <a:gd name="connsiteY43" fmla="*/ 39338 h 200215"/>
                <a:gd name="connsiteX44" fmla="*/ 81534 w 137350"/>
                <a:gd name="connsiteY44" fmla="*/ 35909 h 200215"/>
                <a:gd name="connsiteX45" fmla="*/ 84868 w 137350"/>
                <a:gd name="connsiteY45" fmla="*/ 27432 h 200215"/>
                <a:gd name="connsiteX46" fmla="*/ 81534 w 137350"/>
                <a:gd name="connsiteY46" fmla="*/ 18764 h 200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37350" h="200215">
                  <a:moveTo>
                    <a:pt x="8096" y="96203"/>
                  </a:moveTo>
                  <a:cubicBezTo>
                    <a:pt x="13430" y="85915"/>
                    <a:pt x="20669" y="77914"/>
                    <a:pt x="29718" y="72390"/>
                  </a:cubicBezTo>
                  <a:cubicBezTo>
                    <a:pt x="38862" y="66865"/>
                    <a:pt x="49054" y="64008"/>
                    <a:pt x="60293" y="64008"/>
                  </a:cubicBezTo>
                  <a:cubicBezTo>
                    <a:pt x="70104" y="64008"/>
                    <a:pt x="78772" y="66008"/>
                    <a:pt x="86106" y="69913"/>
                  </a:cubicBezTo>
                  <a:cubicBezTo>
                    <a:pt x="93536" y="73914"/>
                    <a:pt x="99441" y="78867"/>
                    <a:pt x="103822" y="84963"/>
                  </a:cubicBezTo>
                  <a:lnTo>
                    <a:pt x="103822" y="66104"/>
                  </a:lnTo>
                  <a:lnTo>
                    <a:pt x="137350" y="66104"/>
                  </a:lnTo>
                  <a:lnTo>
                    <a:pt x="137350" y="198025"/>
                  </a:lnTo>
                  <a:lnTo>
                    <a:pt x="103822" y="198025"/>
                  </a:lnTo>
                  <a:lnTo>
                    <a:pt x="103822" y="178784"/>
                  </a:lnTo>
                  <a:cubicBezTo>
                    <a:pt x="99536" y="184976"/>
                    <a:pt x="93631" y="190119"/>
                    <a:pt x="86106" y="194119"/>
                  </a:cubicBezTo>
                  <a:cubicBezTo>
                    <a:pt x="78581" y="198215"/>
                    <a:pt x="69913" y="200215"/>
                    <a:pt x="60007" y="200215"/>
                  </a:cubicBezTo>
                  <a:cubicBezTo>
                    <a:pt x="48863" y="200215"/>
                    <a:pt x="38767" y="197358"/>
                    <a:pt x="29623" y="191643"/>
                  </a:cubicBezTo>
                  <a:cubicBezTo>
                    <a:pt x="20479" y="185928"/>
                    <a:pt x="13240" y="177832"/>
                    <a:pt x="8001" y="167450"/>
                  </a:cubicBezTo>
                  <a:cubicBezTo>
                    <a:pt x="2667" y="157067"/>
                    <a:pt x="0" y="145066"/>
                    <a:pt x="0" y="131636"/>
                  </a:cubicBezTo>
                  <a:cubicBezTo>
                    <a:pt x="0" y="118205"/>
                    <a:pt x="2667" y="106489"/>
                    <a:pt x="8001" y="96203"/>
                  </a:cubicBezTo>
                  <a:close/>
                  <a:moveTo>
                    <a:pt x="99155" y="111347"/>
                  </a:moveTo>
                  <a:cubicBezTo>
                    <a:pt x="96012" y="105537"/>
                    <a:pt x="91726" y="101060"/>
                    <a:pt x="86296" y="98012"/>
                  </a:cubicBezTo>
                  <a:cubicBezTo>
                    <a:pt x="80867" y="94964"/>
                    <a:pt x="75152" y="93345"/>
                    <a:pt x="68866" y="93345"/>
                  </a:cubicBezTo>
                  <a:cubicBezTo>
                    <a:pt x="62579" y="93345"/>
                    <a:pt x="56959" y="94869"/>
                    <a:pt x="51721" y="97917"/>
                  </a:cubicBezTo>
                  <a:cubicBezTo>
                    <a:pt x="46482" y="100965"/>
                    <a:pt x="42196" y="105346"/>
                    <a:pt x="38957" y="111157"/>
                  </a:cubicBezTo>
                  <a:cubicBezTo>
                    <a:pt x="35719" y="116967"/>
                    <a:pt x="34099" y="123825"/>
                    <a:pt x="34099" y="131731"/>
                  </a:cubicBezTo>
                  <a:cubicBezTo>
                    <a:pt x="34099" y="139636"/>
                    <a:pt x="35719" y="146590"/>
                    <a:pt x="38957" y="152590"/>
                  </a:cubicBezTo>
                  <a:cubicBezTo>
                    <a:pt x="42196" y="158496"/>
                    <a:pt x="46482" y="163163"/>
                    <a:pt x="51816" y="166307"/>
                  </a:cubicBezTo>
                  <a:cubicBezTo>
                    <a:pt x="57150" y="169450"/>
                    <a:pt x="62770" y="171069"/>
                    <a:pt x="68866" y="171069"/>
                  </a:cubicBezTo>
                  <a:cubicBezTo>
                    <a:pt x="74962" y="171069"/>
                    <a:pt x="80867" y="169545"/>
                    <a:pt x="86296" y="166402"/>
                  </a:cubicBezTo>
                  <a:cubicBezTo>
                    <a:pt x="91726" y="163259"/>
                    <a:pt x="96012" y="158877"/>
                    <a:pt x="99155" y="153067"/>
                  </a:cubicBezTo>
                  <a:cubicBezTo>
                    <a:pt x="102298" y="147257"/>
                    <a:pt x="103918" y="140303"/>
                    <a:pt x="103918" y="132207"/>
                  </a:cubicBezTo>
                  <a:cubicBezTo>
                    <a:pt x="103918" y="124111"/>
                    <a:pt x="102298" y="117158"/>
                    <a:pt x="99155" y="111347"/>
                  </a:cubicBezTo>
                  <a:close/>
                  <a:moveTo>
                    <a:pt x="93345" y="47339"/>
                  </a:moveTo>
                  <a:cubicBezTo>
                    <a:pt x="88011" y="52292"/>
                    <a:pt x="81439" y="54864"/>
                    <a:pt x="73438" y="54864"/>
                  </a:cubicBezTo>
                  <a:cubicBezTo>
                    <a:pt x="65437" y="54864"/>
                    <a:pt x="59055" y="52387"/>
                    <a:pt x="53721" y="47339"/>
                  </a:cubicBezTo>
                  <a:cubicBezTo>
                    <a:pt x="48292" y="42291"/>
                    <a:pt x="45625" y="35719"/>
                    <a:pt x="45625" y="27432"/>
                  </a:cubicBezTo>
                  <a:cubicBezTo>
                    <a:pt x="45625" y="19145"/>
                    <a:pt x="48292" y="12573"/>
                    <a:pt x="53721" y="7525"/>
                  </a:cubicBezTo>
                  <a:cubicBezTo>
                    <a:pt x="59150" y="2477"/>
                    <a:pt x="65722" y="0"/>
                    <a:pt x="73438" y="0"/>
                  </a:cubicBezTo>
                  <a:cubicBezTo>
                    <a:pt x="81153" y="0"/>
                    <a:pt x="88011" y="2477"/>
                    <a:pt x="93345" y="7525"/>
                  </a:cubicBezTo>
                  <a:cubicBezTo>
                    <a:pt x="98679" y="12573"/>
                    <a:pt x="101346" y="19145"/>
                    <a:pt x="101346" y="27432"/>
                  </a:cubicBezTo>
                  <a:cubicBezTo>
                    <a:pt x="101346" y="35719"/>
                    <a:pt x="98679" y="42291"/>
                    <a:pt x="93345" y="47339"/>
                  </a:cubicBezTo>
                  <a:close/>
                  <a:moveTo>
                    <a:pt x="81534" y="18764"/>
                  </a:moveTo>
                  <a:cubicBezTo>
                    <a:pt x="79343" y="16573"/>
                    <a:pt x="76581" y="15526"/>
                    <a:pt x="73438" y="15526"/>
                  </a:cubicBezTo>
                  <a:cubicBezTo>
                    <a:pt x="70294" y="15526"/>
                    <a:pt x="67532" y="16573"/>
                    <a:pt x="65341" y="18764"/>
                  </a:cubicBezTo>
                  <a:cubicBezTo>
                    <a:pt x="63151" y="20860"/>
                    <a:pt x="62008" y="23813"/>
                    <a:pt x="62008" y="27432"/>
                  </a:cubicBezTo>
                  <a:cubicBezTo>
                    <a:pt x="62008" y="30766"/>
                    <a:pt x="63151" y="33623"/>
                    <a:pt x="65341" y="35909"/>
                  </a:cubicBezTo>
                  <a:cubicBezTo>
                    <a:pt x="67532" y="38195"/>
                    <a:pt x="70294" y="39338"/>
                    <a:pt x="73438" y="39338"/>
                  </a:cubicBezTo>
                  <a:cubicBezTo>
                    <a:pt x="76581" y="39338"/>
                    <a:pt x="79343" y="38195"/>
                    <a:pt x="81534" y="35909"/>
                  </a:cubicBezTo>
                  <a:cubicBezTo>
                    <a:pt x="83725" y="33623"/>
                    <a:pt x="84868" y="30766"/>
                    <a:pt x="84868" y="27432"/>
                  </a:cubicBezTo>
                  <a:cubicBezTo>
                    <a:pt x="84868" y="23813"/>
                    <a:pt x="83725" y="20860"/>
                    <a:pt x="81534" y="18764"/>
                  </a:cubicBezTo>
                  <a:close/>
                </a:path>
              </a:pathLst>
            </a:custGeom>
            <a:grpFill/>
            <a:ln w="9525" cap="flat">
              <a:noFill/>
              <a:prstDash val="solid"/>
              <a:miter/>
            </a:ln>
          </p:spPr>
          <p:txBody>
            <a:bodyPr rtlCol="0" anchor="ctr"/>
            <a:lstStyle/>
            <a:p>
              <a:endParaRPr lang="fi-FI" sz="3200"/>
            </a:p>
          </p:txBody>
        </p:sp>
      </p:grpSp>
      <p:grpSp>
        <p:nvGrpSpPr>
          <p:cNvPr id="629" name="Ryhmä 628">
            <a:extLst>
              <a:ext uri="{FF2B5EF4-FFF2-40B4-BE49-F238E27FC236}">
                <a16:creationId xmlns:a16="http://schemas.microsoft.com/office/drawing/2014/main" id="{3745DDD3-99F6-AD71-A083-DE1D7BC8D0C7}"/>
              </a:ext>
              <a:ext uri="{C183D7F6-B498-43B3-948B-1728B52AA6E4}">
                <adec:decorative xmlns:adec="http://schemas.microsoft.com/office/drawing/2017/decorative" val="1"/>
              </a:ext>
            </a:extLst>
          </p:cNvPr>
          <p:cNvGrpSpPr/>
          <p:nvPr userDrawn="1"/>
        </p:nvGrpSpPr>
        <p:grpSpPr>
          <a:xfrm>
            <a:off x="8429920" y="4344591"/>
            <a:ext cx="447512" cy="312998"/>
            <a:chOff x="4253388" y="2279142"/>
            <a:chExt cx="643605" cy="450151"/>
          </a:xfrm>
          <a:solidFill>
            <a:schemeClr val="accent3"/>
          </a:solidFill>
        </p:grpSpPr>
        <p:sp>
          <p:nvSpPr>
            <p:cNvPr id="620" name="Vapaamuotoinen: Muoto 619">
              <a:extLst>
                <a:ext uri="{FF2B5EF4-FFF2-40B4-BE49-F238E27FC236}">
                  <a16:creationId xmlns:a16="http://schemas.microsoft.com/office/drawing/2014/main" id="{6965343F-4D1C-38C5-3C2F-A3C407BDDC67}"/>
                </a:ext>
              </a:extLst>
            </p:cNvPr>
            <p:cNvSpPr/>
            <p:nvPr/>
          </p:nvSpPr>
          <p:spPr>
            <a:xfrm>
              <a:off x="4253388" y="2312288"/>
              <a:ext cx="40766" cy="167163"/>
            </a:xfrm>
            <a:custGeom>
              <a:avLst/>
              <a:gdLst>
                <a:gd name="connsiteX0" fmla="*/ 40767 w 40766"/>
                <a:gd name="connsiteY0" fmla="*/ 0 h 167163"/>
                <a:gd name="connsiteX1" fmla="*/ 40767 w 40766"/>
                <a:gd name="connsiteY1" fmla="*/ 167164 h 167163"/>
                <a:gd name="connsiteX2" fmla="*/ 0 w 40766"/>
                <a:gd name="connsiteY2" fmla="*/ 167164 h 167163"/>
                <a:gd name="connsiteX3" fmla="*/ 0 w 40766"/>
                <a:gd name="connsiteY3" fmla="*/ 0 h 167163"/>
                <a:gd name="connsiteX4" fmla="*/ 40767 w 40766"/>
                <a:gd name="connsiteY4" fmla="*/ 0 h 1671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66" h="167163">
                  <a:moveTo>
                    <a:pt x="40767" y="0"/>
                  </a:moveTo>
                  <a:lnTo>
                    <a:pt x="40767" y="167164"/>
                  </a:lnTo>
                  <a:lnTo>
                    <a:pt x="0" y="167164"/>
                  </a:lnTo>
                  <a:lnTo>
                    <a:pt x="0" y="0"/>
                  </a:lnTo>
                  <a:lnTo>
                    <a:pt x="40767" y="0"/>
                  </a:lnTo>
                  <a:close/>
                </a:path>
              </a:pathLst>
            </a:custGeom>
            <a:grpFill/>
            <a:ln w="9525" cap="flat">
              <a:noFill/>
              <a:prstDash val="solid"/>
              <a:miter/>
            </a:ln>
          </p:spPr>
          <p:txBody>
            <a:bodyPr rtlCol="0" anchor="ctr"/>
            <a:lstStyle/>
            <a:p>
              <a:endParaRPr lang="fi-FI" sz="3200"/>
            </a:p>
          </p:txBody>
        </p:sp>
        <p:sp>
          <p:nvSpPr>
            <p:cNvPr id="621" name="Vapaamuotoinen: Muoto 620">
              <a:extLst>
                <a:ext uri="{FF2B5EF4-FFF2-40B4-BE49-F238E27FC236}">
                  <a16:creationId xmlns:a16="http://schemas.microsoft.com/office/drawing/2014/main" id="{A8D08A68-AE03-4246-0F3F-ECB2B68B1041}"/>
                </a:ext>
              </a:extLst>
            </p:cNvPr>
            <p:cNvSpPr/>
            <p:nvPr/>
          </p:nvSpPr>
          <p:spPr>
            <a:xfrm>
              <a:off x="4323683" y="2345150"/>
              <a:ext cx="132111" cy="134302"/>
            </a:xfrm>
            <a:custGeom>
              <a:avLst/>
              <a:gdLst>
                <a:gd name="connsiteX0" fmla="*/ 118205 w 132111"/>
                <a:gd name="connsiteY0" fmla="*/ 15145 h 134302"/>
                <a:gd name="connsiteX1" fmla="*/ 132112 w 132111"/>
                <a:gd name="connsiteY1" fmla="*/ 56674 h 134302"/>
                <a:gd name="connsiteX2" fmla="*/ 132112 w 132111"/>
                <a:gd name="connsiteY2" fmla="*/ 134303 h 134302"/>
                <a:gd name="connsiteX3" fmla="*/ 91630 w 132111"/>
                <a:gd name="connsiteY3" fmla="*/ 134303 h 134302"/>
                <a:gd name="connsiteX4" fmla="*/ 91630 w 132111"/>
                <a:gd name="connsiteY4" fmla="*/ 62198 h 134302"/>
                <a:gd name="connsiteX5" fmla="*/ 84773 w 132111"/>
                <a:gd name="connsiteY5" fmla="*/ 41434 h 134302"/>
                <a:gd name="connsiteX6" fmla="*/ 66199 w 132111"/>
                <a:gd name="connsiteY6" fmla="*/ 34100 h 134302"/>
                <a:gd name="connsiteX7" fmla="*/ 47625 w 132111"/>
                <a:gd name="connsiteY7" fmla="*/ 41434 h 134302"/>
                <a:gd name="connsiteX8" fmla="*/ 40767 w 132111"/>
                <a:gd name="connsiteY8" fmla="*/ 62198 h 134302"/>
                <a:gd name="connsiteX9" fmla="*/ 40767 w 132111"/>
                <a:gd name="connsiteY9" fmla="*/ 134303 h 134302"/>
                <a:gd name="connsiteX10" fmla="*/ 0 w 132111"/>
                <a:gd name="connsiteY10" fmla="*/ 134303 h 134302"/>
                <a:gd name="connsiteX11" fmla="*/ 0 w 132111"/>
                <a:gd name="connsiteY11" fmla="*/ 1429 h 134302"/>
                <a:gd name="connsiteX12" fmla="*/ 40767 w 132111"/>
                <a:gd name="connsiteY12" fmla="*/ 1429 h 134302"/>
                <a:gd name="connsiteX13" fmla="*/ 40767 w 132111"/>
                <a:gd name="connsiteY13" fmla="*/ 19050 h 134302"/>
                <a:gd name="connsiteX14" fmla="*/ 57436 w 132111"/>
                <a:gd name="connsiteY14" fmla="*/ 5143 h 134302"/>
                <a:gd name="connsiteX15" fmla="*/ 80963 w 132111"/>
                <a:gd name="connsiteY15" fmla="*/ 0 h 134302"/>
                <a:gd name="connsiteX16" fmla="*/ 118205 w 132111"/>
                <a:gd name="connsiteY16" fmla="*/ 15145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34302">
                  <a:moveTo>
                    <a:pt x="118205" y="15145"/>
                  </a:moveTo>
                  <a:cubicBezTo>
                    <a:pt x="127540" y="25241"/>
                    <a:pt x="132112" y="39053"/>
                    <a:pt x="132112" y="56674"/>
                  </a:cubicBezTo>
                  <a:lnTo>
                    <a:pt x="132112" y="134303"/>
                  </a:lnTo>
                  <a:lnTo>
                    <a:pt x="91630" y="134303"/>
                  </a:lnTo>
                  <a:lnTo>
                    <a:pt x="91630" y="62198"/>
                  </a:lnTo>
                  <a:cubicBezTo>
                    <a:pt x="91630" y="53340"/>
                    <a:pt x="89344" y="46387"/>
                    <a:pt x="84773" y="41434"/>
                  </a:cubicBezTo>
                  <a:cubicBezTo>
                    <a:pt x="80201" y="36481"/>
                    <a:pt x="74009" y="34100"/>
                    <a:pt x="66199" y="34100"/>
                  </a:cubicBezTo>
                  <a:cubicBezTo>
                    <a:pt x="58388" y="34100"/>
                    <a:pt x="52197" y="36576"/>
                    <a:pt x="47625" y="41434"/>
                  </a:cubicBezTo>
                  <a:cubicBezTo>
                    <a:pt x="43053" y="46387"/>
                    <a:pt x="40767" y="53245"/>
                    <a:pt x="40767" y="62198"/>
                  </a:cubicBezTo>
                  <a:lnTo>
                    <a:pt x="40767" y="134303"/>
                  </a:lnTo>
                  <a:lnTo>
                    <a:pt x="0" y="134303"/>
                  </a:lnTo>
                  <a:lnTo>
                    <a:pt x="0" y="1429"/>
                  </a:lnTo>
                  <a:lnTo>
                    <a:pt x="40767" y="1429"/>
                  </a:lnTo>
                  <a:lnTo>
                    <a:pt x="40767" y="19050"/>
                  </a:lnTo>
                  <a:cubicBezTo>
                    <a:pt x="44863" y="13145"/>
                    <a:pt x="50482" y="8572"/>
                    <a:pt x="57436" y="5143"/>
                  </a:cubicBezTo>
                  <a:cubicBezTo>
                    <a:pt x="64389" y="1714"/>
                    <a:pt x="72295" y="0"/>
                    <a:pt x="80963" y="0"/>
                  </a:cubicBezTo>
                  <a:cubicBezTo>
                    <a:pt x="96488" y="0"/>
                    <a:pt x="108966" y="5048"/>
                    <a:pt x="118205" y="15145"/>
                  </a:cubicBezTo>
                  <a:close/>
                </a:path>
              </a:pathLst>
            </a:custGeom>
            <a:grpFill/>
            <a:ln w="9525" cap="flat">
              <a:noFill/>
              <a:prstDash val="solid"/>
              <a:miter/>
            </a:ln>
          </p:spPr>
          <p:txBody>
            <a:bodyPr rtlCol="0" anchor="ctr"/>
            <a:lstStyle/>
            <a:p>
              <a:endParaRPr lang="fi-FI" sz="3200"/>
            </a:p>
          </p:txBody>
        </p:sp>
        <p:sp>
          <p:nvSpPr>
            <p:cNvPr id="622" name="Vapaamuotoinen: Muoto 621">
              <a:extLst>
                <a:ext uri="{FF2B5EF4-FFF2-40B4-BE49-F238E27FC236}">
                  <a16:creationId xmlns:a16="http://schemas.microsoft.com/office/drawing/2014/main" id="{CE7790EF-5CEE-8130-9399-119049F95645}"/>
                </a:ext>
              </a:extLst>
            </p:cNvPr>
            <p:cNvSpPr/>
            <p:nvPr/>
          </p:nvSpPr>
          <p:spPr>
            <a:xfrm>
              <a:off x="4475988" y="2344578"/>
              <a:ext cx="140207" cy="200310"/>
            </a:xfrm>
            <a:custGeom>
              <a:avLst/>
              <a:gdLst>
                <a:gd name="connsiteX0" fmla="*/ 83249 w 140207"/>
                <a:gd name="connsiteY0" fmla="*/ 5810 h 200310"/>
                <a:gd name="connsiteX1" fmla="*/ 99536 w 140207"/>
                <a:gd name="connsiteY1" fmla="*/ 20764 h 200310"/>
                <a:gd name="connsiteX2" fmla="*/ 99536 w 140207"/>
                <a:gd name="connsiteY2" fmla="*/ 2000 h 200310"/>
                <a:gd name="connsiteX3" fmla="*/ 140208 w 140207"/>
                <a:gd name="connsiteY3" fmla="*/ 2000 h 200310"/>
                <a:gd name="connsiteX4" fmla="*/ 140208 w 140207"/>
                <a:gd name="connsiteY4" fmla="*/ 134588 h 200310"/>
                <a:gd name="connsiteX5" fmla="*/ 132969 w 140207"/>
                <a:gd name="connsiteY5" fmla="*/ 167831 h 200310"/>
                <a:gd name="connsiteX6" fmla="*/ 110776 w 140207"/>
                <a:gd name="connsiteY6" fmla="*/ 191548 h 200310"/>
                <a:gd name="connsiteX7" fmla="*/ 73724 w 140207"/>
                <a:gd name="connsiteY7" fmla="*/ 200311 h 200310"/>
                <a:gd name="connsiteX8" fmla="*/ 25813 w 140207"/>
                <a:gd name="connsiteY8" fmla="*/ 186404 h 200310"/>
                <a:gd name="connsiteX9" fmla="*/ 4858 w 140207"/>
                <a:gd name="connsiteY9" fmla="*/ 148685 h 200310"/>
                <a:gd name="connsiteX10" fmla="*/ 45148 w 140207"/>
                <a:gd name="connsiteY10" fmla="*/ 148685 h 200310"/>
                <a:gd name="connsiteX11" fmla="*/ 54197 w 140207"/>
                <a:gd name="connsiteY11" fmla="*/ 160687 h 200310"/>
                <a:gd name="connsiteX12" fmla="*/ 71818 w 140207"/>
                <a:gd name="connsiteY12" fmla="*/ 165068 h 200310"/>
                <a:gd name="connsiteX13" fmla="*/ 91916 w 140207"/>
                <a:gd name="connsiteY13" fmla="*/ 157829 h 200310"/>
                <a:gd name="connsiteX14" fmla="*/ 99441 w 140207"/>
                <a:gd name="connsiteY14" fmla="*/ 134588 h 200310"/>
                <a:gd name="connsiteX15" fmla="*/ 99441 w 140207"/>
                <a:gd name="connsiteY15" fmla="*/ 115729 h 200310"/>
                <a:gd name="connsiteX16" fmla="*/ 82963 w 140207"/>
                <a:gd name="connsiteY16" fmla="*/ 130873 h 200310"/>
                <a:gd name="connsiteX17" fmla="*/ 58483 w 140207"/>
                <a:gd name="connsiteY17" fmla="*/ 136684 h 200310"/>
                <a:gd name="connsiteX18" fmla="*/ 28766 w 140207"/>
                <a:gd name="connsiteY18" fmla="*/ 128207 h 200310"/>
                <a:gd name="connsiteX19" fmla="*/ 7715 w 140207"/>
                <a:gd name="connsiteY19" fmla="*/ 104204 h 200310"/>
                <a:gd name="connsiteX20" fmla="*/ 0 w 140207"/>
                <a:gd name="connsiteY20" fmla="*/ 68104 h 200310"/>
                <a:gd name="connsiteX21" fmla="*/ 7715 w 140207"/>
                <a:gd name="connsiteY21" fmla="*/ 32194 h 200310"/>
                <a:gd name="connsiteX22" fmla="*/ 28766 w 140207"/>
                <a:gd name="connsiteY22" fmla="*/ 8382 h 200310"/>
                <a:gd name="connsiteX23" fmla="*/ 58483 w 140207"/>
                <a:gd name="connsiteY23" fmla="*/ 0 h 200310"/>
                <a:gd name="connsiteX24" fmla="*/ 83153 w 140207"/>
                <a:gd name="connsiteY24" fmla="*/ 5715 h 200310"/>
                <a:gd name="connsiteX25" fmla="*/ 91154 w 140207"/>
                <a:gd name="connsiteY25" fmla="*/ 44387 h 200310"/>
                <a:gd name="connsiteX26" fmla="*/ 70580 w 140207"/>
                <a:gd name="connsiteY26" fmla="*/ 35624 h 200310"/>
                <a:gd name="connsiteX27" fmla="*/ 50006 w 140207"/>
                <a:gd name="connsiteY27" fmla="*/ 44291 h 200310"/>
                <a:gd name="connsiteX28" fmla="*/ 41529 w 140207"/>
                <a:gd name="connsiteY28" fmla="*/ 68199 h 200310"/>
                <a:gd name="connsiteX29" fmla="*/ 50006 w 140207"/>
                <a:gd name="connsiteY29" fmla="*/ 92393 h 200310"/>
                <a:gd name="connsiteX30" fmla="*/ 70580 w 140207"/>
                <a:gd name="connsiteY30" fmla="*/ 101346 h 200310"/>
                <a:gd name="connsiteX31" fmla="*/ 91154 w 140207"/>
                <a:gd name="connsiteY31" fmla="*/ 92583 h 200310"/>
                <a:gd name="connsiteX32" fmla="*/ 99632 w 140207"/>
                <a:gd name="connsiteY32" fmla="*/ 68485 h 200310"/>
                <a:gd name="connsiteX33" fmla="*/ 91154 w 140207"/>
                <a:gd name="connsiteY33" fmla="*/ 44387 h 200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0207" h="200310">
                  <a:moveTo>
                    <a:pt x="83249" y="5810"/>
                  </a:moveTo>
                  <a:cubicBezTo>
                    <a:pt x="90297" y="9620"/>
                    <a:pt x="95726" y="14573"/>
                    <a:pt x="99536" y="20764"/>
                  </a:cubicBezTo>
                  <a:lnTo>
                    <a:pt x="99536" y="2000"/>
                  </a:lnTo>
                  <a:lnTo>
                    <a:pt x="140208" y="2000"/>
                  </a:lnTo>
                  <a:lnTo>
                    <a:pt x="140208" y="134588"/>
                  </a:lnTo>
                  <a:cubicBezTo>
                    <a:pt x="140208" y="146780"/>
                    <a:pt x="137827" y="157925"/>
                    <a:pt x="132969" y="167831"/>
                  </a:cubicBezTo>
                  <a:cubicBezTo>
                    <a:pt x="128111" y="177737"/>
                    <a:pt x="120777" y="185642"/>
                    <a:pt x="110776" y="191548"/>
                  </a:cubicBezTo>
                  <a:cubicBezTo>
                    <a:pt x="100870" y="197453"/>
                    <a:pt x="88487" y="200311"/>
                    <a:pt x="73724" y="200311"/>
                  </a:cubicBezTo>
                  <a:cubicBezTo>
                    <a:pt x="54007" y="200311"/>
                    <a:pt x="38100" y="195644"/>
                    <a:pt x="25813" y="186404"/>
                  </a:cubicBezTo>
                  <a:cubicBezTo>
                    <a:pt x="13526" y="177165"/>
                    <a:pt x="6572" y="164497"/>
                    <a:pt x="4858" y="148685"/>
                  </a:cubicBezTo>
                  <a:lnTo>
                    <a:pt x="45148" y="148685"/>
                  </a:lnTo>
                  <a:cubicBezTo>
                    <a:pt x="46387" y="153734"/>
                    <a:pt x="49435" y="157734"/>
                    <a:pt x="54197" y="160687"/>
                  </a:cubicBezTo>
                  <a:cubicBezTo>
                    <a:pt x="58960" y="163640"/>
                    <a:pt x="64865" y="165068"/>
                    <a:pt x="71818" y="165068"/>
                  </a:cubicBezTo>
                  <a:cubicBezTo>
                    <a:pt x="80201" y="165068"/>
                    <a:pt x="86963" y="162687"/>
                    <a:pt x="91916" y="157829"/>
                  </a:cubicBezTo>
                  <a:cubicBezTo>
                    <a:pt x="96964" y="152971"/>
                    <a:pt x="99441" y="145256"/>
                    <a:pt x="99441" y="134588"/>
                  </a:cubicBezTo>
                  <a:lnTo>
                    <a:pt x="99441" y="115729"/>
                  </a:lnTo>
                  <a:cubicBezTo>
                    <a:pt x="95440" y="121920"/>
                    <a:pt x="90011" y="126968"/>
                    <a:pt x="82963" y="130873"/>
                  </a:cubicBezTo>
                  <a:cubicBezTo>
                    <a:pt x="75914" y="134779"/>
                    <a:pt x="67818" y="136684"/>
                    <a:pt x="58483" y="136684"/>
                  </a:cubicBezTo>
                  <a:cubicBezTo>
                    <a:pt x="47530" y="136684"/>
                    <a:pt x="37624" y="133826"/>
                    <a:pt x="28766" y="128207"/>
                  </a:cubicBezTo>
                  <a:cubicBezTo>
                    <a:pt x="19907" y="122587"/>
                    <a:pt x="12859" y="114586"/>
                    <a:pt x="7715" y="104204"/>
                  </a:cubicBezTo>
                  <a:cubicBezTo>
                    <a:pt x="2572" y="93821"/>
                    <a:pt x="0" y="81820"/>
                    <a:pt x="0" y="68104"/>
                  </a:cubicBezTo>
                  <a:cubicBezTo>
                    <a:pt x="0" y="54388"/>
                    <a:pt x="2572" y="42481"/>
                    <a:pt x="7715" y="32194"/>
                  </a:cubicBezTo>
                  <a:cubicBezTo>
                    <a:pt x="12859" y="21907"/>
                    <a:pt x="19907" y="13906"/>
                    <a:pt x="28766" y="8382"/>
                  </a:cubicBezTo>
                  <a:cubicBezTo>
                    <a:pt x="37624" y="2857"/>
                    <a:pt x="47625" y="0"/>
                    <a:pt x="58483" y="0"/>
                  </a:cubicBezTo>
                  <a:cubicBezTo>
                    <a:pt x="67818" y="0"/>
                    <a:pt x="76105" y="1905"/>
                    <a:pt x="83153" y="5715"/>
                  </a:cubicBezTo>
                  <a:close/>
                  <a:moveTo>
                    <a:pt x="91154" y="44387"/>
                  </a:moveTo>
                  <a:cubicBezTo>
                    <a:pt x="85535" y="38481"/>
                    <a:pt x="78677" y="35624"/>
                    <a:pt x="70580" y="35624"/>
                  </a:cubicBezTo>
                  <a:cubicBezTo>
                    <a:pt x="62484" y="35624"/>
                    <a:pt x="55626" y="38481"/>
                    <a:pt x="50006" y="44291"/>
                  </a:cubicBezTo>
                  <a:cubicBezTo>
                    <a:pt x="44387" y="50101"/>
                    <a:pt x="41529" y="58103"/>
                    <a:pt x="41529" y="68199"/>
                  </a:cubicBezTo>
                  <a:cubicBezTo>
                    <a:pt x="41529" y="78296"/>
                    <a:pt x="44387" y="86392"/>
                    <a:pt x="50006" y="92393"/>
                  </a:cubicBezTo>
                  <a:cubicBezTo>
                    <a:pt x="55626" y="98298"/>
                    <a:pt x="62484" y="101346"/>
                    <a:pt x="70580" y="101346"/>
                  </a:cubicBezTo>
                  <a:cubicBezTo>
                    <a:pt x="78677" y="101346"/>
                    <a:pt x="85535" y="98393"/>
                    <a:pt x="91154" y="92583"/>
                  </a:cubicBezTo>
                  <a:cubicBezTo>
                    <a:pt x="96774" y="86678"/>
                    <a:pt x="99632" y="78677"/>
                    <a:pt x="99632" y="68485"/>
                  </a:cubicBezTo>
                  <a:cubicBezTo>
                    <a:pt x="99632" y="58293"/>
                    <a:pt x="96774" y="50292"/>
                    <a:pt x="91154" y="44387"/>
                  </a:cubicBezTo>
                  <a:close/>
                </a:path>
              </a:pathLst>
            </a:custGeom>
            <a:grpFill/>
            <a:ln w="9525" cap="flat">
              <a:noFill/>
              <a:prstDash val="solid"/>
              <a:miter/>
            </a:ln>
          </p:spPr>
          <p:txBody>
            <a:bodyPr rtlCol="0" anchor="ctr"/>
            <a:lstStyle/>
            <a:p>
              <a:endParaRPr lang="fi-FI" sz="3200"/>
            </a:p>
          </p:txBody>
        </p:sp>
        <p:sp>
          <p:nvSpPr>
            <p:cNvPr id="623" name="Vapaamuotoinen: Muoto 622">
              <a:extLst>
                <a:ext uri="{FF2B5EF4-FFF2-40B4-BE49-F238E27FC236}">
                  <a16:creationId xmlns:a16="http://schemas.microsoft.com/office/drawing/2014/main" id="{C51030FA-447B-1765-DDB5-F75BA535910F}"/>
                </a:ext>
              </a:extLst>
            </p:cNvPr>
            <p:cNvSpPr/>
            <p:nvPr/>
          </p:nvSpPr>
          <p:spPr>
            <a:xfrm>
              <a:off x="4637627" y="2279142"/>
              <a:ext cx="140208" cy="202311"/>
            </a:xfrm>
            <a:custGeom>
              <a:avLst/>
              <a:gdLst>
                <a:gd name="connsiteX0" fmla="*/ 7810 w 140208"/>
                <a:gd name="connsiteY0" fmla="*/ 97727 h 202311"/>
                <a:gd name="connsiteX1" fmla="*/ 28861 w 140208"/>
                <a:gd name="connsiteY1" fmla="*/ 73914 h 202311"/>
                <a:gd name="connsiteX2" fmla="*/ 58579 w 140208"/>
                <a:gd name="connsiteY2" fmla="*/ 65532 h 202311"/>
                <a:gd name="connsiteX3" fmla="*/ 83249 w 140208"/>
                <a:gd name="connsiteY3" fmla="*/ 71247 h 202311"/>
                <a:gd name="connsiteX4" fmla="*/ 99536 w 140208"/>
                <a:gd name="connsiteY4" fmla="*/ 86201 h 202311"/>
                <a:gd name="connsiteX5" fmla="*/ 99536 w 140208"/>
                <a:gd name="connsiteY5" fmla="*/ 67437 h 202311"/>
                <a:gd name="connsiteX6" fmla="*/ 140208 w 140208"/>
                <a:gd name="connsiteY6" fmla="*/ 67437 h 202311"/>
                <a:gd name="connsiteX7" fmla="*/ 140208 w 140208"/>
                <a:gd name="connsiteY7" fmla="*/ 200311 h 202311"/>
                <a:gd name="connsiteX8" fmla="*/ 99536 w 140208"/>
                <a:gd name="connsiteY8" fmla="*/ 200311 h 202311"/>
                <a:gd name="connsiteX9" fmla="*/ 99536 w 140208"/>
                <a:gd name="connsiteY9" fmla="*/ 181547 h 202311"/>
                <a:gd name="connsiteX10" fmla="*/ 82963 w 140208"/>
                <a:gd name="connsiteY10" fmla="*/ 196596 h 202311"/>
                <a:gd name="connsiteX11" fmla="*/ 58293 w 140208"/>
                <a:gd name="connsiteY11" fmla="*/ 202311 h 202311"/>
                <a:gd name="connsiteX12" fmla="*/ 28766 w 140208"/>
                <a:gd name="connsiteY12" fmla="*/ 193834 h 202311"/>
                <a:gd name="connsiteX13" fmla="*/ 7715 w 140208"/>
                <a:gd name="connsiteY13" fmla="*/ 169831 h 202311"/>
                <a:gd name="connsiteX14" fmla="*/ 0 w 140208"/>
                <a:gd name="connsiteY14" fmla="*/ 133731 h 202311"/>
                <a:gd name="connsiteX15" fmla="*/ 7715 w 140208"/>
                <a:gd name="connsiteY15" fmla="*/ 97822 h 202311"/>
                <a:gd name="connsiteX16" fmla="*/ 91154 w 140208"/>
                <a:gd name="connsiteY16" fmla="*/ 109823 h 202311"/>
                <a:gd name="connsiteX17" fmla="*/ 70580 w 140208"/>
                <a:gd name="connsiteY17" fmla="*/ 101060 h 202311"/>
                <a:gd name="connsiteX18" fmla="*/ 50006 w 140208"/>
                <a:gd name="connsiteY18" fmla="*/ 109728 h 202311"/>
                <a:gd name="connsiteX19" fmla="*/ 41529 w 140208"/>
                <a:gd name="connsiteY19" fmla="*/ 133636 h 202311"/>
                <a:gd name="connsiteX20" fmla="*/ 50006 w 140208"/>
                <a:gd name="connsiteY20" fmla="*/ 157829 h 202311"/>
                <a:gd name="connsiteX21" fmla="*/ 70580 w 140208"/>
                <a:gd name="connsiteY21" fmla="*/ 166783 h 202311"/>
                <a:gd name="connsiteX22" fmla="*/ 91154 w 140208"/>
                <a:gd name="connsiteY22" fmla="*/ 158020 h 202311"/>
                <a:gd name="connsiteX23" fmla="*/ 99631 w 140208"/>
                <a:gd name="connsiteY23" fmla="*/ 133922 h 202311"/>
                <a:gd name="connsiteX24" fmla="*/ 91154 w 140208"/>
                <a:gd name="connsiteY24" fmla="*/ 109823 h 202311"/>
                <a:gd name="connsiteX25" fmla="*/ 95917 w 140208"/>
                <a:gd name="connsiteY25" fmla="*/ 49816 h 202311"/>
                <a:gd name="connsiteX26" fmla="*/ 75057 w 140208"/>
                <a:gd name="connsiteY26" fmla="*/ 57626 h 202311"/>
                <a:gd name="connsiteX27" fmla="*/ 54293 w 140208"/>
                <a:gd name="connsiteY27" fmla="*/ 49816 h 202311"/>
                <a:gd name="connsiteX28" fmla="*/ 45910 w 140208"/>
                <a:gd name="connsiteY28" fmla="*/ 28861 h 202311"/>
                <a:gd name="connsiteX29" fmla="*/ 54293 w 140208"/>
                <a:gd name="connsiteY29" fmla="*/ 7906 h 202311"/>
                <a:gd name="connsiteX30" fmla="*/ 75057 w 140208"/>
                <a:gd name="connsiteY30" fmla="*/ 0 h 202311"/>
                <a:gd name="connsiteX31" fmla="*/ 95917 w 140208"/>
                <a:gd name="connsiteY31" fmla="*/ 7906 h 202311"/>
                <a:gd name="connsiteX32" fmla="*/ 104394 w 140208"/>
                <a:gd name="connsiteY32" fmla="*/ 28861 h 202311"/>
                <a:gd name="connsiteX33" fmla="*/ 95917 w 140208"/>
                <a:gd name="connsiteY33" fmla="*/ 49816 h 202311"/>
                <a:gd name="connsiteX34" fmla="*/ 83249 w 140208"/>
                <a:gd name="connsiteY34" fmla="*/ 20384 h 202311"/>
                <a:gd name="connsiteX35" fmla="*/ 75057 w 140208"/>
                <a:gd name="connsiteY35" fmla="*/ 17145 h 202311"/>
                <a:gd name="connsiteX36" fmla="*/ 67056 w 140208"/>
                <a:gd name="connsiteY36" fmla="*/ 20384 h 202311"/>
                <a:gd name="connsiteX37" fmla="*/ 63818 w 140208"/>
                <a:gd name="connsiteY37" fmla="*/ 28861 h 202311"/>
                <a:gd name="connsiteX38" fmla="*/ 67056 w 140208"/>
                <a:gd name="connsiteY38" fmla="*/ 37243 h 202311"/>
                <a:gd name="connsiteX39" fmla="*/ 75057 w 140208"/>
                <a:gd name="connsiteY39" fmla="*/ 40577 h 202311"/>
                <a:gd name="connsiteX40" fmla="*/ 83249 w 140208"/>
                <a:gd name="connsiteY40" fmla="*/ 37243 h 202311"/>
                <a:gd name="connsiteX41" fmla="*/ 86487 w 140208"/>
                <a:gd name="connsiteY41" fmla="*/ 28861 h 202311"/>
                <a:gd name="connsiteX42" fmla="*/ 83249 w 140208"/>
                <a:gd name="connsiteY42" fmla="*/ 20384 h 202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40208" h="202311">
                  <a:moveTo>
                    <a:pt x="7810" y="97727"/>
                  </a:moveTo>
                  <a:cubicBezTo>
                    <a:pt x="12954" y="87440"/>
                    <a:pt x="20003" y="79439"/>
                    <a:pt x="28861" y="73914"/>
                  </a:cubicBezTo>
                  <a:cubicBezTo>
                    <a:pt x="37719" y="68390"/>
                    <a:pt x="47720" y="65532"/>
                    <a:pt x="58579" y="65532"/>
                  </a:cubicBezTo>
                  <a:cubicBezTo>
                    <a:pt x="67913" y="65532"/>
                    <a:pt x="76200" y="67437"/>
                    <a:pt x="83249" y="71247"/>
                  </a:cubicBezTo>
                  <a:cubicBezTo>
                    <a:pt x="90297" y="75057"/>
                    <a:pt x="95726" y="80010"/>
                    <a:pt x="99536" y="86201"/>
                  </a:cubicBezTo>
                  <a:lnTo>
                    <a:pt x="99536" y="67437"/>
                  </a:lnTo>
                  <a:lnTo>
                    <a:pt x="140208" y="67437"/>
                  </a:lnTo>
                  <a:lnTo>
                    <a:pt x="140208" y="200311"/>
                  </a:lnTo>
                  <a:lnTo>
                    <a:pt x="99536" y="200311"/>
                  </a:lnTo>
                  <a:lnTo>
                    <a:pt x="99536" y="181547"/>
                  </a:lnTo>
                  <a:cubicBezTo>
                    <a:pt x="95536" y="187738"/>
                    <a:pt x="90011" y="192786"/>
                    <a:pt x="82963" y="196596"/>
                  </a:cubicBezTo>
                  <a:cubicBezTo>
                    <a:pt x="75914" y="200406"/>
                    <a:pt x="67723" y="202311"/>
                    <a:pt x="58293" y="202311"/>
                  </a:cubicBezTo>
                  <a:cubicBezTo>
                    <a:pt x="47530" y="202311"/>
                    <a:pt x="37624" y="199454"/>
                    <a:pt x="28766" y="193834"/>
                  </a:cubicBezTo>
                  <a:cubicBezTo>
                    <a:pt x="19907" y="188214"/>
                    <a:pt x="12859" y="180213"/>
                    <a:pt x="7715" y="169831"/>
                  </a:cubicBezTo>
                  <a:cubicBezTo>
                    <a:pt x="2572" y="159449"/>
                    <a:pt x="0" y="147447"/>
                    <a:pt x="0" y="133731"/>
                  </a:cubicBezTo>
                  <a:cubicBezTo>
                    <a:pt x="0" y="120015"/>
                    <a:pt x="2572" y="108109"/>
                    <a:pt x="7715" y="97822"/>
                  </a:cubicBezTo>
                  <a:close/>
                  <a:moveTo>
                    <a:pt x="91154" y="109823"/>
                  </a:moveTo>
                  <a:cubicBezTo>
                    <a:pt x="85534" y="103918"/>
                    <a:pt x="78677" y="101060"/>
                    <a:pt x="70580" y="101060"/>
                  </a:cubicBezTo>
                  <a:cubicBezTo>
                    <a:pt x="62484" y="101060"/>
                    <a:pt x="55626" y="103918"/>
                    <a:pt x="50006" y="109728"/>
                  </a:cubicBezTo>
                  <a:cubicBezTo>
                    <a:pt x="44387" y="115538"/>
                    <a:pt x="41529" y="123539"/>
                    <a:pt x="41529" y="133636"/>
                  </a:cubicBezTo>
                  <a:cubicBezTo>
                    <a:pt x="41529" y="143732"/>
                    <a:pt x="44387" y="151829"/>
                    <a:pt x="50006" y="157829"/>
                  </a:cubicBezTo>
                  <a:cubicBezTo>
                    <a:pt x="55626" y="163735"/>
                    <a:pt x="62484" y="166783"/>
                    <a:pt x="70580" y="166783"/>
                  </a:cubicBezTo>
                  <a:cubicBezTo>
                    <a:pt x="78677" y="166783"/>
                    <a:pt x="85534" y="163830"/>
                    <a:pt x="91154" y="158020"/>
                  </a:cubicBezTo>
                  <a:cubicBezTo>
                    <a:pt x="96774" y="152114"/>
                    <a:pt x="99631" y="144113"/>
                    <a:pt x="99631" y="133922"/>
                  </a:cubicBezTo>
                  <a:cubicBezTo>
                    <a:pt x="99631" y="123730"/>
                    <a:pt x="96774" y="115729"/>
                    <a:pt x="91154" y="109823"/>
                  </a:cubicBezTo>
                  <a:close/>
                  <a:moveTo>
                    <a:pt x="95917" y="49816"/>
                  </a:moveTo>
                  <a:cubicBezTo>
                    <a:pt x="90297" y="55055"/>
                    <a:pt x="83344" y="57626"/>
                    <a:pt x="75057" y="57626"/>
                  </a:cubicBezTo>
                  <a:cubicBezTo>
                    <a:pt x="66770" y="57626"/>
                    <a:pt x="59912" y="54959"/>
                    <a:pt x="54293" y="49816"/>
                  </a:cubicBezTo>
                  <a:cubicBezTo>
                    <a:pt x="48768" y="44577"/>
                    <a:pt x="45910" y="37624"/>
                    <a:pt x="45910" y="28861"/>
                  </a:cubicBezTo>
                  <a:cubicBezTo>
                    <a:pt x="45910" y="20098"/>
                    <a:pt x="48673" y="13145"/>
                    <a:pt x="54293" y="7906"/>
                  </a:cubicBezTo>
                  <a:cubicBezTo>
                    <a:pt x="59817" y="2667"/>
                    <a:pt x="66770" y="0"/>
                    <a:pt x="75057" y="0"/>
                  </a:cubicBezTo>
                  <a:cubicBezTo>
                    <a:pt x="83344" y="0"/>
                    <a:pt x="90297" y="2572"/>
                    <a:pt x="95917" y="7906"/>
                  </a:cubicBezTo>
                  <a:cubicBezTo>
                    <a:pt x="101537" y="13145"/>
                    <a:pt x="104394" y="20098"/>
                    <a:pt x="104394" y="28861"/>
                  </a:cubicBezTo>
                  <a:cubicBezTo>
                    <a:pt x="104394" y="37624"/>
                    <a:pt x="101537" y="44577"/>
                    <a:pt x="95917" y="49816"/>
                  </a:cubicBezTo>
                  <a:close/>
                  <a:moveTo>
                    <a:pt x="83249" y="20384"/>
                  </a:moveTo>
                  <a:cubicBezTo>
                    <a:pt x="81058" y="18288"/>
                    <a:pt x="78391" y="17145"/>
                    <a:pt x="75057" y="17145"/>
                  </a:cubicBezTo>
                  <a:cubicBezTo>
                    <a:pt x="71723" y="17145"/>
                    <a:pt x="69247" y="18193"/>
                    <a:pt x="67056" y="20384"/>
                  </a:cubicBezTo>
                  <a:cubicBezTo>
                    <a:pt x="64960" y="22479"/>
                    <a:pt x="63818" y="25337"/>
                    <a:pt x="63818" y="28861"/>
                  </a:cubicBezTo>
                  <a:cubicBezTo>
                    <a:pt x="63818" y="32385"/>
                    <a:pt x="64865" y="34957"/>
                    <a:pt x="67056" y="37243"/>
                  </a:cubicBezTo>
                  <a:cubicBezTo>
                    <a:pt x="69247" y="39434"/>
                    <a:pt x="71819" y="40577"/>
                    <a:pt x="75057" y="40577"/>
                  </a:cubicBezTo>
                  <a:cubicBezTo>
                    <a:pt x="78296" y="40577"/>
                    <a:pt x="81153" y="39434"/>
                    <a:pt x="83249" y="37243"/>
                  </a:cubicBezTo>
                  <a:cubicBezTo>
                    <a:pt x="85439" y="35052"/>
                    <a:pt x="86487" y="32290"/>
                    <a:pt x="86487" y="28861"/>
                  </a:cubicBezTo>
                  <a:cubicBezTo>
                    <a:pt x="86487" y="25432"/>
                    <a:pt x="85439" y="22574"/>
                    <a:pt x="83249" y="20384"/>
                  </a:cubicBezTo>
                  <a:close/>
                </a:path>
              </a:pathLst>
            </a:custGeom>
            <a:grpFill/>
            <a:ln w="9525" cap="flat">
              <a:noFill/>
              <a:prstDash val="solid"/>
              <a:miter/>
            </a:ln>
          </p:spPr>
          <p:txBody>
            <a:bodyPr rtlCol="0" anchor="ctr"/>
            <a:lstStyle/>
            <a:p>
              <a:endParaRPr lang="fi-FI" sz="3200"/>
            </a:p>
          </p:txBody>
        </p:sp>
        <p:sp>
          <p:nvSpPr>
            <p:cNvPr id="624" name="Vapaamuotoinen: Muoto 623">
              <a:extLst>
                <a:ext uri="{FF2B5EF4-FFF2-40B4-BE49-F238E27FC236}">
                  <a16:creationId xmlns:a16="http://schemas.microsoft.com/office/drawing/2014/main" id="{5D71B556-E465-171F-1E2D-67DE1A09DCC5}"/>
                </a:ext>
              </a:extLst>
            </p:cNvPr>
            <p:cNvSpPr/>
            <p:nvPr/>
          </p:nvSpPr>
          <p:spPr>
            <a:xfrm>
              <a:off x="4255103" y="2560891"/>
              <a:ext cx="33337" cy="166211"/>
            </a:xfrm>
            <a:custGeom>
              <a:avLst/>
              <a:gdLst>
                <a:gd name="connsiteX0" fmla="*/ 33338 w 33337"/>
                <a:gd name="connsiteY0" fmla="*/ 0 h 166211"/>
                <a:gd name="connsiteX1" fmla="*/ 33338 w 33337"/>
                <a:gd name="connsiteY1" fmla="*/ 166211 h 166211"/>
                <a:gd name="connsiteX2" fmla="*/ 0 w 33337"/>
                <a:gd name="connsiteY2" fmla="*/ 166211 h 166211"/>
                <a:gd name="connsiteX3" fmla="*/ 0 w 33337"/>
                <a:gd name="connsiteY3" fmla="*/ 0 h 166211"/>
                <a:gd name="connsiteX4" fmla="*/ 33338 w 33337"/>
                <a:gd name="connsiteY4" fmla="*/ 0 h 1662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37" h="166211">
                  <a:moveTo>
                    <a:pt x="33338" y="0"/>
                  </a:moveTo>
                  <a:lnTo>
                    <a:pt x="33338" y="166211"/>
                  </a:lnTo>
                  <a:lnTo>
                    <a:pt x="0" y="166211"/>
                  </a:lnTo>
                  <a:lnTo>
                    <a:pt x="0" y="0"/>
                  </a:lnTo>
                  <a:lnTo>
                    <a:pt x="33338" y="0"/>
                  </a:lnTo>
                  <a:close/>
                </a:path>
              </a:pathLst>
            </a:custGeom>
            <a:grpFill/>
            <a:ln w="9525" cap="flat">
              <a:noFill/>
              <a:prstDash val="solid"/>
              <a:miter/>
            </a:ln>
          </p:spPr>
          <p:txBody>
            <a:bodyPr rtlCol="0" anchor="ctr"/>
            <a:lstStyle/>
            <a:p>
              <a:endParaRPr lang="fi-FI" sz="3200"/>
            </a:p>
          </p:txBody>
        </p:sp>
        <p:sp>
          <p:nvSpPr>
            <p:cNvPr id="625" name="Vapaamuotoinen: Muoto 624">
              <a:extLst>
                <a:ext uri="{FF2B5EF4-FFF2-40B4-BE49-F238E27FC236}">
                  <a16:creationId xmlns:a16="http://schemas.microsoft.com/office/drawing/2014/main" id="{92D41075-A966-12AC-3BCE-853F20B2AC45}"/>
                </a:ext>
              </a:extLst>
            </p:cNvPr>
            <p:cNvSpPr/>
            <p:nvPr/>
          </p:nvSpPr>
          <p:spPr>
            <a:xfrm>
              <a:off x="4321206" y="2593276"/>
              <a:ext cx="125730" cy="133826"/>
            </a:xfrm>
            <a:custGeom>
              <a:avLst/>
              <a:gdLst>
                <a:gd name="connsiteX0" fmla="*/ 111252 w 125730"/>
                <a:gd name="connsiteY0" fmla="*/ 14954 h 133826"/>
                <a:gd name="connsiteX1" fmla="*/ 125730 w 125730"/>
                <a:gd name="connsiteY1" fmla="*/ 56483 h 133826"/>
                <a:gd name="connsiteX2" fmla="*/ 125730 w 125730"/>
                <a:gd name="connsiteY2" fmla="*/ 133826 h 133826"/>
                <a:gd name="connsiteX3" fmla="*/ 92393 w 125730"/>
                <a:gd name="connsiteY3" fmla="*/ 133826 h 133826"/>
                <a:gd name="connsiteX4" fmla="*/ 92393 w 125730"/>
                <a:gd name="connsiteY4" fmla="*/ 60960 h 133826"/>
                <a:gd name="connsiteX5" fmla="*/ 84582 w 125730"/>
                <a:gd name="connsiteY5" fmla="*/ 36767 h 133826"/>
                <a:gd name="connsiteX6" fmla="*/ 63151 w 125730"/>
                <a:gd name="connsiteY6" fmla="*/ 28289 h 133826"/>
                <a:gd name="connsiteX7" fmla="*/ 41339 w 125730"/>
                <a:gd name="connsiteY7" fmla="*/ 36767 h 133826"/>
                <a:gd name="connsiteX8" fmla="*/ 33338 w 125730"/>
                <a:gd name="connsiteY8" fmla="*/ 60960 h 133826"/>
                <a:gd name="connsiteX9" fmla="*/ 33338 w 125730"/>
                <a:gd name="connsiteY9" fmla="*/ 133826 h 133826"/>
                <a:gd name="connsiteX10" fmla="*/ 0 w 125730"/>
                <a:gd name="connsiteY10" fmla="*/ 133826 h 133826"/>
                <a:gd name="connsiteX11" fmla="*/ 0 w 125730"/>
                <a:gd name="connsiteY11" fmla="*/ 1905 h 133826"/>
                <a:gd name="connsiteX12" fmla="*/ 33338 w 125730"/>
                <a:gd name="connsiteY12" fmla="*/ 1905 h 133826"/>
                <a:gd name="connsiteX13" fmla="*/ 33338 w 125730"/>
                <a:gd name="connsiteY13" fmla="*/ 18288 h 133826"/>
                <a:gd name="connsiteX14" fmla="*/ 50387 w 125730"/>
                <a:gd name="connsiteY14" fmla="*/ 4858 h 133826"/>
                <a:gd name="connsiteX15" fmla="*/ 73152 w 125730"/>
                <a:gd name="connsiteY15" fmla="*/ 0 h 133826"/>
                <a:gd name="connsiteX16" fmla="*/ 111252 w 125730"/>
                <a:gd name="connsiteY16" fmla="*/ 14859 h 133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5730" h="133826">
                  <a:moveTo>
                    <a:pt x="111252" y="14954"/>
                  </a:moveTo>
                  <a:cubicBezTo>
                    <a:pt x="120968" y="24860"/>
                    <a:pt x="125730" y="38767"/>
                    <a:pt x="125730" y="56483"/>
                  </a:cubicBezTo>
                  <a:lnTo>
                    <a:pt x="125730" y="133826"/>
                  </a:lnTo>
                  <a:lnTo>
                    <a:pt x="92393" y="133826"/>
                  </a:lnTo>
                  <a:lnTo>
                    <a:pt x="92393" y="60960"/>
                  </a:lnTo>
                  <a:cubicBezTo>
                    <a:pt x="92393" y="50483"/>
                    <a:pt x="89821" y="42386"/>
                    <a:pt x="84582" y="36767"/>
                  </a:cubicBezTo>
                  <a:cubicBezTo>
                    <a:pt x="79343" y="31147"/>
                    <a:pt x="72200" y="28289"/>
                    <a:pt x="63151" y="28289"/>
                  </a:cubicBezTo>
                  <a:cubicBezTo>
                    <a:pt x="54102" y="28289"/>
                    <a:pt x="46672" y="31147"/>
                    <a:pt x="41339" y="36767"/>
                  </a:cubicBezTo>
                  <a:cubicBezTo>
                    <a:pt x="36004" y="42386"/>
                    <a:pt x="33338" y="50483"/>
                    <a:pt x="33338" y="60960"/>
                  </a:cubicBezTo>
                  <a:lnTo>
                    <a:pt x="33338" y="133826"/>
                  </a:lnTo>
                  <a:lnTo>
                    <a:pt x="0" y="133826"/>
                  </a:lnTo>
                  <a:lnTo>
                    <a:pt x="0" y="1905"/>
                  </a:lnTo>
                  <a:lnTo>
                    <a:pt x="33338" y="1905"/>
                  </a:lnTo>
                  <a:lnTo>
                    <a:pt x="33338" y="18288"/>
                  </a:lnTo>
                  <a:cubicBezTo>
                    <a:pt x="37814" y="12573"/>
                    <a:pt x="43434" y="8096"/>
                    <a:pt x="50387" y="4858"/>
                  </a:cubicBezTo>
                  <a:cubicBezTo>
                    <a:pt x="57245" y="1619"/>
                    <a:pt x="64865" y="0"/>
                    <a:pt x="73152" y="0"/>
                  </a:cubicBezTo>
                  <a:cubicBezTo>
                    <a:pt x="88868" y="0"/>
                    <a:pt x="101537" y="4953"/>
                    <a:pt x="111252" y="14859"/>
                  </a:cubicBezTo>
                  <a:close/>
                </a:path>
              </a:pathLst>
            </a:custGeom>
            <a:grpFill/>
            <a:ln w="9525" cap="flat">
              <a:noFill/>
              <a:prstDash val="solid"/>
              <a:miter/>
            </a:ln>
          </p:spPr>
          <p:txBody>
            <a:bodyPr rtlCol="0" anchor="ctr"/>
            <a:lstStyle/>
            <a:p>
              <a:endParaRPr lang="fi-FI" sz="3200"/>
            </a:p>
          </p:txBody>
        </p:sp>
        <p:sp>
          <p:nvSpPr>
            <p:cNvPr id="626" name="Vapaamuotoinen: Muoto 625">
              <a:extLst>
                <a:ext uri="{FF2B5EF4-FFF2-40B4-BE49-F238E27FC236}">
                  <a16:creationId xmlns:a16="http://schemas.microsoft.com/office/drawing/2014/main" id="{BBBC53FE-0237-5278-04FB-AD74D47C6170}"/>
                </a:ext>
              </a:extLst>
            </p:cNvPr>
            <p:cNvSpPr/>
            <p:nvPr/>
          </p:nvSpPr>
          <p:spPr>
            <a:xfrm>
              <a:off x="4478655" y="2550890"/>
              <a:ext cx="121443" cy="176212"/>
            </a:xfrm>
            <a:custGeom>
              <a:avLst/>
              <a:gdLst>
                <a:gd name="connsiteX0" fmla="*/ 78105 w 121443"/>
                <a:gd name="connsiteY0" fmla="*/ 176213 h 176212"/>
                <a:gd name="connsiteX1" fmla="*/ 33338 w 121443"/>
                <a:gd name="connsiteY1" fmla="*/ 120015 h 176212"/>
                <a:gd name="connsiteX2" fmla="*/ 33338 w 121443"/>
                <a:gd name="connsiteY2" fmla="*/ 176213 h 176212"/>
                <a:gd name="connsiteX3" fmla="*/ 0 w 121443"/>
                <a:gd name="connsiteY3" fmla="*/ 176213 h 176212"/>
                <a:gd name="connsiteX4" fmla="*/ 0 w 121443"/>
                <a:gd name="connsiteY4" fmla="*/ 0 h 176212"/>
                <a:gd name="connsiteX5" fmla="*/ 33338 w 121443"/>
                <a:gd name="connsiteY5" fmla="*/ 0 h 176212"/>
                <a:gd name="connsiteX6" fmla="*/ 33338 w 121443"/>
                <a:gd name="connsiteY6" fmla="*/ 100298 h 176212"/>
                <a:gd name="connsiteX7" fmla="*/ 77629 w 121443"/>
                <a:gd name="connsiteY7" fmla="*/ 44291 h 176212"/>
                <a:gd name="connsiteX8" fmla="*/ 120968 w 121443"/>
                <a:gd name="connsiteY8" fmla="*/ 44291 h 176212"/>
                <a:gd name="connsiteX9" fmla="*/ 62865 w 121443"/>
                <a:gd name="connsiteY9" fmla="*/ 110490 h 176212"/>
                <a:gd name="connsiteX10" fmla="*/ 121444 w 121443"/>
                <a:gd name="connsiteY10" fmla="*/ 176213 h 176212"/>
                <a:gd name="connsiteX11" fmla="*/ 78105 w 121443"/>
                <a:gd name="connsiteY11" fmla="*/ 176213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443" h="176212">
                  <a:moveTo>
                    <a:pt x="78105" y="176213"/>
                  </a:moveTo>
                  <a:lnTo>
                    <a:pt x="33338" y="120015"/>
                  </a:lnTo>
                  <a:lnTo>
                    <a:pt x="33338" y="176213"/>
                  </a:lnTo>
                  <a:lnTo>
                    <a:pt x="0" y="176213"/>
                  </a:lnTo>
                  <a:lnTo>
                    <a:pt x="0" y="0"/>
                  </a:lnTo>
                  <a:lnTo>
                    <a:pt x="33338" y="0"/>
                  </a:lnTo>
                  <a:lnTo>
                    <a:pt x="33338" y="100298"/>
                  </a:lnTo>
                  <a:lnTo>
                    <a:pt x="77629" y="44291"/>
                  </a:lnTo>
                  <a:lnTo>
                    <a:pt x="120968" y="44291"/>
                  </a:lnTo>
                  <a:lnTo>
                    <a:pt x="62865" y="110490"/>
                  </a:lnTo>
                  <a:lnTo>
                    <a:pt x="121444" y="176213"/>
                  </a:lnTo>
                  <a:lnTo>
                    <a:pt x="78105" y="176213"/>
                  </a:lnTo>
                  <a:close/>
                </a:path>
              </a:pathLst>
            </a:custGeom>
            <a:grpFill/>
            <a:ln w="9525" cap="flat">
              <a:noFill/>
              <a:prstDash val="solid"/>
              <a:miter/>
            </a:ln>
          </p:spPr>
          <p:txBody>
            <a:bodyPr rtlCol="0" anchor="ctr"/>
            <a:lstStyle/>
            <a:p>
              <a:endParaRPr lang="fi-FI" sz="3200"/>
            </a:p>
          </p:txBody>
        </p:sp>
        <p:sp>
          <p:nvSpPr>
            <p:cNvPr id="627" name="Vapaamuotoinen: Muoto 626">
              <a:extLst>
                <a:ext uri="{FF2B5EF4-FFF2-40B4-BE49-F238E27FC236}">
                  <a16:creationId xmlns:a16="http://schemas.microsoft.com/office/drawing/2014/main" id="{028B14F1-EB63-2FC3-2F73-1AB75D2E09E5}"/>
                </a:ext>
              </a:extLst>
            </p:cNvPr>
            <p:cNvSpPr/>
            <p:nvPr/>
          </p:nvSpPr>
          <p:spPr>
            <a:xfrm>
              <a:off x="4609433" y="2593086"/>
              <a:ext cx="135635" cy="136207"/>
            </a:xfrm>
            <a:custGeom>
              <a:avLst/>
              <a:gdLst>
                <a:gd name="connsiteX0" fmla="*/ 32575 w 135635"/>
                <a:gd name="connsiteY0" fmla="*/ 127730 h 136207"/>
                <a:gd name="connsiteX1" fmla="*/ 8668 w 135635"/>
                <a:gd name="connsiteY1" fmla="*/ 103822 h 136207"/>
                <a:gd name="connsiteX2" fmla="*/ 0 w 135635"/>
                <a:gd name="connsiteY2" fmla="*/ 68104 h 136207"/>
                <a:gd name="connsiteX3" fmla="*/ 8953 w 135635"/>
                <a:gd name="connsiteY3" fmla="*/ 32385 h 136207"/>
                <a:gd name="connsiteX4" fmla="*/ 33338 w 135635"/>
                <a:gd name="connsiteY4" fmla="*/ 8477 h 136207"/>
                <a:gd name="connsiteX5" fmla="*/ 67818 w 135635"/>
                <a:gd name="connsiteY5" fmla="*/ 0 h 136207"/>
                <a:gd name="connsiteX6" fmla="*/ 102298 w 135635"/>
                <a:gd name="connsiteY6" fmla="*/ 8477 h 136207"/>
                <a:gd name="connsiteX7" fmla="*/ 126682 w 135635"/>
                <a:gd name="connsiteY7" fmla="*/ 32385 h 136207"/>
                <a:gd name="connsiteX8" fmla="*/ 135636 w 135635"/>
                <a:gd name="connsiteY8" fmla="*/ 68104 h 136207"/>
                <a:gd name="connsiteX9" fmla="*/ 126492 w 135635"/>
                <a:gd name="connsiteY9" fmla="*/ 103822 h 136207"/>
                <a:gd name="connsiteX10" fmla="*/ 101727 w 135635"/>
                <a:gd name="connsiteY10" fmla="*/ 127730 h 136207"/>
                <a:gd name="connsiteX11" fmla="*/ 66866 w 135635"/>
                <a:gd name="connsiteY11" fmla="*/ 136208 h 136207"/>
                <a:gd name="connsiteX12" fmla="*/ 32575 w 135635"/>
                <a:gd name="connsiteY12" fmla="*/ 127730 h 136207"/>
                <a:gd name="connsiteX13" fmla="*/ 83915 w 135635"/>
                <a:gd name="connsiteY13" fmla="*/ 102775 h 136207"/>
                <a:gd name="connsiteX14" fmla="*/ 96679 w 135635"/>
                <a:gd name="connsiteY14" fmla="*/ 89535 h 136207"/>
                <a:gd name="connsiteX15" fmla="*/ 101441 w 135635"/>
                <a:gd name="connsiteY15" fmla="*/ 68104 h 136207"/>
                <a:gd name="connsiteX16" fmla="*/ 91535 w 135635"/>
                <a:gd name="connsiteY16" fmla="*/ 39148 h 136207"/>
                <a:gd name="connsiteX17" fmla="*/ 67342 w 135635"/>
                <a:gd name="connsiteY17" fmla="*/ 29051 h 136207"/>
                <a:gd name="connsiteX18" fmla="*/ 43434 w 135635"/>
                <a:gd name="connsiteY18" fmla="*/ 39148 h 136207"/>
                <a:gd name="connsiteX19" fmla="*/ 33814 w 135635"/>
                <a:gd name="connsiteY19" fmla="*/ 68104 h 136207"/>
                <a:gd name="connsiteX20" fmla="*/ 43244 w 135635"/>
                <a:gd name="connsiteY20" fmla="*/ 97060 h 136207"/>
                <a:gd name="connsiteX21" fmla="*/ 66961 w 135635"/>
                <a:gd name="connsiteY21" fmla="*/ 107156 h 136207"/>
                <a:gd name="connsiteX22" fmla="*/ 84011 w 135635"/>
                <a:gd name="connsiteY22" fmla="*/ 102775 h 1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5635" h="136207">
                  <a:moveTo>
                    <a:pt x="32575" y="127730"/>
                  </a:moveTo>
                  <a:cubicBezTo>
                    <a:pt x="22384" y="122111"/>
                    <a:pt x="14478" y="114109"/>
                    <a:pt x="8668" y="103822"/>
                  </a:cubicBezTo>
                  <a:cubicBezTo>
                    <a:pt x="2857" y="93536"/>
                    <a:pt x="0" y="81629"/>
                    <a:pt x="0" y="68104"/>
                  </a:cubicBezTo>
                  <a:cubicBezTo>
                    <a:pt x="0" y="54578"/>
                    <a:pt x="2953" y="42672"/>
                    <a:pt x="8953" y="32385"/>
                  </a:cubicBezTo>
                  <a:cubicBezTo>
                    <a:pt x="14859" y="22098"/>
                    <a:pt x="23050" y="14097"/>
                    <a:pt x="33338" y="8477"/>
                  </a:cubicBezTo>
                  <a:cubicBezTo>
                    <a:pt x="43624" y="2857"/>
                    <a:pt x="55150" y="0"/>
                    <a:pt x="67818" y="0"/>
                  </a:cubicBezTo>
                  <a:cubicBezTo>
                    <a:pt x="80486" y="0"/>
                    <a:pt x="92012" y="2857"/>
                    <a:pt x="102298" y="8477"/>
                  </a:cubicBezTo>
                  <a:cubicBezTo>
                    <a:pt x="112586" y="14097"/>
                    <a:pt x="120777" y="22098"/>
                    <a:pt x="126682" y="32385"/>
                  </a:cubicBezTo>
                  <a:cubicBezTo>
                    <a:pt x="132588" y="42672"/>
                    <a:pt x="135636" y="54578"/>
                    <a:pt x="135636" y="68104"/>
                  </a:cubicBezTo>
                  <a:cubicBezTo>
                    <a:pt x="135636" y="81629"/>
                    <a:pt x="132588" y="93536"/>
                    <a:pt x="126492" y="103822"/>
                  </a:cubicBezTo>
                  <a:cubicBezTo>
                    <a:pt x="120396" y="114109"/>
                    <a:pt x="112109" y="122111"/>
                    <a:pt x="101727" y="127730"/>
                  </a:cubicBezTo>
                  <a:cubicBezTo>
                    <a:pt x="91345" y="133350"/>
                    <a:pt x="79724" y="136208"/>
                    <a:pt x="66866" y="136208"/>
                  </a:cubicBezTo>
                  <a:cubicBezTo>
                    <a:pt x="54007" y="136208"/>
                    <a:pt x="42767" y="133350"/>
                    <a:pt x="32575" y="127730"/>
                  </a:cubicBezTo>
                  <a:close/>
                  <a:moveTo>
                    <a:pt x="83915" y="102775"/>
                  </a:moveTo>
                  <a:cubicBezTo>
                    <a:pt x="89249" y="99822"/>
                    <a:pt x="93440" y="95440"/>
                    <a:pt x="96679" y="89535"/>
                  </a:cubicBezTo>
                  <a:cubicBezTo>
                    <a:pt x="99822" y="83629"/>
                    <a:pt x="101441" y="76486"/>
                    <a:pt x="101441" y="68104"/>
                  </a:cubicBezTo>
                  <a:cubicBezTo>
                    <a:pt x="101441" y="55531"/>
                    <a:pt x="98107" y="45910"/>
                    <a:pt x="91535" y="39148"/>
                  </a:cubicBezTo>
                  <a:cubicBezTo>
                    <a:pt x="84963" y="32385"/>
                    <a:pt x="76867" y="29051"/>
                    <a:pt x="67342" y="29051"/>
                  </a:cubicBezTo>
                  <a:cubicBezTo>
                    <a:pt x="57817" y="29051"/>
                    <a:pt x="49816" y="32385"/>
                    <a:pt x="43434" y="39148"/>
                  </a:cubicBezTo>
                  <a:cubicBezTo>
                    <a:pt x="36957" y="45910"/>
                    <a:pt x="33814" y="55531"/>
                    <a:pt x="33814" y="68104"/>
                  </a:cubicBezTo>
                  <a:cubicBezTo>
                    <a:pt x="33814" y="80677"/>
                    <a:pt x="36957" y="90297"/>
                    <a:pt x="43244" y="97060"/>
                  </a:cubicBezTo>
                  <a:cubicBezTo>
                    <a:pt x="49530" y="103822"/>
                    <a:pt x="57436" y="107156"/>
                    <a:pt x="66961" y="107156"/>
                  </a:cubicBezTo>
                  <a:cubicBezTo>
                    <a:pt x="72962" y="107156"/>
                    <a:pt x="78676" y="105727"/>
                    <a:pt x="84011" y="102775"/>
                  </a:cubicBezTo>
                  <a:close/>
                </a:path>
              </a:pathLst>
            </a:custGeom>
            <a:grpFill/>
            <a:ln w="9525" cap="flat">
              <a:noFill/>
              <a:prstDash val="solid"/>
              <a:miter/>
            </a:ln>
          </p:spPr>
          <p:txBody>
            <a:bodyPr rtlCol="0" anchor="ctr"/>
            <a:lstStyle/>
            <a:p>
              <a:endParaRPr lang="fi-FI" sz="3200"/>
            </a:p>
          </p:txBody>
        </p:sp>
        <p:sp>
          <p:nvSpPr>
            <p:cNvPr id="628" name="Vapaamuotoinen: Muoto 627">
              <a:extLst>
                <a:ext uri="{FF2B5EF4-FFF2-40B4-BE49-F238E27FC236}">
                  <a16:creationId xmlns:a16="http://schemas.microsoft.com/office/drawing/2014/main" id="{5BF6D395-A251-13F9-CBC2-EAB6080A16D4}"/>
                </a:ext>
              </a:extLst>
            </p:cNvPr>
            <p:cNvSpPr/>
            <p:nvPr/>
          </p:nvSpPr>
          <p:spPr>
            <a:xfrm>
              <a:off x="4761357" y="2593086"/>
              <a:ext cx="135636" cy="136207"/>
            </a:xfrm>
            <a:custGeom>
              <a:avLst/>
              <a:gdLst>
                <a:gd name="connsiteX0" fmla="*/ 32575 w 135636"/>
                <a:gd name="connsiteY0" fmla="*/ 127730 h 136207"/>
                <a:gd name="connsiteX1" fmla="*/ 8668 w 135636"/>
                <a:gd name="connsiteY1" fmla="*/ 103822 h 136207"/>
                <a:gd name="connsiteX2" fmla="*/ 0 w 135636"/>
                <a:gd name="connsiteY2" fmla="*/ 68104 h 136207"/>
                <a:gd name="connsiteX3" fmla="*/ 8953 w 135636"/>
                <a:gd name="connsiteY3" fmla="*/ 32385 h 136207"/>
                <a:gd name="connsiteX4" fmla="*/ 33338 w 135636"/>
                <a:gd name="connsiteY4" fmla="*/ 8477 h 136207"/>
                <a:gd name="connsiteX5" fmla="*/ 67818 w 135636"/>
                <a:gd name="connsiteY5" fmla="*/ 0 h 136207"/>
                <a:gd name="connsiteX6" fmla="*/ 102299 w 135636"/>
                <a:gd name="connsiteY6" fmla="*/ 8477 h 136207"/>
                <a:gd name="connsiteX7" fmla="*/ 126682 w 135636"/>
                <a:gd name="connsiteY7" fmla="*/ 32385 h 136207"/>
                <a:gd name="connsiteX8" fmla="*/ 135636 w 135636"/>
                <a:gd name="connsiteY8" fmla="*/ 68104 h 136207"/>
                <a:gd name="connsiteX9" fmla="*/ 126492 w 135636"/>
                <a:gd name="connsiteY9" fmla="*/ 103822 h 136207"/>
                <a:gd name="connsiteX10" fmla="*/ 101727 w 135636"/>
                <a:gd name="connsiteY10" fmla="*/ 127730 h 136207"/>
                <a:gd name="connsiteX11" fmla="*/ 66866 w 135636"/>
                <a:gd name="connsiteY11" fmla="*/ 136208 h 136207"/>
                <a:gd name="connsiteX12" fmla="*/ 32575 w 135636"/>
                <a:gd name="connsiteY12" fmla="*/ 127730 h 136207"/>
                <a:gd name="connsiteX13" fmla="*/ 83915 w 135636"/>
                <a:gd name="connsiteY13" fmla="*/ 102775 h 136207"/>
                <a:gd name="connsiteX14" fmla="*/ 96679 w 135636"/>
                <a:gd name="connsiteY14" fmla="*/ 89535 h 136207"/>
                <a:gd name="connsiteX15" fmla="*/ 101441 w 135636"/>
                <a:gd name="connsiteY15" fmla="*/ 68104 h 136207"/>
                <a:gd name="connsiteX16" fmla="*/ 91535 w 135636"/>
                <a:gd name="connsiteY16" fmla="*/ 39148 h 136207"/>
                <a:gd name="connsiteX17" fmla="*/ 67342 w 135636"/>
                <a:gd name="connsiteY17" fmla="*/ 29051 h 136207"/>
                <a:gd name="connsiteX18" fmla="*/ 43434 w 135636"/>
                <a:gd name="connsiteY18" fmla="*/ 39148 h 136207"/>
                <a:gd name="connsiteX19" fmla="*/ 33814 w 135636"/>
                <a:gd name="connsiteY19" fmla="*/ 68104 h 136207"/>
                <a:gd name="connsiteX20" fmla="*/ 43243 w 135636"/>
                <a:gd name="connsiteY20" fmla="*/ 97060 h 136207"/>
                <a:gd name="connsiteX21" fmla="*/ 66961 w 135636"/>
                <a:gd name="connsiteY21" fmla="*/ 107156 h 136207"/>
                <a:gd name="connsiteX22" fmla="*/ 84011 w 135636"/>
                <a:gd name="connsiteY22" fmla="*/ 102775 h 1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5636" h="136207">
                  <a:moveTo>
                    <a:pt x="32575" y="127730"/>
                  </a:moveTo>
                  <a:cubicBezTo>
                    <a:pt x="22384" y="122111"/>
                    <a:pt x="14478" y="114109"/>
                    <a:pt x="8668" y="103822"/>
                  </a:cubicBezTo>
                  <a:cubicBezTo>
                    <a:pt x="2857" y="93536"/>
                    <a:pt x="0" y="81629"/>
                    <a:pt x="0" y="68104"/>
                  </a:cubicBezTo>
                  <a:cubicBezTo>
                    <a:pt x="0" y="54578"/>
                    <a:pt x="2953" y="42672"/>
                    <a:pt x="8953" y="32385"/>
                  </a:cubicBezTo>
                  <a:cubicBezTo>
                    <a:pt x="14859" y="22098"/>
                    <a:pt x="23050" y="14097"/>
                    <a:pt x="33338" y="8477"/>
                  </a:cubicBezTo>
                  <a:cubicBezTo>
                    <a:pt x="43624" y="2857"/>
                    <a:pt x="55150" y="0"/>
                    <a:pt x="67818" y="0"/>
                  </a:cubicBezTo>
                  <a:cubicBezTo>
                    <a:pt x="80486" y="0"/>
                    <a:pt x="92012" y="2857"/>
                    <a:pt x="102299" y="8477"/>
                  </a:cubicBezTo>
                  <a:cubicBezTo>
                    <a:pt x="112585" y="14097"/>
                    <a:pt x="120777" y="22098"/>
                    <a:pt x="126682" y="32385"/>
                  </a:cubicBezTo>
                  <a:cubicBezTo>
                    <a:pt x="132588" y="42672"/>
                    <a:pt x="135636" y="54578"/>
                    <a:pt x="135636" y="68104"/>
                  </a:cubicBezTo>
                  <a:cubicBezTo>
                    <a:pt x="135636" y="81629"/>
                    <a:pt x="132588" y="93536"/>
                    <a:pt x="126492" y="103822"/>
                  </a:cubicBezTo>
                  <a:cubicBezTo>
                    <a:pt x="120396" y="114109"/>
                    <a:pt x="112109" y="122111"/>
                    <a:pt x="101727" y="127730"/>
                  </a:cubicBezTo>
                  <a:cubicBezTo>
                    <a:pt x="91345" y="133350"/>
                    <a:pt x="79724" y="136208"/>
                    <a:pt x="66866" y="136208"/>
                  </a:cubicBezTo>
                  <a:cubicBezTo>
                    <a:pt x="54007" y="136208"/>
                    <a:pt x="42767" y="133350"/>
                    <a:pt x="32575" y="127730"/>
                  </a:cubicBezTo>
                  <a:close/>
                  <a:moveTo>
                    <a:pt x="83915" y="102775"/>
                  </a:moveTo>
                  <a:cubicBezTo>
                    <a:pt x="89249" y="99822"/>
                    <a:pt x="93440" y="95440"/>
                    <a:pt x="96679" y="89535"/>
                  </a:cubicBezTo>
                  <a:cubicBezTo>
                    <a:pt x="99822" y="83629"/>
                    <a:pt x="101441" y="76486"/>
                    <a:pt x="101441" y="68104"/>
                  </a:cubicBezTo>
                  <a:cubicBezTo>
                    <a:pt x="101441" y="55531"/>
                    <a:pt x="98107" y="45910"/>
                    <a:pt x="91535" y="39148"/>
                  </a:cubicBezTo>
                  <a:cubicBezTo>
                    <a:pt x="84963" y="32385"/>
                    <a:pt x="76867" y="29051"/>
                    <a:pt x="67342" y="29051"/>
                  </a:cubicBezTo>
                  <a:cubicBezTo>
                    <a:pt x="57817" y="29051"/>
                    <a:pt x="49816" y="32385"/>
                    <a:pt x="43434" y="39148"/>
                  </a:cubicBezTo>
                  <a:cubicBezTo>
                    <a:pt x="36957" y="45910"/>
                    <a:pt x="33814" y="55531"/>
                    <a:pt x="33814" y="68104"/>
                  </a:cubicBezTo>
                  <a:cubicBezTo>
                    <a:pt x="33814" y="80677"/>
                    <a:pt x="36957" y="90297"/>
                    <a:pt x="43243" y="97060"/>
                  </a:cubicBezTo>
                  <a:cubicBezTo>
                    <a:pt x="49530" y="103822"/>
                    <a:pt x="57436" y="107156"/>
                    <a:pt x="66961" y="107156"/>
                  </a:cubicBezTo>
                  <a:cubicBezTo>
                    <a:pt x="72962" y="107156"/>
                    <a:pt x="78676" y="105727"/>
                    <a:pt x="84011" y="102775"/>
                  </a:cubicBezTo>
                  <a:close/>
                </a:path>
              </a:pathLst>
            </a:custGeom>
            <a:grpFill/>
            <a:ln w="9525" cap="flat">
              <a:noFill/>
              <a:prstDash val="solid"/>
              <a:miter/>
            </a:ln>
          </p:spPr>
          <p:txBody>
            <a:bodyPr rtlCol="0" anchor="ctr"/>
            <a:lstStyle/>
            <a:p>
              <a:endParaRPr lang="fi-FI" sz="3200"/>
            </a:p>
          </p:txBody>
        </p:sp>
      </p:grpSp>
      <p:grpSp>
        <p:nvGrpSpPr>
          <p:cNvPr id="650" name="Ryhmä 649">
            <a:extLst>
              <a:ext uri="{FF2B5EF4-FFF2-40B4-BE49-F238E27FC236}">
                <a16:creationId xmlns:a16="http://schemas.microsoft.com/office/drawing/2014/main" id="{262BAD73-F51C-B7AA-9F81-2E7B00FF2319}"/>
              </a:ext>
              <a:ext uri="{C183D7F6-B498-43B3-948B-1728B52AA6E4}">
                <adec:decorative xmlns:adec="http://schemas.microsoft.com/office/drawing/2017/decorative" val="1"/>
              </a:ext>
            </a:extLst>
          </p:cNvPr>
          <p:cNvGrpSpPr/>
          <p:nvPr userDrawn="1"/>
        </p:nvGrpSpPr>
        <p:grpSpPr>
          <a:xfrm>
            <a:off x="6669577" y="4213069"/>
            <a:ext cx="835016" cy="338563"/>
            <a:chOff x="3972400" y="2303240"/>
            <a:chExt cx="1200912" cy="486918"/>
          </a:xfrm>
          <a:solidFill>
            <a:schemeClr val="accent3"/>
          </a:solidFill>
        </p:grpSpPr>
        <p:sp>
          <p:nvSpPr>
            <p:cNvPr id="633" name="Vapaamuotoinen: Muoto 632">
              <a:extLst>
                <a:ext uri="{FF2B5EF4-FFF2-40B4-BE49-F238E27FC236}">
                  <a16:creationId xmlns:a16="http://schemas.microsoft.com/office/drawing/2014/main" id="{B056FF2F-6EF8-F087-4C0A-3B7C3D82F2C7}"/>
                </a:ext>
              </a:extLst>
            </p:cNvPr>
            <p:cNvSpPr/>
            <p:nvPr/>
          </p:nvSpPr>
          <p:spPr>
            <a:xfrm>
              <a:off x="3972400" y="2312288"/>
              <a:ext cx="131254" cy="167163"/>
            </a:xfrm>
            <a:custGeom>
              <a:avLst/>
              <a:gdLst>
                <a:gd name="connsiteX0" fmla="*/ 85249 w 131254"/>
                <a:gd name="connsiteY0" fmla="*/ 167164 h 167163"/>
                <a:gd name="connsiteX1" fmla="*/ 50483 w 131254"/>
                <a:gd name="connsiteY1" fmla="*/ 104108 h 167163"/>
                <a:gd name="connsiteX2" fmla="*/ 40672 w 131254"/>
                <a:gd name="connsiteY2" fmla="*/ 104108 h 167163"/>
                <a:gd name="connsiteX3" fmla="*/ 40672 w 131254"/>
                <a:gd name="connsiteY3" fmla="*/ 167164 h 167163"/>
                <a:gd name="connsiteX4" fmla="*/ 0 w 131254"/>
                <a:gd name="connsiteY4" fmla="*/ 167164 h 167163"/>
                <a:gd name="connsiteX5" fmla="*/ 0 w 131254"/>
                <a:gd name="connsiteY5" fmla="*/ 0 h 167163"/>
                <a:gd name="connsiteX6" fmla="*/ 68390 w 131254"/>
                <a:gd name="connsiteY6" fmla="*/ 0 h 167163"/>
                <a:gd name="connsiteX7" fmla="*/ 102108 w 131254"/>
                <a:gd name="connsiteY7" fmla="*/ 6858 h 167163"/>
                <a:gd name="connsiteX8" fmla="*/ 122968 w 131254"/>
                <a:gd name="connsiteY8" fmla="*/ 25813 h 167163"/>
                <a:gd name="connsiteX9" fmla="*/ 129826 w 131254"/>
                <a:gd name="connsiteY9" fmla="*/ 52578 h 167163"/>
                <a:gd name="connsiteX10" fmla="*/ 120396 w 131254"/>
                <a:gd name="connsiteY10" fmla="*/ 82296 h 167163"/>
                <a:gd name="connsiteX11" fmla="*/ 92678 w 131254"/>
                <a:gd name="connsiteY11" fmla="*/ 100870 h 167163"/>
                <a:gd name="connsiteX12" fmla="*/ 131255 w 131254"/>
                <a:gd name="connsiteY12" fmla="*/ 167069 h 167163"/>
                <a:gd name="connsiteX13" fmla="*/ 85249 w 131254"/>
                <a:gd name="connsiteY13" fmla="*/ 167069 h 167163"/>
                <a:gd name="connsiteX14" fmla="*/ 40767 w 131254"/>
                <a:gd name="connsiteY14" fmla="*/ 75248 h 167163"/>
                <a:gd name="connsiteX15" fmla="*/ 66008 w 131254"/>
                <a:gd name="connsiteY15" fmla="*/ 75248 h 167163"/>
                <a:gd name="connsiteX16" fmla="*/ 82772 w 131254"/>
                <a:gd name="connsiteY16" fmla="*/ 69723 h 167163"/>
                <a:gd name="connsiteX17" fmla="*/ 88392 w 131254"/>
                <a:gd name="connsiteY17" fmla="*/ 54293 h 167163"/>
                <a:gd name="connsiteX18" fmla="*/ 82772 w 131254"/>
                <a:gd name="connsiteY18" fmla="*/ 39243 h 167163"/>
                <a:gd name="connsiteX19" fmla="*/ 66008 w 131254"/>
                <a:gd name="connsiteY19" fmla="*/ 33719 h 167163"/>
                <a:gd name="connsiteX20" fmla="*/ 40767 w 131254"/>
                <a:gd name="connsiteY20" fmla="*/ 33719 h 167163"/>
                <a:gd name="connsiteX21" fmla="*/ 40767 w 131254"/>
                <a:gd name="connsiteY21" fmla="*/ 75152 h 16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1254" h="167163">
                  <a:moveTo>
                    <a:pt x="85249" y="167164"/>
                  </a:moveTo>
                  <a:lnTo>
                    <a:pt x="50483" y="104108"/>
                  </a:lnTo>
                  <a:lnTo>
                    <a:pt x="40672" y="104108"/>
                  </a:lnTo>
                  <a:lnTo>
                    <a:pt x="40672" y="167164"/>
                  </a:lnTo>
                  <a:lnTo>
                    <a:pt x="0" y="167164"/>
                  </a:lnTo>
                  <a:lnTo>
                    <a:pt x="0" y="0"/>
                  </a:lnTo>
                  <a:lnTo>
                    <a:pt x="68390" y="0"/>
                  </a:lnTo>
                  <a:cubicBezTo>
                    <a:pt x="81534" y="0"/>
                    <a:pt x="92774" y="2286"/>
                    <a:pt x="102108" y="6858"/>
                  </a:cubicBezTo>
                  <a:cubicBezTo>
                    <a:pt x="111347" y="11430"/>
                    <a:pt x="118301" y="17812"/>
                    <a:pt x="122968" y="25813"/>
                  </a:cubicBezTo>
                  <a:cubicBezTo>
                    <a:pt x="127635" y="33814"/>
                    <a:pt x="129826" y="42767"/>
                    <a:pt x="129826" y="52578"/>
                  </a:cubicBezTo>
                  <a:cubicBezTo>
                    <a:pt x="129826" y="63722"/>
                    <a:pt x="126683" y="73628"/>
                    <a:pt x="120396" y="82296"/>
                  </a:cubicBezTo>
                  <a:cubicBezTo>
                    <a:pt x="114110" y="91059"/>
                    <a:pt x="104870" y="97250"/>
                    <a:pt x="92678" y="100870"/>
                  </a:cubicBezTo>
                  <a:lnTo>
                    <a:pt x="131255" y="167069"/>
                  </a:lnTo>
                  <a:lnTo>
                    <a:pt x="85249" y="167069"/>
                  </a:lnTo>
                  <a:close/>
                  <a:moveTo>
                    <a:pt x="40767" y="75248"/>
                  </a:moveTo>
                  <a:lnTo>
                    <a:pt x="66008" y="75248"/>
                  </a:lnTo>
                  <a:cubicBezTo>
                    <a:pt x="73438" y="75248"/>
                    <a:pt x="79058" y="73438"/>
                    <a:pt x="82772" y="69723"/>
                  </a:cubicBezTo>
                  <a:cubicBezTo>
                    <a:pt x="86487" y="66008"/>
                    <a:pt x="88392" y="60960"/>
                    <a:pt x="88392" y="54293"/>
                  </a:cubicBezTo>
                  <a:cubicBezTo>
                    <a:pt x="88392" y="47625"/>
                    <a:pt x="86487" y="42958"/>
                    <a:pt x="82772" y="39243"/>
                  </a:cubicBezTo>
                  <a:cubicBezTo>
                    <a:pt x="79058" y="35624"/>
                    <a:pt x="73438" y="33719"/>
                    <a:pt x="66008" y="33719"/>
                  </a:cubicBezTo>
                  <a:lnTo>
                    <a:pt x="40767" y="33719"/>
                  </a:lnTo>
                  <a:lnTo>
                    <a:pt x="40767" y="75152"/>
                  </a:lnTo>
                  <a:close/>
                </a:path>
              </a:pathLst>
            </a:custGeom>
            <a:grpFill/>
            <a:ln w="9525" cap="flat">
              <a:noFill/>
              <a:prstDash val="solid"/>
              <a:miter/>
            </a:ln>
          </p:spPr>
          <p:txBody>
            <a:bodyPr rtlCol="0" anchor="ctr"/>
            <a:lstStyle/>
            <a:p>
              <a:endParaRPr lang="fi-FI" sz="3200"/>
            </a:p>
          </p:txBody>
        </p:sp>
        <p:sp>
          <p:nvSpPr>
            <p:cNvPr id="634" name="Vapaamuotoinen: Muoto 633">
              <a:extLst>
                <a:ext uri="{FF2B5EF4-FFF2-40B4-BE49-F238E27FC236}">
                  <a16:creationId xmlns:a16="http://schemas.microsoft.com/office/drawing/2014/main" id="{869BFCA4-530C-2181-9CD8-8327B3982E95}"/>
                </a:ext>
              </a:extLst>
            </p:cNvPr>
            <p:cNvSpPr/>
            <p:nvPr/>
          </p:nvSpPr>
          <p:spPr>
            <a:xfrm>
              <a:off x="4119466" y="2344673"/>
              <a:ext cx="140207" cy="136779"/>
            </a:xfrm>
            <a:custGeom>
              <a:avLst/>
              <a:gdLst>
                <a:gd name="connsiteX0" fmla="*/ 7810 w 140207"/>
                <a:gd name="connsiteY0" fmla="*/ 32195 h 136779"/>
                <a:gd name="connsiteX1" fmla="*/ 28861 w 140207"/>
                <a:gd name="connsiteY1" fmla="*/ 8382 h 136779"/>
                <a:gd name="connsiteX2" fmla="*/ 58579 w 140207"/>
                <a:gd name="connsiteY2" fmla="*/ 0 h 136779"/>
                <a:gd name="connsiteX3" fmla="*/ 83249 w 140207"/>
                <a:gd name="connsiteY3" fmla="*/ 5715 h 136779"/>
                <a:gd name="connsiteX4" fmla="*/ 99536 w 140207"/>
                <a:gd name="connsiteY4" fmla="*/ 20765 h 136779"/>
                <a:gd name="connsiteX5" fmla="*/ 99536 w 140207"/>
                <a:gd name="connsiteY5" fmla="*/ 1905 h 136779"/>
                <a:gd name="connsiteX6" fmla="*/ 140208 w 140207"/>
                <a:gd name="connsiteY6" fmla="*/ 1905 h 136779"/>
                <a:gd name="connsiteX7" fmla="*/ 140208 w 140207"/>
                <a:gd name="connsiteY7" fmla="*/ 134779 h 136779"/>
                <a:gd name="connsiteX8" fmla="*/ 99536 w 140207"/>
                <a:gd name="connsiteY8" fmla="*/ 134779 h 136779"/>
                <a:gd name="connsiteX9" fmla="*/ 99536 w 140207"/>
                <a:gd name="connsiteY9" fmla="*/ 116015 h 136779"/>
                <a:gd name="connsiteX10" fmla="*/ 82963 w 140207"/>
                <a:gd name="connsiteY10" fmla="*/ 131064 h 136779"/>
                <a:gd name="connsiteX11" fmla="*/ 58293 w 140207"/>
                <a:gd name="connsiteY11" fmla="*/ 136779 h 136779"/>
                <a:gd name="connsiteX12" fmla="*/ 28766 w 140207"/>
                <a:gd name="connsiteY12" fmla="*/ 128302 h 136779"/>
                <a:gd name="connsiteX13" fmla="*/ 7715 w 140207"/>
                <a:gd name="connsiteY13" fmla="*/ 104299 h 136779"/>
                <a:gd name="connsiteX14" fmla="*/ 0 w 140207"/>
                <a:gd name="connsiteY14" fmla="*/ 68199 h 136779"/>
                <a:gd name="connsiteX15" fmla="*/ 7715 w 140207"/>
                <a:gd name="connsiteY15" fmla="*/ 32290 h 136779"/>
                <a:gd name="connsiteX16" fmla="*/ 91154 w 140207"/>
                <a:gd name="connsiteY16" fmla="*/ 44291 h 136779"/>
                <a:gd name="connsiteX17" fmla="*/ 70580 w 140207"/>
                <a:gd name="connsiteY17" fmla="*/ 35528 h 136779"/>
                <a:gd name="connsiteX18" fmla="*/ 50006 w 140207"/>
                <a:gd name="connsiteY18" fmla="*/ 44196 h 136779"/>
                <a:gd name="connsiteX19" fmla="*/ 41529 w 140207"/>
                <a:gd name="connsiteY19" fmla="*/ 68104 h 136779"/>
                <a:gd name="connsiteX20" fmla="*/ 50006 w 140207"/>
                <a:gd name="connsiteY20" fmla="*/ 92297 h 136779"/>
                <a:gd name="connsiteX21" fmla="*/ 70580 w 140207"/>
                <a:gd name="connsiteY21" fmla="*/ 101251 h 136779"/>
                <a:gd name="connsiteX22" fmla="*/ 91154 w 140207"/>
                <a:gd name="connsiteY22" fmla="*/ 92393 h 136779"/>
                <a:gd name="connsiteX23" fmla="*/ 99632 w 140207"/>
                <a:gd name="connsiteY23" fmla="*/ 68390 h 136779"/>
                <a:gd name="connsiteX24" fmla="*/ 91154 w 140207"/>
                <a:gd name="connsiteY24" fmla="*/ 44291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7" h="136779">
                  <a:moveTo>
                    <a:pt x="7810" y="32195"/>
                  </a:moveTo>
                  <a:cubicBezTo>
                    <a:pt x="12954" y="21908"/>
                    <a:pt x="20003" y="13907"/>
                    <a:pt x="28861" y="8382"/>
                  </a:cubicBezTo>
                  <a:cubicBezTo>
                    <a:pt x="37719" y="2858"/>
                    <a:pt x="47625" y="0"/>
                    <a:pt x="58579" y="0"/>
                  </a:cubicBezTo>
                  <a:cubicBezTo>
                    <a:pt x="67913" y="0"/>
                    <a:pt x="76200" y="1905"/>
                    <a:pt x="83249" y="5715"/>
                  </a:cubicBezTo>
                  <a:cubicBezTo>
                    <a:pt x="90297" y="9525"/>
                    <a:pt x="95726" y="14478"/>
                    <a:pt x="99536" y="20765"/>
                  </a:cubicBezTo>
                  <a:lnTo>
                    <a:pt x="99536" y="1905"/>
                  </a:lnTo>
                  <a:lnTo>
                    <a:pt x="140208" y="1905"/>
                  </a:lnTo>
                  <a:lnTo>
                    <a:pt x="140208" y="134779"/>
                  </a:lnTo>
                  <a:lnTo>
                    <a:pt x="99536" y="134779"/>
                  </a:lnTo>
                  <a:lnTo>
                    <a:pt x="99536" y="116015"/>
                  </a:lnTo>
                  <a:cubicBezTo>
                    <a:pt x="95536" y="122206"/>
                    <a:pt x="90011" y="127159"/>
                    <a:pt x="82963" y="131064"/>
                  </a:cubicBezTo>
                  <a:cubicBezTo>
                    <a:pt x="75914" y="134874"/>
                    <a:pt x="67723" y="136779"/>
                    <a:pt x="58293" y="136779"/>
                  </a:cubicBezTo>
                  <a:cubicBezTo>
                    <a:pt x="47530" y="136779"/>
                    <a:pt x="37624" y="133922"/>
                    <a:pt x="28766" y="128302"/>
                  </a:cubicBezTo>
                  <a:cubicBezTo>
                    <a:pt x="19907" y="122682"/>
                    <a:pt x="12859" y="114681"/>
                    <a:pt x="7715" y="104299"/>
                  </a:cubicBezTo>
                  <a:cubicBezTo>
                    <a:pt x="2572" y="93917"/>
                    <a:pt x="0" y="81915"/>
                    <a:pt x="0" y="68199"/>
                  </a:cubicBezTo>
                  <a:cubicBezTo>
                    <a:pt x="0" y="54483"/>
                    <a:pt x="2572" y="42577"/>
                    <a:pt x="7715" y="32290"/>
                  </a:cubicBezTo>
                  <a:close/>
                  <a:moveTo>
                    <a:pt x="91154" y="44291"/>
                  </a:moveTo>
                  <a:cubicBezTo>
                    <a:pt x="85534" y="38386"/>
                    <a:pt x="78677" y="35528"/>
                    <a:pt x="70580" y="35528"/>
                  </a:cubicBezTo>
                  <a:cubicBezTo>
                    <a:pt x="62484" y="35528"/>
                    <a:pt x="55626" y="38386"/>
                    <a:pt x="50006" y="44196"/>
                  </a:cubicBezTo>
                  <a:cubicBezTo>
                    <a:pt x="44387" y="50006"/>
                    <a:pt x="41529" y="58007"/>
                    <a:pt x="41529" y="68104"/>
                  </a:cubicBezTo>
                  <a:cubicBezTo>
                    <a:pt x="41529" y="78200"/>
                    <a:pt x="44387" y="86296"/>
                    <a:pt x="50006" y="92297"/>
                  </a:cubicBezTo>
                  <a:cubicBezTo>
                    <a:pt x="55626" y="98298"/>
                    <a:pt x="62484" y="101251"/>
                    <a:pt x="70580" y="101251"/>
                  </a:cubicBezTo>
                  <a:cubicBezTo>
                    <a:pt x="78677" y="101251"/>
                    <a:pt x="85534" y="98298"/>
                    <a:pt x="91154" y="92393"/>
                  </a:cubicBezTo>
                  <a:cubicBezTo>
                    <a:pt x="96774" y="86487"/>
                    <a:pt x="99632" y="78486"/>
                    <a:pt x="99632" y="68390"/>
                  </a:cubicBezTo>
                  <a:cubicBezTo>
                    <a:pt x="99632" y="58293"/>
                    <a:pt x="96774" y="50197"/>
                    <a:pt x="91154" y="44291"/>
                  </a:cubicBezTo>
                  <a:close/>
                </a:path>
              </a:pathLst>
            </a:custGeom>
            <a:grpFill/>
            <a:ln w="9525" cap="flat">
              <a:noFill/>
              <a:prstDash val="solid"/>
              <a:miter/>
            </a:ln>
          </p:spPr>
          <p:txBody>
            <a:bodyPr rtlCol="0" anchor="ctr"/>
            <a:lstStyle/>
            <a:p>
              <a:endParaRPr lang="fi-FI" sz="3200"/>
            </a:p>
          </p:txBody>
        </p:sp>
        <p:sp>
          <p:nvSpPr>
            <p:cNvPr id="635" name="Vapaamuotoinen: Muoto 634">
              <a:extLst>
                <a:ext uri="{FF2B5EF4-FFF2-40B4-BE49-F238E27FC236}">
                  <a16:creationId xmlns:a16="http://schemas.microsoft.com/office/drawing/2014/main" id="{A38AFEA9-F61A-2744-E0E6-E55719C27D71}"/>
                </a:ext>
              </a:extLst>
            </p:cNvPr>
            <p:cNvSpPr/>
            <p:nvPr/>
          </p:nvSpPr>
          <p:spPr>
            <a:xfrm>
              <a:off x="4282153" y="2344769"/>
              <a:ext cx="115062" cy="136779"/>
            </a:xfrm>
            <a:custGeom>
              <a:avLst/>
              <a:gdLst>
                <a:gd name="connsiteX0" fmla="*/ 30290 w 115062"/>
                <a:gd name="connsiteY0" fmla="*/ 130683 h 136779"/>
                <a:gd name="connsiteX1" fmla="*/ 8858 w 115062"/>
                <a:gd name="connsiteY1" fmla="*/ 114395 h 136779"/>
                <a:gd name="connsiteX2" fmla="*/ 0 w 115062"/>
                <a:gd name="connsiteY2" fmla="*/ 91154 h 136779"/>
                <a:gd name="connsiteX3" fmla="*/ 40291 w 115062"/>
                <a:gd name="connsiteY3" fmla="*/ 91154 h 136779"/>
                <a:gd name="connsiteX4" fmla="*/ 46673 w 115062"/>
                <a:gd name="connsiteY4" fmla="*/ 102394 h 136779"/>
                <a:gd name="connsiteX5" fmla="*/ 60674 w 115062"/>
                <a:gd name="connsiteY5" fmla="*/ 106680 h 136779"/>
                <a:gd name="connsiteX6" fmla="*/ 72485 w 115062"/>
                <a:gd name="connsiteY6" fmla="*/ 103727 h 136779"/>
                <a:gd name="connsiteX7" fmla="*/ 76676 w 115062"/>
                <a:gd name="connsiteY7" fmla="*/ 96012 h 136779"/>
                <a:gd name="connsiteX8" fmla="*/ 70771 w 115062"/>
                <a:gd name="connsiteY8" fmla="*/ 87535 h 136779"/>
                <a:gd name="connsiteX9" fmla="*/ 51435 w 115062"/>
                <a:gd name="connsiteY9" fmla="*/ 81439 h 136779"/>
                <a:gd name="connsiteX10" fmla="*/ 27623 w 115062"/>
                <a:gd name="connsiteY10" fmla="*/ 74390 h 136779"/>
                <a:gd name="connsiteX11" fmla="*/ 11240 w 115062"/>
                <a:gd name="connsiteY11" fmla="*/ 62675 h 136779"/>
                <a:gd name="connsiteX12" fmla="*/ 4286 w 115062"/>
                <a:gd name="connsiteY12" fmla="*/ 41148 h 136779"/>
                <a:gd name="connsiteX13" fmla="*/ 10573 w 115062"/>
                <a:gd name="connsiteY13" fmla="*/ 20288 h 136779"/>
                <a:gd name="connsiteX14" fmla="*/ 29147 w 115062"/>
                <a:gd name="connsiteY14" fmla="*/ 5429 h 136779"/>
                <a:gd name="connsiteX15" fmla="*/ 58293 w 115062"/>
                <a:gd name="connsiteY15" fmla="*/ 0 h 136779"/>
                <a:gd name="connsiteX16" fmla="*/ 97727 w 115062"/>
                <a:gd name="connsiteY16" fmla="*/ 12383 h 136779"/>
                <a:gd name="connsiteX17" fmla="*/ 114300 w 115062"/>
                <a:gd name="connsiteY17" fmla="*/ 45244 h 136779"/>
                <a:gd name="connsiteX18" fmla="*/ 76676 w 115062"/>
                <a:gd name="connsiteY18" fmla="*/ 45244 h 136779"/>
                <a:gd name="connsiteX19" fmla="*/ 70580 w 115062"/>
                <a:gd name="connsiteY19" fmla="*/ 34290 h 136779"/>
                <a:gd name="connsiteX20" fmla="*/ 57150 w 115062"/>
                <a:gd name="connsiteY20" fmla="*/ 30290 h 136779"/>
                <a:gd name="connsiteX21" fmla="*/ 46196 w 115062"/>
                <a:gd name="connsiteY21" fmla="*/ 33052 h 136779"/>
                <a:gd name="connsiteX22" fmla="*/ 42386 w 115062"/>
                <a:gd name="connsiteY22" fmla="*/ 40577 h 136779"/>
                <a:gd name="connsiteX23" fmla="*/ 48482 w 115062"/>
                <a:gd name="connsiteY23" fmla="*/ 49149 h 136779"/>
                <a:gd name="connsiteX24" fmla="*/ 67437 w 115062"/>
                <a:gd name="connsiteY24" fmla="*/ 54864 h 136779"/>
                <a:gd name="connsiteX25" fmla="*/ 91535 w 115062"/>
                <a:gd name="connsiteY25" fmla="*/ 62389 h 136779"/>
                <a:gd name="connsiteX26" fmla="*/ 107823 w 115062"/>
                <a:gd name="connsiteY26" fmla="*/ 74295 h 136779"/>
                <a:gd name="connsiteX27" fmla="*/ 115062 w 115062"/>
                <a:gd name="connsiteY27" fmla="*/ 96298 h 136779"/>
                <a:gd name="connsiteX28" fmla="*/ 108490 w 115062"/>
                <a:gd name="connsiteY28" fmla="*/ 117157 h 136779"/>
                <a:gd name="connsiteX29" fmla="*/ 89726 w 115062"/>
                <a:gd name="connsiteY29" fmla="*/ 131540 h 136779"/>
                <a:gd name="connsiteX30" fmla="*/ 61246 w 115062"/>
                <a:gd name="connsiteY30" fmla="*/ 136779 h 136779"/>
                <a:gd name="connsiteX31" fmla="*/ 30290 w 115062"/>
                <a:gd name="connsiteY31" fmla="*/ 130874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15062" h="136779">
                  <a:moveTo>
                    <a:pt x="30290" y="130683"/>
                  </a:moveTo>
                  <a:cubicBezTo>
                    <a:pt x="21241" y="126682"/>
                    <a:pt x="14097" y="121253"/>
                    <a:pt x="8858" y="114395"/>
                  </a:cubicBezTo>
                  <a:cubicBezTo>
                    <a:pt x="3620" y="107537"/>
                    <a:pt x="667" y="99727"/>
                    <a:pt x="0" y="91154"/>
                  </a:cubicBezTo>
                  <a:lnTo>
                    <a:pt x="40291" y="91154"/>
                  </a:lnTo>
                  <a:cubicBezTo>
                    <a:pt x="40767" y="95726"/>
                    <a:pt x="42863" y="99536"/>
                    <a:pt x="46673" y="102394"/>
                  </a:cubicBezTo>
                  <a:cubicBezTo>
                    <a:pt x="50482" y="105251"/>
                    <a:pt x="55150" y="106680"/>
                    <a:pt x="60674" y="106680"/>
                  </a:cubicBezTo>
                  <a:cubicBezTo>
                    <a:pt x="65723" y="106680"/>
                    <a:pt x="69723" y="105728"/>
                    <a:pt x="72485" y="103727"/>
                  </a:cubicBezTo>
                  <a:cubicBezTo>
                    <a:pt x="75248" y="101727"/>
                    <a:pt x="76676" y="99155"/>
                    <a:pt x="76676" y="96012"/>
                  </a:cubicBezTo>
                  <a:cubicBezTo>
                    <a:pt x="76676" y="92202"/>
                    <a:pt x="74676" y="89344"/>
                    <a:pt x="70771" y="87535"/>
                  </a:cubicBezTo>
                  <a:cubicBezTo>
                    <a:pt x="66770" y="85725"/>
                    <a:pt x="60389" y="83725"/>
                    <a:pt x="51435" y="81439"/>
                  </a:cubicBezTo>
                  <a:cubicBezTo>
                    <a:pt x="41910" y="79248"/>
                    <a:pt x="34004" y="76867"/>
                    <a:pt x="27623" y="74390"/>
                  </a:cubicBezTo>
                  <a:cubicBezTo>
                    <a:pt x="21241" y="71914"/>
                    <a:pt x="15811" y="68009"/>
                    <a:pt x="11240" y="62675"/>
                  </a:cubicBezTo>
                  <a:cubicBezTo>
                    <a:pt x="6668" y="57340"/>
                    <a:pt x="4286" y="50197"/>
                    <a:pt x="4286" y="41148"/>
                  </a:cubicBezTo>
                  <a:cubicBezTo>
                    <a:pt x="4286" y="33528"/>
                    <a:pt x="6382" y="26575"/>
                    <a:pt x="10573" y="20288"/>
                  </a:cubicBezTo>
                  <a:cubicBezTo>
                    <a:pt x="14764" y="14002"/>
                    <a:pt x="20955" y="9049"/>
                    <a:pt x="29147" y="5429"/>
                  </a:cubicBezTo>
                  <a:cubicBezTo>
                    <a:pt x="37338" y="1810"/>
                    <a:pt x="47053" y="0"/>
                    <a:pt x="58293" y="0"/>
                  </a:cubicBezTo>
                  <a:cubicBezTo>
                    <a:pt x="74962" y="0"/>
                    <a:pt x="88106" y="4096"/>
                    <a:pt x="97727" y="12383"/>
                  </a:cubicBezTo>
                  <a:cubicBezTo>
                    <a:pt x="107347" y="20669"/>
                    <a:pt x="112871" y="31623"/>
                    <a:pt x="114300" y="45244"/>
                  </a:cubicBezTo>
                  <a:lnTo>
                    <a:pt x="76676" y="45244"/>
                  </a:lnTo>
                  <a:cubicBezTo>
                    <a:pt x="76009" y="40672"/>
                    <a:pt x="74009" y="36957"/>
                    <a:pt x="70580" y="34290"/>
                  </a:cubicBezTo>
                  <a:cubicBezTo>
                    <a:pt x="67151" y="31623"/>
                    <a:pt x="62675" y="30290"/>
                    <a:pt x="57150" y="30290"/>
                  </a:cubicBezTo>
                  <a:cubicBezTo>
                    <a:pt x="52388" y="30290"/>
                    <a:pt x="48768" y="31242"/>
                    <a:pt x="46196" y="33052"/>
                  </a:cubicBezTo>
                  <a:cubicBezTo>
                    <a:pt x="43625" y="34862"/>
                    <a:pt x="42386" y="37338"/>
                    <a:pt x="42386" y="40577"/>
                  </a:cubicBezTo>
                  <a:cubicBezTo>
                    <a:pt x="42386" y="44387"/>
                    <a:pt x="44387" y="47244"/>
                    <a:pt x="48482" y="49149"/>
                  </a:cubicBezTo>
                  <a:cubicBezTo>
                    <a:pt x="52578" y="51054"/>
                    <a:pt x="58865" y="52959"/>
                    <a:pt x="67437" y="54864"/>
                  </a:cubicBezTo>
                  <a:cubicBezTo>
                    <a:pt x="77248" y="57436"/>
                    <a:pt x="85344" y="59912"/>
                    <a:pt x="91535" y="62389"/>
                  </a:cubicBezTo>
                  <a:cubicBezTo>
                    <a:pt x="97727" y="64865"/>
                    <a:pt x="103156" y="68771"/>
                    <a:pt x="107823" y="74295"/>
                  </a:cubicBezTo>
                  <a:cubicBezTo>
                    <a:pt x="112490" y="79820"/>
                    <a:pt x="114967" y="87154"/>
                    <a:pt x="115062" y="96298"/>
                  </a:cubicBezTo>
                  <a:cubicBezTo>
                    <a:pt x="115062" y="104108"/>
                    <a:pt x="112871" y="111062"/>
                    <a:pt x="108490" y="117157"/>
                  </a:cubicBezTo>
                  <a:cubicBezTo>
                    <a:pt x="104108" y="123254"/>
                    <a:pt x="97822" y="128111"/>
                    <a:pt x="89726" y="131540"/>
                  </a:cubicBezTo>
                  <a:cubicBezTo>
                    <a:pt x="81629" y="134969"/>
                    <a:pt x="72104" y="136779"/>
                    <a:pt x="61246" y="136779"/>
                  </a:cubicBezTo>
                  <a:cubicBezTo>
                    <a:pt x="49625" y="136779"/>
                    <a:pt x="39338" y="134779"/>
                    <a:pt x="30290" y="130874"/>
                  </a:cubicBezTo>
                  <a:close/>
                </a:path>
              </a:pathLst>
            </a:custGeom>
            <a:grpFill/>
            <a:ln w="9525" cap="flat">
              <a:noFill/>
              <a:prstDash val="solid"/>
              <a:miter/>
            </a:ln>
          </p:spPr>
          <p:txBody>
            <a:bodyPr rtlCol="0" anchor="ctr"/>
            <a:lstStyle/>
            <a:p>
              <a:endParaRPr lang="fi-FI" sz="3200"/>
            </a:p>
          </p:txBody>
        </p:sp>
        <p:sp>
          <p:nvSpPr>
            <p:cNvPr id="636" name="Vapaamuotoinen: Muoto 635">
              <a:extLst>
                <a:ext uri="{FF2B5EF4-FFF2-40B4-BE49-F238E27FC236}">
                  <a16:creationId xmlns:a16="http://schemas.microsoft.com/office/drawing/2014/main" id="{A99917AF-4B6C-661A-2826-951B2383F1D9}"/>
                </a:ext>
              </a:extLst>
            </p:cNvPr>
            <p:cNvSpPr/>
            <p:nvPr/>
          </p:nvSpPr>
          <p:spPr>
            <a:xfrm>
              <a:off x="4414074" y="2344578"/>
              <a:ext cx="133350" cy="136779"/>
            </a:xfrm>
            <a:custGeom>
              <a:avLst/>
              <a:gdLst>
                <a:gd name="connsiteX0" fmla="*/ 132683 w 133350"/>
                <a:gd name="connsiteY0" fmla="*/ 78200 h 136779"/>
                <a:gd name="connsiteX1" fmla="*/ 40577 w 133350"/>
                <a:gd name="connsiteY1" fmla="*/ 78200 h 136779"/>
                <a:gd name="connsiteX2" fmla="*/ 48578 w 133350"/>
                <a:gd name="connsiteY2" fmla="*/ 97155 h 136779"/>
                <a:gd name="connsiteX3" fmla="*/ 65818 w 133350"/>
                <a:gd name="connsiteY3" fmla="*/ 103727 h 136779"/>
                <a:gd name="connsiteX4" fmla="*/ 86963 w 133350"/>
                <a:gd name="connsiteY4" fmla="*/ 90869 h 136779"/>
                <a:gd name="connsiteX5" fmla="*/ 130302 w 133350"/>
                <a:gd name="connsiteY5" fmla="*/ 90869 h 136779"/>
                <a:gd name="connsiteX6" fmla="*/ 118301 w 133350"/>
                <a:gd name="connsiteY6" fmla="*/ 114491 h 136779"/>
                <a:gd name="connsiteX7" fmla="*/ 96488 w 133350"/>
                <a:gd name="connsiteY7" fmla="*/ 130873 h 136779"/>
                <a:gd name="connsiteX8" fmla="*/ 67151 w 133350"/>
                <a:gd name="connsiteY8" fmla="*/ 136779 h 136779"/>
                <a:gd name="connsiteX9" fmla="*/ 32385 w 133350"/>
                <a:gd name="connsiteY9" fmla="*/ 128397 h 136779"/>
                <a:gd name="connsiteX10" fmla="*/ 8573 w 133350"/>
                <a:gd name="connsiteY10" fmla="*/ 104584 h 136779"/>
                <a:gd name="connsiteX11" fmla="*/ 0 w 133350"/>
                <a:gd name="connsiteY11" fmla="*/ 68390 h 136779"/>
                <a:gd name="connsiteX12" fmla="*/ 8477 w 133350"/>
                <a:gd name="connsiteY12" fmla="*/ 32194 h 136779"/>
                <a:gd name="connsiteX13" fmla="*/ 32195 w 133350"/>
                <a:gd name="connsiteY13" fmla="*/ 8382 h 136779"/>
                <a:gd name="connsiteX14" fmla="*/ 67151 w 133350"/>
                <a:gd name="connsiteY14" fmla="*/ 0 h 136779"/>
                <a:gd name="connsiteX15" fmla="*/ 101441 w 133350"/>
                <a:gd name="connsiteY15" fmla="*/ 8096 h 136779"/>
                <a:gd name="connsiteX16" fmla="*/ 124873 w 133350"/>
                <a:gd name="connsiteY16" fmla="*/ 31147 h 136779"/>
                <a:gd name="connsiteX17" fmla="*/ 133350 w 133350"/>
                <a:gd name="connsiteY17" fmla="*/ 66104 h 136779"/>
                <a:gd name="connsiteX18" fmla="*/ 132588 w 133350"/>
                <a:gd name="connsiteY18" fmla="*/ 78010 h 136779"/>
                <a:gd name="connsiteX19" fmla="*/ 91726 w 133350"/>
                <a:gd name="connsiteY19" fmla="*/ 55531 h 136779"/>
                <a:gd name="connsiteX20" fmla="*/ 84582 w 133350"/>
                <a:gd name="connsiteY20" fmla="*/ 38862 h 136779"/>
                <a:gd name="connsiteX21" fmla="*/ 66675 w 133350"/>
                <a:gd name="connsiteY21" fmla="*/ 32671 h 136779"/>
                <a:gd name="connsiteX22" fmla="*/ 49435 w 133350"/>
                <a:gd name="connsiteY22" fmla="*/ 38576 h 136779"/>
                <a:gd name="connsiteX23" fmla="*/ 40767 w 133350"/>
                <a:gd name="connsiteY23" fmla="*/ 55436 h 136779"/>
                <a:gd name="connsiteX24" fmla="*/ 91726 w 133350"/>
                <a:gd name="connsiteY24" fmla="*/ 55436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3350" h="136779">
                  <a:moveTo>
                    <a:pt x="132683" y="78200"/>
                  </a:moveTo>
                  <a:lnTo>
                    <a:pt x="40577" y="78200"/>
                  </a:lnTo>
                  <a:cubicBezTo>
                    <a:pt x="41243" y="86487"/>
                    <a:pt x="43910" y="92773"/>
                    <a:pt x="48578" y="97155"/>
                  </a:cubicBezTo>
                  <a:cubicBezTo>
                    <a:pt x="53245" y="101536"/>
                    <a:pt x="59055" y="103727"/>
                    <a:pt x="65818" y="103727"/>
                  </a:cubicBezTo>
                  <a:cubicBezTo>
                    <a:pt x="76010" y="103727"/>
                    <a:pt x="83058" y="99441"/>
                    <a:pt x="86963" y="90869"/>
                  </a:cubicBezTo>
                  <a:lnTo>
                    <a:pt x="130302" y="90869"/>
                  </a:lnTo>
                  <a:cubicBezTo>
                    <a:pt x="128111" y="99632"/>
                    <a:pt x="124111" y="107442"/>
                    <a:pt x="118301" y="114491"/>
                  </a:cubicBezTo>
                  <a:cubicBezTo>
                    <a:pt x="112490" y="121539"/>
                    <a:pt x="105251" y="126968"/>
                    <a:pt x="96488" y="130873"/>
                  </a:cubicBezTo>
                  <a:cubicBezTo>
                    <a:pt x="87725" y="134874"/>
                    <a:pt x="78010" y="136779"/>
                    <a:pt x="67151" y="136779"/>
                  </a:cubicBezTo>
                  <a:cubicBezTo>
                    <a:pt x="54102" y="136779"/>
                    <a:pt x="42577" y="134017"/>
                    <a:pt x="32385" y="128397"/>
                  </a:cubicBezTo>
                  <a:cubicBezTo>
                    <a:pt x="22193" y="122872"/>
                    <a:pt x="14288" y="114871"/>
                    <a:pt x="8573" y="104584"/>
                  </a:cubicBezTo>
                  <a:cubicBezTo>
                    <a:pt x="2858" y="94297"/>
                    <a:pt x="0" y="82201"/>
                    <a:pt x="0" y="68390"/>
                  </a:cubicBezTo>
                  <a:cubicBezTo>
                    <a:pt x="0" y="54578"/>
                    <a:pt x="2858" y="42481"/>
                    <a:pt x="8477" y="32194"/>
                  </a:cubicBezTo>
                  <a:cubicBezTo>
                    <a:pt x="14097" y="21907"/>
                    <a:pt x="22003" y="13906"/>
                    <a:pt x="32195" y="8382"/>
                  </a:cubicBezTo>
                  <a:cubicBezTo>
                    <a:pt x="42386" y="2857"/>
                    <a:pt x="54007" y="0"/>
                    <a:pt x="67151" y="0"/>
                  </a:cubicBezTo>
                  <a:cubicBezTo>
                    <a:pt x="80296" y="0"/>
                    <a:pt x="91440" y="2667"/>
                    <a:pt x="101441" y="8096"/>
                  </a:cubicBezTo>
                  <a:cubicBezTo>
                    <a:pt x="111443" y="13525"/>
                    <a:pt x="119253" y="21241"/>
                    <a:pt x="124873" y="31147"/>
                  </a:cubicBezTo>
                  <a:cubicBezTo>
                    <a:pt x="130493" y="41053"/>
                    <a:pt x="133350" y="52864"/>
                    <a:pt x="133350" y="66104"/>
                  </a:cubicBezTo>
                  <a:cubicBezTo>
                    <a:pt x="133350" y="69914"/>
                    <a:pt x="133064" y="73914"/>
                    <a:pt x="132588" y="78010"/>
                  </a:cubicBezTo>
                  <a:close/>
                  <a:moveTo>
                    <a:pt x="91726" y="55531"/>
                  </a:moveTo>
                  <a:cubicBezTo>
                    <a:pt x="91726" y="48578"/>
                    <a:pt x="89345" y="42958"/>
                    <a:pt x="84582" y="38862"/>
                  </a:cubicBezTo>
                  <a:cubicBezTo>
                    <a:pt x="79820" y="34766"/>
                    <a:pt x="73914" y="32671"/>
                    <a:pt x="66675" y="32671"/>
                  </a:cubicBezTo>
                  <a:cubicBezTo>
                    <a:pt x="59436" y="32671"/>
                    <a:pt x="54102" y="34671"/>
                    <a:pt x="49435" y="38576"/>
                  </a:cubicBezTo>
                  <a:cubicBezTo>
                    <a:pt x="44768" y="42577"/>
                    <a:pt x="41815" y="48197"/>
                    <a:pt x="40767" y="55436"/>
                  </a:cubicBezTo>
                  <a:lnTo>
                    <a:pt x="91726" y="55436"/>
                  </a:lnTo>
                  <a:close/>
                </a:path>
              </a:pathLst>
            </a:custGeom>
            <a:grpFill/>
            <a:ln w="9525" cap="flat">
              <a:noFill/>
              <a:prstDash val="solid"/>
              <a:miter/>
            </a:ln>
          </p:spPr>
          <p:txBody>
            <a:bodyPr rtlCol="0" anchor="ctr"/>
            <a:lstStyle/>
            <a:p>
              <a:endParaRPr lang="fi-FI" sz="3200"/>
            </a:p>
          </p:txBody>
        </p:sp>
        <p:sp>
          <p:nvSpPr>
            <p:cNvPr id="637" name="Vapaamuotoinen: Muoto 636">
              <a:extLst>
                <a:ext uri="{FF2B5EF4-FFF2-40B4-BE49-F238E27FC236}">
                  <a16:creationId xmlns:a16="http://schemas.microsoft.com/office/drawing/2014/main" id="{0AE16067-8A77-8A33-5D21-96D92D1A21CF}"/>
                </a:ext>
              </a:extLst>
            </p:cNvPr>
            <p:cNvSpPr/>
            <p:nvPr/>
          </p:nvSpPr>
          <p:spPr>
            <a:xfrm>
              <a:off x="4568856" y="2303240"/>
              <a:ext cx="140208" cy="178117"/>
            </a:xfrm>
            <a:custGeom>
              <a:avLst/>
              <a:gdLst>
                <a:gd name="connsiteX0" fmla="*/ 57150 w 140208"/>
                <a:gd name="connsiteY0" fmla="*/ 47149 h 178117"/>
                <a:gd name="connsiteX1" fmla="*/ 81725 w 140208"/>
                <a:gd name="connsiteY1" fmla="*/ 41434 h 178117"/>
                <a:gd name="connsiteX2" fmla="*/ 111443 w 140208"/>
                <a:gd name="connsiteY2" fmla="*/ 49816 h 178117"/>
                <a:gd name="connsiteX3" fmla="*/ 132493 w 140208"/>
                <a:gd name="connsiteY3" fmla="*/ 73628 h 178117"/>
                <a:gd name="connsiteX4" fmla="*/ 140208 w 140208"/>
                <a:gd name="connsiteY4" fmla="*/ 109538 h 178117"/>
                <a:gd name="connsiteX5" fmla="*/ 132493 w 140208"/>
                <a:gd name="connsiteY5" fmla="*/ 145637 h 178117"/>
                <a:gd name="connsiteX6" fmla="*/ 111443 w 140208"/>
                <a:gd name="connsiteY6" fmla="*/ 169640 h 178117"/>
                <a:gd name="connsiteX7" fmla="*/ 81725 w 140208"/>
                <a:gd name="connsiteY7" fmla="*/ 178118 h 178117"/>
                <a:gd name="connsiteX8" fmla="*/ 57150 w 140208"/>
                <a:gd name="connsiteY8" fmla="*/ 172498 h 178117"/>
                <a:gd name="connsiteX9" fmla="*/ 40767 w 140208"/>
                <a:gd name="connsiteY9" fmla="*/ 157639 h 178117"/>
                <a:gd name="connsiteX10" fmla="*/ 40767 w 140208"/>
                <a:gd name="connsiteY10" fmla="*/ 176213 h 178117"/>
                <a:gd name="connsiteX11" fmla="*/ 0 w 140208"/>
                <a:gd name="connsiteY11" fmla="*/ 176213 h 178117"/>
                <a:gd name="connsiteX12" fmla="*/ 0 w 140208"/>
                <a:gd name="connsiteY12" fmla="*/ 0 h 178117"/>
                <a:gd name="connsiteX13" fmla="*/ 40767 w 140208"/>
                <a:gd name="connsiteY13" fmla="*/ 0 h 178117"/>
                <a:gd name="connsiteX14" fmla="*/ 40767 w 140208"/>
                <a:gd name="connsiteY14" fmla="*/ 62198 h 178117"/>
                <a:gd name="connsiteX15" fmla="*/ 57150 w 140208"/>
                <a:gd name="connsiteY15" fmla="*/ 47149 h 178117"/>
                <a:gd name="connsiteX16" fmla="*/ 90392 w 140208"/>
                <a:gd name="connsiteY16" fmla="*/ 85630 h 178117"/>
                <a:gd name="connsiteX17" fmla="*/ 69533 w 140208"/>
                <a:gd name="connsiteY17" fmla="*/ 76962 h 178117"/>
                <a:gd name="connsiteX18" fmla="*/ 48958 w 140208"/>
                <a:gd name="connsiteY18" fmla="*/ 85725 h 178117"/>
                <a:gd name="connsiteX19" fmla="*/ 40481 w 140208"/>
                <a:gd name="connsiteY19" fmla="*/ 109823 h 178117"/>
                <a:gd name="connsiteX20" fmla="*/ 48958 w 140208"/>
                <a:gd name="connsiteY20" fmla="*/ 133826 h 178117"/>
                <a:gd name="connsiteX21" fmla="*/ 69533 w 140208"/>
                <a:gd name="connsiteY21" fmla="*/ 142685 h 178117"/>
                <a:gd name="connsiteX22" fmla="*/ 90202 w 140208"/>
                <a:gd name="connsiteY22" fmla="*/ 133731 h 178117"/>
                <a:gd name="connsiteX23" fmla="*/ 98774 w 140208"/>
                <a:gd name="connsiteY23" fmla="*/ 109538 h 178117"/>
                <a:gd name="connsiteX24" fmla="*/ 90297 w 140208"/>
                <a:gd name="connsiteY24" fmla="*/ 85630 h 178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8" h="178117">
                  <a:moveTo>
                    <a:pt x="57150" y="47149"/>
                  </a:moveTo>
                  <a:cubicBezTo>
                    <a:pt x="64294" y="43339"/>
                    <a:pt x="72485" y="41434"/>
                    <a:pt x="81725" y="41434"/>
                  </a:cubicBezTo>
                  <a:cubicBezTo>
                    <a:pt x="92678" y="41434"/>
                    <a:pt x="102584" y="44196"/>
                    <a:pt x="111443" y="49816"/>
                  </a:cubicBezTo>
                  <a:cubicBezTo>
                    <a:pt x="120301" y="55340"/>
                    <a:pt x="127349" y="63341"/>
                    <a:pt x="132493" y="73628"/>
                  </a:cubicBezTo>
                  <a:cubicBezTo>
                    <a:pt x="137636" y="83915"/>
                    <a:pt x="140208" y="95917"/>
                    <a:pt x="140208" y="109538"/>
                  </a:cubicBezTo>
                  <a:cubicBezTo>
                    <a:pt x="140208" y="123158"/>
                    <a:pt x="137636" y="135255"/>
                    <a:pt x="132493" y="145637"/>
                  </a:cubicBezTo>
                  <a:cubicBezTo>
                    <a:pt x="127349" y="156020"/>
                    <a:pt x="120301" y="164021"/>
                    <a:pt x="111443" y="169640"/>
                  </a:cubicBezTo>
                  <a:cubicBezTo>
                    <a:pt x="102584" y="175260"/>
                    <a:pt x="92583" y="178118"/>
                    <a:pt x="81725" y="178118"/>
                  </a:cubicBezTo>
                  <a:cubicBezTo>
                    <a:pt x="72390" y="178118"/>
                    <a:pt x="64199" y="176213"/>
                    <a:pt x="57150" y="172498"/>
                  </a:cubicBezTo>
                  <a:cubicBezTo>
                    <a:pt x="50197" y="168783"/>
                    <a:pt x="44672" y="163830"/>
                    <a:pt x="40767" y="157639"/>
                  </a:cubicBezTo>
                  <a:lnTo>
                    <a:pt x="40767" y="176213"/>
                  </a:lnTo>
                  <a:lnTo>
                    <a:pt x="0" y="176213"/>
                  </a:lnTo>
                  <a:lnTo>
                    <a:pt x="0" y="0"/>
                  </a:lnTo>
                  <a:lnTo>
                    <a:pt x="40767" y="0"/>
                  </a:lnTo>
                  <a:lnTo>
                    <a:pt x="40767" y="62198"/>
                  </a:lnTo>
                  <a:cubicBezTo>
                    <a:pt x="44577" y="56007"/>
                    <a:pt x="50006" y="51054"/>
                    <a:pt x="57150" y="47149"/>
                  </a:cubicBezTo>
                  <a:close/>
                  <a:moveTo>
                    <a:pt x="90392" y="85630"/>
                  </a:moveTo>
                  <a:cubicBezTo>
                    <a:pt x="84773" y="79820"/>
                    <a:pt x="77819" y="76962"/>
                    <a:pt x="69533" y="76962"/>
                  </a:cubicBezTo>
                  <a:cubicBezTo>
                    <a:pt x="61246" y="76962"/>
                    <a:pt x="54578" y="79915"/>
                    <a:pt x="48958" y="85725"/>
                  </a:cubicBezTo>
                  <a:cubicBezTo>
                    <a:pt x="43339" y="91631"/>
                    <a:pt x="40481" y="99632"/>
                    <a:pt x="40481" y="109823"/>
                  </a:cubicBezTo>
                  <a:cubicBezTo>
                    <a:pt x="40481" y="120015"/>
                    <a:pt x="43339" y="128016"/>
                    <a:pt x="48958" y="133826"/>
                  </a:cubicBezTo>
                  <a:cubicBezTo>
                    <a:pt x="54578" y="139732"/>
                    <a:pt x="61436" y="142685"/>
                    <a:pt x="69533" y="142685"/>
                  </a:cubicBezTo>
                  <a:cubicBezTo>
                    <a:pt x="77629" y="142685"/>
                    <a:pt x="84582" y="139732"/>
                    <a:pt x="90202" y="133731"/>
                  </a:cubicBezTo>
                  <a:cubicBezTo>
                    <a:pt x="95917" y="127826"/>
                    <a:pt x="98774" y="119729"/>
                    <a:pt x="98774" y="109538"/>
                  </a:cubicBezTo>
                  <a:cubicBezTo>
                    <a:pt x="98774" y="99346"/>
                    <a:pt x="95917" y="91440"/>
                    <a:pt x="90297" y="85630"/>
                  </a:cubicBezTo>
                  <a:close/>
                </a:path>
              </a:pathLst>
            </a:custGeom>
            <a:grpFill/>
            <a:ln w="9525" cap="flat">
              <a:noFill/>
              <a:prstDash val="solid"/>
              <a:miter/>
            </a:ln>
          </p:spPr>
          <p:txBody>
            <a:bodyPr rtlCol="0" anchor="ctr"/>
            <a:lstStyle/>
            <a:p>
              <a:endParaRPr lang="fi-FI" sz="3200"/>
            </a:p>
          </p:txBody>
        </p:sp>
        <p:sp>
          <p:nvSpPr>
            <p:cNvPr id="638" name="Vapaamuotoinen: Muoto 637">
              <a:extLst>
                <a:ext uri="{FF2B5EF4-FFF2-40B4-BE49-F238E27FC236}">
                  <a16:creationId xmlns:a16="http://schemas.microsoft.com/office/drawing/2014/main" id="{C6D556F8-7010-345D-87EE-78B6C8CFD7EE}"/>
                </a:ext>
              </a:extLst>
            </p:cNvPr>
            <p:cNvSpPr/>
            <p:nvPr/>
          </p:nvSpPr>
          <p:spPr>
            <a:xfrm>
              <a:off x="4722494" y="2344673"/>
              <a:ext cx="138112" cy="136779"/>
            </a:xfrm>
            <a:custGeom>
              <a:avLst/>
              <a:gdLst>
                <a:gd name="connsiteX0" fmla="*/ 33433 w 138112"/>
                <a:gd name="connsiteY0" fmla="*/ 128397 h 136779"/>
                <a:gd name="connsiteX1" fmla="*/ 8953 w 138112"/>
                <a:gd name="connsiteY1" fmla="*/ 104584 h 136779"/>
                <a:gd name="connsiteX2" fmla="*/ 0 w 138112"/>
                <a:gd name="connsiteY2" fmla="*/ 68390 h 136779"/>
                <a:gd name="connsiteX3" fmla="*/ 9049 w 138112"/>
                <a:gd name="connsiteY3" fmla="*/ 32290 h 136779"/>
                <a:gd name="connsiteX4" fmla="*/ 33814 w 138112"/>
                <a:gd name="connsiteY4" fmla="*/ 8382 h 136779"/>
                <a:gd name="connsiteX5" fmla="*/ 69056 w 138112"/>
                <a:gd name="connsiteY5" fmla="*/ 0 h 136779"/>
                <a:gd name="connsiteX6" fmla="*/ 104299 w 138112"/>
                <a:gd name="connsiteY6" fmla="*/ 8382 h 136779"/>
                <a:gd name="connsiteX7" fmla="*/ 129064 w 138112"/>
                <a:gd name="connsiteY7" fmla="*/ 32290 h 136779"/>
                <a:gd name="connsiteX8" fmla="*/ 138113 w 138112"/>
                <a:gd name="connsiteY8" fmla="*/ 68390 h 136779"/>
                <a:gd name="connsiteX9" fmla="*/ 128968 w 138112"/>
                <a:gd name="connsiteY9" fmla="*/ 104489 h 136779"/>
                <a:gd name="connsiteX10" fmla="*/ 104013 w 138112"/>
                <a:gd name="connsiteY10" fmla="*/ 128397 h 136779"/>
                <a:gd name="connsiteX11" fmla="*/ 68675 w 138112"/>
                <a:gd name="connsiteY11" fmla="*/ 136779 h 136779"/>
                <a:gd name="connsiteX12" fmla="*/ 33528 w 138112"/>
                <a:gd name="connsiteY12" fmla="*/ 128397 h 136779"/>
                <a:gd name="connsiteX13" fmla="*/ 88487 w 138112"/>
                <a:gd name="connsiteY13" fmla="*/ 92964 h 136779"/>
                <a:gd name="connsiteX14" fmla="*/ 96679 w 138112"/>
                <a:gd name="connsiteY14" fmla="*/ 68390 h 136779"/>
                <a:gd name="connsiteX15" fmla="*/ 88678 w 138112"/>
                <a:gd name="connsiteY15" fmla="*/ 43815 h 136779"/>
                <a:gd name="connsiteX16" fmla="*/ 69056 w 138112"/>
                <a:gd name="connsiteY16" fmla="*/ 35243 h 136779"/>
                <a:gd name="connsiteX17" fmla="*/ 49244 w 138112"/>
                <a:gd name="connsiteY17" fmla="*/ 43720 h 136779"/>
                <a:gd name="connsiteX18" fmla="*/ 41338 w 138112"/>
                <a:gd name="connsiteY18" fmla="*/ 68390 h 136779"/>
                <a:gd name="connsiteX19" fmla="*/ 49054 w 138112"/>
                <a:gd name="connsiteY19" fmla="*/ 92964 h 136779"/>
                <a:gd name="connsiteX20" fmla="*/ 68485 w 138112"/>
                <a:gd name="connsiteY20" fmla="*/ 101537 h 136779"/>
                <a:gd name="connsiteX21" fmla="*/ 88392 w 138112"/>
                <a:gd name="connsiteY21" fmla="*/ 92964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8112" h="136779">
                  <a:moveTo>
                    <a:pt x="33433" y="128397"/>
                  </a:moveTo>
                  <a:cubicBezTo>
                    <a:pt x="23050" y="122873"/>
                    <a:pt x="14859" y="114871"/>
                    <a:pt x="8953" y="104584"/>
                  </a:cubicBezTo>
                  <a:cubicBezTo>
                    <a:pt x="3048" y="94298"/>
                    <a:pt x="0" y="82201"/>
                    <a:pt x="0" y="68390"/>
                  </a:cubicBezTo>
                  <a:cubicBezTo>
                    <a:pt x="0" y="54578"/>
                    <a:pt x="3048" y="42672"/>
                    <a:pt x="9049" y="32290"/>
                  </a:cubicBezTo>
                  <a:cubicBezTo>
                    <a:pt x="15049" y="21908"/>
                    <a:pt x="23336" y="13907"/>
                    <a:pt x="33814" y="8382"/>
                  </a:cubicBezTo>
                  <a:cubicBezTo>
                    <a:pt x="44291" y="2858"/>
                    <a:pt x="56007" y="0"/>
                    <a:pt x="69056" y="0"/>
                  </a:cubicBezTo>
                  <a:cubicBezTo>
                    <a:pt x="82105" y="0"/>
                    <a:pt x="93821" y="2762"/>
                    <a:pt x="104299" y="8382"/>
                  </a:cubicBezTo>
                  <a:cubicBezTo>
                    <a:pt x="114776" y="13907"/>
                    <a:pt x="123063" y="21908"/>
                    <a:pt x="129064" y="32290"/>
                  </a:cubicBezTo>
                  <a:cubicBezTo>
                    <a:pt x="135065" y="42672"/>
                    <a:pt x="138113" y="54673"/>
                    <a:pt x="138113" y="68390"/>
                  </a:cubicBezTo>
                  <a:cubicBezTo>
                    <a:pt x="138113" y="82106"/>
                    <a:pt x="135065" y="94107"/>
                    <a:pt x="128968" y="104489"/>
                  </a:cubicBezTo>
                  <a:cubicBezTo>
                    <a:pt x="122872" y="114871"/>
                    <a:pt x="114490" y="122873"/>
                    <a:pt x="104013" y="128397"/>
                  </a:cubicBezTo>
                  <a:cubicBezTo>
                    <a:pt x="93440" y="133922"/>
                    <a:pt x="81629" y="136779"/>
                    <a:pt x="68675" y="136779"/>
                  </a:cubicBezTo>
                  <a:cubicBezTo>
                    <a:pt x="55721" y="136779"/>
                    <a:pt x="43910" y="134017"/>
                    <a:pt x="33528" y="128397"/>
                  </a:cubicBezTo>
                  <a:close/>
                  <a:moveTo>
                    <a:pt x="88487" y="92964"/>
                  </a:moveTo>
                  <a:cubicBezTo>
                    <a:pt x="94012" y="87249"/>
                    <a:pt x="96679" y="79058"/>
                    <a:pt x="96679" y="68390"/>
                  </a:cubicBezTo>
                  <a:cubicBezTo>
                    <a:pt x="96679" y="57722"/>
                    <a:pt x="94012" y="49530"/>
                    <a:pt x="88678" y="43815"/>
                  </a:cubicBezTo>
                  <a:cubicBezTo>
                    <a:pt x="83344" y="38100"/>
                    <a:pt x="76771" y="35243"/>
                    <a:pt x="69056" y="35243"/>
                  </a:cubicBezTo>
                  <a:cubicBezTo>
                    <a:pt x="61341" y="35243"/>
                    <a:pt x="54483" y="38100"/>
                    <a:pt x="49244" y="43720"/>
                  </a:cubicBezTo>
                  <a:cubicBezTo>
                    <a:pt x="44005" y="49340"/>
                    <a:pt x="41338" y="57531"/>
                    <a:pt x="41338" y="68390"/>
                  </a:cubicBezTo>
                  <a:cubicBezTo>
                    <a:pt x="41338" y="79248"/>
                    <a:pt x="43910" y="87154"/>
                    <a:pt x="49054" y="92964"/>
                  </a:cubicBezTo>
                  <a:cubicBezTo>
                    <a:pt x="54197" y="98679"/>
                    <a:pt x="60674" y="101537"/>
                    <a:pt x="68485" y="101537"/>
                  </a:cubicBezTo>
                  <a:cubicBezTo>
                    <a:pt x="76295" y="101537"/>
                    <a:pt x="82867" y="98679"/>
                    <a:pt x="88392" y="92964"/>
                  </a:cubicBezTo>
                  <a:close/>
                </a:path>
              </a:pathLst>
            </a:custGeom>
            <a:grpFill/>
            <a:ln w="9525" cap="flat">
              <a:noFill/>
              <a:prstDash val="solid"/>
              <a:miter/>
            </a:ln>
          </p:spPr>
          <p:txBody>
            <a:bodyPr rtlCol="0" anchor="ctr"/>
            <a:lstStyle/>
            <a:p>
              <a:endParaRPr lang="fi-FI" sz="3200"/>
            </a:p>
          </p:txBody>
        </p:sp>
        <p:sp>
          <p:nvSpPr>
            <p:cNvPr id="639" name="Vapaamuotoinen: Muoto 638">
              <a:extLst>
                <a:ext uri="{FF2B5EF4-FFF2-40B4-BE49-F238E27FC236}">
                  <a16:creationId xmlns:a16="http://schemas.microsoft.com/office/drawing/2014/main" id="{25917203-FD58-D444-917C-D10B888D87AE}"/>
                </a:ext>
              </a:extLst>
            </p:cNvPr>
            <p:cNvSpPr/>
            <p:nvPr/>
          </p:nvSpPr>
          <p:spPr>
            <a:xfrm>
              <a:off x="4882133" y="2345245"/>
              <a:ext cx="82486" cy="134207"/>
            </a:xfrm>
            <a:custGeom>
              <a:avLst/>
              <a:gdLst>
                <a:gd name="connsiteX0" fmla="*/ 58674 w 82486"/>
                <a:gd name="connsiteY0" fmla="*/ 6287 h 134207"/>
                <a:gd name="connsiteX1" fmla="*/ 82487 w 82486"/>
                <a:gd name="connsiteY1" fmla="*/ 0 h 134207"/>
                <a:gd name="connsiteX2" fmla="*/ 82487 w 82486"/>
                <a:gd name="connsiteY2" fmla="*/ 43053 h 134207"/>
                <a:gd name="connsiteX3" fmla="*/ 71247 w 82486"/>
                <a:gd name="connsiteY3" fmla="*/ 43053 h 134207"/>
                <a:gd name="connsiteX4" fmla="*/ 48387 w 82486"/>
                <a:gd name="connsiteY4" fmla="*/ 49625 h 134207"/>
                <a:gd name="connsiteX5" fmla="*/ 40767 w 82486"/>
                <a:gd name="connsiteY5" fmla="*/ 72581 h 134207"/>
                <a:gd name="connsiteX6" fmla="*/ 40767 w 82486"/>
                <a:gd name="connsiteY6" fmla="*/ 134207 h 134207"/>
                <a:gd name="connsiteX7" fmla="*/ 0 w 82486"/>
                <a:gd name="connsiteY7" fmla="*/ 134207 h 134207"/>
                <a:gd name="connsiteX8" fmla="*/ 0 w 82486"/>
                <a:gd name="connsiteY8" fmla="*/ 1334 h 134207"/>
                <a:gd name="connsiteX9" fmla="*/ 40767 w 82486"/>
                <a:gd name="connsiteY9" fmla="*/ 1334 h 134207"/>
                <a:gd name="connsiteX10" fmla="*/ 40767 w 82486"/>
                <a:gd name="connsiteY10" fmla="*/ 23527 h 134207"/>
                <a:gd name="connsiteX11" fmla="*/ 58674 w 82486"/>
                <a:gd name="connsiteY11" fmla="*/ 6287 h 134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86" h="134207">
                  <a:moveTo>
                    <a:pt x="58674" y="6287"/>
                  </a:moveTo>
                  <a:cubicBezTo>
                    <a:pt x="65818" y="2096"/>
                    <a:pt x="73724" y="0"/>
                    <a:pt x="82487" y="0"/>
                  </a:cubicBezTo>
                  <a:lnTo>
                    <a:pt x="82487" y="43053"/>
                  </a:lnTo>
                  <a:lnTo>
                    <a:pt x="71247" y="43053"/>
                  </a:lnTo>
                  <a:cubicBezTo>
                    <a:pt x="61055" y="43053"/>
                    <a:pt x="53435" y="45244"/>
                    <a:pt x="48387" y="49625"/>
                  </a:cubicBezTo>
                  <a:cubicBezTo>
                    <a:pt x="43339" y="54007"/>
                    <a:pt x="40767" y="61627"/>
                    <a:pt x="40767" y="72581"/>
                  </a:cubicBezTo>
                  <a:lnTo>
                    <a:pt x="40767" y="134207"/>
                  </a:lnTo>
                  <a:lnTo>
                    <a:pt x="0" y="134207"/>
                  </a:lnTo>
                  <a:lnTo>
                    <a:pt x="0" y="1334"/>
                  </a:lnTo>
                  <a:lnTo>
                    <a:pt x="40767" y="1334"/>
                  </a:lnTo>
                  <a:lnTo>
                    <a:pt x="40767" y="23527"/>
                  </a:lnTo>
                  <a:cubicBezTo>
                    <a:pt x="45529" y="16193"/>
                    <a:pt x="51435" y="10477"/>
                    <a:pt x="58674" y="6287"/>
                  </a:cubicBezTo>
                  <a:close/>
                </a:path>
              </a:pathLst>
            </a:custGeom>
            <a:grpFill/>
            <a:ln w="9525" cap="flat">
              <a:noFill/>
              <a:prstDash val="solid"/>
              <a:miter/>
            </a:ln>
          </p:spPr>
          <p:txBody>
            <a:bodyPr rtlCol="0" anchor="ctr"/>
            <a:lstStyle/>
            <a:p>
              <a:endParaRPr lang="fi-FI" sz="3200"/>
            </a:p>
          </p:txBody>
        </p:sp>
        <p:sp>
          <p:nvSpPr>
            <p:cNvPr id="640" name="Vapaamuotoinen: Muoto 639">
              <a:extLst>
                <a:ext uri="{FF2B5EF4-FFF2-40B4-BE49-F238E27FC236}">
                  <a16:creationId xmlns:a16="http://schemas.microsoft.com/office/drawing/2014/main" id="{0EA5B9BA-F71F-A8DF-6CB2-A408F6882248}"/>
                </a:ext>
              </a:extLst>
            </p:cNvPr>
            <p:cNvSpPr/>
            <p:nvPr/>
          </p:nvSpPr>
          <p:spPr>
            <a:xfrm>
              <a:off x="4975954" y="2344673"/>
              <a:ext cx="140303" cy="200310"/>
            </a:xfrm>
            <a:custGeom>
              <a:avLst/>
              <a:gdLst>
                <a:gd name="connsiteX0" fmla="*/ 83344 w 140303"/>
                <a:gd name="connsiteY0" fmla="*/ 5715 h 200310"/>
                <a:gd name="connsiteX1" fmla="*/ 99631 w 140303"/>
                <a:gd name="connsiteY1" fmla="*/ 20765 h 200310"/>
                <a:gd name="connsiteX2" fmla="*/ 99631 w 140303"/>
                <a:gd name="connsiteY2" fmla="*/ 1905 h 200310"/>
                <a:gd name="connsiteX3" fmla="*/ 140303 w 140303"/>
                <a:gd name="connsiteY3" fmla="*/ 1905 h 200310"/>
                <a:gd name="connsiteX4" fmla="*/ 140303 w 140303"/>
                <a:gd name="connsiteY4" fmla="*/ 134588 h 200310"/>
                <a:gd name="connsiteX5" fmla="*/ 133064 w 140303"/>
                <a:gd name="connsiteY5" fmla="*/ 167831 h 200310"/>
                <a:gd name="connsiteX6" fmla="*/ 110871 w 140303"/>
                <a:gd name="connsiteY6" fmla="*/ 191548 h 200310"/>
                <a:gd name="connsiteX7" fmla="*/ 73819 w 140303"/>
                <a:gd name="connsiteY7" fmla="*/ 200311 h 200310"/>
                <a:gd name="connsiteX8" fmla="*/ 25908 w 140303"/>
                <a:gd name="connsiteY8" fmla="*/ 186404 h 200310"/>
                <a:gd name="connsiteX9" fmla="*/ 4953 w 140303"/>
                <a:gd name="connsiteY9" fmla="*/ 148685 h 200310"/>
                <a:gd name="connsiteX10" fmla="*/ 45148 w 140303"/>
                <a:gd name="connsiteY10" fmla="*/ 148685 h 200310"/>
                <a:gd name="connsiteX11" fmla="*/ 54197 w 140303"/>
                <a:gd name="connsiteY11" fmla="*/ 160687 h 200310"/>
                <a:gd name="connsiteX12" fmla="*/ 71818 w 140303"/>
                <a:gd name="connsiteY12" fmla="*/ 165068 h 200310"/>
                <a:gd name="connsiteX13" fmla="*/ 91916 w 140303"/>
                <a:gd name="connsiteY13" fmla="*/ 157829 h 200310"/>
                <a:gd name="connsiteX14" fmla="*/ 99441 w 140303"/>
                <a:gd name="connsiteY14" fmla="*/ 134588 h 200310"/>
                <a:gd name="connsiteX15" fmla="*/ 99441 w 140303"/>
                <a:gd name="connsiteY15" fmla="*/ 115729 h 200310"/>
                <a:gd name="connsiteX16" fmla="*/ 82963 w 140303"/>
                <a:gd name="connsiteY16" fmla="*/ 130874 h 200310"/>
                <a:gd name="connsiteX17" fmla="*/ 58483 w 140303"/>
                <a:gd name="connsiteY17" fmla="*/ 136684 h 200310"/>
                <a:gd name="connsiteX18" fmla="*/ 28765 w 140303"/>
                <a:gd name="connsiteY18" fmla="*/ 128207 h 200310"/>
                <a:gd name="connsiteX19" fmla="*/ 7715 w 140303"/>
                <a:gd name="connsiteY19" fmla="*/ 104204 h 200310"/>
                <a:gd name="connsiteX20" fmla="*/ 0 w 140303"/>
                <a:gd name="connsiteY20" fmla="*/ 68104 h 200310"/>
                <a:gd name="connsiteX21" fmla="*/ 7715 w 140303"/>
                <a:gd name="connsiteY21" fmla="*/ 32195 h 200310"/>
                <a:gd name="connsiteX22" fmla="*/ 28765 w 140303"/>
                <a:gd name="connsiteY22" fmla="*/ 8382 h 200310"/>
                <a:gd name="connsiteX23" fmla="*/ 58483 w 140303"/>
                <a:gd name="connsiteY23" fmla="*/ 0 h 200310"/>
                <a:gd name="connsiteX24" fmla="*/ 83153 w 140303"/>
                <a:gd name="connsiteY24" fmla="*/ 5715 h 200310"/>
                <a:gd name="connsiteX25" fmla="*/ 91249 w 140303"/>
                <a:gd name="connsiteY25" fmla="*/ 44291 h 200310"/>
                <a:gd name="connsiteX26" fmla="*/ 70675 w 140303"/>
                <a:gd name="connsiteY26" fmla="*/ 35528 h 200310"/>
                <a:gd name="connsiteX27" fmla="*/ 50101 w 140303"/>
                <a:gd name="connsiteY27" fmla="*/ 44196 h 200310"/>
                <a:gd name="connsiteX28" fmla="*/ 41624 w 140303"/>
                <a:gd name="connsiteY28" fmla="*/ 68104 h 200310"/>
                <a:gd name="connsiteX29" fmla="*/ 50101 w 140303"/>
                <a:gd name="connsiteY29" fmla="*/ 92297 h 200310"/>
                <a:gd name="connsiteX30" fmla="*/ 70675 w 140303"/>
                <a:gd name="connsiteY30" fmla="*/ 101251 h 200310"/>
                <a:gd name="connsiteX31" fmla="*/ 91249 w 140303"/>
                <a:gd name="connsiteY31" fmla="*/ 92393 h 200310"/>
                <a:gd name="connsiteX32" fmla="*/ 99727 w 140303"/>
                <a:gd name="connsiteY32" fmla="*/ 68390 h 200310"/>
                <a:gd name="connsiteX33" fmla="*/ 91249 w 140303"/>
                <a:gd name="connsiteY33" fmla="*/ 44291 h 200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0303" h="200310">
                  <a:moveTo>
                    <a:pt x="83344" y="5715"/>
                  </a:moveTo>
                  <a:cubicBezTo>
                    <a:pt x="90392" y="9525"/>
                    <a:pt x="95821" y="14478"/>
                    <a:pt x="99631" y="20765"/>
                  </a:cubicBezTo>
                  <a:lnTo>
                    <a:pt x="99631" y="1905"/>
                  </a:lnTo>
                  <a:lnTo>
                    <a:pt x="140303" y="1905"/>
                  </a:lnTo>
                  <a:lnTo>
                    <a:pt x="140303" y="134588"/>
                  </a:lnTo>
                  <a:cubicBezTo>
                    <a:pt x="140303" y="146780"/>
                    <a:pt x="137922" y="157925"/>
                    <a:pt x="133064" y="167831"/>
                  </a:cubicBezTo>
                  <a:cubicBezTo>
                    <a:pt x="128206" y="177737"/>
                    <a:pt x="120872" y="185642"/>
                    <a:pt x="110871" y="191548"/>
                  </a:cubicBezTo>
                  <a:cubicBezTo>
                    <a:pt x="100965" y="197453"/>
                    <a:pt x="88582" y="200311"/>
                    <a:pt x="73819" y="200311"/>
                  </a:cubicBezTo>
                  <a:cubicBezTo>
                    <a:pt x="54102" y="200311"/>
                    <a:pt x="38195" y="195644"/>
                    <a:pt x="25908" y="186404"/>
                  </a:cubicBezTo>
                  <a:cubicBezTo>
                    <a:pt x="13716" y="177070"/>
                    <a:pt x="6667" y="164497"/>
                    <a:pt x="4953" y="148685"/>
                  </a:cubicBezTo>
                  <a:lnTo>
                    <a:pt x="45148" y="148685"/>
                  </a:lnTo>
                  <a:cubicBezTo>
                    <a:pt x="46387" y="153734"/>
                    <a:pt x="49435" y="157734"/>
                    <a:pt x="54197" y="160687"/>
                  </a:cubicBezTo>
                  <a:cubicBezTo>
                    <a:pt x="58960" y="163640"/>
                    <a:pt x="64865" y="165068"/>
                    <a:pt x="71818" y="165068"/>
                  </a:cubicBezTo>
                  <a:cubicBezTo>
                    <a:pt x="80200" y="165068"/>
                    <a:pt x="86963" y="162687"/>
                    <a:pt x="91916" y="157829"/>
                  </a:cubicBezTo>
                  <a:cubicBezTo>
                    <a:pt x="96964" y="152972"/>
                    <a:pt x="99441" y="145256"/>
                    <a:pt x="99441" y="134588"/>
                  </a:cubicBezTo>
                  <a:lnTo>
                    <a:pt x="99441" y="115729"/>
                  </a:lnTo>
                  <a:cubicBezTo>
                    <a:pt x="95440" y="121920"/>
                    <a:pt x="90011" y="126968"/>
                    <a:pt x="82963" y="130874"/>
                  </a:cubicBezTo>
                  <a:cubicBezTo>
                    <a:pt x="75914" y="134779"/>
                    <a:pt x="67818" y="136684"/>
                    <a:pt x="58483" y="136684"/>
                  </a:cubicBezTo>
                  <a:cubicBezTo>
                    <a:pt x="47530" y="136684"/>
                    <a:pt x="37624" y="133826"/>
                    <a:pt x="28765" y="128207"/>
                  </a:cubicBezTo>
                  <a:cubicBezTo>
                    <a:pt x="19907" y="122587"/>
                    <a:pt x="12859" y="114586"/>
                    <a:pt x="7715" y="104204"/>
                  </a:cubicBezTo>
                  <a:cubicBezTo>
                    <a:pt x="2572" y="93821"/>
                    <a:pt x="0" y="81820"/>
                    <a:pt x="0" y="68104"/>
                  </a:cubicBezTo>
                  <a:cubicBezTo>
                    <a:pt x="0" y="54388"/>
                    <a:pt x="2572" y="42482"/>
                    <a:pt x="7715" y="32195"/>
                  </a:cubicBezTo>
                  <a:cubicBezTo>
                    <a:pt x="12859" y="21908"/>
                    <a:pt x="19907" y="13907"/>
                    <a:pt x="28765" y="8382"/>
                  </a:cubicBezTo>
                  <a:cubicBezTo>
                    <a:pt x="37624" y="2858"/>
                    <a:pt x="47530" y="0"/>
                    <a:pt x="58483" y="0"/>
                  </a:cubicBezTo>
                  <a:cubicBezTo>
                    <a:pt x="67818" y="0"/>
                    <a:pt x="76105" y="1905"/>
                    <a:pt x="83153" y="5715"/>
                  </a:cubicBezTo>
                  <a:close/>
                  <a:moveTo>
                    <a:pt x="91249" y="44291"/>
                  </a:moveTo>
                  <a:cubicBezTo>
                    <a:pt x="85630" y="38386"/>
                    <a:pt x="78772" y="35528"/>
                    <a:pt x="70675" y="35528"/>
                  </a:cubicBezTo>
                  <a:cubicBezTo>
                    <a:pt x="62579" y="35528"/>
                    <a:pt x="55721" y="38386"/>
                    <a:pt x="50101" y="44196"/>
                  </a:cubicBezTo>
                  <a:cubicBezTo>
                    <a:pt x="44482" y="50006"/>
                    <a:pt x="41624" y="58007"/>
                    <a:pt x="41624" y="68104"/>
                  </a:cubicBezTo>
                  <a:cubicBezTo>
                    <a:pt x="41624" y="78200"/>
                    <a:pt x="44482" y="86296"/>
                    <a:pt x="50101" y="92297"/>
                  </a:cubicBezTo>
                  <a:cubicBezTo>
                    <a:pt x="55721" y="98298"/>
                    <a:pt x="62579" y="101251"/>
                    <a:pt x="70675" y="101251"/>
                  </a:cubicBezTo>
                  <a:cubicBezTo>
                    <a:pt x="78772" y="101251"/>
                    <a:pt x="85630" y="98298"/>
                    <a:pt x="91249" y="92393"/>
                  </a:cubicBezTo>
                  <a:cubicBezTo>
                    <a:pt x="96869" y="86487"/>
                    <a:pt x="99727" y="78486"/>
                    <a:pt x="99727" y="68390"/>
                  </a:cubicBezTo>
                  <a:cubicBezTo>
                    <a:pt x="99727" y="58293"/>
                    <a:pt x="96869" y="50197"/>
                    <a:pt x="91249" y="44291"/>
                  </a:cubicBezTo>
                  <a:close/>
                </a:path>
              </a:pathLst>
            </a:custGeom>
            <a:grpFill/>
            <a:ln w="9525" cap="flat">
              <a:noFill/>
              <a:prstDash val="solid"/>
              <a:miter/>
            </a:ln>
          </p:spPr>
          <p:txBody>
            <a:bodyPr rtlCol="0" anchor="ctr"/>
            <a:lstStyle/>
            <a:p>
              <a:endParaRPr lang="fi-FI" sz="3200"/>
            </a:p>
          </p:txBody>
        </p:sp>
        <p:sp>
          <p:nvSpPr>
            <p:cNvPr id="641" name="Vapaamuotoinen: Muoto 640">
              <a:extLst>
                <a:ext uri="{FF2B5EF4-FFF2-40B4-BE49-F238E27FC236}">
                  <a16:creationId xmlns:a16="http://schemas.microsoft.com/office/drawing/2014/main" id="{F2270E71-F4A0-7A4F-703C-9E952A3CB030}"/>
                </a:ext>
              </a:extLst>
            </p:cNvPr>
            <p:cNvSpPr/>
            <p:nvPr/>
          </p:nvSpPr>
          <p:spPr>
            <a:xfrm>
              <a:off x="3974115" y="2560891"/>
              <a:ext cx="124301" cy="166211"/>
            </a:xfrm>
            <a:custGeom>
              <a:avLst/>
              <a:gdLst>
                <a:gd name="connsiteX0" fmla="*/ 85725 w 124301"/>
                <a:gd name="connsiteY0" fmla="*/ 166211 h 166211"/>
                <a:gd name="connsiteX1" fmla="*/ 49054 w 124301"/>
                <a:gd name="connsiteY1" fmla="*/ 101441 h 166211"/>
                <a:gd name="connsiteX2" fmla="*/ 33338 w 124301"/>
                <a:gd name="connsiteY2" fmla="*/ 101441 h 166211"/>
                <a:gd name="connsiteX3" fmla="*/ 33338 w 124301"/>
                <a:gd name="connsiteY3" fmla="*/ 166211 h 166211"/>
                <a:gd name="connsiteX4" fmla="*/ 0 w 124301"/>
                <a:gd name="connsiteY4" fmla="*/ 166211 h 166211"/>
                <a:gd name="connsiteX5" fmla="*/ 0 w 124301"/>
                <a:gd name="connsiteY5" fmla="*/ 0 h 166211"/>
                <a:gd name="connsiteX6" fmla="*/ 62389 w 124301"/>
                <a:gd name="connsiteY6" fmla="*/ 0 h 166211"/>
                <a:gd name="connsiteX7" fmla="*/ 95250 w 124301"/>
                <a:gd name="connsiteY7" fmla="*/ 6763 h 166211"/>
                <a:gd name="connsiteX8" fmla="*/ 115634 w 124301"/>
                <a:gd name="connsiteY8" fmla="*/ 25051 h 166211"/>
                <a:gd name="connsiteX9" fmla="*/ 122396 w 124301"/>
                <a:gd name="connsiteY9" fmla="*/ 50864 h 166211"/>
                <a:gd name="connsiteX10" fmla="*/ 112871 w 124301"/>
                <a:gd name="connsiteY10" fmla="*/ 80486 h 166211"/>
                <a:gd name="connsiteX11" fmla="*/ 84582 w 124301"/>
                <a:gd name="connsiteY11" fmla="*/ 98679 h 166211"/>
                <a:gd name="connsiteX12" fmla="*/ 124301 w 124301"/>
                <a:gd name="connsiteY12" fmla="*/ 166116 h 166211"/>
                <a:gd name="connsiteX13" fmla="*/ 85725 w 124301"/>
                <a:gd name="connsiteY13" fmla="*/ 166116 h 166211"/>
                <a:gd name="connsiteX14" fmla="*/ 33338 w 124301"/>
                <a:gd name="connsiteY14" fmla="*/ 76486 h 166211"/>
                <a:gd name="connsiteX15" fmla="*/ 61150 w 124301"/>
                <a:gd name="connsiteY15" fmla="*/ 76486 h 166211"/>
                <a:gd name="connsiteX16" fmla="*/ 81344 w 124301"/>
                <a:gd name="connsiteY16" fmla="*/ 69914 h 166211"/>
                <a:gd name="connsiteX17" fmla="*/ 88011 w 124301"/>
                <a:gd name="connsiteY17" fmla="*/ 51721 h 166211"/>
                <a:gd name="connsiteX18" fmla="*/ 81344 w 124301"/>
                <a:gd name="connsiteY18" fmla="*/ 34004 h 166211"/>
                <a:gd name="connsiteX19" fmla="*/ 61150 w 124301"/>
                <a:gd name="connsiteY19" fmla="*/ 27718 h 166211"/>
                <a:gd name="connsiteX20" fmla="*/ 33338 w 124301"/>
                <a:gd name="connsiteY20" fmla="*/ 27718 h 166211"/>
                <a:gd name="connsiteX21" fmla="*/ 33338 w 124301"/>
                <a:gd name="connsiteY21" fmla="*/ 76486 h 166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4301" h="166211">
                  <a:moveTo>
                    <a:pt x="85725" y="166211"/>
                  </a:moveTo>
                  <a:lnTo>
                    <a:pt x="49054" y="101441"/>
                  </a:lnTo>
                  <a:lnTo>
                    <a:pt x="33338" y="101441"/>
                  </a:lnTo>
                  <a:lnTo>
                    <a:pt x="33338" y="166211"/>
                  </a:lnTo>
                  <a:lnTo>
                    <a:pt x="0" y="166211"/>
                  </a:lnTo>
                  <a:lnTo>
                    <a:pt x="0" y="0"/>
                  </a:lnTo>
                  <a:lnTo>
                    <a:pt x="62389" y="0"/>
                  </a:lnTo>
                  <a:cubicBezTo>
                    <a:pt x="75248" y="0"/>
                    <a:pt x="86201" y="2286"/>
                    <a:pt x="95250" y="6763"/>
                  </a:cubicBezTo>
                  <a:cubicBezTo>
                    <a:pt x="104299" y="11240"/>
                    <a:pt x="111062" y="17431"/>
                    <a:pt x="115634" y="25051"/>
                  </a:cubicBezTo>
                  <a:cubicBezTo>
                    <a:pt x="120206" y="32766"/>
                    <a:pt x="122396" y="41339"/>
                    <a:pt x="122396" y="50864"/>
                  </a:cubicBezTo>
                  <a:cubicBezTo>
                    <a:pt x="122396" y="61817"/>
                    <a:pt x="119253" y="71723"/>
                    <a:pt x="112871" y="80486"/>
                  </a:cubicBezTo>
                  <a:cubicBezTo>
                    <a:pt x="106490" y="89249"/>
                    <a:pt x="97060" y="95345"/>
                    <a:pt x="84582" y="98679"/>
                  </a:cubicBezTo>
                  <a:lnTo>
                    <a:pt x="124301" y="166116"/>
                  </a:lnTo>
                  <a:lnTo>
                    <a:pt x="85725" y="166116"/>
                  </a:lnTo>
                  <a:close/>
                  <a:moveTo>
                    <a:pt x="33338" y="76486"/>
                  </a:moveTo>
                  <a:lnTo>
                    <a:pt x="61150" y="76486"/>
                  </a:lnTo>
                  <a:cubicBezTo>
                    <a:pt x="70199" y="76486"/>
                    <a:pt x="76962" y="74295"/>
                    <a:pt x="81344" y="69914"/>
                  </a:cubicBezTo>
                  <a:cubicBezTo>
                    <a:pt x="85820" y="65532"/>
                    <a:pt x="88011" y="59436"/>
                    <a:pt x="88011" y="51721"/>
                  </a:cubicBezTo>
                  <a:cubicBezTo>
                    <a:pt x="88011" y="44005"/>
                    <a:pt x="85820" y="38195"/>
                    <a:pt x="81344" y="34004"/>
                  </a:cubicBezTo>
                  <a:cubicBezTo>
                    <a:pt x="76867" y="29813"/>
                    <a:pt x="70199" y="27718"/>
                    <a:pt x="61150" y="27718"/>
                  </a:cubicBezTo>
                  <a:lnTo>
                    <a:pt x="33338" y="27718"/>
                  </a:lnTo>
                  <a:lnTo>
                    <a:pt x="33338" y="76486"/>
                  </a:lnTo>
                  <a:close/>
                </a:path>
              </a:pathLst>
            </a:custGeom>
            <a:grpFill/>
            <a:ln w="9525" cap="flat">
              <a:noFill/>
              <a:prstDash val="solid"/>
              <a:miter/>
            </a:ln>
          </p:spPr>
          <p:txBody>
            <a:bodyPr rtlCol="0" anchor="ctr"/>
            <a:lstStyle/>
            <a:p>
              <a:endParaRPr lang="fi-FI" sz="3200"/>
            </a:p>
          </p:txBody>
        </p:sp>
        <p:sp>
          <p:nvSpPr>
            <p:cNvPr id="642" name="Vapaamuotoinen: Muoto 641">
              <a:extLst>
                <a:ext uri="{FF2B5EF4-FFF2-40B4-BE49-F238E27FC236}">
                  <a16:creationId xmlns:a16="http://schemas.microsoft.com/office/drawing/2014/main" id="{A2B523B1-7E85-92DA-3D44-5BB40DAFE680}"/>
                </a:ext>
              </a:extLst>
            </p:cNvPr>
            <p:cNvSpPr/>
            <p:nvPr/>
          </p:nvSpPr>
          <p:spPr>
            <a:xfrm>
              <a:off x="4118038" y="2592990"/>
              <a:ext cx="137541" cy="136302"/>
            </a:xfrm>
            <a:custGeom>
              <a:avLst/>
              <a:gdLst>
                <a:gd name="connsiteX0" fmla="*/ 8096 w 137541"/>
                <a:gd name="connsiteY0" fmla="*/ 32195 h 136302"/>
                <a:gd name="connsiteX1" fmla="*/ 29813 w 137541"/>
                <a:gd name="connsiteY1" fmla="*/ 8382 h 136302"/>
                <a:gd name="connsiteX2" fmla="*/ 60389 w 137541"/>
                <a:gd name="connsiteY2" fmla="*/ 0 h 136302"/>
                <a:gd name="connsiteX3" fmla="*/ 86201 w 137541"/>
                <a:gd name="connsiteY3" fmla="*/ 5905 h 136302"/>
                <a:gd name="connsiteX4" fmla="*/ 103918 w 137541"/>
                <a:gd name="connsiteY4" fmla="*/ 20955 h 136302"/>
                <a:gd name="connsiteX5" fmla="*/ 103918 w 137541"/>
                <a:gd name="connsiteY5" fmla="*/ 2191 h 136302"/>
                <a:gd name="connsiteX6" fmla="*/ 137541 w 137541"/>
                <a:gd name="connsiteY6" fmla="*/ 2191 h 136302"/>
                <a:gd name="connsiteX7" fmla="*/ 137541 w 137541"/>
                <a:gd name="connsiteY7" fmla="*/ 134112 h 136302"/>
                <a:gd name="connsiteX8" fmla="*/ 103918 w 137541"/>
                <a:gd name="connsiteY8" fmla="*/ 134112 h 136302"/>
                <a:gd name="connsiteX9" fmla="*/ 103918 w 137541"/>
                <a:gd name="connsiteY9" fmla="*/ 114872 h 136302"/>
                <a:gd name="connsiteX10" fmla="*/ 86201 w 137541"/>
                <a:gd name="connsiteY10" fmla="*/ 130207 h 136302"/>
                <a:gd name="connsiteX11" fmla="*/ 60103 w 137541"/>
                <a:gd name="connsiteY11" fmla="*/ 136303 h 136302"/>
                <a:gd name="connsiteX12" fmla="*/ 29718 w 137541"/>
                <a:gd name="connsiteY12" fmla="*/ 127730 h 136302"/>
                <a:gd name="connsiteX13" fmla="*/ 8001 w 137541"/>
                <a:gd name="connsiteY13" fmla="*/ 103537 h 136302"/>
                <a:gd name="connsiteX14" fmla="*/ 0 w 137541"/>
                <a:gd name="connsiteY14" fmla="*/ 67723 h 136302"/>
                <a:gd name="connsiteX15" fmla="*/ 8001 w 137541"/>
                <a:gd name="connsiteY15" fmla="*/ 32195 h 136302"/>
                <a:gd name="connsiteX16" fmla="*/ 99155 w 137541"/>
                <a:gd name="connsiteY16" fmla="*/ 47339 h 136302"/>
                <a:gd name="connsiteX17" fmla="*/ 86296 w 137541"/>
                <a:gd name="connsiteY17" fmla="*/ 34004 h 136302"/>
                <a:gd name="connsiteX18" fmla="*/ 68866 w 137541"/>
                <a:gd name="connsiteY18" fmla="*/ 29337 h 136302"/>
                <a:gd name="connsiteX19" fmla="*/ 51721 w 137541"/>
                <a:gd name="connsiteY19" fmla="*/ 33909 h 136302"/>
                <a:gd name="connsiteX20" fmla="*/ 38957 w 137541"/>
                <a:gd name="connsiteY20" fmla="*/ 47149 h 136302"/>
                <a:gd name="connsiteX21" fmla="*/ 34100 w 137541"/>
                <a:gd name="connsiteY21" fmla="*/ 67723 h 136302"/>
                <a:gd name="connsiteX22" fmla="*/ 38957 w 137541"/>
                <a:gd name="connsiteY22" fmla="*/ 88582 h 136302"/>
                <a:gd name="connsiteX23" fmla="*/ 51816 w 137541"/>
                <a:gd name="connsiteY23" fmla="*/ 102299 h 136302"/>
                <a:gd name="connsiteX24" fmla="*/ 68866 w 137541"/>
                <a:gd name="connsiteY24" fmla="*/ 107061 h 136302"/>
                <a:gd name="connsiteX25" fmla="*/ 86296 w 137541"/>
                <a:gd name="connsiteY25" fmla="*/ 102394 h 136302"/>
                <a:gd name="connsiteX26" fmla="*/ 99155 w 137541"/>
                <a:gd name="connsiteY26" fmla="*/ 89059 h 136302"/>
                <a:gd name="connsiteX27" fmla="*/ 103918 w 137541"/>
                <a:gd name="connsiteY27" fmla="*/ 68199 h 136302"/>
                <a:gd name="connsiteX28" fmla="*/ 99155 w 137541"/>
                <a:gd name="connsiteY28" fmla="*/ 47339 h 13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541" h="136302">
                  <a:moveTo>
                    <a:pt x="8096" y="32195"/>
                  </a:moveTo>
                  <a:cubicBezTo>
                    <a:pt x="13430" y="21907"/>
                    <a:pt x="20669" y="13906"/>
                    <a:pt x="29813" y="8382"/>
                  </a:cubicBezTo>
                  <a:cubicBezTo>
                    <a:pt x="38957" y="2857"/>
                    <a:pt x="49149" y="0"/>
                    <a:pt x="60389" y="0"/>
                  </a:cubicBezTo>
                  <a:cubicBezTo>
                    <a:pt x="70199" y="0"/>
                    <a:pt x="78867" y="2000"/>
                    <a:pt x="86201" y="5905"/>
                  </a:cubicBezTo>
                  <a:cubicBezTo>
                    <a:pt x="93631" y="9906"/>
                    <a:pt x="99536" y="14859"/>
                    <a:pt x="103918" y="20955"/>
                  </a:cubicBezTo>
                  <a:lnTo>
                    <a:pt x="103918" y="2191"/>
                  </a:lnTo>
                  <a:lnTo>
                    <a:pt x="137541" y="2191"/>
                  </a:lnTo>
                  <a:lnTo>
                    <a:pt x="137541" y="134112"/>
                  </a:lnTo>
                  <a:lnTo>
                    <a:pt x="103918" y="134112"/>
                  </a:lnTo>
                  <a:lnTo>
                    <a:pt x="103918" y="114872"/>
                  </a:lnTo>
                  <a:cubicBezTo>
                    <a:pt x="99631" y="121063"/>
                    <a:pt x="93726" y="126206"/>
                    <a:pt x="86201" y="130207"/>
                  </a:cubicBezTo>
                  <a:cubicBezTo>
                    <a:pt x="78677" y="134207"/>
                    <a:pt x="70009" y="136303"/>
                    <a:pt x="60103" y="136303"/>
                  </a:cubicBezTo>
                  <a:cubicBezTo>
                    <a:pt x="48958" y="136303"/>
                    <a:pt x="38862" y="133445"/>
                    <a:pt x="29718" y="127730"/>
                  </a:cubicBezTo>
                  <a:cubicBezTo>
                    <a:pt x="20574" y="122015"/>
                    <a:pt x="13335" y="113919"/>
                    <a:pt x="8001" y="103537"/>
                  </a:cubicBezTo>
                  <a:cubicBezTo>
                    <a:pt x="2667" y="93154"/>
                    <a:pt x="0" y="81153"/>
                    <a:pt x="0" y="67723"/>
                  </a:cubicBezTo>
                  <a:cubicBezTo>
                    <a:pt x="0" y="54293"/>
                    <a:pt x="2667" y="42577"/>
                    <a:pt x="8001" y="32195"/>
                  </a:cubicBezTo>
                  <a:close/>
                  <a:moveTo>
                    <a:pt x="99155" y="47339"/>
                  </a:moveTo>
                  <a:cubicBezTo>
                    <a:pt x="96012" y="41529"/>
                    <a:pt x="91726" y="37052"/>
                    <a:pt x="86296" y="34004"/>
                  </a:cubicBezTo>
                  <a:cubicBezTo>
                    <a:pt x="80867" y="30956"/>
                    <a:pt x="75152" y="29337"/>
                    <a:pt x="68866" y="29337"/>
                  </a:cubicBezTo>
                  <a:cubicBezTo>
                    <a:pt x="62579" y="29337"/>
                    <a:pt x="56959" y="30861"/>
                    <a:pt x="51721" y="33909"/>
                  </a:cubicBezTo>
                  <a:cubicBezTo>
                    <a:pt x="46482" y="36957"/>
                    <a:pt x="42196" y="41339"/>
                    <a:pt x="38957" y="47149"/>
                  </a:cubicBezTo>
                  <a:cubicBezTo>
                    <a:pt x="35719" y="52959"/>
                    <a:pt x="34100" y="59817"/>
                    <a:pt x="34100" y="67723"/>
                  </a:cubicBezTo>
                  <a:cubicBezTo>
                    <a:pt x="34100" y="75628"/>
                    <a:pt x="35719" y="82582"/>
                    <a:pt x="38957" y="88582"/>
                  </a:cubicBezTo>
                  <a:cubicBezTo>
                    <a:pt x="42196" y="94583"/>
                    <a:pt x="46482" y="99060"/>
                    <a:pt x="51816" y="102299"/>
                  </a:cubicBezTo>
                  <a:cubicBezTo>
                    <a:pt x="57150" y="105442"/>
                    <a:pt x="62770" y="107061"/>
                    <a:pt x="68866" y="107061"/>
                  </a:cubicBezTo>
                  <a:cubicBezTo>
                    <a:pt x="74962" y="107061"/>
                    <a:pt x="80867" y="105537"/>
                    <a:pt x="86296" y="102394"/>
                  </a:cubicBezTo>
                  <a:cubicBezTo>
                    <a:pt x="91726" y="99251"/>
                    <a:pt x="96012" y="94869"/>
                    <a:pt x="99155" y="89059"/>
                  </a:cubicBezTo>
                  <a:cubicBezTo>
                    <a:pt x="102299" y="83249"/>
                    <a:pt x="103918" y="76295"/>
                    <a:pt x="103918" y="68199"/>
                  </a:cubicBezTo>
                  <a:cubicBezTo>
                    <a:pt x="103918" y="60103"/>
                    <a:pt x="102299" y="53150"/>
                    <a:pt x="99155" y="47339"/>
                  </a:cubicBezTo>
                  <a:close/>
                </a:path>
              </a:pathLst>
            </a:custGeom>
            <a:grpFill/>
            <a:ln w="9525" cap="flat">
              <a:noFill/>
              <a:prstDash val="solid"/>
              <a:miter/>
            </a:ln>
          </p:spPr>
          <p:txBody>
            <a:bodyPr rtlCol="0" anchor="ctr"/>
            <a:lstStyle/>
            <a:p>
              <a:endParaRPr lang="fi-FI" sz="3200"/>
            </a:p>
          </p:txBody>
        </p:sp>
        <p:sp>
          <p:nvSpPr>
            <p:cNvPr id="643" name="Vapaamuotoinen: Muoto 642">
              <a:extLst>
                <a:ext uri="{FF2B5EF4-FFF2-40B4-BE49-F238E27FC236}">
                  <a16:creationId xmlns:a16="http://schemas.microsoft.com/office/drawing/2014/main" id="{7557EFD1-8140-EED2-16D2-02CA9386DF4D}"/>
                </a:ext>
              </a:extLst>
            </p:cNvPr>
            <p:cNvSpPr/>
            <p:nvPr/>
          </p:nvSpPr>
          <p:spPr>
            <a:xfrm>
              <a:off x="4279486" y="2592990"/>
              <a:ext cx="137350" cy="136302"/>
            </a:xfrm>
            <a:custGeom>
              <a:avLst/>
              <a:gdLst>
                <a:gd name="connsiteX0" fmla="*/ 8096 w 137350"/>
                <a:gd name="connsiteY0" fmla="*/ 32195 h 136302"/>
                <a:gd name="connsiteX1" fmla="*/ 29718 w 137350"/>
                <a:gd name="connsiteY1" fmla="*/ 8382 h 136302"/>
                <a:gd name="connsiteX2" fmla="*/ 60293 w 137350"/>
                <a:gd name="connsiteY2" fmla="*/ 0 h 136302"/>
                <a:gd name="connsiteX3" fmla="*/ 86106 w 137350"/>
                <a:gd name="connsiteY3" fmla="*/ 5905 h 136302"/>
                <a:gd name="connsiteX4" fmla="*/ 103822 w 137350"/>
                <a:gd name="connsiteY4" fmla="*/ 20955 h 136302"/>
                <a:gd name="connsiteX5" fmla="*/ 103822 w 137350"/>
                <a:gd name="connsiteY5" fmla="*/ 2191 h 136302"/>
                <a:gd name="connsiteX6" fmla="*/ 137350 w 137350"/>
                <a:gd name="connsiteY6" fmla="*/ 2191 h 136302"/>
                <a:gd name="connsiteX7" fmla="*/ 137350 w 137350"/>
                <a:gd name="connsiteY7" fmla="*/ 134112 h 136302"/>
                <a:gd name="connsiteX8" fmla="*/ 103822 w 137350"/>
                <a:gd name="connsiteY8" fmla="*/ 134112 h 136302"/>
                <a:gd name="connsiteX9" fmla="*/ 103822 w 137350"/>
                <a:gd name="connsiteY9" fmla="*/ 114872 h 136302"/>
                <a:gd name="connsiteX10" fmla="*/ 86106 w 137350"/>
                <a:gd name="connsiteY10" fmla="*/ 130207 h 136302"/>
                <a:gd name="connsiteX11" fmla="*/ 60007 w 137350"/>
                <a:gd name="connsiteY11" fmla="*/ 136303 h 136302"/>
                <a:gd name="connsiteX12" fmla="*/ 29623 w 137350"/>
                <a:gd name="connsiteY12" fmla="*/ 127730 h 136302"/>
                <a:gd name="connsiteX13" fmla="*/ 8001 w 137350"/>
                <a:gd name="connsiteY13" fmla="*/ 103537 h 136302"/>
                <a:gd name="connsiteX14" fmla="*/ 0 w 137350"/>
                <a:gd name="connsiteY14" fmla="*/ 67723 h 136302"/>
                <a:gd name="connsiteX15" fmla="*/ 8001 w 137350"/>
                <a:gd name="connsiteY15" fmla="*/ 32195 h 136302"/>
                <a:gd name="connsiteX16" fmla="*/ 99155 w 137350"/>
                <a:gd name="connsiteY16" fmla="*/ 47339 h 136302"/>
                <a:gd name="connsiteX17" fmla="*/ 86296 w 137350"/>
                <a:gd name="connsiteY17" fmla="*/ 34004 h 136302"/>
                <a:gd name="connsiteX18" fmla="*/ 68866 w 137350"/>
                <a:gd name="connsiteY18" fmla="*/ 29337 h 136302"/>
                <a:gd name="connsiteX19" fmla="*/ 51721 w 137350"/>
                <a:gd name="connsiteY19" fmla="*/ 33909 h 136302"/>
                <a:gd name="connsiteX20" fmla="*/ 38957 w 137350"/>
                <a:gd name="connsiteY20" fmla="*/ 47149 h 136302"/>
                <a:gd name="connsiteX21" fmla="*/ 34099 w 137350"/>
                <a:gd name="connsiteY21" fmla="*/ 67723 h 136302"/>
                <a:gd name="connsiteX22" fmla="*/ 38957 w 137350"/>
                <a:gd name="connsiteY22" fmla="*/ 88582 h 136302"/>
                <a:gd name="connsiteX23" fmla="*/ 51816 w 137350"/>
                <a:gd name="connsiteY23" fmla="*/ 102299 h 136302"/>
                <a:gd name="connsiteX24" fmla="*/ 68866 w 137350"/>
                <a:gd name="connsiteY24" fmla="*/ 107061 h 136302"/>
                <a:gd name="connsiteX25" fmla="*/ 86296 w 137350"/>
                <a:gd name="connsiteY25" fmla="*/ 102394 h 136302"/>
                <a:gd name="connsiteX26" fmla="*/ 99155 w 137350"/>
                <a:gd name="connsiteY26" fmla="*/ 89059 h 136302"/>
                <a:gd name="connsiteX27" fmla="*/ 103918 w 137350"/>
                <a:gd name="connsiteY27" fmla="*/ 68199 h 136302"/>
                <a:gd name="connsiteX28" fmla="*/ 99155 w 137350"/>
                <a:gd name="connsiteY28" fmla="*/ 47339 h 13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350" h="136302">
                  <a:moveTo>
                    <a:pt x="8096" y="32195"/>
                  </a:moveTo>
                  <a:cubicBezTo>
                    <a:pt x="13430" y="21907"/>
                    <a:pt x="20669" y="13906"/>
                    <a:pt x="29718" y="8382"/>
                  </a:cubicBezTo>
                  <a:cubicBezTo>
                    <a:pt x="38862" y="2857"/>
                    <a:pt x="49054" y="0"/>
                    <a:pt x="60293" y="0"/>
                  </a:cubicBezTo>
                  <a:cubicBezTo>
                    <a:pt x="70104" y="0"/>
                    <a:pt x="78772" y="2000"/>
                    <a:pt x="86106" y="5905"/>
                  </a:cubicBezTo>
                  <a:cubicBezTo>
                    <a:pt x="93536" y="9906"/>
                    <a:pt x="99441" y="14859"/>
                    <a:pt x="103822" y="20955"/>
                  </a:cubicBezTo>
                  <a:lnTo>
                    <a:pt x="103822" y="2191"/>
                  </a:lnTo>
                  <a:lnTo>
                    <a:pt x="137350" y="2191"/>
                  </a:lnTo>
                  <a:lnTo>
                    <a:pt x="137350" y="134112"/>
                  </a:lnTo>
                  <a:lnTo>
                    <a:pt x="103822" y="134112"/>
                  </a:lnTo>
                  <a:lnTo>
                    <a:pt x="103822" y="114872"/>
                  </a:lnTo>
                  <a:cubicBezTo>
                    <a:pt x="99536" y="121063"/>
                    <a:pt x="93631" y="126206"/>
                    <a:pt x="86106" y="130207"/>
                  </a:cubicBezTo>
                  <a:cubicBezTo>
                    <a:pt x="78581" y="134207"/>
                    <a:pt x="69914" y="136303"/>
                    <a:pt x="60007" y="136303"/>
                  </a:cubicBezTo>
                  <a:cubicBezTo>
                    <a:pt x="48863" y="136303"/>
                    <a:pt x="38767" y="133445"/>
                    <a:pt x="29623" y="127730"/>
                  </a:cubicBezTo>
                  <a:cubicBezTo>
                    <a:pt x="20479" y="122015"/>
                    <a:pt x="13240" y="113919"/>
                    <a:pt x="8001" y="103537"/>
                  </a:cubicBezTo>
                  <a:cubicBezTo>
                    <a:pt x="2667" y="93154"/>
                    <a:pt x="0" y="81153"/>
                    <a:pt x="0" y="67723"/>
                  </a:cubicBezTo>
                  <a:cubicBezTo>
                    <a:pt x="0" y="54293"/>
                    <a:pt x="2667" y="42577"/>
                    <a:pt x="8001" y="32195"/>
                  </a:cubicBezTo>
                  <a:close/>
                  <a:moveTo>
                    <a:pt x="99155" y="47339"/>
                  </a:moveTo>
                  <a:cubicBezTo>
                    <a:pt x="96012" y="41529"/>
                    <a:pt x="91726" y="37052"/>
                    <a:pt x="86296" y="34004"/>
                  </a:cubicBezTo>
                  <a:cubicBezTo>
                    <a:pt x="80867" y="30956"/>
                    <a:pt x="75152" y="29337"/>
                    <a:pt x="68866" y="29337"/>
                  </a:cubicBezTo>
                  <a:cubicBezTo>
                    <a:pt x="62579" y="29337"/>
                    <a:pt x="56959" y="30861"/>
                    <a:pt x="51721" y="33909"/>
                  </a:cubicBezTo>
                  <a:cubicBezTo>
                    <a:pt x="46482" y="36957"/>
                    <a:pt x="42196" y="41339"/>
                    <a:pt x="38957" y="47149"/>
                  </a:cubicBezTo>
                  <a:cubicBezTo>
                    <a:pt x="35719" y="52959"/>
                    <a:pt x="34099" y="59817"/>
                    <a:pt x="34099" y="67723"/>
                  </a:cubicBezTo>
                  <a:cubicBezTo>
                    <a:pt x="34099" y="75628"/>
                    <a:pt x="35719" y="82582"/>
                    <a:pt x="38957" y="88582"/>
                  </a:cubicBezTo>
                  <a:cubicBezTo>
                    <a:pt x="42196" y="94488"/>
                    <a:pt x="46482" y="99060"/>
                    <a:pt x="51816" y="102299"/>
                  </a:cubicBezTo>
                  <a:cubicBezTo>
                    <a:pt x="57150" y="105537"/>
                    <a:pt x="62770" y="107061"/>
                    <a:pt x="68866" y="107061"/>
                  </a:cubicBezTo>
                  <a:cubicBezTo>
                    <a:pt x="74962" y="107061"/>
                    <a:pt x="80867" y="105537"/>
                    <a:pt x="86296" y="102394"/>
                  </a:cubicBezTo>
                  <a:cubicBezTo>
                    <a:pt x="91726" y="99251"/>
                    <a:pt x="96012" y="94869"/>
                    <a:pt x="99155" y="89059"/>
                  </a:cubicBezTo>
                  <a:cubicBezTo>
                    <a:pt x="102298" y="83249"/>
                    <a:pt x="103918" y="76295"/>
                    <a:pt x="103918" y="68199"/>
                  </a:cubicBezTo>
                  <a:cubicBezTo>
                    <a:pt x="103918" y="60103"/>
                    <a:pt x="102298" y="53150"/>
                    <a:pt x="99155" y="47339"/>
                  </a:cubicBezTo>
                  <a:close/>
                </a:path>
              </a:pathLst>
            </a:custGeom>
            <a:grpFill/>
            <a:ln w="9525" cap="flat">
              <a:noFill/>
              <a:prstDash val="solid"/>
              <a:miter/>
            </a:ln>
          </p:spPr>
          <p:txBody>
            <a:bodyPr rtlCol="0" anchor="ctr"/>
            <a:lstStyle/>
            <a:p>
              <a:endParaRPr lang="fi-FI" sz="3200"/>
            </a:p>
          </p:txBody>
        </p:sp>
        <p:sp>
          <p:nvSpPr>
            <p:cNvPr id="644" name="Vapaamuotoinen: Muoto 643">
              <a:extLst>
                <a:ext uri="{FF2B5EF4-FFF2-40B4-BE49-F238E27FC236}">
                  <a16:creationId xmlns:a16="http://schemas.microsoft.com/office/drawing/2014/main" id="{FF18D63D-B57D-75EE-B28E-E99DCC5EC566}"/>
                </a:ext>
              </a:extLst>
            </p:cNvPr>
            <p:cNvSpPr/>
            <p:nvPr/>
          </p:nvSpPr>
          <p:spPr>
            <a:xfrm>
              <a:off x="4442459" y="2593086"/>
              <a:ext cx="109442" cy="136397"/>
            </a:xfrm>
            <a:custGeom>
              <a:avLst/>
              <a:gdLst>
                <a:gd name="connsiteX0" fmla="*/ 28575 w 109442"/>
                <a:gd name="connsiteY0" fmla="*/ 130302 h 136397"/>
                <a:gd name="connsiteX1" fmla="*/ 8191 w 109442"/>
                <a:gd name="connsiteY1" fmla="*/ 114490 h 136397"/>
                <a:gd name="connsiteX2" fmla="*/ 0 w 109442"/>
                <a:gd name="connsiteY2" fmla="*/ 92297 h 136397"/>
                <a:gd name="connsiteX3" fmla="*/ 33623 w 109442"/>
                <a:gd name="connsiteY3" fmla="*/ 92297 h 136397"/>
                <a:gd name="connsiteX4" fmla="*/ 41148 w 109442"/>
                <a:gd name="connsiteY4" fmla="*/ 104965 h 136397"/>
                <a:gd name="connsiteX5" fmla="*/ 57436 w 109442"/>
                <a:gd name="connsiteY5" fmla="*/ 110014 h 136397"/>
                <a:gd name="connsiteX6" fmla="*/ 72295 w 109442"/>
                <a:gd name="connsiteY6" fmla="*/ 106204 h 136397"/>
                <a:gd name="connsiteX7" fmla="*/ 77629 w 109442"/>
                <a:gd name="connsiteY7" fmla="*/ 96393 h 136397"/>
                <a:gd name="connsiteX8" fmla="*/ 71056 w 109442"/>
                <a:gd name="connsiteY8" fmla="*/ 86773 h 136397"/>
                <a:gd name="connsiteX9" fmla="*/ 50197 w 109442"/>
                <a:gd name="connsiteY9" fmla="*/ 79724 h 136397"/>
                <a:gd name="connsiteX10" fmla="*/ 26003 w 109442"/>
                <a:gd name="connsiteY10" fmla="*/ 72390 h 136397"/>
                <a:gd name="connsiteX11" fmla="*/ 9811 w 109442"/>
                <a:gd name="connsiteY11" fmla="*/ 60674 h 136397"/>
                <a:gd name="connsiteX12" fmla="*/ 3048 w 109442"/>
                <a:gd name="connsiteY12" fmla="*/ 39529 h 136397"/>
                <a:gd name="connsiteX13" fmla="*/ 9334 w 109442"/>
                <a:gd name="connsiteY13" fmla="*/ 19526 h 136397"/>
                <a:gd name="connsiteX14" fmla="*/ 27432 w 109442"/>
                <a:gd name="connsiteY14" fmla="*/ 5239 h 136397"/>
                <a:gd name="connsiteX15" fmla="*/ 55150 w 109442"/>
                <a:gd name="connsiteY15" fmla="*/ 0 h 136397"/>
                <a:gd name="connsiteX16" fmla="*/ 92773 w 109442"/>
                <a:gd name="connsiteY16" fmla="*/ 11811 h 136397"/>
                <a:gd name="connsiteX17" fmla="*/ 108204 w 109442"/>
                <a:gd name="connsiteY17" fmla="*/ 43624 h 136397"/>
                <a:gd name="connsiteX18" fmla="*/ 76295 w 109442"/>
                <a:gd name="connsiteY18" fmla="*/ 43624 h 136397"/>
                <a:gd name="connsiteX19" fmla="*/ 69723 w 109442"/>
                <a:gd name="connsiteY19" fmla="*/ 31147 h 136397"/>
                <a:gd name="connsiteX20" fmla="*/ 54102 w 109442"/>
                <a:gd name="connsiteY20" fmla="*/ 26479 h 136397"/>
                <a:gd name="connsiteX21" fmla="*/ 40195 w 109442"/>
                <a:gd name="connsiteY21" fmla="*/ 29813 h 136397"/>
                <a:gd name="connsiteX22" fmla="*/ 35338 w 109442"/>
                <a:gd name="connsiteY22" fmla="*/ 39148 h 136397"/>
                <a:gd name="connsiteX23" fmla="*/ 42005 w 109442"/>
                <a:gd name="connsiteY23" fmla="*/ 49244 h 136397"/>
                <a:gd name="connsiteX24" fmla="*/ 62770 w 109442"/>
                <a:gd name="connsiteY24" fmla="*/ 56293 h 136397"/>
                <a:gd name="connsiteX25" fmla="*/ 86296 w 109442"/>
                <a:gd name="connsiteY25" fmla="*/ 63722 h 136397"/>
                <a:gd name="connsiteX26" fmla="*/ 102394 w 109442"/>
                <a:gd name="connsiteY26" fmla="*/ 75533 h 136397"/>
                <a:gd name="connsiteX27" fmla="*/ 109442 w 109442"/>
                <a:gd name="connsiteY27" fmla="*/ 96583 h 136397"/>
                <a:gd name="connsiteX28" fmla="*/ 103156 w 109442"/>
                <a:gd name="connsiteY28" fmla="*/ 117062 h 136397"/>
                <a:gd name="connsiteX29" fmla="*/ 85058 w 109442"/>
                <a:gd name="connsiteY29" fmla="*/ 131254 h 136397"/>
                <a:gd name="connsiteX30" fmla="*/ 57531 w 109442"/>
                <a:gd name="connsiteY30" fmla="*/ 136398 h 136397"/>
                <a:gd name="connsiteX31" fmla="*/ 28480 w 109442"/>
                <a:gd name="connsiteY31" fmla="*/ 130588 h 136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9442" h="136397">
                  <a:moveTo>
                    <a:pt x="28575" y="130302"/>
                  </a:moveTo>
                  <a:cubicBezTo>
                    <a:pt x="20002" y="126397"/>
                    <a:pt x="13240" y="121158"/>
                    <a:pt x="8191" y="114490"/>
                  </a:cubicBezTo>
                  <a:cubicBezTo>
                    <a:pt x="3239" y="107823"/>
                    <a:pt x="476" y="100489"/>
                    <a:pt x="0" y="92297"/>
                  </a:cubicBezTo>
                  <a:lnTo>
                    <a:pt x="33623" y="92297"/>
                  </a:lnTo>
                  <a:cubicBezTo>
                    <a:pt x="34290" y="97345"/>
                    <a:pt x="36766" y="101632"/>
                    <a:pt x="41148" y="104965"/>
                  </a:cubicBezTo>
                  <a:cubicBezTo>
                    <a:pt x="45529" y="108299"/>
                    <a:pt x="50959" y="110014"/>
                    <a:pt x="57436" y="110014"/>
                  </a:cubicBezTo>
                  <a:cubicBezTo>
                    <a:pt x="63913" y="110014"/>
                    <a:pt x="68770" y="108775"/>
                    <a:pt x="72295" y="106204"/>
                  </a:cubicBezTo>
                  <a:cubicBezTo>
                    <a:pt x="75819" y="103632"/>
                    <a:pt x="77629" y="100393"/>
                    <a:pt x="77629" y="96393"/>
                  </a:cubicBezTo>
                  <a:cubicBezTo>
                    <a:pt x="77629" y="92107"/>
                    <a:pt x="75438" y="88868"/>
                    <a:pt x="71056" y="86773"/>
                  </a:cubicBezTo>
                  <a:cubicBezTo>
                    <a:pt x="66675" y="84582"/>
                    <a:pt x="59722" y="82296"/>
                    <a:pt x="50197" y="79724"/>
                  </a:cubicBezTo>
                  <a:cubicBezTo>
                    <a:pt x="40386" y="77343"/>
                    <a:pt x="32290" y="74866"/>
                    <a:pt x="26003" y="72390"/>
                  </a:cubicBezTo>
                  <a:cubicBezTo>
                    <a:pt x="19717" y="69914"/>
                    <a:pt x="14383" y="66008"/>
                    <a:pt x="9811" y="60674"/>
                  </a:cubicBezTo>
                  <a:cubicBezTo>
                    <a:pt x="5239" y="55435"/>
                    <a:pt x="3048" y="48387"/>
                    <a:pt x="3048" y="39529"/>
                  </a:cubicBezTo>
                  <a:cubicBezTo>
                    <a:pt x="3048" y="32194"/>
                    <a:pt x="5143" y="25527"/>
                    <a:pt x="9334" y="19526"/>
                  </a:cubicBezTo>
                  <a:cubicBezTo>
                    <a:pt x="13525" y="13525"/>
                    <a:pt x="19621" y="8763"/>
                    <a:pt x="27432" y="5239"/>
                  </a:cubicBezTo>
                  <a:cubicBezTo>
                    <a:pt x="35338" y="1714"/>
                    <a:pt x="44577" y="0"/>
                    <a:pt x="55150" y="0"/>
                  </a:cubicBezTo>
                  <a:cubicBezTo>
                    <a:pt x="70866" y="0"/>
                    <a:pt x="83439" y="3905"/>
                    <a:pt x="92773" y="11811"/>
                  </a:cubicBezTo>
                  <a:cubicBezTo>
                    <a:pt x="102108" y="19621"/>
                    <a:pt x="107347" y="30289"/>
                    <a:pt x="108204" y="43624"/>
                  </a:cubicBezTo>
                  <a:lnTo>
                    <a:pt x="76295" y="43624"/>
                  </a:lnTo>
                  <a:cubicBezTo>
                    <a:pt x="75819" y="38386"/>
                    <a:pt x="73628" y="34195"/>
                    <a:pt x="69723" y="31147"/>
                  </a:cubicBezTo>
                  <a:cubicBezTo>
                    <a:pt x="65818" y="28003"/>
                    <a:pt x="60674" y="26479"/>
                    <a:pt x="54102" y="26479"/>
                  </a:cubicBezTo>
                  <a:cubicBezTo>
                    <a:pt x="48101" y="26479"/>
                    <a:pt x="43434" y="27622"/>
                    <a:pt x="40195" y="29813"/>
                  </a:cubicBezTo>
                  <a:cubicBezTo>
                    <a:pt x="36957" y="32004"/>
                    <a:pt x="35338" y="35147"/>
                    <a:pt x="35338" y="39148"/>
                  </a:cubicBezTo>
                  <a:cubicBezTo>
                    <a:pt x="35338" y="43624"/>
                    <a:pt x="37528" y="46958"/>
                    <a:pt x="42005" y="49244"/>
                  </a:cubicBezTo>
                  <a:cubicBezTo>
                    <a:pt x="46482" y="51530"/>
                    <a:pt x="53340" y="53912"/>
                    <a:pt x="62770" y="56293"/>
                  </a:cubicBezTo>
                  <a:cubicBezTo>
                    <a:pt x="72295" y="58674"/>
                    <a:pt x="80105" y="61150"/>
                    <a:pt x="86296" y="63722"/>
                  </a:cubicBezTo>
                  <a:cubicBezTo>
                    <a:pt x="92488" y="66294"/>
                    <a:pt x="97822" y="70199"/>
                    <a:pt x="102394" y="75533"/>
                  </a:cubicBezTo>
                  <a:cubicBezTo>
                    <a:pt x="106966" y="80867"/>
                    <a:pt x="109252" y="87916"/>
                    <a:pt x="109442" y="96583"/>
                  </a:cubicBezTo>
                  <a:cubicBezTo>
                    <a:pt x="109442" y="104203"/>
                    <a:pt x="107347" y="111062"/>
                    <a:pt x="103156" y="117062"/>
                  </a:cubicBezTo>
                  <a:cubicBezTo>
                    <a:pt x="98965" y="123063"/>
                    <a:pt x="92869" y="127825"/>
                    <a:pt x="85058" y="131254"/>
                  </a:cubicBezTo>
                  <a:cubicBezTo>
                    <a:pt x="77248" y="134684"/>
                    <a:pt x="68008" y="136398"/>
                    <a:pt x="57531" y="136398"/>
                  </a:cubicBezTo>
                  <a:cubicBezTo>
                    <a:pt x="47053" y="136398"/>
                    <a:pt x="37052" y="134398"/>
                    <a:pt x="28480" y="130588"/>
                  </a:cubicBezTo>
                  <a:close/>
                </a:path>
              </a:pathLst>
            </a:custGeom>
            <a:grpFill/>
            <a:ln w="9525" cap="flat">
              <a:noFill/>
              <a:prstDash val="solid"/>
              <a:miter/>
            </a:ln>
          </p:spPr>
          <p:txBody>
            <a:bodyPr rtlCol="0" anchor="ctr"/>
            <a:lstStyle/>
            <a:p>
              <a:endParaRPr lang="fi-FI" sz="3200"/>
            </a:p>
          </p:txBody>
        </p:sp>
        <p:sp>
          <p:nvSpPr>
            <p:cNvPr id="645" name="Vapaamuotoinen: Muoto 644">
              <a:extLst>
                <a:ext uri="{FF2B5EF4-FFF2-40B4-BE49-F238E27FC236}">
                  <a16:creationId xmlns:a16="http://schemas.microsoft.com/office/drawing/2014/main" id="{0C7E6BA4-0FC8-7D3C-B058-028D35AD9CAC}"/>
                </a:ext>
              </a:extLst>
            </p:cNvPr>
            <p:cNvSpPr/>
            <p:nvPr/>
          </p:nvSpPr>
          <p:spPr>
            <a:xfrm>
              <a:off x="4570761" y="2593086"/>
              <a:ext cx="131159" cy="136302"/>
            </a:xfrm>
            <a:custGeom>
              <a:avLst/>
              <a:gdLst>
                <a:gd name="connsiteX0" fmla="*/ 130302 w 131159"/>
                <a:gd name="connsiteY0" fmla="*/ 78105 h 136302"/>
                <a:gd name="connsiteX1" fmla="*/ 33909 w 131159"/>
                <a:gd name="connsiteY1" fmla="*/ 78105 h 136302"/>
                <a:gd name="connsiteX2" fmla="*/ 43910 w 131159"/>
                <a:gd name="connsiteY2" fmla="*/ 100489 h 136302"/>
                <a:gd name="connsiteX3" fmla="*/ 65627 w 131159"/>
                <a:gd name="connsiteY3" fmla="*/ 108585 h 136302"/>
                <a:gd name="connsiteX4" fmla="*/ 92011 w 131159"/>
                <a:gd name="connsiteY4" fmla="*/ 92678 h 136302"/>
                <a:gd name="connsiteX5" fmla="*/ 128016 w 131159"/>
                <a:gd name="connsiteY5" fmla="*/ 92678 h 136302"/>
                <a:gd name="connsiteX6" fmla="*/ 106108 w 131159"/>
                <a:gd name="connsiteY6" fmla="*/ 124015 h 136302"/>
                <a:gd name="connsiteX7" fmla="*/ 66294 w 131159"/>
                <a:gd name="connsiteY7" fmla="*/ 136303 h 136302"/>
                <a:gd name="connsiteX8" fmla="*/ 32099 w 131159"/>
                <a:gd name="connsiteY8" fmla="*/ 127825 h 136302"/>
                <a:gd name="connsiteX9" fmla="*/ 8477 w 131159"/>
                <a:gd name="connsiteY9" fmla="*/ 103918 h 136302"/>
                <a:gd name="connsiteX10" fmla="*/ 0 w 131159"/>
                <a:gd name="connsiteY10" fmla="*/ 68199 h 136302"/>
                <a:gd name="connsiteX11" fmla="*/ 8382 w 131159"/>
                <a:gd name="connsiteY11" fmla="*/ 32194 h 136302"/>
                <a:gd name="connsiteX12" fmla="*/ 31718 w 131159"/>
                <a:gd name="connsiteY12" fmla="*/ 8382 h 136302"/>
                <a:gd name="connsiteX13" fmla="*/ 66199 w 131159"/>
                <a:gd name="connsiteY13" fmla="*/ 0 h 136302"/>
                <a:gd name="connsiteX14" fmla="*/ 99917 w 131159"/>
                <a:gd name="connsiteY14" fmla="*/ 8096 h 136302"/>
                <a:gd name="connsiteX15" fmla="*/ 122968 w 131159"/>
                <a:gd name="connsiteY15" fmla="*/ 31051 h 136302"/>
                <a:gd name="connsiteX16" fmla="*/ 131159 w 131159"/>
                <a:gd name="connsiteY16" fmla="*/ 65246 h 136302"/>
                <a:gd name="connsiteX17" fmla="*/ 130207 w 131159"/>
                <a:gd name="connsiteY17" fmla="*/ 78105 h 136302"/>
                <a:gd name="connsiteX18" fmla="*/ 96679 w 131159"/>
                <a:gd name="connsiteY18" fmla="*/ 55721 h 136302"/>
                <a:gd name="connsiteX19" fmla="*/ 87440 w 131159"/>
                <a:gd name="connsiteY19" fmla="*/ 35147 h 136302"/>
                <a:gd name="connsiteX20" fmla="*/ 65246 w 131159"/>
                <a:gd name="connsiteY20" fmla="*/ 27432 h 136302"/>
                <a:gd name="connsiteX21" fmla="*/ 44386 w 131159"/>
                <a:gd name="connsiteY21" fmla="*/ 34957 h 136302"/>
                <a:gd name="connsiteX22" fmla="*/ 34004 w 131159"/>
                <a:gd name="connsiteY22" fmla="*/ 55816 h 136302"/>
                <a:gd name="connsiteX23" fmla="*/ 96679 w 131159"/>
                <a:gd name="connsiteY23" fmla="*/ 55816 h 13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1159" h="136302">
                  <a:moveTo>
                    <a:pt x="130302" y="78105"/>
                  </a:moveTo>
                  <a:lnTo>
                    <a:pt x="33909" y="78105"/>
                  </a:lnTo>
                  <a:cubicBezTo>
                    <a:pt x="34671" y="87630"/>
                    <a:pt x="38005" y="95059"/>
                    <a:pt x="43910" y="100489"/>
                  </a:cubicBezTo>
                  <a:cubicBezTo>
                    <a:pt x="49816" y="105918"/>
                    <a:pt x="57055" y="108585"/>
                    <a:pt x="65627" y="108585"/>
                  </a:cubicBezTo>
                  <a:cubicBezTo>
                    <a:pt x="78010" y="108585"/>
                    <a:pt x="86773" y="103251"/>
                    <a:pt x="92011" y="92678"/>
                  </a:cubicBezTo>
                  <a:lnTo>
                    <a:pt x="128016" y="92678"/>
                  </a:lnTo>
                  <a:cubicBezTo>
                    <a:pt x="124206" y="105346"/>
                    <a:pt x="116872" y="115824"/>
                    <a:pt x="106108" y="124015"/>
                  </a:cubicBezTo>
                  <a:cubicBezTo>
                    <a:pt x="95345" y="132207"/>
                    <a:pt x="82010" y="136303"/>
                    <a:pt x="66294" y="136303"/>
                  </a:cubicBezTo>
                  <a:cubicBezTo>
                    <a:pt x="53626" y="136303"/>
                    <a:pt x="42196" y="133445"/>
                    <a:pt x="32099" y="127825"/>
                  </a:cubicBezTo>
                  <a:cubicBezTo>
                    <a:pt x="22003" y="122206"/>
                    <a:pt x="14192" y="114205"/>
                    <a:pt x="8477" y="103918"/>
                  </a:cubicBezTo>
                  <a:cubicBezTo>
                    <a:pt x="2857" y="93631"/>
                    <a:pt x="0" y="81724"/>
                    <a:pt x="0" y="68199"/>
                  </a:cubicBezTo>
                  <a:cubicBezTo>
                    <a:pt x="0" y="54673"/>
                    <a:pt x="2762" y="42577"/>
                    <a:pt x="8382" y="32194"/>
                  </a:cubicBezTo>
                  <a:cubicBezTo>
                    <a:pt x="13906" y="21907"/>
                    <a:pt x="21717" y="13906"/>
                    <a:pt x="31718" y="8382"/>
                  </a:cubicBezTo>
                  <a:cubicBezTo>
                    <a:pt x="41719" y="2857"/>
                    <a:pt x="53245" y="0"/>
                    <a:pt x="66199" y="0"/>
                  </a:cubicBezTo>
                  <a:cubicBezTo>
                    <a:pt x="79153" y="0"/>
                    <a:pt x="90011" y="2667"/>
                    <a:pt x="99917" y="8096"/>
                  </a:cubicBezTo>
                  <a:cubicBezTo>
                    <a:pt x="109823" y="13525"/>
                    <a:pt x="117538" y="21145"/>
                    <a:pt x="122968" y="31051"/>
                  </a:cubicBezTo>
                  <a:cubicBezTo>
                    <a:pt x="128492" y="40957"/>
                    <a:pt x="131159" y="52388"/>
                    <a:pt x="131159" y="65246"/>
                  </a:cubicBezTo>
                  <a:cubicBezTo>
                    <a:pt x="131159" y="70009"/>
                    <a:pt x="130873" y="74295"/>
                    <a:pt x="130207" y="78105"/>
                  </a:cubicBezTo>
                  <a:close/>
                  <a:moveTo>
                    <a:pt x="96679" y="55721"/>
                  </a:moveTo>
                  <a:cubicBezTo>
                    <a:pt x="96488" y="47149"/>
                    <a:pt x="93440" y="40291"/>
                    <a:pt x="87440" y="35147"/>
                  </a:cubicBezTo>
                  <a:cubicBezTo>
                    <a:pt x="81439" y="30004"/>
                    <a:pt x="74009" y="27432"/>
                    <a:pt x="65246" y="27432"/>
                  </a:cubicBezTo>
                  <a:cubicBezTo>
                    <a:pt x="56959" y="27432"/>
                    <a:pt x="50006" y="29908"/>
                    <a:pt x="44386" y="34957"/>
                  </a:cubicBezTo>
                  <a:cubicBezTo>
                    <a:pt x="38767" y="39910"/>
                    <a:pt x="35338" y="46863"/>
                    <a:pt x="34004" y="55816"/>
                  </a:cubicBezTo>
                  <a:lnTo>
                    <a:pt x="96679" y="55816"/>
                  </a:lnTo>
                  <a:close/>
                </a:path>
              </a:pathLst>
            </a:custGeom>
            <a:grpFill/>
            <a:ln w="9525" cap="flat">
              <a:noFill/>
              <a:prstDash val="solid"/>
              <a:miter/>
            </a:ln>
          </p:spPr>
          <p:txBody>
            <a:bodyPr rtlCol="0" anchor="ctr"/>
            <a:lstStyle/>
            <a:p>
              <a:endParaRPr lang="fi-FI" sz="3200"/>
            </a:p>
          </p:txBody>
        </p:sp>
        <p:sp>
          <p:nvSpPr>
            <p:cNvPr id="646" name="Vapaamuotoinen: Muoto 645">
              <a:extLst>
                <a:ext uri="{FF2B5EF4-FFF2-40B4-BE49-F238E27FC236}">
                  <a16:creationId xmlns:a16="http://schemas.microsoft.com/office/drawing/2014/main" id="{16DD62D2-2022-37B9-87FE-75CB752813CE}"/>
                </a:ext>
              </a:extLst>
            </p:cNvPr>
            <p:cNvSpPr/>
            <p:nvPr/>
          </p:nvSpPr>
          <p:spPr>
            <a:xfrm>
              <a:off x="4726209" y="2593086"/>
              <a:ext cx="137159" cy="197072"/>
            </a:xfrm>
            <a:custGeom>
              <a:avLst/>
              <a:gdLst>
                <a:gd name="connsiteX0" fmla="*/ 51149 w 137159"/>
                <a:gd name="connsiteY0" fmla="*/ 6096 h 197072"/>
                <a:gd name="connsiteX1" fmla="*/ 76962 w 137159"/>
                <a:gd name="connsiteY1" fmla="*/ 0 h 197072"/>
                <a:gd name="connsiteX2" fmla="*/ 107537 w 137159"/>
                <a:gd name="connsiteY2" fmla="*/ 8382 h 197072"/>
                <a:gd name="connsiteX3" fmla="*/ 129159 w 137159"/>
                <a:gd name="connsiteY3" fmla="*/ 32099 h 197072"/>
                <a:gd name="connsiteX4" fmla="*/ 137160 w 137159"/>
                <a:gd name="connsiteY4" fmla="*/ 67723 h 197072"/>
                <a:gd name="connsiteX5" fmla="*/ 129159 w 137159"/>
                <a:gd name="connsiteY5" fmla="*/ 103537 h 197072"/>
                <a:gd name="connsiteX6" fmla="*/ 107537 w 137159"/>
                <a:gd name="connsiteY6" fmla="*/ 127730 h 197072"/>
                <a:gd name="connsiteX7" fmla="*/ 76962 w 137159"/>
                <a:gd name="connsiteY7" fmla="*/ 136303 h 197072"/>
                <a:gd name="connsiteX8" fmla="*/ 51340 w 137159"/>
                <a:gd name="connsiteY8" fmla="*/ 130397 h 197072"/>
                <a:gd name="connsiteX9" fmla="*/ 33338 w 137159"/>
                <a:gd name="connsiteY9" fmla="*/ 115348 h 197072"/>
                <a:gd name="connsiteX10" fmla="*/ 33338 w 137159"/>
                <a:gd name="connsiteY10" fmla="*/ 197072 h 197072"/>
                <a:gd name="connsiteX11" fmla="*/ 0 w 137159"/>
                <a:gd name="connsiteY11" fmla="*/ 197072 h 197072"/>
                <a:gd name="connsiteX12" fmla="*/ 0 w 137159"/>
                <a:gd name="connsiteY12" fmla="*/ 2286 h 197072"/>
                <a:gd name="connsiteX13" fmla="*/ 33338 w 137159"/>
                <a:gd name="connsiteY13" fmla="*/ 2286 h 197072"/>
                <a:gd name="connsiteX14" fmla="*/ 33338 w 137159"/>
                <a:gd name="connsiteY14" fmla="*/ 21336 h 197072"/>
                <a:gd name="connsiteX15" fmla="*/ 51054 w 137159"/>
                <a:gd name="connsiteY15" fmla="*/ 6191 h 197072"/>
                <a:gd name="connsiteX16" fmla="*/ 98298 w 137159"/>
                <a:gd name="connsiteY16" fmla="*/ 47053 h 197072"/>
                <a:gd name="connsiteX17" fmla="*/ 85439 w 137159"/>
                <a:gd name="connsiteY17" fmla="*/ 33814 h 197072"/>
                <a:gd name="connsiteX18" fmla="*/ 68199 w 137159"/>
                <a:gd name="connsiteY18" fmla="*/ 29242 h 197072"/>
                <a:gd name="connsiteX19" fmla="*/ 51149 w 137159"/>
                <a:gd name="connsiteY19" fmla="*/ 33909 h 197072"/>
                <a:gd name="connsiteX20" fmla="*/ 38290 w 137159"/>
                <a:gd name="connsiteY20" fmla="*/ 47339 h 197072"/>
                <a:gd name="connsiteX21" fmla="*/ 33433 w 137159"/>
                <a:gd name="connsiteY21" fmla="*/ 68008 h 197072"/>
                <a:gd name="connsiteX22" fmla="*/ 38290 w 137159"/>
                <a:gd name="connsiteY22" fmla="*/ 88678 h 197072"/>
                <a:gd name="connsiteX23" fmla="*/ 51149 w 137159"/>
                <a:gd name="connsiteY23" fmla="*/ 102108 h 197072"/>
                <a:gd name="connsiteX24" fmla="*/ 68199 w 137159"/>
                <a:gd name="connsiteY24" fmla="*/ 106775 h 197072"/>
                <a:gd name="connsiteX25" fmla="*/ 85439 w 137159"/>
                <a:gd name="connsiteY25" fmla="*/ 102013 h 197072"/>
                <a:gd name="connsiteX26" fmla="*/ 98298 w 137159"/>
                <a:gd name="connsiteY26" fmla="*/ 88487 h 197072"/>
                <a:gd name="connsiteX27" fmla="*/ 103156 w 137159"/>
                <a:gd name="connsiteY27" fmla="*/ 67532 h 197072"/>
                <a:gd name="connsiteX28" fmla="*/ 98298 w 137159"/>
                <a:gd name="connsiteY28" fmla="*/ 46958 h 197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159" h="197072">
                  <a:moveTo>
                    <a:pt x="51149" y="6096"/>
                  </a:moveTo>
                  <a:cubicBezTo>
                    <a:pt x="58674" y="2095"/>
                    <a:pt x="67342" y="0"/>
                    <a:pt x="76962" y="0"/>
                  </a:cubicBezTo>
                  <a:cubicBezTo>
                    <a:pt x="88201" y="0"/>
                    <a:pt x="98393" y="2762"/>
                    <a:pt x="107537" y="8382"/>
                  </a:cubicBezTo>
                  <a:cubicBezTo>
                    <a:pt x="116681" y="13906"/>
                    <a:pt x="123920" y="21812"/>
                    <a:pt x="129159" y="32099"/>
                  </a:cubicBezTo>
                  <a:cubicBezTo>
                    <a:pt x="134493" y="42291"/>
                    <a:pt x="137160" y="54197"/>
                    <a:pt x="137160" y="67723"/>
                  </a:cubicBezTo>
                  <a:cubicBezTo>
                    <a:pt x="137160" y="81248"/>
                    <a:pt x="134493" y="93154"/>
                    <a:pt x="129159" y="103537"/>
                  </a:cubicBezTo>
                  <a:cubicBezTo>
                    <a:pt x="123825" y="113919"/>
                    <a:pt x="116586" y="122015"/>
                    <a:pt x="107537" y="127730"/>
                  </a:cubicBezTo>
                  <a:cubicBezTo>
                    <a:pt x="98393" y="133445"/>
                    <a:pt x="88201" y="136303"/>
                    <a:pt x="76962" y="136303"/>
                  </a:cubicBezTo>
                  <a:cubicBezTo>
                    <a:pt x="67246" y="136303"/>
                    <a:pt x="58769" y="134302"/>
                    <a:pt x="51340" y="130397"/>
                  </a:cubicBezTo>
                  <a:cubicBezTo>
                    <a:pt x="43910" y="126397"/>
                    <a:pt x="38005" y="121444"/>
                    <a:pt x="33338" y="115348"/>
                  </a:cubicBezTo>
                  <a:lnTo>
                    <a:pt x="33338" y="197072"/>
                  </a:lnTo>
                  <a:lnTo>
                    <a:pt x="0" y="197072"/>
                  </a:lnTo>
                  <a:lnTo>
                    <a:pt x="0" y="2286"/>
                  </a:lnTo>
                  <a:lnTo>
                    <a:pt x="33338" y="2286"/>
                  </a:lnTo>
                  <a:lnTo>
                    <a:pt x="33338" y="21336"/>
                  </a:lnTo>
                  <a:cubicBezTo>
                    <a:pt x="37624" y="15335"/>
                    <a:pt x="43529" y="10287"/>
                    <a:pt x="51054" y="6191"/>
                  </a:cubicBezTo>
                  <a:close/>
                  <a:moveTo>
                    <a:pt x="98298" y="47053"/>
                  </a:moveTo>
                  <a:cubicBezTo>
                    <a:pt x="95059" y="41243"/>
                    <a:pt x="90773" y="36862"/>
                    <a:pt x="85439" y="33814"/>
                  </a:cubicBezTo>
                  <a:cubicBezTo>
                    <a:pt x="80105" y="30766"/>
                    <a:pt x="74390" y="29242"/>
                    <a:pt x="68199" y="29242"/>
                  </a:cubicBezTo>
                  <a:cubicBezTo>
                    <a:pt x="62008" y="29242"/>
                    <a:pt x="56483" y="30766"/>
                    <a:pt x="51149" y="33909"/>
                  </a:cubicBezTo>
                  <a:cubicBezTo>
                    <a:pt x="45815" y="37052"/>
                    <a:pt x="41529" y="41529"/>
                    <a:pt x="38290" y="47339"/>
                  </a:cubicBezTo>
                  <a:cubicBezTo>
                    <a:pt x="35052" y="53149"/>
                    <a:pt x="33433" y="60103"/>
                    <a:pt x="33433" y="68008"/>
                  </a:cubicBezTo>
                  <a:cubicBezTo>
                    <a:pt x="33433" y="75914"/>
                    <a:pt x="35052" y="82867"/>
                    <a:pt x="38290" y="88678"/>
                  </a:cubicBezTo>
                  <a:cubicBezTo>
                    <a:pt x="41529" y="94583"/>
                    <a:pt x="45815" y="99060"/>
                    <a:pt x="51149" y="102108"/>
                  </a:cubicBezTo>
                  <a:cubicBezTo>
                    <a:pt x="56483" y="105156"/>
                    <a:pt x="62103" y="106775"/>
                    <a:pt x="68199" y="106775"/>
                  </a:cubicBezTo>
                  <a:cubicBezTo>
                    <a:pt x="74295" y="106775"/>
                    <a:pt x="80105" y="105156"/>
                    <a:pt x="85439" y="102013"/>
                  </a:cubicBezTo>
                  <a:cubicBezTo>
                    <a:pt x="90773" y="98869"/>
                    <a:pt x="95059" y="94297"/>
                    <a:pt x="98298" y="88487"/>
                  </a:cubicBezTo>
                  <a:cubicBezTo>
                    <a:pt x="101536" y="82582"/>
                    <a:pt x="103156" y="75628"/>
                    <a:pt x="103156" y="67532"/>
                  </a:cubicBezTo>
                  <a:cubicBezTo>
                    <a:pt x="103156" y="59436"/>
                    <a:pt x="101536" y="52768"/>
                    <a:pt x="98298" y="46958"/>
                  </a:cubicBezTo>
                  <a:close/>
                </a:path>
              </a:pathLst>
            </a:custGeom>
            <a:grpFill/>
            <a:ln w="9525" cap="flat">
              <a:noFill/>
              <a:prstDash val="solid"/>
              <a:miter/>
            </a:ln>
          </p:spPr>
          <p:txBody>
            <a:bodyPr rtlCol="0" anchor="ctr"/>
            <a:lstStyle/>
            <a:p>
              <a:endParaRPr lang="fi-FI" sz="3200"/>
            </a:p>
          </p:txBody>
        </p:sp>
        <p:sp>
          <p:nvSpPr>
            <p:cNvPr id="647" name="Vapaamuotoinen: Muoto 646">
              <a:extLst>
                <a:ext uri="{FF2B5EF4-FFF2-40B4-BE49-F238E27FC236}">
                  <a16:creationId xmlns:a16="http://schemas.microsoft.com/office/drawing/2014/main" id="{55A567D0-2FA8-B68B-9A99-E9AF626FC2E6}"/>
                </a:ext>
              </a:extLst>
            </p:cNvPr>
            <p:cNvSpPr/>
            <p:nvPr/>
          </p:nvSpPr>
          <p:spPr>
            <a:xfrm>
              <a:off x="4879466" y="2593086"/>
              <a:ext cx="135635" cy="136207"/>
            </a:xfrm>
            <a:custGeom>
              <a:avLst/>
              <a:gdLst>
                <a:gd name="connsiteX0" fmla="*/ 32575 w 135635"/>
                <a:gd name="connsiteY0" fmla="*/ 127730 h 136207"/>
                <a:gd name="connsiteX1" fmla="*/ 8668 w 135635"/>
                <a:gd name="connsiteY1" fmla="*/ 103822 h 136207"/>
                <a:gd name="connsiteX2" fmla="*/ 0 w 135635"/>
                <a:gd name="connsiteY2" fmla="*/ 68104 h 136207"/>
                <a:gd name="connsiteX3" fmla="*/ 8954 w 135635"/>
                <a:gd name="connsiteY3" fmla="*/ 32385 h 136207"/>
                <a:gd name="connsiteX4" fmla="*/ 33338 w 135635"/>
                <a:gd name="connsiteY4" fmla="*/ 8477 h 136207"/>
                <a:gd name="connsiteX5" fmla="*/ 67818 w 135635"/>
                <a:gd name="connsiteY5" fmla="*/ 0 h 136207"/>
                <a:gd name="connsiteX6" fmla="*/ 102298 w 135635"/>
                <a:gd name="connsiteY6" fmla="*/ 8477 h 136207"/>
                <a:gd name="connsiteX7" fmla="*/ 126683 w 135635"/>
                <a:gd name="connsiteY7" fmla="*/ 32385 h 136207"/>
                <a:gd name="connsiteX8" fmla="*/ 135636 w 135635"/>
                <a:gd name="connsiteY8" fmla="*/ 68104 h 136207"/>
                <a:gd name="connsiteX9" fmla="*/ 126492 w 135635"/>
                <a:gd name="connsiteY9" fmla="*/ 103822 h 136207"/>
                <a:gd name="connsiteX10" fmla="*/ 101727 w 135635"/>
                <a:gd name="connsiteY10" fmla="*/ 127730 h 136207"/>
                <a:gd name="connsiteX11" fmla="*/ 66866 w 135635"/>
                <a:gd name="connsiteY11" fmla="*/ 136208 h 136207"/>
                <a:gd name="connsiteX12" fmla="*/ 32575 w 135635"/>
                <a:gd name="connsiteY12" fmla="*/ 127730 h 136207"/>
                <a:gd name="connsiteX13" fmla="*/ 83915 w 135635"/>
                <a:gd name="connsiteY13" fmla="*/ 102775 h 136207"/>
                <a:gd name="connsiteX14" fmla="*/ 96679 w 135635"/>
                <a:gd name="connsiteY14" fmla="*/ 89535 h 136207"/>
                <a:gd name="connsiteX15" fmla="*/ 101441 w 135635"/>
                <a:gd name="connsiteY15" fmla="*/ 68104 h 136207"/>
                <a:gd name="connsiteX16" fmla="*/ 91535 w 135635"/>
                <a:gd name="connsiteY16" fmla="*/ 39148 h 136207"/>
                <a:gd name="connsiteX17" fmla="*/ 67342 w 135635"/>
                <a:gd name="connsiteY17" fmla="*/ 29051 h 136207"/>
                <a:gd name="connsiteX18" fmla="*/ 43434 w 135635"/>
                <a:gd name="connsiteY18" fmla="*/ 39148 h 136207"/>
                <a:gd name="connsiteX19" fmla="*/ 33814 w 135635"/>
                <a:gd name="connsiteY19" fmla="*/ 68104 h 136207"/>
                <a:gd name="connsiteX20" fmla="*/ 43244 w 135635"/>
                <a:gd name="connsiteY20" fmla="*/ 97060 h 136207"/>
                <a:gd name="connsiteX21" fmla="*/ 66961 w 135635"/>
                <a:gd name="connsiteY21" fmla="*/ 107156 h 136207"/>
                <a:gd name="connsiteX22" fmla="*/ 84011 w 135635"/>
                <a:gd name="connsiteY22" fmla="*/ 102775 h 1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5635" h="136207">
                  <a:moveTo>
                    <a:pt x="32575" y="127730"/>
                  </a:moveTo>
                  <a:cubicBezTo>
                    <a:pt x="22384" y="122111"/>
                    <a:pt x="14478" y="114109"/>
                    <a:pt x="8668" y="103822"/>
                  </a:cubicBezTo>
                  <a:cubicBezTo>
                    <a:pt x="2858" y="93536"/>
                    <a:pt x="0" y="81629"/>
                    <a:pt x="0" y="68104"/>
                  </a:cubicBezTo>
                  <a:cubicBezTo>
                    <a:pt x="0" y="54578"/>
                    <a:pt x="2953" y="42672"/>
                    <a:pt x="8954" y="32385"/>
                  </a:cubicBezTo>
                  <a:cubicBezTo>
                    <a:pt x="14859" y="22098"/>
                    <a:pt x="23050" y="14097"/>
                    <a:pt x="33338" y="8477"/>
                  </a:cubicBezTo>
                  <a:cubicBezTo>
                    <a:pt x="43625" y="2857"/>
                    <a:pt x="55150" y="0"/>
                    <a:pt x="67818" y="0"/>
                  </a:cubicBezTo>
                  <a:cubicBezTo>
                    <a:pt x="80486" y="0"/>
                    <a:pt x="92012" y="2857"/>
                    <a:pt x="102298" y="8477"/>
                  </a:cubicBezTo>
                  <a:cubicBezTo>
                    <a:pt x="112586" y="14097"/>
                    <a:pt x="120777" y="22098"/>
                    <a:pt x="126683" y="32385"/>
                  </a:cubicBezTo>
                  <a:cubicBezTo>
                    <a:pt x="132588" y="42672"/>
                    <a:pt x="135636" y="54578"/>
                    <a:pt x="135636" y="68104"/>
                  </a:cubicBezTo>
                  <a:cubicBezTo>
                    <a:pt x="135636" y="81629"/>
                    <a:pt x="132588" y="93536"/>
                    <a:pt x="126492" y="103822"/>
                  </a:cubicBezTo>
                  <a:cubicBezTo>
                    <a:pt x="120396" y="114109"/>
                    <a:pt x="112109" y="122111"/>
                    <a:pt x="101727" y="127730"/>
                  </a:cubicBezTo>
                  <a:cubicBezTo>
                    <a:pt x="91345" y="133350"/>
                    <a:pt x="79724" y="136208"/>
                    <a:pt x="66866" y="136208"/>
                  </a:cubicBezTo>
                  <a:cubicBezTo>
                    <a:pt x="54007" y="136208"/>
                    <a:pt x="42767" y="133350"/>
                    <a:pt x="32575" y="127730"/>
                  </a:cubicBezTo>
                  <a:close/>
                  <a:moveTo>
                    <a:pt x="83915" y="102775"/>
                  </a:moveTo>
                  <a:cubicBezTo>
                    <a:pt x="89249" y="99822"/>
                    <a:pt x="93440" y="95440"/>
                    <a:pt x="96679" y="89535"/>
                  </a:cubicBezTo>
                  <a:cubicBezTo>
                    <a:pt x="99822" y="83629"/>
                    <a:pt x="101441" y="76486"/>
                    <a:pt x="101441" y="68104"/>
                  </a:cubicBezTo>
                  <a:cubicBezTo>
                    <a:pt x="101441" y="55531"/>
                    <a:pt x="98108" y="45910"/>
                    <a:pt x="91535" y="39148"/>
                  </a:cubicBezTo>
                  <a:cubicBezTo>
                    <a:pt x="84963" y="32385"/>
                    <a:pt x="76867" y="29051"/>
                    <a:pt x="67342" y="29051"/>
                  </a:cubicBezTo>
                  <a:cubicBezTo>
                    <a:pt x="57817" y="29051"/>
                    <a:pt x="49816" y="32385"/>
                    <a:pt x="43434" y="39148"/>
                  </a:cubicBezTo>
                  <a:cubicBezTo>
                    <a:pt x="36957" y="45910"/>
                    <a:pt x="33814" y="55531"/>
                    <a:pt x="33814" y="68104"/>
                  </a:cubicBezTo>
                  <a:cubicBezTo>
                    <a:pt x="33814" y="80677"/>
                    <a:pt x="36957" y="90297"/>
                    <a:pt x="43244" y="97060"/>
                  </a:cubicBezTo>
                  <a:cubicBezTo>
                    <a:pt x="49530" y="103822"/>
                    <a:pt x="57436" y="107156"/>
                    <a:pt x="66961" y="107156"/>
                  </a:cubicBezTo>
                  <a:cubicBezTo>
                    <a:pt x="72962" y="107156"/>
                    <a:pt x="78677" y="105727"/>
                    <a:pt x="84011" y="102775"/>
                  </a:cubicBezTo>
                  <a:close/>
                </a:path>
              </a:pathLst>
            </a:custGeom>
            <a:grpFill/>
            <a:ln w="9525" cap="flat">
              <a:noFill/>
              <a:prstDash val="solid"/>
              <a:miter/>
            </a:ln>
          </p:spPr>
          <p:txBody>
            <a:bodyPr rtlCol="0" anchor="ctr"/>
            <a:lstStyle/>
            <a:p>
              <a:endParaRPr lang="fi-FI" sz="3200"/>
            </a:p>
          </p:txBody>
        </p:sp>
        <p:sp>
          <p:nvSpPr>
            <p:cNvPr id="648" name="Vapaamuotoinen: Muoto 647">
              <a:extLst>
                <a:ext uri="{FF2B5EF4-FFF2-40B4-BE49-F238E27FC236}">
                  <a16:creationId xmlns:a16="http://schemas.microsoft.com/office/drawing/2014/main" id="{429BD7ED-3CE2-5692-0E48-2CAEC7812FFF}"/>
                </a:ext>
              </a:extLst>
            </p:cNvPr>
            <p:cNvSpPr/>
            <p:nvPr/>
          </p:nvSpPr>
          <p:spPr>
            <a:xfrm>
              <a:off x="5039676" y="2593371"/>
              <a:ext cx="73818" cy="133826"/>
            </a:xfrm>
            <a:custGeom>
              <a:avLst/>
              <a:gdLst>
                <a:gd name="connsiteX0" fmla="*/ 50102 w 73818"/>
                <a:gd name="connsiteY0" fmla="*/ 5905 h 133826"/>
                <a:gd name="connsiteX1" fmla="*/ 73819 w 73818"/>
                <a:gd name="connsiteY1" fmla="*/ 0 h 133826"/>
                <a:gd name="connsiteX2" fmla="*/ 73819 w 73818"/>
                <a:gd name="connsiteY2" fmla="*/ 34957 h 133826"/>
                <a:gd name="connsiteX3" fmla="*/ 65056 w 73818"/>
                <a:gd name="connsiteY3" fmla="*/ 34957 h 133826"/>
                <a:gd name="connsiteX4" fmla="*/ 41339 w 73818"/>
                <a:gd name="connsiteY4" fmla="*/ 42386 h 133826"/>
                <a:gd name="connsiteX5" fmla="*/ 33338 w 73818"/>
                <a:gd name="connsiteY5" fmla="*/ 68104 h 133826"/>
                <a:gd name="connsiteX6" fmla="*/ 33338 w 73818"/>
                <a:gd name="connsiteY6" fmla="*/ 133826 h 133826"/>
                <a:gd name="connsiteX7" fmla="*/ 0 w 73818"/>
                <a:gd name="connsiteY7" fmla="*/ 133826 h 133826"/>
                <a:gd name="connsiteX8" fmla="*/ 0 w 73818"/>
                <a:gd name="connsiteY8" fmla="*/ 1905 h 133826"/>
                <a:gd name="connsiteX9" fmla="*/ 33338 w 73818"/>
                <a:gd name="connsiteY9" fmla="*/ 1905 h 133826"/>
                <a:gd name="connsiteX10" fmla="*/ 33338 w 73818"/>
                <a:gd name="connsiteY10" fmla="*/ 22384 h 133826"/>
                <a:gd name="connsiteX11" fmla="*/ 50102 w 73818"/>
                <a:gd name="connsiteY11" fmla="*/ 6001 h 133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3818" h="133826">
                  <a:moveTo>
                    <a:pt x="50102" y="5905"/>
                  </a:moveTo>
                  <a:cubicBezTo>
                    <a:pt x="56960" y="1905"/>
                    <a:pt x="64865" y="0"/>
                    <a:pt x="73819" y="0"/>
                  </a:cubicBezTo>
                  <a:lnTo>
                    <a:pt x="73819" y="34957"/>
                  </a:lnTo>
                  <a:lnTo>
                    <a:pt x="65056" y="34957"/>
                  </a:lnTo>
                  <a:cubicBezTo>
                    <a:pt x="54578" y="34957"/>
                    <a:pt x="46673" y="37433"/>
                    <a:pt x="41339" y="42386"/>
                  </a:cubicBezTo>
                  <a:cubicBezTo>
                    <a:pt x="36004" y="47339"/>
                    <a:pt x="33338" y="55912"/>
                    <a:pt x="33338" y="68104"/>
                  </a:cubicBezTo>
                  <a:lnTo>
                    <a:pt x="33338" y="133826"/>
                  </a:lnTo>
                  <a:lnTo>
                    <a:pt x="0" y="133826"/>
                  </a:lnTo>
                  <a:lnTo>
                    <a:pt x="0" y="1905"/>
                  </a:lnTo>
                  <a:lnTo>
                    <a:pt x="33338" y="1905"/>
                  </a:lnTo>
                  <a:lnTo>
                    <a:pt x="33338" y="22384"/>
                  </a:lnTo>
                  <a:cubicBezTo>
                    <a:pt x="37624" y="15430"/>
                    <a:pt x="43244" y="9906"/>
                    <a:pt x="50102" y="6001"/>
                  </a:cubicBezTo>
                  <a:close/>
                </a:path>
              </a:pathLst>
            </a:custGeom>
            <a:grpFill/>
            <a:ln w="9525" cap="flat">
              <a:noFill/>
              <a:prstDash val="solid"/>
              <a:miter/>
            </a:ln>
          </p:spPr>
          <p:txBody>
            <a:bodyPr rtlCol="0" anchor="ctr"/>
            <a:lstStyle/>
            <a:p>
              <a:endParaRPr lang="fi-FI" sz="3200"/>
            </a:p>
          </p:txBody>
        </p:sp>
        <p:sp>
          <p:nvSpPr>
            <p:cNvPr id="649" name="Vapaamuotoinen: Muoto 648">
              <a:extLst>
                <a:ext uri="{FF2B5EF4-FFF2-40B4-BE49-F238E27FC236}">
                  <a16:creationId xmlns:a16="http://schemas.microsoft.com/office/drawing/2014/main" id="{0683AC3B-5DC9-26B8-B414-C0C67BF4AC7A}"/>
                </a:ext>
              </a:extLst>
            </p:cNvPr>
            <p:cNvSpPr/>
            <p:nvPr/>
          </p:nvSpPr>
          <p:spPr>
            <a:xfrm>
              <a:off x="5132355" y="2540507"/>
              <a:ext cx="40957" cy="186690"/>
            </a:xfrm>
            <a:custGeom>
              <a:avLst/>
              <a:gdLst>
                <a:gd name="connsiteX0" fmla="*/ 5810 w 40957"/>
                <a:gd name="connsiteY0" fmla="*/ 33433 h 186690"/>
                <a:gd name="connsiteX1" fmla="*/ 0 w 40957"/>
                <a:gd name="connsiteY1" fmla="*/ 19526 h 186690"/>
                <a:gd name="connsiteX2" fmla="*/ 5810 w 40957"/>
                <a:gd name="connsiteY2" fmla="*/ 5620 h 186690"/>
                <a:gd name="connsiteX3" fmla="*/ 20479 w 40957"/>
                <a:gd name="connsiteY3" fmla="*/ 0 h 186690"/>
                <a:gd name="connsiteX4" fmla="*/ 35147 w 40957"/>
                <a:gd name="connsiteY4" fmla="*/ 5620 h 186690"/>
                <a:gd name="connsiteX5" fmla="*/ 40957 w 40957"/>
                <a:gd name="connsiteY5" fmla="*/ 19526 h 186690"/>
                <a:gd name="connsiteX6" fmla="*/ 35147 w 40957"/>
                <a:gd name="connsiteY6" fmla="*/ 33433 h 186690"/>
                <a:gd name="connsiteX7" fmla="*/ 20479 w 40957"/>
                <a:gd name="connsiteY7" fmla="*/ 39053 h 186690"/>
                <a:gd name="connsiteX8" fmla="*/ 5810 w 40957"/>
                <a:gd name="connsiteY8" fmla="*/ 33433 h 186690"/>
                <a:gd name="connsiteX9" fmla="*/ 36862 w 40957"/>
                <a:gd name="connsiteY9" fmla="*/ 54769 h 186690"/>
                <a:gd name="connsiteX10" fmla="*/ 36862 w 40957"/>
                <a:gd name="connsiteY10" fmla="*/ 186690 h 186690"/>
                <a:gd name="connsiteX11" fmla="*/ 3524 w 40957"/>
                <a:gd name="connsiteY11" fmla="*/ 186690 h 186690"/>
                <a:gd name="connsiteX12" fmla="*/ 3524 w 40957"/>
                <a:gd name="connsiteY12" fmla="*/ 54769 h 186690"/>
                <a:gd name="connsiteX13" fmla="*/ 36862 w 40957"/>
                <a:gd name="connsiteY13" fmla="*/ 54769 h 186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957" h="186690">
                  <a:moveTo>
                    <a:pt x="5810" y="33433"/>
                  </a:moveTo>
                  <a:cubicBezTo>
                    <a:pt x="1905" y="29718"/>
                    <a:pt x="0" y="25051"/>
                    <a:pt x="0" y="19526"/>
                  </a:cubicBezTo>
                  <a:cubicBezTo>
                    <a:pt x="0" y="14002"/>
                    <a:pt x="1905" y="9335"/>
                    <a:pt x="5810" y="5620"/>
                  </a:cubicBezTo>
                  <a:cubicBezTo>
                    <a:pt x="9715" y="1905"/>
                    <a:pt x="14573" y="0"/>
                    <a:pt x="20479" y="0"/>
                  </a:cubicBezTo>
                  <a:cubicBezTo>
                    <a:pt x="26384" y="0"/>
                    <a:pt x="31242" y="1905"/>
                    <a:pt x="35147" y="5620"/>
                  </a:cubicBezTo>
                  <a:cubicBezTo>
                    <a:pt x="39052" y="9335"/>
                    <a:pt x="40957" y="14002"/>
                    <a:pt x="40957" y="19526"/>
                  </a:cubicBezTo>
                  <a:cubicBezTo>
                    <a:pt x="40957" y="25051"/>
                    <a:pt x="39052" y="29718"/>
                    <a:pt x="35147" y="33433"/>
                  </a:cubicBezTo>
                  <a:cubicBezTo>
                    <a:pt x="31242" y="37148"/>
                    <a:pt x="26384" y="39053"/>
                    <a:pt x="20479" y="39053"/>
                  </a:cubicBezTo>
                  <a:cubicBezTo>
                    <a:pt x="14573" y="39053"/>
                    <a:pt x="9715" y="37148"/>
                    <a:pt x="5810" y="33433"/>
                  </a:cubicBezTo>
                  <a:close/>
                  <a:moveTo>
                    <a:pt x="36862" y="54769"/>
                  </a:moveTo>
                  <a:lnTo>
                    <a:pt x="36862" y="186690"/>
                  </a:lnTo>
                  <a:lnTo>
                    <a:pt x="3524" y="186690"/>
                  </a:lnTo>
                  <a:lnTo>
                    <a:pt x="3524" y="54769"/>
                  </a:lnTo>
                  <a:lnTo>
                    <a:pt x="36862" y="54769"/>
                  </a:lnTo>
                  <a:close/>
                </a:path>
              </a:pathLst>
            </a:custGeom>
            <a:grpFill/>
            <a:ln w="9525" cap="flat">
              <a:noFill/>
              <a:prstDash val="solid"/>
              <a:miter/>
            </a:ln>
          </p:spPr>
          <p:txBody>
            <a:bodyPr rtlCol="0" anchor="ctr"/>
            <a:lstStyle/>
            <a:p>
              <a:endParaRPr lang="fi-FI" sz="3200"/>
            </a:p>
          </p:txBody>
        </p:sp>
      </p:grpSp>
      <p:grpSp>
        <p:nvGrpSpPr>
          <p:cNvPr id="664" name="Ryhmä 663">
            <a:extLst>
              <a:ext uri="{FF2B5EF4-FFF2-40B4-BE49-F238E27FC236}">
                <a16:creationId xmlns:a16="http://schemas.microsoft.com/office/drawing/2014/main" id="{E20DCDBE-DF50-DE0C-0F94-A302C0C85E63}"/>
              </a:ext>
              <a:ext uri="{C183D7F6-B498-43B3-948B-1728B52AA6E4}">
                <adec:decorative xmlns:adec="http://schemas.microsoft.com/office/drawing/2017/decorative" val="1"/>
              </a:ext>
            </a:extLst>
          </p:cNvPr>
          <p:cNvGrpSpPr/>
          <p:nvPr userDrawn="1"/>
        </p:nvGrpSpPr>
        <p:grpSpPr>
          <a:xfrm>
            <a:off x="4738891" y="5655554"/>
            <a:ext cx="542349" cy="339953"/>
            <a:chOff x="4186713" y="2303240"/>
            <a:chExt cx="780002" cy="488917"/>
          </a:xfrm>
          <a:solidFill>
            <a:schemeClr val="bg1"/>
          </a:solidFill>
        </p:grpSpPr>
        <p:sp>
          <p:nvSpPr>
            <p:cNvPr id="654" name="Vapaamuotoinen: Muoto 653">
              <a:extLst>
                <a:ext uri="{FF2B5EF4-FFF2-40B4-BE49-F238E27FC236}">
                  <a16:creationId xmlns:a16="http://schemas.microsoft.com/office/drawing/2014/main" id="{25B864EF-C32C-7F88-8CB0-96A32637759C}"/>
                </a:ext>
              </a:extLst>
            </p:cNvPr>
            <p:cNvSpPr/>
            <p:nvPr/>
          </p:nvSpPr>
          <p:spPr>
            <a:xfrm>
              <a:off x="4186713" y="2312288"/>
              <a:ext cx="144780" cy="167163"/>
            </a:xfrm>
            <a:custGeom>
              <a:avLst/>
              <a:gdLst>
                <a:gd name="connsiteX0" fmla="*/ 144780 w 144780"/>
                <a:gd name="connsiteY0" fmla="*/ 0 h 167163"/>
                <a:gd name="connsiteX1" fmla="*/ 144780 w 144780"/>
                <a:gd name="connsiteY1" fmla="*/ 167164 h 167163"/>
                <a:gd name="connsiteX2" fmla="*/ 104108 w 144780"/>
                <a:gd name="connsiteY2" fmla="*/ 167164 h 167163"/>
                <a:gd name="connsiteX3" fmla="*/ 104108 w 144780"/>
                <a:gd name="connsiteY3" fmla="*/ 98298 h 167163"/>
                <a:gd name="connsiteX4" fmla="*/ 40767 w 144780"/>
                <a:gd name="connsiteY4" fmla="*/ 98298 h 167163"/>
                <a:gd name="connsiteX5" fmla="*/ 40767 w 144780"/>
                <a:gd name="connsiteY5" fmla="*/ 167164 h 167163"/>
                <a:gd name="connsiteX6" fmla="*/ 0 w 144780"/>
                <a:gd name="connsiteY6" fmla="*/ 167164 h 167163"/>
                <a:gd name="connsiteX7" fmla="*/ 0 w 144780"/>
                <a:gd name="connsiteY7" fmla="*/ 0 h 167163"/>
                <a:gd name="connsiteX8" fmla="*/ 40767 w 144780"/>
                <a:gd name="connsiteY8" fmla="*/ 0 h 167163"/>
                <a:gd name="connsiteX9" fmla="*/ 40767 w 144780"/>
                <a:gd name="connsiteY9" fmla="*/ 65532 h 167163"/>
                <a:gd name="connsiteX10" fmla="*/ 104108 w 144780"/>
                <a:gd name="connsiteY10" fmla="*/ 65532 h 167163"/>
                <a:gd name="connsiteX11" fmla="*/ 104108 w 144780"/>
                <a:gd name="connsiteY11" fmla="*/ 0 h 167163"/>
                <a:gd name="connsiteX12" fmla="*/ 144780 w 144780"/>
                <a:gd name="connsiteY12" fmla="*/ 0 h 16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4780" h="167163">
                  <a:moveTo>
                    <a:pt x="144780" y="0"/>
                  </a:moveTo>
                  <a:lnTo>
                    <a:pt x="144780" y="167164"/>
                  </a:lnTo>
                  <a:lnTo>
                    <a:pt x="104108" y="167164"/>
                  </a:lnTo>
                  <a:lnTo>
                    <a:pt x="104108" y="98298"/>
                  </a:lnTo>
                  <a:lnTo>
                    <a:pt x="40767" y="98298"/>
                  </a:lnTo>
                  <a:lnTo>
                    <a:pt x="40767" y="167164"/>
                  </a:lnTo>
                  <a:lnTo>
                    <a:pt x="0" y="167164"/>
                  </a:lnTo>
                  <a:lnTo>
                    <a:pt x="0" y="0"/>
                  </a:lnTo>
                  <a:lnTo>
                    <a:pt x="40767" y="0"/>
                  </a:lnTo>
                  <a:lnTo>
                    <a:pt x="40767" y="65532"/>
                  </a:lnTo>
                  <a:lnTo>
                    <a:pt x="104108" y="65532"/>
                  </a:lnTo>
                  <a:lnTo>
                    <a:pt x="104108" y="0"/>
                  </a:lnTo>
                  <a:lnTo>
                    <a:pt x="144780" y="0"/>
                  </a:lnTo>
                  <a:close/>
                </a:path>
              </a:pathLst>
            </a:custGeom>
            <a:grpFill/>
            <a:ln w="9525" cap="flat">
              <a:noFill/>
              <a:prstDash val="solid"/>
              <a:miter/>
            </a:ln>
          </p:spPr>
          <p:txBody>
            <a:bodyPr rtlCol="0" anchor="ctr"/>
            <a:lstStyle/>
            <a:p>
              <a:endParaRPr lang="fi-FI" sz="3200"/>
            </a:p>
          </p:txBody>
        </p:sp>
        <p:sp>
          <p:nvSpPr>
            <p:cNvPr id="655" name="Vapaamuotoinen: Muoto 654">
              <a:extLst>
                <a:ext uri="{FF2B5EF4-FFF2-40B4-BE49-F238E27FC236}">
                  <a16:creationId xmlns:a16="http://schemas.microsoft.com/office/drawing/2014/main" id="{F2FCE535-D6F0-4DCC-2E0F-B23474AE06BF}"/>
                </a:ext>
              </a:extLst>
            </p:cNvPr>
            <p:cNvSpPr/>
            <p:nvPr/>
          </p:nvSpPr>
          <p:spPr>
            <a:xfrm>
              <a:off x="4352639" y="2344673"/>
              <a:ext cx="140207" cy="136683"/>
            </a:xfrm>
            <a:custGeom>
              <a:avLst/>
              <a:gdLst>
                <a:gd name="connsiteX0" fmla="*/ 7811 w 140207"/>
                <a:gd name="connsiteY0" fmla="*/ 32195 h 136683"/>
                <a:gd name="connsiteX1" fmla="*/ 28861 w 140207"/>
                <a:gd name="connsiteY1" fmla="*/ 8382 h 136683"/>
                <a:gd name="connsiteX2" fmla="*/ 58579 w 140207"/>
                <a:gd name="connsiteY2" fmla="*/ 0 h 136683"/>
                <a:gd name="connsiteX3" fmla="*/ 83249 w 140207"/>
                <a:gd name="connsiteY3" fmla="*/ 5715 h 136683"/>
                <a:gd name="connsiteX4" fmla="*/ 99536 w 140207"/>
                <a:gd name="connsiteY4" fmla="*/ 20669 h 136683"/>
                <a:gd name="connsiteX5" fmla="*/ 99536 w 140207"/>
                <a:gd name="connsiteY5" fmla="*/ 1905 h 136683"/>
                <a:gd name="connsiteX6" fmla="*/ 140208 w 140207"/>
                <a:gd name="connsiteY6" fmla="*/ 1905 h 136683"/>
                <a:gd name="connsiteX7" fmla="*/ 140208 w 140207"/>
                <a:gd name="connsiteY7" fmla="*/ 134779 h 136683"/>
                <a:gd name="connsiteX8" fmla="*/ 99536 w 140207"/>
                <a:gd name="connsiteY8" fmla="*/ 134779 h 136683"/>
                <a:gd name="connsiteX9" fmla="*/ 99536 w 140207"/>
                <a:gd name="connsiteY9" fmla="*/ 115919 h 136683"/>
                <a:gd name="connsiteX10" fmla="*/ 82963 w 140207"/>
                <a:gd name="connsiteY10" fmla="*/ 130969 h 136683"/>
                <a:gd name="connsiteX11" fmla="*/ 58293 w 140207"/>
                <a:gd name="connsiteY11" fmla="*/ 136684 h 136683"/>
                <a:gd name="connsiteX12" fmla="*/ 28766 w 140207"/>
                <a:gd name="connsiteY12" fmla="*/ 128207 h 136683"/>
                <a:gd name="connsiteX13" fmla="*/ 7715 w 140207"/>
                <a:gd name="connsiteY13" fmla="*/ 104204 h 136683"/>
                <a:gd name="connsiteX14" fmla="*/ 0 w 140207"/>
                <a:gd name="connsiteY14" fmla="*/ 68104 h 136683"/>
                <a:gd name="connsiteX15" fmla="*/ 7715 w 140207"/>
                <a:gd name="connsiteY15" fmla="*/ 32195 h 136683"/>
                <a:gd name="connsiteX16" fmla="*/ 91154 w 140207"/>
                <a:gd name="connsiteY16" fmla="*/ 44291 h 136683"/>
                <a:gd name="connsiteX17" fmla="*/ 70580 w 140207"/>
                <a:gd name="connsiteY17" fmla="*/ 35528 h 136683"/>
                <a:gd name="connsiteX18" fmla="*/ 50006 w 140207"/>
                <a:gd name="connsiteY18" fmla="*/ 44196 h 136683"/>
                <a:gd name="connsiteX19" fmla="*/ 41529 w 140207"/>
                <a:gd name="connsiteY19" fmla="*/ 68104 h 136683"/>
                <a:gd name="connsiteX20" fmla="*/ 50006 w 140207"/>
                <a:gd name="connsiteY20" fmla="*/ 92297 h 136683"/>
                <a:gd name="connsiteX21" fmla="*/ 70580 w 140207"/>
                <a:gd name="connsiteY21" fmla="*/ 101251 h 136683"/>
                <a:gd name="connsiteX22" fmla="*/ 91154 w 140207"/>
                <a:gd name="connsiteY22" fmla="*/ 92393 h 136683"/>
                <a:gd name="connsiteX23" fmla="*/ 99632 w 140207"/>
                <a:gd name="connsiteY23" fmla="*/ 68294 h 136683"/>
                <a:gd name="connsiteX24" fmla="*/ 91154 w 140207"/>
                <a:gd name="connsiteY24" fmla="*/ 44291 h 136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7" h="136683">
                  <a:moveTo>
                    <a:pt x="7811" y="32195"/>
                  </a:moveTo>
                  <a:cubicBezTo>
                    <a:pt x="12954" y="21908"/>
                    <a:pt x="20003" y="13907"/>
                    <a:pt x="28861" y="8382"/>
                  </a:cubicBezTo>
                  <a:cubicBezTo>
                    <a:pt x="37719" y="2858"/>
                    <a:pt x="47720" y="0"/>
                    <a:pt x="58579" y="0"/>
                  </a:cubicBezTo>
                  <a:cubicBezTo>
                    <a:pt x="67913" y="0"/>
                    <a:pt x="76200" y="1905"/>
                    <a:pt x="83249" y="5715"/>
                  </a:cubicBezTo>
                  <a:cubicBezTo>
                    <a:pt x="90297" y="9525"/>
                    <a:pt x="95726" y="14478"/>
                    <a:pt x="99536" y="20669"/>
                  </a:cubicBezTo>
                  <a:lnTo>
                    <a:pt x="99536" y="1905"/>
                  </a:lnTo>
                  <a:lnTo>
                    <a:pt x="140208" y="1905"/>
                  </a:lnTo>
                  <a:lnTo>
                    <a:pt x="140208" y="134779"/>
                  </a:lnTo>
                  <a:lnTo>
                    <a:pt x="99536" y="134779"/>
                  </a:lnTo>
                  <a:lnTo>
                    <a:pt x="99536" y="115919"/>
                  </a:lnTo>
                  <a:cubicBezTo>
                    <a:pt x="95536" y="122111"/>
                    <a:pt x="90011" y="127159"/>
                    <a:pt x="82963" y="130969"/>
                  </a:cubicBezTo>
                  <a:cubicBezTo>
                    <a:pt x="75914" y="134779"/>
                    <a:pt x="67723" y="136684"/>
                    <a:pt x="58293" y="136684"/>
                  </a:cubicBezTo>
                  <a:cubicBezTo>
                    <a:pt x="47530" y="136684"/>
                    <a:pt x="37624" y="133826"/>
                    <a:pt x="28766" y="128207"/>
                  </a:cubicBezTo>
                  <a:cubicBezTo>
                    <a:pt x="19907" y="122587"/>
                    <a:pt x="12859" y="114586"/>
                    <a:pt x="7715" y="104204"/>
                  </a:cubicBezTo>
                  <a:cubicBezTo>
                    <a:pt x="2572" y="93821"/>
                    <a:pt x="0" y="81820"/>
                    <a:pt x="0" y="68104"/>
                  </a:cubicBezTo>
                  <a:cubicBezTo>
                    <a:pt x="0" y="54388"/>
                    <a:pt x="2572" y="42482"/>
                    <a:pt x="7715" y="32195"/>
                  </a:cubicBezTo>
                  <a:close/>
                  <a:moveTo>
                    <a:pt x="91154" y="44291"/>
                  </a:moveTo>
                  <a:cubicBezTo>
                    <a:pt x="85535" y="38386"/>
                    <a:pt x="78677" y="35528"/>
                    <a:pt x="70580" y="35528"/>
                  </a:cubicBezTo>
                  <a:cubicBezTo>
                    <a:pt x="62484" y="35528"/>
                    <a:pt x="55626" y="38386"/>
                    <a:pt x="50006" y="44196"/>
                  </a:cubicBezTo>
                  <a:cubicBezTo>
                    <a:pt x="44387" y="50006"/>
                    <a:pt x="41529" y="58007"/>
                    <a:pt x="41529" y="68104"/>
                  </a:cubicBezTo>
                  <a:cubicBezTo>
                    <a:pt x="41529" y="78200"/>
                    <a:pt x="44387" y="86296"/>
                    <a:pt x="50006" y="92297"/>
                  </a:cubicBezTo>
                  <a:cubicBezTo>
                    <a:pt x="55626" y="98203"/>
                    <a:pt x="62484" y="101251"/>
                    <a:pt x="70580" y="101251"/>
                  </a:cubicBezTo>
                  <a:cubicBezTo>
                    <a:pt x="78677" y="101251"/>
                    <a:pt x="85535" y="98298"/>
                    <a:pt x="91154" y="92393"/>
                  </a:cubicBezTo>
                  <a:cubicBezTo>
                    <a:pt x="96774" y="86487"/>
                    <a:pt x="99632" y="78486"/>
                    <a:pt x="99632" y="68294"/>
                  </a:cubicBezTo>
                  <a:cubicBezTo>
                    <a:pt x="99632" y="58103"/>
                    <a:pt x="96774" y="50102"/>
                    <a:pt x="91154" y="44291"/>
                  </a:cubicBezTo>
                  <a:close/>
                </a:path>
              </a:pathLst>
            </a:custGeom>
            <a:grpFill/>
            <a:ln w="9525" cap="flat">
              <a:noFill/>
              <a:prstDash val="solid"/>
              <a:miter/>
            </a:ln>
          </p:spPr>
          <p:txBody>
            <a:bodyPr rtlCol="0" anchor="ctr"/>
            <a:lstStyle/>
            <a:p>
              <a:endParaRPr lang="fi-FI" sz="3200"/>
            </a:p>
          </p:txBody>
        </p:sp>
        <p:sp>
          <p:nvSpPr>
            <p:cNvPr id="656" name="Vapaamuotoinen: Muoto 655">
              <a:extLst>
                <a:ext uri="{FF2B5EF4-FFF2-40B4-BE49-F238E27FC236}">
                  <a16:creationId xmlns:a16="http://schemas.microsoft.com/office/drawing/2014/main" id="{41A75F3F-E7FA-1CE4-1DD6-63CFCC029C2B}"/>
                </a:ext>
              </a:extLst>
            </p:cNvPr>
            <p:cNvSpPr/>
            <p:nvPr/>
          </p:nvSpPr>
          <p:spPr>
            <a:xfrm>
              <a:off x="4522469" y="2345150"/>
              <a:ext cx="132111" cy="134302"/>
            </a:xfrm>
            <a:custGeom>
              <a:avLst/>
              <a:gdLst>
                <a:gd name="connsiteX0" fmla="*/ 118205 w 132111"/>
                <a:gd name="connsiteY0" fmla="*/ 15145 h 134302"/>
                <a:gd name="connsiteX1" fmla="*/ 132112 w 132111"/>
                <a:gd name="connsiteY1" fmla="*/ 56674 h 134302"/>
                <a:gd name="connsiteX2" fmla="*/ 132112 w 132111"/>
                <a:gd name="connsiteY2" fmla="*/ 134303 h 134302"/>
                <a:gd name="connsiteX3" fmla="*/ 91630 w 132111"/>
                <a:gd name="connsiteY3" fmla="*/ 134303 h 134302"/>
                <a:gd name="connsiteX4" fmla="*/ 91630 w 132111"/>
                <a:gd name="connsiteY4" fmla="*/ 62103 h 134302"/>
                <a:gd name="connsiteX5" fmla="*/ 84773 w 132111"/>
                <a:gd name="connsiteY5" fmla="*/ 41434 h 134302"/>
                <a:gd name="connsiteX6" fmla="*/ 66199 w 132111"/>
                <a:gd name="connsiteY6" fmla="*/ 34100 h 134302"/>
                <a:gd name="connsiteX7" fmla="*/ 47625 w 132111"/>
                <a:gd name="connsiteY7" fmla="*/ 41434 h 134302"/>
                <a:gd name="connsiteX8" fmla="*/ 40767 w 132111"/>
                <a:gd name="connsiteY8" fmla="*/ 62103 h 134302"/>
                <a:gd name="connsiteX9" fmla="*/ 40767 w 132111"/>
                <a:gd name="connsiteY9" fmla="*/ 134303 h 134302"/>
                <a:gd name="connsiteX10" fmla="*/ 0 w 132111"/>
                <a:gd name="connsiteY10" fmla="*/ 134303 h 134302"/>
                <a:gd name="connsiteX11" fmla="*/ 0 w 132111"/>
                <a:gd name="connsiteY11" fmla="*/ 1429 h 134302"/>
                <a:gd name="connsiteX12" fmla="*/ 40767 w 132111"/>
                <a:gd name="connsiteY12" fmla="*/ 1429 h 134302"/>
                <a:gd name="connsiteX13" fmla="*/ 40767 w 132111"/>
                <a:gd name="connsiteY13" fmla="*/ 19050 h 134302"/>
                <a:gd name="connsiteX14" fmla="*/ 57436 w 132111"/>
                <a:gd name="connsiteY14" fmla="*/ 5143 h 134302"/>
                <a:gd name="connsiteX15" fmla="*/ 80963 w 132111"/>
                <a:gd name="connsiteY15" fmla="*/ 0 h 134302"/>
                <a:gd name="connsiteX16" fmla="*/ 118205 w 132111"/>
                <a:gd name="connsiteY16" fmla="*/ 15145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34302">
                  <a:moveTo>
                    <a:pt x="118205" y="15145"/>
                  </a:moveTo>
                  <a:cubicBezTo>
                    <a:pt x="127540" y="25241"/>
                    <a:pt x="132112" y="39053"/>
                    <a:pt x="132112" y="56674"/>
                  </a:cubicBezTo>
                  <a:lnTo>
                    <a:pt x="132112" y="134303"/>
                  </a:lnTo>
                  <a:lnTo>
                    <a:pt x="91630" y="134303"/>
                  </a:lnTo>
                  <a:lnTo>
                    <a:pt x="91630" y="62103"/>
                  </a:lnTo>
                  <a:cubicBezTo>
                    <a:pt x="91630" y="53245"/>
                    <a:pt x="89345" y="46291"/>
                    <a:pt x="84773" y="41434"/>
                  </a:cubicBezTo>
                  <a:cubicBezTo>
                    <a:pt x="80201" y="36481"/>
                    <a:pt x="74009" y="34100"/>
                    <a:pt x="66199" y="34100"/>
                  </a:cubicBezTo>
                  <a:cubicBezTo>
                    <a:pt x="58388" y="34100"/>
                    <a:pt x="52197" y="36576"/>
                    <a:pt x="47625" y="41434"/>
                  </a:cubicBezTo>
                  <a:cubicBezTo>
                    <a:pt x="43053" y="46291"/>
                    <a:pt x="40767" y="53245"/>
                    <a:pt x="40767" y="62103"/>
                  </a:cubicBezTo>
                  <a:lnTo>
                    <a:pt x="40767" y="134303"/>
                  </a:lnTo>
                  <a:lnTo>
                    <a:pt x="0" y="134303"/>
                  </a:lnTo>
                  <a:lnTo>
                    <a:pt x="0" y="1429"/>
                  </a:lnTo>
                  <a:lnTo>
                    <a:pt x="40767" y="1429"/>
                  </a:lnTo>
                  <a:lnTo>
                    <a:pt x="40767" y="19050"/>
                  </a:lnTo>
                  <a:cubicBezTo>
                    <a:pt x="44863" y="13145"/>
                    <a:pt x="50482" y="8572"/>
                    <a:pt x="57436" y="5143"/>
                  </a:cubicBezTo>
                  <a:cubicBezTo>
                    <a:pt x="64389" y="1714"/>
                    <a:pt x="72295" y="0"/>
                    <a:pt x="80963" y="0"/>
                  </a:cubicBezTo>
                  <a:cubicBezTo>
                    <a:pt x="96488" y="0"/>
                    <a:pt x="108966" y="5048"/>
                    <a:pt x="118205" y="15145"/>
                  </a:cubicBezTo>
                  <a:close/>
                </a:path>
              </a:pathLst>
            </a:custGeom>
            <a:grpFill/>
            <a:ln w="9525" cap="flat">
              <a:noFill/>
              <a:prstDash val="solid"/>
              <a:miter/>
            </a:ln>
          </p:spPr>
          <p:txBody>
            <a:bodyPr rtlCol="0" anchor="ctr"/>
            <a:lstStyle/>
            <a:p>
              <a:endParaRPr lang="fi-FI" sz="3200"/>
            </a:p>
          </p:txBody>
        </p:sp>
        <p:sp>
          <p:nvSpPr>
            <p:cNvPr id="657" name="Vapaamuotoinen: Muoto 656">
              <a:extLst>
                <a:ext uri="{FF2B5EF4-FFF2-40B4-BE49-F238E27FC236}">
                  <a16:creationId xmlns:a16="http://schemas.microsoft.com/office/drawing/2014/main" id="{2B8E86C0-CA45-1404-E9E8-71F8599B5EDF}"/>
                </a:ext>
              </a:extLst>
            </p:cNvPr>
            <p:cNvSpPr/>
            <p:nvPr/>
          </p:nvSpPr>
          <p:spPr>
            <a:xfrm>
              <a:off x="4682870" y="2303240"/>
              <a:ext cx="131730" cy="176212"/>
            </a:xfrm>
            <a:custGeom>
              <a:avLst/>
              <a:gdLst>
                <a:gd name="connsiteX0" fmla="*/ 81248 w 131730"/>
                <a:gd name="connsiteY0" fmla="*/ 176213 h 176212"/>
                <a:gd name="connsiteX1" fmla="*/ 40767 w 131730"/>
                <a:gd name="connsiteY1" fmla="*/ 120491 h 176212"/>
                <a:gd name="connsiteX2" fmla="*/ 40767 w 131730"/>
                <a:gd name="connsiteY2" fmla="*/ 176213 h 176212"/>
                <a:gd name="connsiteX3" fmla="*/ 0 w 131730"/>
                <a:gd name="connsiteY3" fmla="*/ 176213 h 176212"/>
                <a:gd name="connsiteX4" fmla="*/ 0 w 131730"/>
                <a:gd name="connsiteY4" fmla="*/ 0 h 176212"/>
                <a:gd name="connsiteX5" fmla="*/ 40767 w 131730"/>
                <a:gd name="connsiteY5" fmla="*/ 0 h 176212"/>
                <a:gd name="connsiteX6" fmla="*/ 40767 w 131730"/>
                <a:gd name="connsiteY6" fmla="*/ 97441 h 176212"/>
                <a:gd name="connsiteX7" fmla="*/ 80963 w 131730"/>
                <a:gd name="connsiteY7" fmla="*/ 43339 h 176212"/>
                <a:gd name="connsiteX8" fmla="*/ 131254 w 131730"/>
                <a:gd name="connsiteY8" fmla="*/ 43339 h 176212"/>
                <a:gd name="connsiteX9" fmla="*/ 76009 w 131730"/>
                <a:gd name="connsiteY9" fmla="*/ 110014 h 176212"/>
                <a:gd name="connsiteX10" fmla="*/ 131731 w 131730"/>
                <a:gd name="connsiteY10" fmla="*/ 176213 h 176212"/>
                <a:gd name="connsiteX11" fmla="*/ 81248 w 131730"/>
                <a:gd name="connsiteY11" fmla="*/ 176213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1730" h="176212">
                  <a:moveTo>
                    <a:pt x="81248" y="176213"/>
                  </a:moveTo>
                  <a:lnTo>
                    <a:pt x="40767" y="120491"/>
                  </a:lnTo>
                  <a:lnTo>
                    <a:pt x="40767" y="176213"/>
                  </a:lnTo>
                  <a:lnTo>
                    <a:pt x="0" y="176213"/>
                  </a:lnTo>
                  <a:lnTo>
                    <a:pt x="0" y="0"/>
                  </a:lnTo>
                  <a:lnTo>
                    <a:pt x="40767" y="0"/>
                  </a:lnTo>
                  <a:lnTo>
                    <a:pt x="40767" y="97441"/>
                  </a:lnTo>
                  <a:lnTo>
                    <a:pt x="80963" y="43339"/>
                  </a:lnTo>
                  <a:lnTo>
                    <a:pt x="131254" y="43339"/>
                  </a:lnTo>
                  <a:lnTo>
                    <a:pt x="76009" y="110014"/>
                  </a:lnTo>
                  <a:lnTo>
                    <a:pt x="131731" y="176213"/>
                  </a:lnTo>
                  <a:lnTo>
                    <a:pt x="81248" y="176213"/>
                  </a:lnTo>
                  <a:close/>
                </a:path>
              </a:pathLst>
            </a:custGeom>
            <a:grpFill/>
            <a:ln w="9525" cap="flat">
              <a:noFill/>
              <a:prstDash val="solid"/>
              <a:miter/>
            </a:ln>
          </p:spPr>
          <p:txBody>
            <a:bodyPr rtlCol="0" anchor="ctr"/>
            <a:lstStyle/>
            <a:p>
              <a:endParaRPr lang="fi-FI" sz="3200"/>
            </a:p>
          </p:txBody>
        </p:sp>
        <p:sp>
          <p:nvSpPr>
            <p:cNvPr id="658" name="Vapaamuotoinen: Muoto 657">
              <a:extLst>
                <a:ext uri="{FF2B5EF4-FFF2-40B4-BE49-F238E27FC236}">
                  <a16:creationId xmlns:a16="http://schemas.microsoft.com/office/drawing/2014/main" id="{2E72791C-F072-5CEF-7E54-4BDBC2536A29}"/>
                </a:ext>
              </a:extLst>
            </p:cNvPr>
            <p:cNvSpPr/>
            <p:nvPr/>
          </p:nvSpPr>
          <p:spPr>
            <a:xfrm>
              <a:off x="4822031" y="2344673"/>
              <a:ext cx="138112" cy="136779"/>
            </a:xfrm>
            <a:custGeom>
              <a:avLst/>
              <a:gdLst>
                <a:gd name="connsiteX0" fmla="*/ 33433 w 138112"/>
                <a:gd name="connsiteY0" fmla="*/ 128397 h 136779"/>
                <a:gd name="connsiteX1" fmla="*/ 8954 w 138112"/>
                <a:gd name="connsiteY1" fmla="*/ 104584 h 136779"/>
                <a:gd name="connsiteX2" fmla="*/ 0 w 138112"/>
                <a:gd name="connsiteY2" fmla="*/ 68390 h 136779"/>
                <a:gd name="connsiteX3" fmla="*/ 9049 w 138112"/>
                <a:gd name="connsiteY3" fmla="*/ 32290 h 136779"/>
                <a:gd name="connsiteX4" fmla="*/ 33814 w 138112"/>
                <a:gd name="connsiteY4" fmla="*/ 8382 h 136779"/>
                <a:gd name="connsiteX5" fmla="*/ 69056 w 138112"/>
                <a:gd name="connsiteY5" fmla="*/ 0 h 136779"/>
                <a:gd name="connsiteX6" fmla="*/ 104299 w 138112"/>
                <a:gd name="connsiteY6" fmla="*/ 8382 h 136779"/>
                <a:gd name="connsiteX7" fmla="*/ 129064 w 138112"/>
                <a:gd name="connsiteY7" fmla="*/ 32290 h 136779"/>
                <a:gd name="connsiteX8" fmla="*/ 138113 w 138112"/>
                <a:gd name="connsiteY8" fmla="*/ 68390 h 136779"/>
                <a:gd name="connsiteX9" fmla="*/ 128969 w 138112"/>
                <a:gd name="connsiteY9" fmla="*/ 104489 h 136779"/>
                <a:gd name="connsiteX10" fmla="*/ 104013 w 138112"/>
                <a:gd name="connsiteY10" fmla="*/ 128397 h 136779"/>
                <a:gd name="connsiteX11" fmla="*/ 68675 w 138112"/>
                <a:gd name="connsiteY11" fmla="*/ 136779 h 136779"/>
                <a:gd name="connsiteX12" fmla="*/ 33528 w 138112"/>
                <a:gd name="connsiteY12" fmla="*/ 128397 h 136779"/>
                <a:gd name="connsiteX13" fmla="*/ 88392 w 138112"/>
                <a:gd name="connsiteY13" fmla="*/ 92964 h 136779"/>
                <a:gd name="connsiteX14" fmla="*/ 96583 w 138112"/>
                <a:gd name="connsiteY14" fmla="*/ 68390 h 136779"/>
                <a:gd name="connsiteX15" fmla="*/ 88583 w 138112"/>
                <a:gd name="connsiteY15" fmla="*/ 43910 h 136779"/>
                <a:gd name="connsiteX16" fmla="*/ 68961 w 138112"/>
                <a:gd name="connsiteY16" fmla="*/ 35338 h 136779"/>
                <a:gd name="connsiteX17" fmla="*/ 49149 w 138112"/>
                <a:gd name="connsiteY17" fmla="*/ 43815 h 136779"/>
                <a:gd name="connsiteX18" fmla="*/ 41243 w 138112"/>
                <a:gd name="connsiteY18" fmla="*/ 68485 h 136779"/>
                <a:gd name="connsiteX19" fmla="*/ 48958 w 138112"/>
                <a:gd name="connsiteY19" fmla="*/ 93059 h 136779"/>
                <a:gd name="connsiteX20" fmla="*/ 68390 w 138112"/>
                <a:gd name="connsiteY20" fmla="*/ 101632 h 136779"/>
                <a:gd name="connsiteX21" fmla="*/ 88297 w 138112"/>
                <a:gd name="connsiteY21" fmla="*/ 93059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8112" h="136779">
                  <a:moveTo>
                    <a:pt x="33433" y="128397"/>
                  </a:moveTo>
                  <a:cubicBezTo>
                    <a:pt x="23050" y="122873"/>
                    <a:pt x="14859" y="114871"/>
                    <a:pt x="8954" y="104584"/>
                  </a:cubicBezTo>
                  <a:cubicBezTo>
                    <a:pt x="3048" y="94298"/>
                    <a:pt x="0" y="82201"/>
                    <a:pt x="0" y="68390"/>
                  </a:cubicBezTo>
                  <a:cubicBezTo>
                    <a:pt x="0" y="54578"/>
                    <a:pt x="3048" y="42672"/>
                    <a:pt x="9049" y="32290"/>
                  </a:cubicBezTo>
                  <a:cubicBezTo>
                    <a:pt x="15050" y="21908"/>
                    <a:pt x="23336" y="13907"/>
                    <a:pt x="33814" y="8382"/>
                  </a:cubicBezTo>
                  <a:cubicBezTo>
                    <a:pt x="44291" y="2858"/>
                    <a:pt x="56007" y="0"/>
                    <a:pt x="69056" y="0"/>
                  </a:cubicBezTo>
                  <a:cubicBezTo>
                    <a:pt x="82106" y="0"/>
                    <a:pt x="93821" y="2762"/>
                    <a:pt x="104299" y="8382"/>
                  </a:cubicBezTo>
                  <a:cubicBezTo>
                    <a:pt x="114776" y="13907"/>
                    <a:pt x="123063" y="21908"/>
                    <a:pt x="129064" y="32290"/>
                  </a:cubicBezTo>
                  <a:cubicBezTo>
                    <a:pt x="135065" y="42672"/>
                    <a:pt x="138113" y="54673"/>
                    <a:pt x="138113" y="68390"/>
                  </a:cubicBezTo>
                  <a:cubicBezTo>
                    <a:pt x="138113" y="82106"/>
                    <a:pt x="135065" y="94107"/>
                    <a:pt x="128969" y="104489"/>
                  </a:cubicBezTo>
                  <a:cubicBezTo>
                    <a:pt x="122873" y="114871"/>
                    <a:pt x="114490" y="122873"/>
                    <a:pt x="104013" y="128397"/>
                  </a:cubicBezTo>
                  <a:cubicBezTo>
                    <a:pt x="93536" y="133922"/>
                    <a:pt x="81629" y="136779"/>
                    <a:pt x="68675" y="136779"/>
                  </a:cubicBezTo>
                  <a:cubicBezTo>
                    <a:pt x="55721" y="136779"/>
                    <a:pt x="43910" y="134017"/>
                    <a:pt x="33528" y="128397"/>
                  </a:cubicBezTo>
                  <a:close/>
                  <a:moveTo>
                    <a:pt x="88392" y="92964"/>
                  </a:moveTo>
                  <a:cubicBezTo>
                    <a:pt x="93917" y="87249"/>
                    <a:pt x="96583" y="79058"/>
                    <a:pt x="96583" y="68390"/>
                  </a:cubicBezTo>
                  <a:cubicBezTo>
                    <a:pt x="96583" y="57722"/>
                    <a:pt x="93917" y="49625"/>
                    <a:pt x="88583" y="43910"/>
                  </a:cubicBezTo>
                  <a:cubicBezTo>
                    <a:pt x="83248" y="38195"/>
                    <a:pt x="76676" y="35338"/>
                    <a:pt x="68961" y="35338"/>
                  </a:cubicBezTo>
                  <a:cubicBezTo>
                    <a:pt x="61246" y="35338"/>
                    <a:pt x="54388" y="38195"/>
                    <a:pt x="49149" y="43815"/>
                  </a:cubicBezTo>
                  <a:cubicBezTo>
                    <a:pt x="43910" y="49435"/>
                    <a:pt x="41243" y="57626"/>
                    <a:pt x="41243" y="68485"/>
                  </a:cubicBezTo>
                  <a:cubicBezTo>
                    <a:pt x="41243" y="79343"/>
                    <a:pt x="43815" y="87344"/>
                    <a:pt x="48958" y="93059"/>
                  </a:cubicBezTo>
                  <a:cubicBezTo>
                    <a:pt x="54102" y="98774"/>
                    <a:pt x="60579" y="101632"/>
                    <a:pt x="68390" y="101632"/>
                  </a:cubicBezTo>
                  <a:cubicBezTo>
                    <a:pt x="76200" y="101632"/>
                    <a:pt x="82772" y="98774"/>
                    <a:pt x="88297" y="93059"/>
                  </a:cubicBezTo>
                  <a:close/>
                </a:path>
              </a:pathLst>
            </a:custGeom>
            <a:grpFill/>
            <a:ln w="9525" cap="flat">
              <a:noFill/>
              <a:prstDash val="solid"/>
              <a:miter/>
            </a:ln>
          </p:spPr>
          <p:txBody>
            <a:bodyPr rtlCol="0" anchor="ctr"/>
            <a:lstStyle/>
            <a:p>
              <a:endParaRPr lang="fi-FI" sz="3200"/>
            </a:p>
          </p:txBody>
        </p:sp>
        <p:sp>
          <p:nvSpPr>
            <p:cNvPr id="659" name="Vapaamuotoinen: Muoto 658">
              <a:extLst>
                <a:ext uri="{FF2B5EF4-FFF2-40B4-BE49-F238E27FC236}">
                  <a16:creationId xmlns:a16="http://schemas.microsoft.com/office/drawing/2014/main" id="{3D1070BA-77AA-DB98-E7CB-43CAAF6DC3F1}"/>
                </a:ext>
              </a:extLst>
            </p:cNvPr>
            <p:cNvSpPr/>
            <p:nvPr/>
          </p:nvSpPr>
          <p:spPr>
            <a:xfrm>
              <a:off x="4188428" y="2560891"/>
              <a:ext cx="137921" cy="166211"/>
            </a:xfrm>
            <a:custGeom>
              <a:avLst/>
              <a:gdLst>
                <a:gd name="connsiteX0" fmla="*/ 137827 w 137921"/>
                <a:gd name="connsiteY0" fmla="*/ 0 h 166211"/>
                <a:gd name="connsiteX1" fmla="*/ 137827 w 137921"/>
                <a:gd name="connsiteY1" fmla="*/ 166211 h 166211"/>
                <a:gd name="connsiteX2" fmla="*/ 104489 w 137921"/>
                <a:gd name="connsiteY2" fmla="*/ 166211 h 166211"/>
                <a:gd name="connsiteX3" fmla="*/ 104489 w 137921"/>
                <a:gd name="connsiteY3" fmla="*/ 95536 h 166211"/>
                <a:gd name="connsiteX4" fmla="*/ 33242 w 137921"/>
                <a:gd name="connsiteY4" fmla="*/ 95536 h 166211"/>
                <a:gd name="connsiteX5" fmla="*/ 33242 w 137921"/>
                <a:gd name="connsiteY5" fmla="*/ 166211 h 166211"/>
                <a:gd name="connsiteX6" fmla="*/ 0 w 137921"/>
                <a:gd name="connsiteY6" fmla="*/ 166211 h 166211"/>
                <a:gd name="connsiteX7" fmla="*/ 0 w 137921"/>
                <a:gd name="connsiteY7" fmla="*/ 0 h 166211"/>
                <a:gd name="connsiteX8" fmla="*/ 33338 w 137921"/>
                <a:gd name="connsiteY8" fmla="*/ 0 h 166211"/>
                <a:gd name="connsiteX9" fmla="*/ 33338 w 137921"/>
                <a:gd name="connsiteY9" fmla="*/ 68390 h 166211"/>
                <a:gd name="connsiteX10" fmla="*/ 104585 w 137921"/>
                <a:gd name="connsiteY10" fmla="*/ 68390 h 166211"/>
                <a:gd name="connsiteX11" fmla="*/ 104585 w 137921"/>
                <a:gd name="connsiteY11" fmla="*/ 0 h 166211"/>
                <a:gd name="connsiteX12" fmla="*/ 137922 w 137921"/>
                <a:gd name="connsiteY12" fmla="*/ 0 h 166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7921" h="166211">
                  <a:moveTo>
                    <a:pt x="137827" y="0"/>
                  </a:moveTo>
                  <a:lnTo>
                    <a:pt x="137827" y="166211"/>
                  </a:lnTo>
                  <a:lnTo>
                    <a:pt x="104489" y="166211"/>
                  </a:lnTo>
                  <a:lnTo>
                    <a:pt x="104489" y="95536"/>
                  </a:lnTo>
                  <a:lnTo>
                    <a:pt x="33242" y="95536"/>
                  </a:lnTo>
                  <a:lnTo>
                    <a:pt x="33242" y="166211"/>
                  </a:lnTo>
                  <a:lnTo>
                    <a:pt x="0" y="166211"/>
                  </a:lnTo>
                  <a:lnTo>
                    <a:pt x="0" y="0"/>
                  </a:lnTo>
                  <a:lnTo>
                    <a:pt x="33338" y="0"/>
                  </a:lnTo>
                  <a:lnTo>
                    <a:pt x="33338" y="68390"/>
                  </a:lnTo>
                  <a:lnTo>
                    <a:pt x="104585" y="68390"/>
                  </a:lnTo>
                  <a:lnTo>
                    <a:pt x="104585" y="0"/>
                  </a:lnTo>
                  <a:lnTo>
                    <a:pt x="137922" y="0"/>
                  </a:lnTo>
                  <a:close/>
                </a:path>
              </a:pathLst>
            </a:custGeom>
            <a:grpFill/>
            <a:ln w="9525" cap="flat">
              <a:noFill/>
              <a:prstDash val="solid"/>
              <a:miter/>
            </a:ln>
          </p:spPr>
          <p:txBody>
            <a:bodyPr rtlCol="0" anchor="ctr"/>
            <a:lstStyle/>
            <a:p>
              <a:endParaRPr lang="fi-FI" sz="3200"/>
            </a:p>
          </p:txBody>
        </p:sp>
        <p:sp>
          <p:nvSpPr>
            <p:cNvPr id="660" name="Vapaamuotoinen: Muoto 659">
              <a:extLst>
                <a:ext uri="{FF2B5EF4-FFF2-40B4-BE49-F238E27FC236}">
                  <a16:creationId xmlns:a16="http://schemas.microsoft.com/office/drawing/2014/main" id="{92743B7A-D7C7-A209-077C-3F4F5C3E75F2}"/>
                </a:ext>
              </a:extLst>
            </p:cNvPr>
            <p:cNvSpPr/>
            <p:nvPr/>
          </p:nvSpPr>
          <p:spPr>
            <a:xfrm>
              <a:off x="4350448" y="2592990"/>
              <a:ext cx="137350" cy="136207"/>
            </a:xfrm>
            <a:custGeom>
              <a:avLst/>
              <a:gdLst>
                <a:gd name="connsiteX0" fmla="*/ 8096 w 137350"/>
                <a:gd name="connsiteY0" fmla="*/ 32195 h 136207"/>
                <a:gd name="connsiteX1" fmla="*/ 29718 w 137350"/>
                <a:gd name="connsiteY1" fmla="*/ 8382 h 136207"/>
                <a:gd name="connsiteX2" fmla="*/ 60293 w 137350"/>
                <a:gd name="connsiteY2" fmla="*/ 0 h 136207"/>
                <a:gd name="connsiteX3" fmla="*/ 86106 w 137350"/>
                <a:gd name="connsiteY3" fmla="*/ 5905 h 136207"/>
                <a:gd name="connsiteX4" fmla="*/ 103823 w 137350"/>
                <a:gd name="connsiteY4" fmla="*/ 20955 h 136207"/>
                <a:gd name="connsiteX5" fmla="*/ 103823 w 137350"/>
                <a:gd name="connsiteY5" fmla="*/ 2096 h 136207"/>
                <a:gd name="connsiteX6" fmla="*/ 137351 w 137350"/>
                <a:gd name="connsiteY6" fmla="*/ 2096 h 136207"/>
                <a:gd name="connsiteX7" fmla="*/ 137351 w 137350"/>
                <a:gd name="connsiteY7" fmla="*/ 134017 h 136207"/>
                <a:gd name="connsiteX8" fmla="*/ 103823 w 137350"/>
                <a:gd name="connsiteY8" fmla="*/ 134017 h 136207"/>
                <a:gd name="connsiteX9" fmla="*/ 103823 w 137350"/>
                <a:gd name="connsiteY9" fmla="*/ 114776 h 136207"/>
                <a:gd name="connsiteX10" fmla="*/ 86106 w 137350"/>
                <a:gd name="connsiteY10" fmla="*/ 130112 h 136207"/>
                <a:gd name="connsiteX11" fmla="*/ 60008 w 137350"/>
                <a:gd name="connsiteY11" fmla="*/ 136208 h 136207"/>
                <a:gd name="connsiteX12" fmla="*/ 29623 w 137350"/>
                <a:gd name="connsiteY12" fmla="*/ 127635 h 136207"/>
                <a:gd name="connsiteX13" fmla="*/ 8001 w 137350"/>
                <a:gd name="connsiteY13" fmla="*/ 103442 h 136207"/>
                <a:gd name="connsiteX14" fmla="*/ 0 w 137350"/>
                <a:gd name="connsiteY14" fmla="*/ 67628 h 136207"/>
                <a:gd name="connsiteX15" fmla="*/ 8001 w 137350"/>
                <a:gd name="connsiteY15" fmla="*/ 32195 h 136207"/>
                <a:gd name="connsiteX16" fmla="*/ 99155 w 137350"/>
                <a:gd name="connsiteY16" fmla="*/ 47339 h 136207"/>
                <a:gd name="connsiteX17" fmla="*/ 86296 w 137350"/>
                <a:gd name="connsiteY17" fmla="*/ 34004 h 136207"/>
                <a:gd name="connsiteX18" fmla="*/ 68866 w 137350"/>
                <a:gd name="connsiteY18" fmla="*/ 29337 h 136207"/>
                <a:gd name="connsiteX19" fmla="*/ 51721 w 137350"/>
                <a:gd name="connsiteY19" fmla="*/ 33909 h 136207"/>
                <a:gd name="connsiteX20" fmla="*/ 38957 w 137350"/>
                <a:gd name="connsiteY20" fmla="*/ 47149 h 136207"/>
                <a:gd name="connsiteX21" fmla="*/ 34100 w 137350"/>
                <a:gd name="connsiteY21" fmla="*/ 67723 h 136207"/>
                <a:gd name="connsiteX22" fmla="*/ 38957 w 137350"/>
                <a:gd name="connsiteY22" fmla="*/ 88582 h 136207"/>
                <a:gd name="connsiteX23" fmla="*/ 51816 w 137350"/>
                <a:gd name="connsiteY23" fmla="*/ 102299 h 136207"/>
                <a:gd name="connsiteX24" fmla="*/ 68866 w 137350"/>
                <a:gd name="connsiteY24" fmla="*/ 107061 h 136207"/>
                <a:gd name="connsiteX25" fmla="*/ 86296 w 137350"/>
                <a:gd name="connsiteY25" fmla="*/ 102394 h 136207"/>
                <a:gd name="connsiteX26" fmla="*/ 99155 w 137350"/>
                <a:gd name="connsiteY26" fmla="*/ 89059 h 136207"/>
                <a:gd name="connsiteX27" fmla="*/ 103918 w 137350"/>
                <a:gd name="connsiteY27" fmla="*/ 68199 h 136207"/>
                <a:gd name="connsiteX28" fmla="*/ 99155 w 137350"/>
                <a:gd name="connsiteY28" fmla="*/ 47339 h 1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350" h="136207">
                  <a:moveTo>
                    <a:pt x="8096" y="32195"/>
                  </a:moveTo>
                  <a:cubicBezTo>
                    <a:pt x="13430" y="21907"/>
                    <a:pt x="20669" y="13906"/>
                    <a:pt x="29718" y="8382"/>
                  </a:cubicBezTo>
                  <a:cubicBezTo>
                    <a:pt x="38862" y="2857"/>
                    <a:pt x="49054" y="0"/>
                    <a:pt x="60293" y="0"/>
                  </a:cubicBezTo>
                  <a:cubicBezTo>
                    <a:pt x="70104" y="0"/>
                    <a:pt x="78772" y="2000"/>
                    <a:pt x="86106" y="5905"/>
                  </a:cubicBezTo>
                  <a:cubicBezTo>
                    <a:pt x="93536" y="9906"/>
                    <a:pt x="99441" y="14859"/>
                    <a:pt x="103823" y="20955"/>
                  </a:cubicBezTo>
                  <a:lnTo>
                    <a:pt x="103823" y="2096"/>
                  </a:lnTo>
                  <a:lnTo>
                    <a:pt x="137351" y="2096"/>
                  </a:lnTo>
                  <a:lnTo>
                    <a:pt x="137351" y="134017"/>
                  </a:lnTo>
                  <a:lnTo>
                    <a:pt x="103823" y="134017"/>
                  </a:lnTo>
                  <a:lnTo>
                    <a:pt x="103823" y="114776"/>
                  </a:lnTo>
                  <a:cubicBezTo>
                    <a:pt x="99536" y="120968"/>
                    <a:pt x="93631" y="126111"/>
                    <a:pt x="86106" y="130112"/>
                  </a:cubicBezTo>
                  <a:cubicBezTo>
                    <a:pt x="78581" y="134207"/>
                    <a:pt x="69914" y="136208"/>
                    <a:pt x="60008" y="136208"/>
                  </a:cubicBezTo>
                  <a:cubicBezTo>
                    <a:pt x="48863" y="136208"/>
                    <a:pt x="38767" y="133350"/>
                    <a:pt x="29623" y="127635"/>
                  </a:cubicBezTo>
                  <a:cubicBezTo>
                    <a:pt x="20479" y="121920"/>
                    <a:pt x="13240" y="113824"/>
                    <a:pt x="8001" y="103442"/>
                  </a:cubicBezTo>
                  <a:cubicBezTo>
                    <a:pt x="2667" y="93059"/>
                    <a:pt x="0" y="81058"/>
                    <a:pt x="0" y="67628"/>
                  </a:cubicBezTo>
                  <a:cubicBezTo>
                    <a:pt x="0" y="54197"/>
                    <a:pt x="2667" y="42481"/>
                    <a:pt x="8001" y="32195"/>
                  </a:cubicBezTo>
                  <a:close/>
                  <a:moveTo>
                    <a:pt x="99155" y="47339"/>
                  </a:moveTo>
                  <a:cubicBezTo>
                    <a:pt x="96012" y="41529"/>
                    <a:pt x="91726" y="37052"/>
                    <a:pt x="86296" y="34004"/>
                  </a:cubicBezTo>
                  <a:cubicBezTo>
                    <a:pt x="80867" y="30956"/>
                    <a:pt x="75152" y="29337"/>
                    <a:pt x="68866" y="29337"/>
                  </a:cubicBezTo>
                  <a:cubicBezTo>
                    <a:pt x="62579" y="29337"/>
                    <a:pt x="56959" y="30861"/>
                    <a:pt x="51721" y="33909"/>
                  </a:cubicBezTo>
                  <a:cubicBezTo>
                    <a:pt x="46482" y="36957"/>
                    <a:pt x="42196" y="41339"/>
                    <a:pt x="38957" y="47149"/>
                  </a:cubicBezTo>
                  <a:cubicBezTo>
                    <a:pt x="35719" y="52959"/>
                    <a:pt x="34100" y="59817"/>
                    <a:pt x="34100" y="67723"/>
                  </a:cubicBezTo>
                  <a:cubicBezTo>
                    <a:pt x="34100" y="75628"/>
                    <a:pt x="35719" y="82582"/>
                    <a:pt x="38957" y="88582"/>
                  </a:cubicBezTo>
                  <a:cubicBezTo>
                    <a:pt x="42196" y="94488"/>
                    <a:pt x="46482" y="99155"/>
                    <a:pt x="51816" y="102299"/>
                  </a:cubicBezTo>
                  <a:cubicBezTo>
                    <a:pt x="57150" y="105442"/>
                    <a:pt x="62770" y="107061"/>
                    <a:pt x="68866" y="107061"/>
                  </a:cubicBezTo>
                  <a:cubicBezTo>
                    <a:pt x="74962" y="107061"/>
                    <a:pt x="80867" y="105537"/>
                    <a:pt x="86296" y="102394"/>
                  </a:cubicBezTo>
                  <a:cubicBezTo>
                    <a:pt x="91726" y="99251"/>
                    <a:pt x="96012" y="94869"/>
                    <a:pt x="99155" y="89059"/>
                  </a:cubicBezTo>
                  <a:cubicBezTo>
                    <a:pt x="102299" y="83249"/>
                    <a:pt x="103918" y="76295"/>
                    <a:pt x="103918" y="68199"/>
                  </a:cubicBezTo>
                  <a:cubicBezTo>
                    <a:pt x="103918" y="60103"/>
                    <a:pt x="102299" y="53150"/>
                    <a:pt x="99155" y="47339"/>
                  </a:cubicBezTo>
                  <a:close/>
                </a:path>
              </a:pathLst>
            </a:custGeom>
            <a:grpFill/>
            <a:ln w="9525" cap="flat">
              <a:noFill/>
              <a:prstDash val="solid"/>
              <a:miter/>
            </a:ln>
          </p:spPr>
          <p:txBody>
            <a:bodyPr rtlCol="0" anchor="ctr"/>
            <a:lstStyle/>
            <a:p>
              <a:endParaRPr lang="fi-FI" sz="3200"/>
            </a:p>
          </p:txBody>
        </p:sp>
        <p:sp>
          <p:nvSpPr>
            <p:cNvPr id="661" name="Vapaamuotoinen: Muoto 660">
              <a:extLst>
                <a:ext uri="{FF2B5EF4-FFF2-40B4-BE49-F238E27FC236}">
                  <a16:creationId xmlns:a16="http://schemas.microsoft.com/office/drawing/2014/main" id="{E2C2C001-EA22-2A44-0DBF-64324FB62933}"/>
                </a:ext>
              </a:extLst>
            </p:cNvPr>
            <p:cNvSpPr/>
            <p:nvPr/>
          </p:nvSpPr>
          <p:spPr>
            <a:xfrm>
              <a:off x="4520469" y="2593371"/>
              <a:ext cx="125730" cy="133731"/>
            </a:xfrm>
            <a:custGeom>
              <a:avLst/>
              <a:gdLst>
                <a:gd name="connsiteX0" fmla="*/ 111252 w 125730"/>
                <a:gd name="connsiteY0" fmla="*/ 14859 h 133731"/>
                <a:gd name="connsiteX1" fmla="*/ 125730 w 125730"/>
                <a:gd name="connsiteY1" fmla="*/ 56388 h 133731"/>
                <a:gd name="connsiteX2" fmla="*/ 125730 w 125730"/>
                <a:gd name="connsiteY2" fmla="*/ 133731 h 133731"/>
                <a:gd name="connsiteX3" fmla="*/ 92393 w 125730"/>
                <a:gd name="connsiteY3" fmla="*/ 133731 h 133731"/>
                <a:gd name="connsiteX4" fmla="*/ 92393 w 125730"/>
                <a:gd name="connsiteY4" fmla="*/ 60865 h 133731"/>
                <a:gd name="connsiteX5" fmla="*/ 84582 w 125730"/>
                <a:gd name="connsiteY5" fmla="*/ 36671 h 133731"/>
                <a:gd name="connsiteX6" fmla="*/ 63151 w 125730"/>
                <a:gd name="connsiteY6" fmla="*/ 28194 h 133731"/>
                <a:gd name="connsiteX7" fmla="*/ 41339 w 125730"/>
                <a:gd name="connsiteY7" fmla="*/ 36671 h 133731"/>
                <a:gd name="connsiteX8" fmla="*/ 33338 w 125730"/>
                <a:gd name="connsiteY8" fmla="*/ 60865 h 133731"/>
                <a:gd name="connsiteX9" fmla="*/ 33338 w 125730"/>
                <a:gd name="connsiteY9" fmla="*/ 133731 h 133731"/>
                <a:gd name="connsiteX10" fmla="*/ 0 w 125730"/>
                <a:gd name="connsiteY10" fmla="*/ 133731 h 133731"/>
                <a:gd name="connsiteX11" fmla="*/ 0 w 125730"/>
                <a:gd name="connsiteY11" fmla="*/ 1810 h 133731"/>
                <a:gd name="connsiteX12" fmla="*/ 33338 w 125730"/>
                <a:gd name="connsiteY12" fmla="*/ 1810 h 133731"/>
                <a:gd name="connsiteX13" fmla="*/ 33338 w 125730"/>
                <a:gd name="connsiteY13" fmla="*/ 18288 h 133731"/>
                <a:gd name="connsiteX14" fmla="*/ 50387 w 125730"/>
                <a:gd name="connsiteY14" fmla="*/ 4858 h 133731"/>
                <a:gd name="connsiteX15" fmla="*/ 73152 w 125730"/>
                <a:gd name="connsiteY15" fmla="*/ 0 h 133731"/>
                <a:gd name="connsiteX16" fmla="*/ 111252 w 125730"/>
                <a:gd name="connsiteY16" fmla="*/ 14859 h 13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5730" h="133731">
                  <a:moveTo>
                    <a:pt x="111252" y="14859"/>
                  </a:moveTo>
                  <a:cubicBezTo>
                    <a:pt x="120968" y="24765"/>
                    <a:pt x="125730" y="38672"/>
                    <a:pt x="125730" y="56388"/>
                  </a:cubicBezTo>
                  <a:lnTo>
                    <a:pt x="125730" y="133731"/>
                  </a:lnTo>
                  <a:lnTo>
                    <a:pt x="92393" y="133731"/>
                  </a:lnTo>
                  <a:lnTo>
                    <a:pt x="92393" y="60865"/>
                  </a:lnTo>
                  <a:cubicBezTo>
                    <a:pt x="92393" y="50387"/>
                    <a:pt x="89821" y="42291"/>
                    <a:pt x="84582" y="36671"/>
                  </a:cubicBezTo>
                  <a:cubicBezTo>
                    <a:pt x="79343" y="31051"/>
                    <a:pt x="72199" y="28194"/>
                    <a:pt x="63151" y="28194"/>
                  </a:cubicBezTo>
                  <a:cubicBezTo>
                    <a:pt x="54102" y="28194"/>
                    <a:pt x="46673" y="31051"/>
                    <a:pt x="41339" y="36671"/>
                  </a:cubicBezTo>
                  <a:cubicBezTo>
                    <a:pt x="36004" y="42291"/>
                    <a:pt x="33338" y="50387"/>
                    <a:pt x="33338" y="60865"/>
                  </a:cubicBezTo>
                  <a:lnTo>
                    <a:pt x="33338" y="133731"/>
                  </a:lnTo>
                  <a:lnTo>
                    <a:pt x="0" y="133731"/>
                  </a:lnTo>
                  <a:lnTo>
                    <a:pt x="0" y="1810"/>
                  </a:lnTo>
                  <a:lnTo>
                    <a:pt x="33338" y="1810"/>
                  </a:lnTo>
                  <a:lnTo>
                    <a:pt x="33338" y="18288"/>
                  </a:lnTo>
                  <a:cubicBezTo>
                    <a:pt x="37814" y="12573"/>
                    <a:pt x="43434" y="8096"/>
                    <a:pt x="50387" y="4858"/>
                  </a:cubicBezTo>
                  <a:cubicBezTo>
                    <a:pt x="57245" y="1619"/>
                    <a:pt x="64865" y="0"/>
                    <a:pt x="73152" y="0"/>
                  </a:cubicBezTo>
                  <a:cubicBezTo>
                    <a:pt x="88868" y="0"/>
                    <a:pt x="101537" y="4953"/>
                    <a:pt x="111252" y="14859"/>
                  </a:cubicBezTo>
                  <a:close/>
                </a:path>
              </a:pathLst>
            </a:custGeom>
            <a:grpFill/>
            <a:ln w="9525" cap="flat">
              <a:noFill/>
              <a:prstDash val="solid"/>
              <a:miter/>
            </a:ln>
          </p:spPr>
          <p:txBody>
            <a:bodyPr rtlCol="0" anchor="ctr"/>
            <a:lstStyle/>
            <a:p>
              <a:endParaRPr lang="fi-FI" sz="3200"/>
            </a:p>
          </p:txBody>
        </p:sp>
        <p:sp>
          <p:nvSpPr>
            <p:cNvPr id="662" name="Vapaamuotoinen: Muoto 661">
              <a:extLst>
                <a:ext uri="{FF2B5EF4-FFF2-40B4-BE49-F238E27FC236}">
                  <a16:creationId xmlns:a16="http://schemas.microsoft.com/office/drawing/2014/main" id="{D8E11D8C-C7C1-EC81-C55F-EF912B5E2CB4}"/>
                </a:ext>
              </a:extLst>
            </p:cNvPr>
            <p:cNvSpPr/>
            <p:nvPr/>
          </p:nvSpPr>
          <p:spPr>
            <a:xfrm>
              <a:off x="4669345" y="2592990"/>
              <a:ext cx="137350" cy="199167"/>
            </a:xfrm>
            <a:custGeom>
              <a:avLst/>
              <a:gdLst>
                <a:gd name="connsiteX0" fmla="*/ 86201 w 137350"/>
                <a:gd name="connsiteY0" fmla="*/ 5905 h 199167"/>
                <a:gd name="connsiteX1" fmla="*/ 103822 w 137350"/>
                <a:gd name="connsiteY1" fmla="*/ 21050 h 199167"/>
                <a:gd name="connsiteX2" fmla="*/ 103822 w 137350"/>
                <a:gd name="connsiteY2" fmla="*/ 2191 h 199167"/>
                <a:gd name="connsiteX3" fmla="*/ 137350 w 137350"/>
                <a:gd name="connsiteY3" fmla="*/ 2191 h 199167"/>
                <a:gd name="connsiteX4" fmla="*/ 137350 w 137350"/>
                <a:gd name="connsiteY4" fmla="*/ 135065 h 199167"/>
                <a:gd name="connsiteX5" fmla="*/ 130016 w 137350"/>
                <a:gd name="connsiteY5" fmla="*/ 167830 h 199167"/>
                <a:gd name="connsiteX6" fmla="*/ 107823 w 137350"/>
                <a:gd name="connsiteY6" fmla="*/ 190691 h 199167"/>
                <a:gd name="connsiteX7" fmla="*/ 72104 w 137350"/>
                <a:gd name="connsiteY7" fmla="*/ 199168 h 199167"/>
                <a:gd name="connsiteX8" fmla="*/ 26003 w 137350"/>
                <a:gd name="connsiteY8" fmla="*/ 186023 h 199167"/>
                <a:gd name="connsiteX9" fmla="*/ 5620 w 137350"/>
                <a:gd name="connsiteY9" fmla="*/ 150304 h 199167"/>
                <a:gd name="connsiteX10" fmla="*/ 38767 w 137350"/>
                <a:gd name="connsiteY10" fmla="*/ 150304 h 199167"/>
                <a:gd name="connsiteX11" fmla="*/ 50101 w 137350"/>
                <a:gd name="connsiteY11" fmla="*/ 164687 h 199167"/>
                <a:gd name="connsiteX12" fmla="*/ 71152 w 137350"/>
                <a:gd name="connsiteY12" fmla="*/ 170021 h 199167"/>
                <a:gd name="connsiteX13" fmla="*/ 94774 w 137350"/>
                <a:gd name="connsiteY13" fmla="*/ 161353 h 199167"/>
                <a:gd name="connsiteX14" fmla="*/ 103822 w 137350"/>
                <a:gd name="connsiteY14" fmla="*/ 135065 h 199167"/>
                <a:gd name="connsiteX15" fmla="*/ 103822 w 137350"/>
                <a:gd name="connsiteY15" fmla="*/ 114586 h 199167"/>
                <a:gd name="connsiteX16" fmla="*/ 86106 w 137350"/>
                <a:gd name="connsiteY16" fmla="*/ 130016 h 199167"/>
                <a:gd name="connsiteX17" fmla="*/ 60293 w 137350"/>
                <a:gd name="connsiteY17" fmla="*/ 136208 h 199167"/>
                <a:gd name="connsiteX18" fmla="*/ 29813 w 137350"/>
                <a:gd name="connsiteY18" fmla="*/ 127635 h 199167"/>
                <a:gd name="connsiteX19" fmla="*/ 8001 w 137350"/>
                <a:gd name="connsiteY19" fmla="*/ 103442 h 199167"/>
                <a:gd name="connsiteX20" fmla="*/ 0 w 137350"/>
                <a:gd name="connsiteY20" fmla="*/ 67628 h 199167"/>
                <a:gd name="connsiteX21" fmla="*/ 8001 w 137350"/>
                <a:gd name="connsiteY21" fmla="*/ 32195 h 199167"/>
                <a:gd name="connsiteX22" fmla="*/ 29623 w 137350"/>
                <a:gd name="connsiteY22" fmla="*/ 8382 h 199167"/>
                <a:gd name="connsiteX23" fmla="*/ 60198 w 137350"/>
                <a:gd name="connsiteY23" fmla="*/ 0 h 199167"/>
                <a:gd name="connsiteX24" fmla="*/ 86201 w 137350"/>
                <a:gd name="connsiteY24" fmla="*/ 5810 h 199167"/>
                <a:gd name="connsiteX25" fmla="*/ 99060 w 137350"/>
                <a:gd name="connsiteY25" fmla="*/ 47339 h 199167"/>
                <a:gd name="connsiteX26" fmla="*/ 86201 w 137350"/>
                <a:gd name="connsiteY26" fmla="*/ 34004 h 199167"/>
                <a:gd name="connsiteX27" fmla="*/ 68770 w 137350"/>
                <a:gd name="connsiteY27" fmla="*/ 29337 h 199167"/>
                <a:gd name="connsiteX28" fmla="*/ 51625 w 137350"/>
                <a:gd name="connsiteY28" fmla="*/ 33909 h 199167"/>
                <a:gd name="connsiteX29" fmla="*/ 38862 w 137350"/>
                <a:gd name="connsiteY29" fmla="*/ 47149 h 199167"/>
                <a:gd name="connsiteX30" fmla="*/ 34004 w 137350"/>
                <a:gd name="connsiteY30" fmla="*/ 67723 h 199167"/>
                <a:gd name="connsiteX31" fmla="*/ 38862 w 137350"/>
                <a:gd name="connsiteY31" fmla="*/ 88582 h 199167"/>
                <a:gd name="connsiteX32" fmla="*/ 51721 w 137350"/>
                <a:gd name="connsiteY32" fmla="*/ 102299 h 199167"/>
                <a:gd name="connsiteX33" fmla="*/ 68770 w 137350"/>
                <a:gd name="connsiteY33" fmla="*/ 107061 h 199167"/>
                <a:gd name="connsiteX34" fmla="*/ 86201 w 137350"/>
                <a:gd name="connsiteY34" fmla="*/ 102394 h 199167"/>
                <a:gd name="connsiteX35" fmla="*/ 99060 w 137350"/>
                <a:gd name="connsiteY35" fmla="*/ 89059 h 199167"/>
                <a:gd name="connsiteX36" fmla="*/ 103822 w 137350"/>
                <a:gd name="connsiteY36" fmla="*/ 68199 h 199167"/>
                <a:gd name="connsiteX37" fmla="*/ 99060 w 137350"/>
                <a:gd name="connsiteY37" fmla="*/ 47339 h 199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37350" h="199167">
                  <a:moveTo>
                    <a:pt x="86201" y="5905"/>
                  </a:moveTo>
                  <a:cubicBezTo>
                    <a:pt x="93631" y="9811"/>
                    <a:pt x="99536" y="14859"/>
                    <a:pt x="103822" y="21050"/>
                  </a:cubicBezTo>
                  <a:lnTo>
                    <a:pt x="103822" y="2191"/>
                  </a:lnTo>
                  <a:lnTo>
                    <a:pt x="137350" y="2191"/>
                  </a:lnTo>
                  <a:lnTo>
                    <a:pt x="137350" y="135065"/>
                  </a:lnTo>
                  <a:cubicBezTo>
                    <a:pt x="137350" y="147256"/>
                    <a:pt x="134874" y="158210"/>
                    <a:pt x="130016" y="167830"/>
                  </a:cubicBezTo>
                  <a:cubicBezTo>
                    <a:pt x="125063" y="177451"/>
                    <a:pt x="117729" y="185071"/>
                    <a:pt x="107823" y="190691"/>
                  </a:cubicBezTo>
                  <a:cubicBezTo>
                    <a:pt x="98012" y="196310"/>
                    <a:pt x="86106" y="199168"/>
                    <a:pt x="72104" y="199168"/>
                  </a:cubicBezTo>
                  <a:cubicBezTo>
                    <a:pt x="53340" y="199168"/>
                    <a:pt x="38005" y="194786"/>
                    <a:pt x="26003" y="186023"/>
                  </a:cubicBezTo>
                  <a:cubicBezTo>
                    <a:pt x="14002" y="177260"/>
                    <a:pt x="7239" y="165354"/>
                    <a:pt x="5620" y="150304"/>
                  </a:cubicBezTo>
                  <a:lnTo>
                    <a:pt x="38767" y="150304"/>
                  </a:lnTo>
                  <a:cubicBezTo>
                    <a:pt x="40481" y="156305"/>
                    <a:pt x="44291" y="161163"/>
                    <a:pt x="50101" y="164687"/>
                  </a:cubicBezTo>
                  <a:cubicBezTo>
                    <a:pt x="55912" y="168212"/>
                    <a:pt x="62960" y="170021"/>
                    <a:pt x="71152" y="170021"/>
                  </a:cubicBezTo>
                  <a:cubicBezTo>
                    <a:pt x="80867" y="170021"/>
                    <a:pt x="88678" y="167164"/>
                    <a:pt x="94774" y="161353"/>
                  </a:cubicBezTo>
                  <a:cubicBezTo>
                    <a:pt x="100870" y="155543"/>
                    <a:pt x="103822" y="146780"/>
                    <a:pt x="103822" y="135065"/>
                  </a:cubicBezTo>
                  <a:lnTo>
                    <a:pt x="103822" y="114586"/>
                  </a:lnTo>
                  <a:cubicBezTo>
                    <a:pt x="99536" y="120777"/>
                    <a:pt x="93631" y="125921"/>
                    <a:pt x="86106" y="130016"/>
                  </a:cubicBezTo>
                  <a:cubicBezTo>
                    <a:pt x="78581" y="134112"/>
                    <a:pt x="69914" y="136208"/>
                    <a:pt x="60293" y="136208"/>
                  </a:cubicBezTo>
                  <a:cubicBezTo>
                    <a:pt x="49149" y="136208"/>
                    <a:pt x="39052" y="133350"/>
                    <a:pt x="29813" y="127635"/>
                  </a:cubicBezTo>
                  <a:cubicBezTo>
                    <a:pt x="20574" y="121920"/>
                    <a:pt x="13335" y="113824"/>
                    <a:pt x="8001" y="103442"/>
                  </a:cubicBezTo>
                  <a:cubicBezTo>
                    <a:pt x="2667" y="93059"/>
                    <a:pt x="0" y="81058"/>
                    <a:pt x="0" y="67628"/>
                  </a:cubicBezTo>
                  <a:cubicBezTo>
                    <a:pt x="0" y="54197"/>
                    <a:pt x="2667" y="42481"/>
                    <a:pt x="8001" y="32195"/>
                  </a:cubicBezTo>
                  <a:cubicBezTo>
                    <a:pt x="13335" y="21907"/>
                    <a:pt x="20574" y="13906"/>
                    <a:pt x="29623" y="8382"/>
                  </a:cubicBezTo>
                  <a:cubicBezTo>
                    <a:pt x="38767" y="2857"/>
                    <a:pt x="48958" y="0"/>
                    <a:pt x="60198" y="0"/>
                  </a:cubicBezTo>
                  <a:cubicBezTo>
                    <a:pt x="70009" y="0"/>
                    <a:pt x="78676" y="2000"/>
                    <a:pt x="86201" y="5810"/>
                  </a:cubicBezTo>
                  <a:close/>
                  <a:moveTo>
                    <a:pt x="99060" y="47339"/>
                  </a:moveTo>
                  <a:cubicBezTo>
                    <a:pt x="95917" y="41529"/>
                    <a:pt x="91630" y="37052"/>
                    <a:pt x="86201" y="34004"/>
                  </a:cubicBezTo>
                  <a:cubicBezTo>
                    <a:pt x="80772" y="30956"/>
                    <a:pt x="75057" y="29337"/>
                    <a:pt x="68770" y="29337"/>
                  </a:cubicBezTo>
                  <a:cubicBezTo>
                    <a:pt x="62484" y="29337"/>
                    <a:pt x="56864" y="30861"/>
                    <a:pt x="51625" y="33909"/>
                  </a:cubicBezTo>
                  <a:cubicBezTo>
                    <a:pt x="46387" y="36957"/>
                    <a:pt x="42100" y="41339"/>
                    <a:pt x="38862" y="47149"/>
                  </a:cubicBezTo>
                  <a:cubicBezTo>
                    <a:pt x="35623" y="52959"/>
                    <a:pt x="34004" y="59817"/>
                    <a:pt x="34004" y="67723"/>
                  </a:cubicBezTo>
                  <a:cubicBezTo>
                    <a:pt x="34004" y="75628"/>
                    <a:pt x="35623" y="82582"/>
                    <a:pt x="38862" y="88582"/>
                  </a:cubicBezTo>
                  <a:cubicBezTo>
                    <a:pt x="42100" y="94488"/>
                    <a:pt x="46387" y="99155"/>
                    <a:pt x="51721" y="102299"/>
                  </a:cubicBezTo>
                  <a:cubicBezTo>
                    <a:pt x="57055" y="105442"/>
                    <a:pt x="62674" y="107061"/>
                    <a:pt x="68770" y="107061"/>
                  </a:cubicBezTo>
                  <a:cubicBezTo>
                    <a:pt x="74867" y="107061"/>
                    <a:pt x="80772" y="105537"/>
                    <a:pt x="86201" y="102394"/>
                  </a:cubicBezTo>
                  <a:cubicBezTo>
                    <a:pt x="91630" y="99251"/>
                    <a:pt x="95917" y="94869"/>
                    <a:pt x="99060" y="89059"/>
                  </a:cubicBezTo>
                  <a:cubicBezTo>
                    <a:pt x="102203" y="83249"/>
                    <a:pt x="103822" y="76295"/>
                    <a:pt x="103822" y="68199"/>
                  </a:cubicBezTo>
                  <a:cubicBezTo>
                    <a:pt x="103822" y="60103"/>
                    <a:pt x="102203" y="53150"/>
                    <a:pt x="99060" y="47339"/>
                  </a:cubicBezTo>
                  <a:close/>
                </a:path>
              </a:pathLst>
            </a:custGeom>
            <a:grpFill/>
            <a:ln w="9525" cap="flat">
              <a:noFill/>
              <a:prstDash val="solid"/>
              <a:miter/>
            </a:ln>
          </p:spPr>
          <p:txBody>
            <a:bodyPr rtlCol="0" anchor="ctr"/>
            <a:lstStyle/>
            <a:p>
              <a:endParaRPr lang="fi-FI" sz="3200"/>
            </a:p>
          </p:txBody>
        </p:sp>
        <p:sp>
          <p:nvSpPr>
            <p:cNvPr id="663" name="Vapaamuotoinen: Muoto 662">
              <a:extLst>
                <a:ext uri="{FF2B5EF4-FFF2-40B4-BE49-F238E27FC236}">
                  <a16:creationId xmlns:a16="http://schemas.microsoft.com/office/drawing/2014/main" id="{CFD09F7D-AF04-907B-894E-C4271ED16676}"/>
                </a:ext>
              </a:extLst>
            </p:cNvPr>
            <p:cNvSpPr/>
            <p:nvPr/>
          </p:nvSpPr>
          <p:spPr>
            <a:xfrm>
              <a:off x="4831079" y="2546032"/>
              <a:ext cx="135636" cy="183261"/>
            </a:xfrm>
            <a:custGeom>
              <a:avLst/>
              <a:gdLst>
                <a:gd name="connsiteX0" fmla="*/ 32576 w 135636"/>
                <a:gd name="connsiteY0" fmla="*/ 174784 h 183261"/>
                <a:gd name="connsiteX1" fmla="*/ 8668 w 135636"/>
                <a:gd name="connsiteY1" fmla="*/ 150876 h 183261"/>
                <a:gd name="connsiteX2" fmla="*/ 0 w 135636"/>
                <a:gd name="connsiteY2" fmla="*/ 115157 h 183261"/>
                <a:gd name="connsiteX3" fmla="*/ 8954 w 135636"/>
                <a:gd name="connsiteY3" fmla="*/ 79439 h 183261"/>
                <a:gd name="connsiteX4" fmla="*/ 33338 w 135636"/>
                <a:gd name="connsiteY4" fmla="*/ 55531 h 183261"/>
                <a:gd name="connsiteX5" fmla="*/ 67818 w 135636"/>
                <a:gd name="connsiteY5" fmla="*/ 47054 h 183261"/>
                <a:gd name="connsiteX6" fmla="*/ 102299 w 135636"/>
                <a:gd name="connsiteY6" fmla="*/ 55531 h 183261"/>
                <a:gd name="connsiteX7" fmla="*/ 126683 w 135636"/>
                <a:gd name="connsiteY7" fmla="*/ 79439 h 183261"/>
                <a:gd name="connsiteX8" fmla="*/ 135636 w 135636"/>
                <a:gd name="connsiteY8" fmla="*/ 115157 h 183261"/>
                <a:gd name="connsiteX9" fmla="*/ 126492 w 135636"/>
                <a:gd name="connsiteY9" fmla="*/ 150876 h 183261"/>
                <a:gd name="connsiteX10" fmla="*/ 101727 w 135636"/>
                <a:gd name="connsiteY10" fmla="*/ 174784 h 183261"/>
                <a:gd name="connsiteX11" fmla="*/ 66866 w 135636"/>
                <a:gd name="connsiteY11" fmla="*/ 183261 h 183261"/>
                <a:gd name="connsiteX12" fmla="*/ 32576 w 135636"/>
                <a:gd name="connsiteY12" fmla="*/ 174784 h 183261"/>
                <a:gd name="connsiteX13" fmla="*/ 35909 w 135636"/>
                <a:gd name="connsiteY13" fmla="*/ 27242 h 183261"/>
                <a:gd name="connsiteX14" fmla="*/ 31337 w 135636"/>
                <a:gd name="connsiteY14" fmla="*/ 16002 h 183261"/>
                <a:gd name="connsiteX15" fmla="*/ 35909 w 135636"/>
                <a:gd name="connsiteY15" fmla="*/ 4667 h 183261"/>
                <a:gd name="connsiteX16" fmla="*/ 47054 w 135636"/>
                <a:gd name="connsiteY16" fmla="*/ 0 h 183261"/>
                <a:gd name="connsiteX17" fmla="*/ 58388 w 135636"/>
                <a:gd name="connsiteY17" fmla="*/ 4667 h 183261"/>
                <a:gd name="connsiteX18" fmla="*/ 63056 w 135636"/>
                <a:gd name="connsiteY18" fmla="*/ 16002 h 183261"/>
                <a:gd name="connsiteX19" fmla="*/ 58388 w 135636"/>
                <a:gd name="connsiteY19" fmla="*/ 27242 h 183261"/>
                <a:gd name="connsiteX20" fmla="*/ 47054 w 135636"/>
                <a:gd name="connsiteY20" fmla="*/ 31718 h 183261"/>
                <a:gd name="connsiteX21" fmla="*/ 35909 w 135636"/>
                <a:gd name="connsiteY21" fmla="*/ 27242 h 183261"/>
                <a:gd name="connsiteX22" fmla="*/ 83915 w 135636"/>
                <a:gd name="connsiteY22" fmla="*/ 149733 h 183261"/>
                <a:gd name="connsiteX23" fmla="*/ 96679 w 135636"/>
                <a:gd name="connsiteY23" fmla="*/ 136493 h 183261"/>
                <a:gd name="connsiteX24" fmla="*/ 101441 w 135636"/>
                <a:gd name="connsiteY24" fmla="*/ 115062 h 183261"/>
                <a:gd name="connsiteX25" fmla="*/ 91535 w 135636"/>
                <a:gd name="connsiteY25" fmla="*/ 86106 h 183261"/>
                <a:gd name="connsiteX26" fmla="*/ 67342 w 135636"/>
                <a:gd name="connsiteY26" fmla="*/ 76009 h 183261"/>
                <a:gd name="connsiteX27" fmla="*/ 43434 w 135636"/>
                <a:gd name="connsiteY27" fmla="*/ 86106 h 183261"/>
                <a:gd name="connsiteX28" fmla="*/ 33814 w 135636"/>
                <a:gd name="connsiteY28" fmla="*/ 115062 h 183261"/>
                <a:gd name="connsiteX29" fmla="*/ 43244 w 135636"/>
                <a:gd name="connsiteY29" fmla="*/ 144018 h 183261"/>
                <a:gd name="connsiteX30" fmla="*/ 66961 w 135636"/>
                <a:gd name="connsiteY30" fmla="*/ 154115 h 183261"/>
                <a:gd name="connsiteX31" fmla="*/ 84011 w 135636"/>
                <a:gd name="connsiteY31" fmla="*/ 149733 h 183261"/>
                <a:gd name="connsiteX32" fmla="*/ 80010 w 135636"/>
                <a:gd name="connsiteY32" fmla="*/ 27242 h 183261"/>
                <a:gd name="connsiteX33" fmla="*/ 75438 w 135636"/>
                <a:gd name="connsiteY33" fmla="*/ 16002 h 183261"/>
                <a:gd name="connsiteX34" fmla="*/ 80010 w 135636"/>
                <a:gd name="connsiteY34" fmla="*/ 4667 h 183261"/>
                <a:gd name="connsiteX35" fmla="*/ 91154 w 135636"/>
                <a:gd name="connsiteY35" fmla="*/ 0 h 183261"/>
                <a:gd name="connsiteX36" fmla="*/ 102489 w 135636"/>
                <a:gd name="connsiteY36" fmla="*/ 4667 h 183261"/>
                <a:gd name="connsiteX37" fmla="*/ 107156 w 135636"/>
                <a:gd name="connsiteY37" fmla="*/ 16002 h 183261"/>
                <a:gd name="connsiteX38" fmla="*/ 102489 w 135636"/>
                <a:gd name="connsiteY38" fmla="*/ 27242 h 183261"/>
                <a:gd name="connsiteX39" fmla="*/ 91154 w 135636"/>
                <a:gd name="connsiteY39" fmla="*/ 31718 h 183261"/>
                <a:gd name="connsiteX40" fmla="*/ 80010 w 135636"/>
                <a:gd name="connsiteY40" fmla="*/ 27242 h 183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35636" h="183261">
                  <a:moveTo>
                    <a:pt x="32576" y="174784"/>
                  </a:moveTo>
                  <a:cubicBezTo>
                    <a:pt x="22384" y="169164"/>
                    <a:pt x="14478" y="161163"/>
                    <a:pt x="8668" y="150876"/>
                  </a:cubicBezTo>
                  <a:cubicBezTo>
                    <a:pt x="2858" y="140589"/>
                    <a:pt x="0" y="128683"/>
                    <a:pt x="0" y="115157"/>
                  </a:cubicBezTo>
                  <a:cubicBezTo>
                    <a:pt x="0" y="101632"/>
                    <a:pt x="2953" y="89726"/>
                    <a:pt x="8954" y="79439"/>
                  </a:cubicBezTo>
                  <a:cubicBezTo>
                    <a:pt x="14954" y="69152"/>
                    <a:pt x="23051" y="61151"/>
                    <a:pt x="33338" y="55531"/>
                  </a:cubicBezTo>
                  <a:cubicBezTo>
                    <a:pt x="43625" y="49911"/>
                    <a:pt x="55150" y="47054"/>
                    <a:pt x="67818" y="47054"/>
                  </a:cubicBezTo>
                  <a:cubicBezTo>
                    <a:pt x="80486" y="47054"/>
                    <a:pt x="92012" y="49911"/>
                    <a:pt x="102299" y="55531"/>
                  </a:cubicBezTo>
                  <a:cubicBezTo>
                    <a:pt x="112586" y="61151"/>
                    <a:pt x="120777" y="69152"/>
                    <a:pt x="126683" y="79439"/>
                  </a:cubicBezTo>
                  <a:cubicBezTo>
                    <a:pt x="132588" y="89726"/>
                    <a:pt x="135636" y="101632"/>
                    <a:pt x="135636" y="115157"/>
                  </a:cubicBezTo>
                  <a:cubicBezTo>
                    <a:pt x="135636" y="128683"/>
                    <a:pt x="132588" y="140589"/>
                    <a:pt x="126492" y="150876"/>
                  </a:cubicBezTo>
                  <a:cubicBezTo>
                    <a:pt x="120396" y="161163"/>
                    <a:pt x="112109" y="169164"/>
                    <a:pt x="101727" y="174784"/>
                  </a:cubicBezTo>
                  <a:cubicBezTo>
                    <a:pt x="91345" y="180404"/>
                    <a:pt x="79724" y="183261"/>
                    <a:pt x="66866" y="183261"/>
                  </a:cubicBezTo>
                  <a:cubicBezTo>
                    <a:pt x="54007" y="183261"/>
                    <a:pt x="42767" y="180404"/>
                    <a:pt x="32576" y="174784"/>
                  </a:cubicBezTo>
                  <a:close/>
                  <a:moveTo>
                    <a:pt x="35909" y="27242"/>
                  </a:moveTo>
                  <a:cubicBezTo>
                    <a:pt x="32861" y="24194"/>
                    <a:pt x="31337" y="20479"/>
                    <a:pt x="31337" y="16002"/>
                  </a:cubicBezTo>
                  <a:cubicBezTo>
                    <a:pt x="31337" y="11525"/>
                    <a:pt x="32861" y="7811"/>
                    <a:pt x="35909" y="4667"/>
                  </a:cubicBezTo>
                  <a:cubicBezTo>
                    <a:pt x="38957" y="1619"/>
                    <a:pt x="42672" y="0"/>
                    <a:pt x="47054" y="0"/>
                  </a:cubicBezTo>
                  <a:cubicBezTo>
                    <a:pt x="51435" y="0"/>
                    <a:pt x="55245" y="1524"/>
                    <a:pt x="58388" y="4667"/>
                  </a:cubicBezTo>
                  <a:cubicBezTo>
                    <a:pt x="61532" y="7811"/>
                    <a:pt x="63056" y="11525"/>
                    <a:pt x="63056" y="16002"/>
                  </a:cubicBezTo>
                  <a:cubicBezTo>
                    <a:pt x="63056" y="20479"/>
                    <a:pt x="61532" y="24194"/>
                    <a:pt x="58388" y="27242"/>
                  </a:cubicBezTo>
                  <a:cubicBezTo>
                    <a:pt x="55340" y="30290"/>
                    <a:pt x="51530" y="31718"/>
                    <a:pt x="47054" y="31718"/>
                  </a:cubicBezTo>
                  <a:cubicBezTo>
                    <a:pt x="42577" y="31718"/>
                    <a:pt x="38862" y="30194"/>
                    <a:pt x="35909" y="27242"/>
                  </a:cubicBezTo>
                  <a:close/>
                  <a:moveTo>
                    <a:pt x="83915" y="149733"/>
                  </a:moveTo>
                  <a:cubicBezTo>
                    <a:pt x="89249" y="146780"/>
                    <a:pt x="93440" y="142399"/>
                    <a:pt x="96679" y="136493"/>
                  </a:cubicBezTo>
                  <a:cubicBezTo>
                    <a:pt x="99822" y="130588"/>
                    <a:pt x="101441" y="123444"/>
                    <a:pt x="101441" y="115062"/>
                  </a:cubicBezTo>
                  <a:cubicBezTo>
                    <a:pt x="101441" y="102489"/>
                    <a:pt x="98108" y="92869"/>
                    <a:pt x="91535" y="86106"/>
                  </a:cubicBezTo>
                  <a:cubicBezTo>
                    <a:pt x="84963" y="79343"/>
                    <a:pt x="76867" y="76009"/>
                    <a:pt x="67342" y="76009"/>
                  </a:cubicBezTo>
                  <a:cubicBezTo>
                    <a:pt x="57817" y="76009"/>
                    <a:pt x="49816" y="79343"/>
                    <a:pt x="43434" y="86106"/>
                  </a:cubicBezTo>
                  <a:cubicBezTo>
                    <a:pt x="36957" y="92869"/>
                    <a:pt x="33814" y="102489"/>
                    <a:pt x="33814" y="115062"/>
                  </a:cubicBezTo>
                  <a:cubicBezTo>
                    <a:pt x="33814" y="127635"/>
                    <a:pt x="36957" y="137255"/>
                    <a:pt x="43244" y="144018"/>
                  </a:cubicBezTo>
                  <a:cubicBezTo>
                    <a:pt x="49530" y="150781"/>
                    <a:pt x="57436" y="154115"/>
                    <a:pt x="66961" y="154115"/>
                  </a:cubicBezTo>
                  <a:cubicBezTo>
                    <a:pt x="72962" y="154115"/>
                    <a:pt x="78677" y="152686"/>
                    <a:pt x="84011" y="149733"/>
                  </a:cubicBezTo>
                  <a:close/>
                  <a:moveTo>
                    <a:pt x="80010" y="27242"/>
                  </a:moveTo>
                  <a:cubicBezTo>
                    <a:pt x="76962" y="24194"/>
                    <a:pt x="75438" y="20479"/>
                    <a:pt x="75438" y="16002"/>
                  </a:cubicBezTo>
                  <a:cubicBezTo>
                    <a:pt x="75438" y="11525"/>
                    <a:pt x="76962" y="7811"/>
                    <a:pt x="80010" y="4667"/>
                  </a:cubicBezTo>
                  <a:cubicBezTo>
                    <a:pt x="83058" y="1619"/>
                    <a:pt x="86773" y="0"/>
                    <a:pt x="91154" y="0"/>
                  </a:cubicBezTo>
                  <a:cubicBezTo>
                    <a:pt x="95536" y="0"/>
                    <a:pt x="99346" y="1524"/>
                    <a:pt x="102489" y="4667"/>
                  </a:cubicBezTo>
                  <a:cubicBezTo>
                    <a:pt x="105632" y="7811"/>
                    <a:pt x="107156" y="11525"/>
                    <a:pt x="107156" y="16002"/>
                  </a:cubicBezTo>
                  <a:cubicBezTo>
                    <a:pt x="107156" y="20479"/>
                    <a:pt x="105632" y="24194"/>
                    <a:pt x="102489" y="27242"/>
                  </a:cubicBezTo>
                  <a:cubicBezTo>
                    <a:pt x="99441" y="30290"/>
                    <a:pt x="95631" y="31718"/>
                    <a:pt x="91154" y="31718"/>
                  </a:cubicBezTo>
                  <a:cubicBezTo>
                    <a:pt x="86678" y="31718"/>
                    <a:pt x="82963" y="30194"/>
                    <a:pt x="80010" y="27242"/>
                  </a:cubicBezTo>
                  <a:close/>
                </a:path>
              </a:pathLst>
            </a:custGeom>
            <a:grpFill/>
            <a:ln w="9525" cap="flat">
              <a:noFill/>
              <a:prstDash val="solid"/>
              <a:miter/>
            </a:ln>
          </p:spPr>
          <p:txBody>
            <a:bodyPr rtlCol="0" anchor="ctr"/>
            <a:lstStyle/>
            <a:p>
              <a:endParaRPr lang="fi-FI" sz="3200"/>
            </a:p>
          </p:txBody>
        </p:sp>
      </p:grpSp>
      <p:grpSp>
        <p:nvGrpSpPr>
          <p:cNvPr id="677" name="Ryhmä 676">
            <a:extLst>
              <a:ext uri="{FF2B5EF4-FFF2-40B4-BE49-F238E27FC236}">
                <a16:creationId xmlns:a16="http://schemas.microsoft.com/office/drawing/2014/main" id="{002D12D7-A14D-A721-106D-6A8587BACD0D}"/>
              </a:ext>
              <a:ext uri="{C183D7F6-B498-43B3-948B-1728B52AA6E4}">
                <adec:decorative xmlns:adec="http://schemas.microsoft.com/office/drawing/2017/decorative" val="1"/>
              </a:ext>
            </a:extLst>
          </p:cNvPr>
          <p:cNvGrpSpPr/>
          <p:nvPr userDrawn="1"/>
        </p:nvGrpSpPr>
        <p:grpSpPr>
          <a:xfrm>
            <a:off x="8238036" y="2882881"/>
            <a:ext cx="436514" cy="348496"/>
            <a:chOff x="4258146" y="2288768"/>
            <a:chExt cx="627790" cy="501202"/>
          </a:xfrm>
          <a:solidFill>
            <a:schemeClr val="accent3"/>
          </a:solidFill>
        </p:grpSpPr>
        <p:sp>
          <p:nvSpPr>
            <p:cNvPr id="668" name="Vapaamuotoinen: Muoto 667">
              <a:extLst>
                <a:ext uri="{FF2B5EF4-FFF2-40B4-BE49-F238E27FC236}">
                  <a16:creationId xmlns:a16="http://schemas.microsoft.com/office/drawing/2014/main" id="{AC4AE541-19B5-6023-758E-9325EABDCE67}"/>
                </a:ext>
              </a:extLst>
            </p:cNvPr>
            <p:cNvSpPr/>
            <p:nvPr userDrawn="1"/>
          </p:nvSpPr>
          <p:spPr>
            <a:xfrm>
              <a:off x="4258146" y="2312291"/>
              <a:ext cx="94107" cy="167163"/>
            </a:xfrm>
            <a:custGeom>
              <a:avLst/>
              <a:gdLst>
                <a:gd name="connsiteX0" fmla="*/ 40767 w 94107"/>
                <a:gd name="connsiteY0" fmla="*/ 135731 h 167163"/>
                <a:gd name="connsiteX1" fmla="*/ 94107 w 94107"/>
                <a:gd name="connsiteY1" fmla="*/ 135731 h 167163"/>
                <a:gd name="connsiteX2" fmla="*/ 94107 w 94107"/>
                <a:gd name="connsiteY2" fmla="*/ 167164 h 167163"/>
                <a:gd name="connsiteX3" fmla="*/ 0 w 94107"/>
                <a:gd name="connsiteY3" fmla="*/ 167164 h 167163"/>
                <a:gd name="connsiteX4" fmla="*/ 0 w 94107"/>
                <a:gd name="connsiteY4" fmla="*/ 0 h 167163"/>
                <a:gd name="connsiteX5" fmla="*/ 40767 w 94107"/>
                <a:gd name="connsiteY5" fmla="*/ 0 h 167163"/>
                <a:gd name="connsiteX6" fmla="*/ 40767 w 94107"/>
                <a:gd name="connsiteY6" fmla="*/ 135731 h 16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107" h="167163">
                  <a:moveTo>
                    <a:pt x="40767" y="135731"/>
                  </a:moveTo>
                  <a:lnTo>
                    <a:pt x="94107" y="135731"/>
                  </a:lnTo>
                  <a:lnTo>
                    <a:pt x="94107" y="167164"/>
                  </a:lnTo>
                  <a:lnTo>
                    <a:pt x="0" y="167164"/>
                  </a:lnTo>
                  <a:lnTo>
                    <a:pt x="0" y="0"/>
                  </a:lnTo>
                  <a:lnTo>
                    <a:pt x="40767" y="0"/>
                  </a:lnTo>
                  <a:lnTo>
                    <a:pt x="40767" y="135731"/>
                  </a:lnTo>
                  <a:close/>
                </a:path>
              </a:pathLst>
            </a:custGeom>
            <a:grpFill/>
            <a:ln w="9525" cap="flat">
              <a:noFill/>
              <a:prstDash val="solid"/>
              <a:miter/>
            </a:ln>
          </p:spPr>
          <p:txBody>
            <a:bodyPr rtlCol="0" anchor="ctr"/>
            <a:lstStyle/>
            <a:p>
              <a:endParaRPr lang="fi-FI" sz="3200"/>
            </a:p>
          </p:txBody>
        </p:sp>
        <p:sp>
          <p:nvSpPr>
            <p:cNvPr id="669" name="Vapaamuotoinen: Muoto 668">
              <a:extLst>
                <a:ext uri="{FF2B5EF4-FFF2-40B4-BE49-F238E27FC236}">
                  <a16:creationId xmlns:a16="http://schemas.microsoft.com/office/drawing/2014/main" id="{3DCE47E7-6592-25AE-43E0-6C3D439124E9}"/>
                </a:ext>
              </a:extLst>
            </p:cNvPr>
            <p:cNvSpPr/>
            <p:nvPr userDrawn="1"/>
          </p:nvSpPr>
          <p:spPr>
            <a:xfrm>
              <a:off x="4363683" y="2344676"/>
              <a:ext cx="138113" cy="136779"/>
            </a:xfrm>
            <a:custGeom>
              <a:avLst/>
              <a:gdLst>
                <a:gd name="connsiteX0" fmla="*/ 33433 w 138112"/>
                <a:gd name="connsiteY0" fmla="*/ 128397 h 136779"/>
                <a:gd name="connsiteX1" fmla="*/ 8953 w 138112"/>
                <a:gd name="connsiteY1" fmla="*/ 104584 h 136779"/>
                <a:gd name="connsiteX2" fmla="*/ 0 w 138112"/>
                <a:gd name="connsiteY2" fmla="*/ 68390 h 136779"/>
                <a:gd name="connsiteX3" fmla="*/ 9049 w 138112"/>
                <a:gd name="connsiteY3" fmla="*/ 32290 h 136779"/>
                <a:gd name="connsiteX4" fmla="*/ 33814 w 138112"/>
                <a:gd name="connsiteY4" fmla="*/ 8382 h 136779"/>
                <a:gd name="connsiteX5" fmla="*/ 69056 w 138112"/>
                <a:gd name="connsiteY5" fmla="*/ 0 h 136779"/>
                <a:gd name="connsiteX6" fmla="*/ 104299 w 138112"/>
                <a:gd name="connsiteY6" fmla="*/ 8382 h 136779"/>
                <a:gd name="connsiteX7" fmla="*/ 129064 w 138112"/>
                <a:gd name="connsiteY7" fmla="*/ 32290 h 136779"/>
                <a:gd name="connsiteX8" fmla="*/ 138112 w 138112"/>
                <a:gd name="connsiteY8" fmla="*/ 68390 h 136779"/>
                <a:gd name="connsiteX9" fmla="*/ 128969 w 138112"/>
                <a:gd name="connsiteY9" fmla="*/ 104489 h 136779"/>
                <a:gd name="connsiteX10" fmla="*/ 104013 w 138112"/>
                <a:gd name="connsiteY10" fmla="*/ 128397 h 136779"/>
                <a:gd name="connsiteX11" fmla="*/ 68675 w 138112"/>
                <a:gd name="connsiteY11" fmla="*/ 136779 h 136779"/>
                <a:gd name="connsiteX12" fmla="*/ 33528 w 138112"/>
                <a:gd name="connsiteY12" fmla="*/ 128397 h 136779"/>
                <a:gd name="connsiteX13" fmla="*/ 88487 w 138112"/>
                <a:gd name="connsiteY13" fmla="*/ 92869 h 136779"/>
                <a:gd name="connsiteX14" fmla="*/ 96679 w 138112"/>
                <a:gd name="connsiteY14" fmla="*/ 68294 h 136779"/>
                <a:gd name="connsiteX15" fmla="*/ 88678 w 138112"/>
                <a:gd name="connsiteY15" fmla="*/ 43815 h 136779"/>
                <a:gd name="connsiteX16" fmla="*/ 69056 w 138112"/>
                <a:gd name="connsiteY16" fmla="*/ 35243 h 136779"/>
                <a:gd name="connsiteX17" fmla="*/ 49244 w 138112"/>
                <a:gd name="connsiteY17" fmla="*/ 43720 h 136779"/>
                <a:gd name="connsiteX18" fmla="*/ 41338 w 138112"/>
                <a:gd name="connsiteY18" fmla="*/ 68390 h 136779"/>
                <a:gd name="connsiteX19" fmla="*/ 49054 w 138112"/>
                <a:gd name="connsiteY19" fmla="*/ 92964 h 136779"/>
                <a:gd name="connsiteX20" fmla="*/ 68485 w 138112"/>
                <a:gd name="connsiteY20" fmla="*/ 101537 h 136779"/>
                <a:gd name="connsiteX21" fmla="*/ 88392 w 138112"/>
                <a:gd name="connsiteY21" fmla="*/ 92964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8112" h="136779">
                  <a:moveTo>
                    <a:pt x="33433" y="128397"/>
                  </a:moveTo>
                  <a:cubicBezTo>
                    <a:pt x="23051" y="122873"/>
                    <a:pt x="14859" y="114871"/>
                    <a:pt x="8953" y="104584"/>
                  </a:cubicBezTo>
                  <a:cubicBezTo>
                    <a:pt x="3048" y="94298"/>
                    <a:pt x="0" y="82201"/>
                    <a:pt x="0" y="68390"/>
                  </a:cubicBezTo>
                  <a:cubicBezTo>
                    <a:pt x="0" y="54578"/>
                    <a:pt x="3048" y="42672"/>
                    <a:pt x="9049" y="32290"/>
                  </a:cubicBezTo>
                  <a:cubicBezTo>
                    <a:pt x="15049" y="21908"/>
                    <a:pt x="23336" y="13907"/>
                    <a:pt x="33814" y="8382"/>
                  </a:cubicBezTo>
                  <a:cubicBezTo>
                    <a:pt x="44291" y="2858"/>
                    <a:pt x="56007" y="0"/>
                    <a:pt x="69056" y="0"/>
                  </a:cubicBezTo>
                  <a:cubicBezTo>
                    <a:pt x="82106" y="0"/>
                    <a:pt x="93821" y="2762"/>
                    <a:pt x="104299" y="8382"/>
                  </a:cubicBezTo>
                  <a:cubicBezTo>
                    <a:pt x="114776" y="13907"/>
                    <a:pt x="123063" y="21908"/>
                    <a:pt x="129064" y="32290"/>
                  </a:cubicBezTo>
                  <a:cubicBezTo>
                    <a:pt x="135065" y="42672"/>
                    <a:pt x="138112" y="54673"/>
                    <a:pt x="138112" y="68390"/>
                  </a:cubicBezTo>
                  <a:cubicBezTo>
                    <a:pt x="138112" y="82106"/>
                    <a:pt x="135065" y="94107"/>
                    <a:pt x="128969" y="104489"/>
                  </a:cubicBezTo>
                  <a:cubicBezTo>
                    <a:pt x="122873" y="114871"/>
                    <a:pt x="114490" y="122873"/>
                    <a:pt x="104013" y="128397"/>
                  </a:cubicBezTo>
                  <a:cubicBezTo>
                    <a:pt x="93440" y="133922"/>
                    <a:pt x="81629" y="136779"/>
                    <a:pt x="68675" y="136779"/>
                  </a:cubicBezTo>
                  <a:cubicBezTo>
                    <a:pt x="55721" y="136779"/>
                    <a:pt x="43910" y="134017"/>
                    <a:pt x="33528" y="128397"/>
                  </a:cubicBezTo>
                  <a:close/>
                  <a:moveTo>
                    <a:pt x="88487" y="92869"/>
                  </a:moveTo>
                  <a:cubicBezTo>
                    <a:pt x="94012" y="87154"/>
                    <a:pt x="96679" y="78962"/>
                    <a:pt x="96679" y="68294"/>
                  </a:cubicBezTo>
                  <a:cubicBezTo>
                    <a:pt x="96679" y="57626"/>
                    <a:pt x="94012" y="49530"/>
                    <a:pt x="88678" y="43815"/>
                  </a:cubicBezTo>
                  <a:cubicBezTo>
                    <a:pt x="83344" y="38100"/>
                    <a:pt x="76772" y="35243"/>
                    <a:pt x="69056" y="35243"/>
                  </a:cubicBezTo>
                  <a:cubicBezTo>
                    <a:pt x="61341" y="35243"/>
                    <a:pt x="54483" y="38100"/>
                    <a:pt x="49244" y="43720"/>
                  </a:cubicBezTo>
                  <a:cubicBezTo>
                    <a:pt x="44006" y="49340"/>
                    <a:pt x="41338" y="57531"/>
                    <a:pt x="41338" y="68390"/>
                  </a:cubicBezTo>
                  <a:cubicBezTo>
                    <a:pt x="41338" y="79248"/>
                    <a:pt x="43910" y="87249"/>
                    <a:pt x="49054" y="92964"/>
                  </a:cubicBezTo>
                  <a:cubicBezTo>
                    <a:pt x="54197" y="98679"/>
                    <a:pt x="60674" y="101537"/>
                    <a:pt x="68485" y="101537"/>
                  </a:cubicBezTo>
                  <a:cubicBezTo>
                    <a:pt x="76295" y="101537"/>
                    <a:pt x="82868" y="98679"/>
                    <a:pt x="88392" y="92964"/>
                  </a:cubicBezTo>
                  <a:close/>
                </a:path>
              </a:pathLst>
            </a:custGeom>
            <a:grpFill/>
            <a:ln w="9525" cap="flat">
              <a:noFill/>
              <a:prstDash val="solid"/>
              <a:miter/>
            </a:ln>
          </p:spPr>
          <p:txBody>
            <a:bodyPr rtlCol="0" anchor="ctr"/>
            <a:lstStyle/>
            <a:p>
              <a:endParaRPr lang="fi-FI" sz="3200"/>
            </a:p>
          </p:txBody>
        </p:sp>
        <p:sp>
          <p:nvSpPr>
            <p:cNvPr id="670" name="Vapaamuotoinen: Muoto 669">
              <a:extLst>
                <a:ext uri="{FF2B5EF4-FFF2-40B4-BE49-F238E27FC236}">
                  <a16:creationId xmlns:a16="http://schemas.microsoft.com/office/drawing/2014/main" id="{844C0D0B-3B2C-AF6F-E7A6-E0A773AC2E6A}"/>
                </a:ext>
              </a:extLst>
            </p:cNvPr>
            <p:cNvSpPr/>
            <p:nvPr userDrawn="1"/>
          </p:nvSpPr>
          <p:spPr>
            <a:xfrm>
              <a:off x="4523416" y="2303243"/>
              <a:ext cx="132111" cy="176212"/>
            </a:xfrm>
            <a:custGeom>
              <a:avLst/>
              <a:gdLst>
                <a:gd name="connsiteX0" fmla="*/ 118301 w 132111"/>
                <a:gd name="connsiteY0" fmla="*/ 57055 h 176212"/>
                <a:gd name="connsiteX1" fmla="*/ 132112 w 132111"/>
                <a:gd name="connsiteY1" fmla="*/ 98584 h 176212"/>
                <a:gd name="connsiteX2" fmla="*/ 132112 w 132111"/>
                <a:gd name="connsiteY2" fmla="*/ 176213 h 176212"/>
                <a:gd name="connsiteX3" fmla="*/ 91631 w 132111"/>
                <a:gd name="connsiteY3" fmla="*/ 176213 h 176212"/>
                <a:gd name="connsiteX4" fmla="*/ 91631 w 132111"/>
                <a:gd name="connsiteY4" fmla="*/ 104013 h 176212"/>
                <a:gd name="connsiteX5" fmla="*/ 84773 w 132111"/>
                <a:gd name="connsiteY5" fmla="*/ 83344 h 176212"/>
                <a:gd name="connsiteX6" fmla="*/ 66199 w 132111"/>
                <a:gd name="connsiteY6" fmla="*/ 75914 h 176212"/>
                <a:gd name="connsiteX7" fmla="*/ 47625 w 132111"/>
                <a:gd name="connsiteY7" fmla="*/ 83344 h 176212"/>
                <a:gd name="connsiteX8" fmla="*/ 40767 w 132111"/>
                <a:gd name="connsiteY8" fmla="*/ 104013 h 176212"/>
                <a:gd name="connsiteX9" fmla="*/ 40767 w 132111"/>
                <a:gd name="connsiteY9" fmla="*/ 176213 h 176212"/>
                <a:gd name="connsiteX10" fmla="*/ 0 w 132111"/>
                <a:gd name="connsiteY10" fmla="*/ 176213 h 176212"/>
                <a:gd name="connsiteX11" fmla="*/ 0 w 132111"/>
                <a:gd name="connsiteY11" fmla="*/ 0 h 176212"/>
                <a:gd name="connsiteX12" fmla="*/ 40767 w 132111"/>
                <a:gd name="connsiteY12" fmla="*/ 0 h 176212"/>
                <a:gd name="connsiteX13" fmla="*/ 40767 w 132111"/>
                <a:gd name="connsiteY13" fmla="*/ 61150 h 176212"/>
                <a:gd name="connsiteX14" fmla="*/ 57626 w 132111"/>
                <a:gd name="connsiteY14" fmla="*/ 47149 h 176212"/>
                <a:gd name="connsiteX15" fmla="*/ 81725 w 132111"/>
                <a:gd name="connsiteY15" fmla="*/ 41910 h 176212"/>
                <a:gd name="connsiteX16" fmla="*/ 118396 w 132111"/>
                <a:gd name="connsiteY16" fmla="*/ 57055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76212">
                  <a:moveTo>
                    <a:pt x="118301" y="57055"/>
                  </a:moveTo>
                  <a:cubicBezTo>
                    <a:pt x="127540" y="67151"/>
                    <a:pt x="132112" y="80963"/>
                    <a:pt x="132112" y="98584"/>
                  </a:cubicBezTo>
                  <a:lnTo>
                    <a:pt x="132112" y="176213"/>
                  </a:lnTo>
                  <a:lnTo>
                    <a:pt x="91631" y="176213"/>
                  </a:lnTo>
                  <a:lnTo>
                    <a:pt x="91631" y="104013"/>
                  </a:lnTo>
                  <a:cubicBezTo>
                    <a:pt x="91631" y="95155"/>
                    <a:pt x="89344" y="88202"/>
                    <a:pt x="84773" y="83344"/>
                  </a:cubicBezTo>
                  <a:cubicBezTo>
                    <a:pt x="80201" y="78391"/>
                    <a:pt x="74009" y="75914"/>
                    <a:pt x="66199" y="75914"/>
                  </a:cubicBezTo>
                  <a:cubicBezTo>
                    <a:pt x="58388" y="75914"/>
                    <a:pt x="52197" y="78391"/>
                    <a:pt x="47625" y="83344"/>
                  </a:cubicBezTo>
                  <a:cubicBezTo>
                    <a:pt x="43053" y="88297"/>
                    <a:pt x="40767" y="95155"/>
                    <a:pt x="40767" y="104013"/>
                  </a:cubicBezTo>
                  <a:lnTo>
                    <a:pt x="40767" y="176213"/>
                  </a:lnTo>
                  <a:lnTo>
                    <a:pt x="0" y="176213"/>
                  </a:lnTo>
                  <a:lnTo>
                    <a:pt x="0" y="0"/>
                  </a:lnTo>
                  <a:lnTo>
                    <a:pt x="40767" y="0"/>
                  </a:lnTo>
                  <a:lnTo>
                    <a:pt x="40767" y="61150"/>
                  </a:lnTo>
                  <a:cubicBezTo>
                    <a:pt x="44863" y="55245"/>
                    <a:pt x="50483" y="50578"/>
                    <a:pt x="57626" y="47149"/>
                  </a:cubicBezTo>
                  <a:cubicBezTo>
                    <a:pt x="64770" y="43625"/>
                    <a:pt x="72771" y="41910"/>
                    <a:pt x="81725" y="41910"/>
                  </a:cubicBezTo>
                  <a:cubicBezTo>
                    <a:pt x="96965" y="41910"/>
                    <a:pt x="109157" y="46958"/>
                    <a:pt x="118396" y="57055"/>
                  </a:cubicBezTo>
                  <a:close/>
                </a:path>
              </a:pathLst>
            </a:custGeom>
            <a:grpFill/>
            <a:ln w="9525" cap="flat">
              <a:noFill/>
              <a:prstDash val="solid"/>
              <a:miter/>
            </a:ln>
          </p:spPr>
          <p:txBody>
            <a:bodyPr rtlCol="0" anchor="ctr"/>
            <a:lstStyle/>
            <a:p>
              <a:endParaRPr lang="fi-FI" sz="3200"/>
            </a:p>
          </p:txBody>
        </p:sp>
        <p:sp>
          <p:nvSpPr>
            <p:cNvPr id="671" name="Vapaamuotoinen: Muoto 670">
              <a:extLst>
                <a:ext uri="{FF2B5EF4-FFF2-40B4-BE49-F238E27FC236}">
                  <a16:creationId xmlns:a16="http://schemas.microsoft.com/office/drawing/2014/main" id="{529943B5-C9B7-0654-6314-CD079B6FE198}"/>
                </a:ext>
              </a:extLst>
            </p:cNvPr>
            <p:cNvSpPr/>
            <p:nvPr userDrawn="1"/>
          </p:nvSpPr>
          <p:spPr>
            <a:xfrm>
              <a:off x="4661815" y="2288768"/>
              <a:ext cx="66294" cy="254031"/>
            </a:xfrm>
            <a:custGeom>
              <a:avLst/>
              <a:gdLst>
                <a:gd name="connsiteX0" fmla="*/ 62770 w 66293"/>
                <a:gd name="connsiteY0" fmla="*/ 207836 h 254031"/>
                <a:gd name="connsiteX1" fmla="*/ 50387 w 66293"/>
                <a:gd name="connsiteY1" fmla="*/ 243173 h 254031"/>
                <a:gd name="connsiteX2" fmla="*/ 15907 w 66293"/>
                <a:gd name="connsiteY2" fmla="*/ 254032 h 254031"/>
                <a:gd name="connsiteX3" fmla="*/ 0 w 66293"/>
                <a:gd name="connsiteY3" fmla="*/ 254032 h 254031"/>
                <a:gd name="connsiteX4" fmla="*/ 0 w 66293"/>
                <a:gd name="connsiteY4" fmla="*/ 219551 h 254031"/>
                <a:gd name="connsiteX5" fmla="*/ 9716 w 66293"/>
                <a:gd name="connsiteY5" fmla="*/ 219551 h 254031"/>
                <a:gd name="connsiteX6" fmla="*/ 19241 w 66293"/>
                <a:gd name="connsiteY6" fmla="*/ 216980 h 254031"/>
                <a:gd name="connsiteX7" fmla="*/ 22098 w 66293"/>
                <a:gd name="connsiteY7" fmla="*/ 208407 h 254031"/>
                <a:gd name="connsiteX8" fmla="*/ 22098 w 66293"/>
                <a:gd name="connsiteY8" fmla="*/ 57817 h 254031"/>
                <a:gd name="connsiteX9" fmla="*/ 62865 w 66293"/>
                <a:gd name="connsiteY9" fmla="*/ 57817 h 254031"/>
                <a:gd name="connsiteX10" fmla="*/ 62865 w 66293"/>
                <a:gd name="connsiteY10" fmla="*/ 207836 h 254031"/>
                <a:gd name="connsiteX11" fmla="*/ 24765 w 66293"/>
                <a:gd name="connsiteY11" fmla="*/ 37719 h 254031"/>
                <a:gd name="connsiteX12" fmla="*/ 18002 w 66293"/>
                <a:gd name="connsiteY12" fmla="*/ 22098 h 254031"/>
                <a:gd name="connsiteX13" fmla="*/ 24765 w 66293"/>
                <a:gd name="connsiteY13" fmla="*/ 6287 h 254031"/>
                <a:gd name="connsiteX14" fmla="*/ 42291 w 66293"/>
                <a:gd name="connsiteY14" fmla="*/ 0 h 254031"/>
                <a:gd name="connsiteX15" fmla="*/ 59531 w 66293"/>
                <a:gd name="connsiteY15" fmla="*/ 6287 h 254031"/>
                <a:gd name="connsiteX16" fmla="*/ 66294 w 66293"/>
                <a:gd name="connsiteY16" fmla="*/ 22098 h 254031"/>
                <a:gd name="connsiteX17" fmla="*/ 59531 w 66293"/>
                <a:gd name="connsiteY17" fmla="*/ 37719 h 254031"/>
                <a:gd name="connsiteX18" fmla="*/ 42291 w 66293"/>
                <a:gd name="connsiteY18" fmla="*/ 44006 h 254031"/>
                <a:gd name="connsiteX19" fmla="*/ 24765 w 66293"/>
                <a:gd name="connsiteY19" fmla="*/ 37719 h 254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6293" h="254031">
                  <a:moveTo>
                    <a:pt x="62770" y="207836"/>
                  </a:moveTo>
                  <a:cubicBezTo>
                    <a:pt x="62770" y="224219"/>
                    <a:pt x="58674" y="235934"/>
                    <a:pt x="50387" y="243173"/>
                  </a:cubicBezTo>
                  <a:cubicBezTo>
                    <a:pt x="42100" y="250412"/>
                    <a:pt x="30575" y="254032"/>
                    <a:pt x="15907" y="254032"/>
                  </a:cubicBezTo>
                  <a:lnTo>
                    <a:pt x="0" y="254032"/>
                  </a:lnTo>
                  <a:lnTo>
                    <a:pt x="0" y="219551"/>
                  </a:lnTo>
                  <a:lnTo>
                    <a:pt x="9716" y="219551"/>
                  </a:lnTo>
                  <a:cubicBezTo>
                    <a:pt x="14192" y="219551"/>
                    <a:pt x="17335" y="218694"/>
                    <a:pt x="19241" y="216980"/>
                  </a:cubicBezTo>
                  <a:cubicBezTo>
                    <a:pt x="21146" y="215265"/>
                    <a:pt x="22098" y="212408"/>
                    <a:pt x="22098" y="208407"/>
                  </a:cubicBezTo>
                  <a:lnTo>
                    <a:pt x="22098" y="57817"/>
                  </a:lnTo>
                  <a:lnTo>
                    <a:pt x="62865" y="57817"/>
                  </a:lnTo>
                  <a:lnTo>
                    <a:pt x="62865" y="207836"/>
                  </a:lnTo>
                  <a:close/>
                  <a:moveTo>
                    <a:pt x="24765" y="37719"/>
                  </a:moveTo>
                  <a:cubicBezTo>
                    <a:pt x="20193" y="33528"/>
                    <a:pt x="18002" y="28289"/>
                    <a:pt x="18002" y="22098"/>
                  </a:cubicBezTo>
                  <a:cubicBezTo>
                    <a:pt x="18002" y="15907"/>
                    <a:pt x="20288" y="10478"/>
                    <a:pt x="24765" y="6287"/>
                  </a:cubicBezTo>
                  <a:cubicBezTo>
                    <a:pt x="29242" y="2096"/>
                    <a:pt x="35147" y="0"/>
                    <a:pt x="42291" y="0"/>
                  </a:cubicBezTo>
                  <a:cubicBezTo>
                    <a:pt x="49435" y="0"/>
                    <a:pt x="55054" y="2096"/>
                    <a:pt x="59531" y="6287"/>
                  </a:cubicBezTo>
                  <a:cubicBezTo>
                    <a:pt x="64103" y="10478"/>
                    <a:pt x="66294" y="15812"/>
                    <a:pt x="66294" y="22098"/>
                  </a:cubicBezTo>
                  <a:cubicBezTo>
                    <a:pt x="66294" y="28385"/>
                    <a:pt x="64008" y="33528"/>
                    <a:pt x="59531" y="37719"/>
                  </a:cubicBezTo>
                  <a:cubicBezTo>
                    <a:pt x="55054" y="41910"/>
                    <a:pt x="49244" y="44006"/>
                    <a:pt x="42291" y="44006"/>
                  </a:cubicBezTo>
                  <a:cubicBezTo>
                    <a:pt x="35338" y="44006"/>
                    <a:pt x="29337" y="41910"/>
                    <a:pt x="24765" y="37719"/>
                  </a:cubicBezTo>
                  <a:close/>
                </a:path>
              </a:pathLst>
            </a:custGeom>
            <a:grpFill/>
            <a:ln w="9525" cap="flat">
              <a:noFill/>
              <a:prstDash val="solid"/>
              <a:miter/>
            </a:ln>
          </p:spPr>
          <p:txBody>
            <a:bodyPr rtlCol="0" anchor="ctr"/>
            <a:lstStyle/>
            <a:p>
              <a:endParaRPr lang="fi-FI" sz="3200"/>
            </a:p>
          </p:txBody>
        </p:sp>
        <p:sp>
          <p:nvSpPr>
            <p:cNvPr id="672" name="Vapaamuotoinen: Muoto 671">
              <a:extLst>
                <a:ext uri="{FF2B5EF4-FFF2-40B4-BE49-F238E27FC236}">
                  <a16:creationId xmlns:a16="http://schemas.microsoft.com/office/drawing/2014/main" id="{2FC073C5-AEE7-38DA-09A4-A24F8E550260}"/>
                </a:ext>
              </a:extLst>
            </p:cNvPr>
            <p:cNvSpPr/>
            <p:nvPr userDrawn="1"/>
          </p:nvSpPr>
          <p:spPr>
            <a:xfrm>
              <a:off x="4745729" y="2344676"/>
              <a:ext cx="140207" cy="136683"/>
            </a:xfrm>
            <a:custGeom>
              <a:avLst/>
              <a:gdLst>
                <a:gd name="connsiteX0" fmla="*/ 7810 w 140207"/>
                <a:gd name="connsiteY0" fmla="*/ 32195 h 136683"/>
                <a:gd name="connsiteX1" fmla="*/ 28861 w 140207"/>
                <a:gd name="connsiteY1" fmla="*/ 8382 h 136683"/>
                <a:gd name="connsiteX2" fmla="*/ 58579 w 140207"/>
                <a:gd name="connsiteY2" fmla="*/ 0 h 136683"/>
                <a:gd name="connsiteX3" fmla="*/ 83248 w 140207"/>
                <a:gd name="connsiteY3" fmla="*/ 5715 h 136683"/>
                <a:gd name="connsiteX4" fmla="*/ 99536 w 140207"/>
                <a:gd name="connsiteY4" fmla="*/ 20669 h 136683"/>
                <a:gd name="connsiteX5" fmla="*/ 99536 w 140207"/>
                <a:gd name="connsiteY5" fmla="*/ 1905 h 136683"/>
                <a:gd name="connsiteX6" fmla="*/ 140208 w 140207"/>
                <a:gd name="connsiteY6" fmla="*/ 1905 h 136683"/>
                <a:gd name="connsiteX7" fmla="*/ 140208 w 140207"/>
                <a:gd name="connsiteY7" fmla="*/ 134779 h 136683"/>
                <a:gd name="connsiteX8" fmla="*/ 99536 w 140207"/>
                <a:gd name="connsiteY8" fmla="*/ 134779 h 136683"/>
                <a:gd name="connsiteX9" fmla="*/ 99536 w 140207"/>
                <a:gd name="connsiteY9" fmla="*/ 115919 h 136683"/>
                <a:gd name="connsiteX10" fmla="*/ 82963 w 140207"/>
                <a:gd name="connsiteY10" fmla="*/ 130969 h 136683"/>
                <a:gd name="connsiteX11" fmla="*/ 58293 w 140207"/>
                <a:gd name="connsiteY11" fmla="*/ 136684 h 136683"/>
                <a:gd name="connsiteX12" fmla="*/ 28765 w 140207"/>
                <a:gd name="connsiteY12" fmla="*/ 128207 h 136683"/>
                <a:gd name="connsiteX13" fmla="*/ 7715 w 140207"/>
                <a:gd name="connsiteY13" fmla="*/ 104108 h 136683"/>
                <a:gd name="connsiteX14" fmla="*/ 0 w 140207"/>
                <a:gd name="connsiteY14" fmla="*/ 68009 h 136683"/>
                <a:gd name="connsiteX15" fmla="*/ 7715 w 140207"/>
                <a:gd name="connsiteY15" fmla="*/ 32004 h 136683"/>
                <a:gd name="connsiteX16" fmla="*/ 91154 w 140207"/>
                <a:gd name="connsiteY16" fmla="*/ 44387 h 136683"/>
                <a:gd name="connsiteX17" fmla="*/ 70580 w 140207"/>
                <a:gd name="connsiteY17" fmla="*/ 35623 h 136683"/>
                <a:gd name="connsiteX18" fmla="*/ 50006 w 140207"/>
                <a:gd name="connsiteY18" fmla="*/ 44291 h 136683"/>
                <a:gd name="connsiteX19" fmla="*/ 41529 w 140207"/>
                <a:gd name="connsiteY19" fmla="*/ 68199 h 136683"/>
                <a:gd name="connsiteX20" fmla="*/ 50006 w 140207"/>
                <a:gd name="connsiteY20" fmla="*/ 92393 h 136683"/>
                <a:gd name="connsiteX21" fmla="*/ 70580 w 140207"/>
                <a:gd name="connsiteY21" fmla="*/ 101346 h 136683"/>
                <a:gd name="connsiteX22" fmla="*/ 91154 w 140207"/>
                <a:gd name="connsiteY22" fmla="*/ 92583 h 136683"/>
                <a:gd name="connsiteX23" fmla="*/ 99631 w 140207"/>
                <a:gd name="connsiteY23" fmla="*/ 68485 h 136683"/>
                <a:gd name="connsiteX24" fmla="*/ 91154 w 140207"/>
                <a:gd name="connsiteY24" fmla="*/ 44482 h 136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7" h="136683">
                  <a:moveTo>
                    <a:pt x="7810" y="32195"/>
                  </a:moveTo>
                  <a:cubicBezTo>
                    <a:pt x="12954" y="21908"/>
                    <a:pt x="20002" y="13907"/>
                    <a:pt x="28861" y="8382"/>
                  </a:cubicBezTo>
                  <a:cubicBezTo>
                    <a:pt x="37719" y="2858"/>
                    <a:pt x="47625" y="0"/>
                    <a:pt x="58579" y="0"/>
                  </a:cubicBezTo>
                  <a:cubicBezTo>
                    <a:pt x="67913" y="0"/>
                    <a:pt x="76200" y="1905"/>
                    <a:pt x="83248" y="5715"/>
                  </a:cubicBezTo>
                  <a:cubicBezTo>
                    <a:pt x="90297" y="9525"/>
                    <a:pt x="95726" y="14478"/>
                    <a:pt x="99536" y="20669"/>
                  </a:cubicBezTo>
                  <a:lnTo>
                    <a:pt x="99536" y="1905"/>
                  </a:lnTo>
                  <a:lnTo>
                    <a:pt x="140208" y="1905"/>
                  </a:lnTo>
                  <a:lnTo>
                    <a:pt x="140208" y="134779"/>
                  </a:lnTo>
                  <a:lnTo>
                    <a:pt x="99536" y="134779"/>
                  </a:lnTo>
                  <a:lnTo>
                    <a:pt x="99536" y="115919"/>
                  </a:lnTo>
                  <a:cubicBezTo>
                    <a:pt x="95536" y="122111"/>
                    <a:pt x="90011" y="127159"/>
                    <a:pt x="82963" y="130969"/>
                  </a:cubicBezTo>
                  <a:cubicBezTo>
                    <a:pt x="75914" y="134779"/>
                    <a:pt x="67723" y="136684"/>
                    <a:pt x="58293" y="136684"/>
                  </a:cubicBezTo>
                  <a:cubicBezTo>
                    <a:pt x="47530" y="136684"/>
                    <a:pt x="37624" y="133826"/>
                    <a:pt x="28765" y="128207"/>
                  </a:cubicBezTo>
                  <a:cubicBezTo>
                    <a:pt x="19907" y="122587"/>
                    <a:pt x="12859" y="114586"/>
                    <a:pt x="7715" y="104108"/>
                  </a:cubicBezTo>
                  <a:cubicBezTo>
                    <a:pt x="2572" y="93726"/>
                    <a:pt x="0" y="81725"/>
                    <a:pt x="0" y="68009"/>
                  </a:cubicBezTo>
                  <a:cubicBezTo>
                    <a:pt x="0" y="54293"/>
                    <a:pt x="2572" y="42386"/>
                    <a:pt x="7715" y="32004"/>
                  </a:cubicBezTo>
                  <a:close/>
                  <a:moveTo>
                    <a:pt x="91154" y="44387"/>
                  </a:moveTo>
                  <a:cubicBezTo>
                    <a:pt x="85534" y="38481"/>
                    <a:pt x="78676" y="35623"/>
                    <a:pt x="70580" y="35623"/>
                  </a:cubicBezTo>
                  <a:cubicBezTo>
                    <a:pt x="62484" y="35623"/>
                    <a:pt x="55626" y="38481"/>
                    <a:pt x="50006" y="44291"/>
                  </a:cubicBezTo>
                  <a:cubicBezTo>
                    <a:pt x="44387" y="50102"/>
                    <a:pt x="41529" y="58103"/>
                    <a:pt x="41529" y="68199"/>
                  </a:cubicBezTo>
                  <a:cubicBezTo>
                    <a:pt x="41529" y="78296"/>
                    <a:pt x="44387" y="86392"/>
                    <a:pt x="50006" y="92393"/>
                  </a:cubicBezTo>
                  <a:cubicBezTo>
                    <a:pt x="55626" y="98393"/>
                    <a:pt x="62484" y="101346"/>
                    <a:pt x="70580" y="101346"/>
                  </a:cubicBezTo>
                  <a:cubicBezTo>
                    <a:pt x="78676" y="101346"/>
                    <a:pt x="85534" y="98393"/>
                    <a:pt x="91154" y="92583"/>
                  </a:cubicBezTo>
                  <a:cubicBezTo>
                    <a:pt x="96774" y="86678"/>
                    <a:pt x="99631" y="78677"/>
                    <a:pt x="99631" y="68485"/>
                  </a:cubicBezTo>
                  <a:cubicBezTo>
                    <a:pt x="99631" y="58293"/>
                    <a:pt x="96774" y="50292"/>
                    <a:pt x="91154" y="44482"/>
                  </a:cubicBezTo>
                  <a:close/>
                </a:path>
              </a:pathLst>
            </a:custGeom>
            <a:grpFill/>
            <a:ln w="9525" cap="flat">
              <a:noFill/>
              <a:prstDash val="solid"/>
              <a:miter/>
            </a:ln>
          </p:spPr>
          <p:txBody>
            <a:bodyPr rtlCol="0" anchor="ctr"/>
            <a:lstStyle/>
            <a:p>
              <a:endParaRPr lang="fi-FI" sz="3200"/>
            </a:p>
          </p:txBody>
        </p:sp>
        <p:sp>
          <p:nvSpPr>
            <p:cNvPr id="673" name="Vapaamuotoinen: Muoto 672">
              <a:extLst>
                <a:ext uri="{FF2B5EF4-FFF2-40B4-BE49-F238E27FC236}">
                  <a16:creationId xmlns:a16="http://schemas.microsoft.com/office/drawing/2014/main" id="{C8FE1AD8-98B5-219C-CF58-6EAFEF16DE60}"/>
                </a:ext>
              </a:extLst>
            </p:cNvPr>
            <p:cNvSpPr/>
            <p:nvPr userDrawn="1"/>
          </p:nvSpPr>
          <p:spPr>
            <a:xfrm>
              <a:off x="4259761" y="2560989"/>
              <a:ext cx="88107" cy="166211"/>
            </a:xfrm>
            <a:custGeom>
              <a:avLst/>
              <a:gdLst>
                <a:gd name="connsiteX0" fmla="*/ 33337 w 88106"/>
                <a:gd name="connsiteY0" fmla="*/ 139732 h 166211"/>
                <a:gd name="connsiteX1" fmla="*/ 88106 w 88106"/>
                <a:gd name="connsiteY1" fmla="*/ 139732 h 166211"/>
                <a:gd name="connsiteX2" fmla="*/ 88106 w 88106"/>
                <a:gd name="connsiteY2" fmla="*/ 166211 h 166211"/>
                <a:gd name="connsiteX3" fmla="*/ 0 w 88106"/>
                <a:gd name="connsiteY3" fmla="*/ 166211 h 166211"/>
                <a:gd name="connsiteX4" fmla="*/ 0 w 88106"/>
                <a:gd name="connsiteY4" fmla="*/ 0 h 166211"/>
                <a:gd name="connsiteX5" fmla="*/ 33337 w 88106"/>
                <a:gd name="connsiteY5" fmla="*/ 0 h 166211"/>
                <a:gd name="connsiteX6" fmla="*/ 33337 w 88106"/>
                <a:gd name="connsiteY6" fmla="*/ 139732 h 166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106" h="166211">
                  <a:moveTo>
                    <a:pt x="33337" y="139732"/>
                  </a:moveTo>
                  <a:lnTo>
                    <a:pt x="88106" y="139732"/>
                  </a:lnTo>
                  <a:lnTo>
                    <a:pt x="88106" y="166211"/>
                  </a:lnTo>
                  <a:lnTo>
                    <a:pt x="0" y="166211"/>
                  </a:lnTo>
                  <a:lnTo>
                    <a:pt x="0" y="0"/>
                  </a:lnTo>
                  <a:lnTo>
                    <a:pt x="33337" y="0"/>
                  </a:lnTo>
                  <a:lnTo>
                    <a:pt x="33337" y="139732"/>
                  </a:lnTo>
                  <a:close/>
                </a:path>
              </a:pathLst>
            </a:custGeom>
            <a:grpFill/>
            <a:ln w="9525" cap="flat">
              <a:noFill/>
              <a:prstDash val="solid"/>
              <a:miter/>
            </a:ln>
          </p:spPr>
          <p:txBody>
            <a:bodyPr rtlCol="0" anchor="ctr"/>
            <a:lstStyle/>
            <a:p>
              <a:endParaRPr lang="fi-FI" sz="3200"/>
            </a:p>
          </p:txBody>
        </p:sp>
        <p:sp>
          <p:nvSpPr>
            <p:cNvPr id="674" name="Vapaamuotoinen: Muoto 673">
              <a:extLst>
                <a:ext uri="{FF2B5EF4-FFF2-40B4-BE49-F238E27FC236}">
                  <a16:creationId xmlns:a16="http://schemas.microsoft.com/office/drawing/2014/main" id="{9ECDEB2D-C36A-53D7-C504-DDCF4B5425B6}"/>
                </a:ext>
              </a:extLst>
            </p:cNvPr>
            <p:cNvSpPr/>
            <p:nvPr userDrawn="1"/>
          </p:nvSpPr>
          <p:spPr>
            <a:xfrm>
              <a:off x="4360823" y="2593090"/>
              <a:ext cx="135634" cy="136207"/>
            </a:xfrm>
            <a:custGeom>
              <a:avLst/>
              <a:gdLst>
                <a:gd name="connsiteX0" fmla="*/ 32576 w 135635"/>
                <a:gd name="connsiteY0" fmla="*/ 127730 h 136207"/>
                <a:gd name="connsiteX1" fmla="*/ 8668 w 135635"/>
                <a:gd name="connsiteY1" fmla="*/ 103822 h 136207"/>
                <a:gd name="connsiteX2" fmla="*/ 0 w 135635"/>
                <a:gd name="connsiteY2" fmla="*/ 68104 h 136207"/>
                <a:gd name="connsiteX3" fmla="*/ 8954 w 135635"/>
                <a:gd name="connsiteY3" fmla="*/ 32385 h 136207"/>
                <a:gd name="connsiteX4" fmla="*/ 33338 w 135635"/>
                <a:gd name="connsiteY4" fmla="*/ 8477 h 136207"/>
                <a:gd name="connsiteX5" fmla="*/ 67818 w 135635"/>
                <a:gd name="connsiteY5" fmla="*/ 0 h 136207"/>
                <a:gd name="connsiteX6" fmla="*/ 102299 w 135635"/>
                <a:gd name="connsiteY6" fmla="*/ 8477 h 136207"/>
                <a:gd name="connsiteX7" fmla="*/ 126682 w 135635"/>
                <a:gd name="connsiteY7" fmla="*/ 32385 h 136207"/>
                <a:gd name="connsiteX8" fmla="*/ 135636 w 135635"/>
                <a:gd name="connsiteY8" fmla="*/ 68104 h 136207"/>
                <a:gd name="connsiteX9" fmla="*/ 126492 w 135635"/>
                <a:gd name="connsiteY9" fmla="*/ 103822 h 136207"/>
                <a:gd name="connsiteX10" fmla="*/ 101727 w 135635"/>
                <a:gd name="connsiteY10" fmla="*/ 127730 h 136207"/>
                <a:gd name="connsiteX11" fmla="*/ 66866 w 135635"/>
                <a:gd name="connsiteY11" fmla="*/ 136208 h 136207"/>
                <a:gd name="connsiteX12" fmla="*/ 32576 w 135635"/>
                <a:gd name="connsiteY12" fmla="*/ 127730 h 136207"/>
                <a:gd name="connsiteX13" fmla="*/ 83915 w 135635"/>
                <a:gd name="connsiteY13" fmla="*/ 102775 h 136207"/>
                <a:gd name="connsiteX14" fmla="*/ 96679 w 135635"/>
                <a:gd name="connsiteY14" fmla="*/ 89535 h 136207"/>
                <a:gd name="connsiteX15" fmla="*/ 101441 w 135635"/>
                <a:gd name="connsiteY15" fmla="*/ 68104 h 136207"/>
                <a:gd name="connsiteX16" fmla="*/ 91535 w 135635"/>
                <a:gd name="connsiteY16" fmla="*/ 39148 h 136207"/>
                <a:gd name="connsiteX17" fmla="*/ 67342 w 135635"/>
                <a:gd name="connsiteY17" fmla="*/ 29051 h 136207"/>
                <a:gd name="connsiteX18" fmla="*/ 43434 w 135635"/>
                <a:gd name="connsiteY18" fmla="*/ 39148 h 136207"/>
                <a:gd name="connsiteX19" fmla="*/ 33814 w 135635"/>
                <a:gd name="connsiteY19" fmla="*/ 68104 h 136207"/>
                <a:gd name="connsiteX20" fmla="*/ 43244 w 135635"/>
                <a:gd name="connsiteY20" fmla="*/ 97060 h 136207"/>
                <a:gd name="connsiteX21" fmla="*/ 66961 w 135635"/>
                <a:gd name="connsiteY21" fmla="*/ 107156 h 136207"/>
                <a:gd name="connsiteX22" fmla="*/ 84011 w 135635"/>
                <a:gd name="connsiteY22" fmla="*/ 102775 h 1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5635" h="136207">
                  <a:moveTo>
                    <a:pt x="32576" y="127730"/>
                  </a:moveTo>
                  <a:cubicBezTo>
                    <a:pt x="22384" y="122111"/>
                    <a:pt x="14478" y="114109"/>
                    <a:pt x="8668" y="103822"/>
                  </a:cubicBezTo>
                  <a:cubicBezTo>
                    <a:pt x="2858" y="93536"/>
                    <a:pt x="0" y="81629"/>
                    <a:pt x="0" y="68104"/>
                  </a:cubicBezTo>
                  <a:cubicBezTo>
                    <a:pt x="0" y="54578"/>
                    <a:pt x="2953" y="42672"/>
                    <a:pt x="8954" y="32385"/>
                  </a:cubicBezTo>
                  <a:cubicBezTo>
                    <a:pt x="14859" y="22098"/>
                    <a:pt x="23051" y="14097"/>
                    <a:pt x="33338" y="8477"/>
                  </a:cubicBezTo>
                  <a:cubicBezTo>
                    <a:pt x="43625" y="2857"/>
                    <a:pt x="55150" y="0"/>
                    <a:pt x="67818" y="0"/>
                  </a:cubicBezTo>
                  <a:cubicBezTo>
                    <a:pt x="80486" y="0"/>
                    <a:pt x="92012" y="2857"/>
                    <a:pt x="102299" y="8477"/>
                  </a:cubicBezTo>
                  <a:cubicBezTo>
                    <a:pt x="112586" y="14097"/>
                    <a:pt x="120777" y="22098"/>
                    <a:pt x="126682" y="32385"/>
                  </a:cubicBezTo>
                  <a:cubicBezTo>
                    <a:pt x="132588" y="42672"/>
                    <a:pt x="135636" y="54578"/>
                    <a:pt x="135636" y="68104"/>
                  </a:cubicBezTo>
                  <a:cubicBezTo>
                    <a:pt x="135636" y="81629"/>
                    <a:pt x="132588" y="93536"/>
                    <a:pt x="126492" y="103822"/>
                  </a:cubicBezTo>
                  <a:cubicBezTo>
                    <a:pt x="120396" y="114109"/>
                    <a:pt x="112109" y="122111"/>
                    <a:pt x="101727" y="127730"/>
                  </a:cubicBezTo>
                  <a:cubicBezTo>
                    <a:pt x="91345" y="133350"/>
                    <a:pt x="79724" y="136208"/>
                    <a:pt x="66866" y="136208"/>
                  </a:cubicBezTo>
                  <a:cubicBezTo>
                    <a:pt x="54007" y="136208"/>
                    <a:pt x="42767" y="133350"/>
                    <a:pt x="32576" y="127730"/>
                  </a:cubicBezTo>
                  <a:close/>
                  <a:moveTo>
                    <a:pt x="83915" y="102775"/>
                  </a:moveTo>
                  <a:cubicBezTo>
                    <a:pt x="89249" y="99822"/>
                    <a:pt x="93440" y="95440"/>
                    <a:pt x="96679" y="89535"/>
                  </a:cubicBezTo>
                  <a:cubicBezTo>
                    <a:pt x="99822" y="83629"/>
                    <a:pt x="101441" y="76486"/>
                    <a:pt x="101441" y="68104"/>
                  </a:cubicBezTo>
                  <a:cubicBezTo>
                    <a:pt x="101441" y="55531"/>
                    <a:pt x="98107" y="45910"/>
                    <a:pt x="91535" y="39148"/>
                  </a:cubicBezTo>
                  <a:cubicBezTo>
                    <a:pt x="84963" y="32385"/>
                    <a:pt x="76867" y="29051"/>
                    <a:pt x="67342" y="29051"/>
                  </a:cubicBezTo>
                  <a:cubicBezTo>
                    <a:pt x="57817" y="29051"/>
                    <a:pt x="49816" y="32385"/>
                    <a:pt x="43434" y="39148"/>
                  </a:cubicBezTo>
                  <a:cubicBezTo>
                    <a:pt x="36957" y="45910"/>
                    <a:pt x="33814" y="55531"/>
                    <a:pt x="33814" y="68104"/>
                  </a:cubicBezTo>
                  <a:cubicBezTo>
                    <a:pt x="33814" y="80677"/>
                    <a:pt x="36957" y="90297"/>
                    <a:pt x="43244" y="97060"/>
                  </a:cubicBezTo>
                  <a:cubicBezTo>
                    <a:pt x="49530" y="103822"/>
                    <a:pt x="57436" y="107156"/>
                    <a:pt x="66961" y="107156"/>
                  </a:cubicBezTo>
                  <a:cubicBezTo>
                    <a:pt x="72962" y="107156"/>
                    <a:pt x="78677" y="105727"/>
                    <a:pt x="84011" y="102775"/>
                  </a:cubicBezTo>
                  <a:close/>
                </a:path>
              </a:pathLst>
            </a:custGeom>
            <a:grpFill/>
            <a:ln w="9525" cap="flat">
              <a:noFill/>
              <a:prstDash val="solid"/>
              <a:miter/>
            </a:ln>
          </p:spPr>
          <p:txBody>
            <a:bodyPr rtlCol="0" anchor="ctr"/>
            <a:lstStyle/>
            <a:p>
              <a:endParaRPr lang="fi-FI" sz="3200"/>
            </a:p>
          </p:txBody>
        </p:sp>
        <p:sp>
          <p:nvSpPr>
            <p:cNvPr id="675" name="Vapaamuotoinen: Muoto 674">
              <a:extLst>
                <a:ext uri="{FF2B5EF4-FFF2-40B4-BE49-F238E27FC236}">
                  <a16:creationId xmlns:a16="http://schemas.microsoft.com/office/drawing/2014/main" id="{C2A2AD14-7532-1578-2393-43B4EB33B655}"/>
                </a:ext>
              </a:extLst>
            </p:cNvPr>
            <p:cNvSpPr/>
            <p:nvPr userDrawn="1"/>
          </p:nvSpPr>
          <p:spPr>
            <a:xfrm>
              <a:off x="4497700" y="2540511"/>
              <a:ext cx="60388" cy="249459"/>
            </a:xfrm>
            <a:custGeom>
              <a:avLst/>
              <a:gdLst>
                <a:gd name="connsiteX0" fmla="*/ 56674 w 60388"/>
                <a:gd name="connsiteY0" fmla="*/ 208312 h 249459"/>
                <a:gd name="connsiteX1" fmla="*/ 45815 w 60388"/>
                <a:gd name="connsiteY1" fmla="*/ 239840 h 249459"/>
                <a:gd name="connsiteX2" fmla="*/ 14764 w 60388"/>
                <a:gd name="connsiteY2" fmla="*/ 249460 h 249459"/>
                <a:gd name="connsiteX3" fmla="*/ 0 w 60388"/>
                <a:gd name="connsiteY3" fmla="*/ 249460 h 249459"/>
                <a:gd name="connsiteX4" fmla="*/ 0 w 60388"/>
                <a:gd name="connsiteY4" fmla="*/ 221171 h 249459"/>
                <a:gd name="connsiteX5" fmla="*/ 9525 w 60388"/>
                <a:gd name="connsiteY5" fmla="*/ 221171 h 249459"/>
                <a:gd name="connsiteX6" fmla="*/ 20193 w 60388"/>
                <a:gd name="connsiteY6" fmla="*/ 218218 h 249459"/>
                <a:gd name="connsiteX7" fmla="*/ 23336 w 60388"/>
                <a:gd name="connsiteY7" fmla="*/ 208598 h 249459"/>
                <a:gd name="connsiteX8" fmla="*/ 23336 w 60388"/>
                <a:gd name="connsiteY8" fmla="*/ 54769 h 249459"/>
                <a:gd name="connsiteX9" fmla="*/ 56674 w 60388"/>
                <a:gd name="connsiteY9" fmla="*/ 54769 h 249459"/>
                <a:gd name="connsiteX10" fmla="*/ 56674 w 60388"/>
                <a:gd name="connsiteY10" fmla="*/ 208312 h 249459"/>
                <a:gd name="connsiteX11" fmla="*/ 25336 w 60388"/>
                <a:gd name="connsiteY11" fmla="*/ 33433 h 249459"/>
                <a:gd name="connsiteX12" fmla="*/ 19526 w 60388"/>
                <a:gd name="connsiteY12" fmla="*/ 19526 h 249459"/>
                <a:gd name="connsiteX13" fmla="*/ 25336 w 60388"/>
                <a:gd name="connsiteY13" fmla="*/ 5620 h 249459"/>
                <a:gd name="connsiteX14" fmla="*/ 40195 w 60388"/>
                <a:gd name="connsiteY14" fmla="*/ 0 h 249459"/>
                <a:gd name="connsiteX15" fmla="*/ 54673 w 60388"/>
                <a:gd name="connsiteY15" fmla="*/ 5620 h 249459"/>
                <a:gd name="connsiteX16" fmla="*/ 60389 w 60388"/>
                <a:gd name="connsiteY16" fmla="*/ 19526 h 249459"/>
                <a:gd name="connsiteX17" fmla="*/ 54673 w 60388"/>
                <a:gd name="connsiteY17" fmla="*/ 33433 h 249459"/>
                <a:gd name="connsiteX18" fmla="*/ 40195 w 60388"/>
                <a:gd name="connsiteY18" fmla="*/ 39053 h 249459"/>
                <a:gd name="connsiteX19" fmla="*/ 25336 w 60388"/>
                <a:gd name="connsiteY19" fmla="*/ 33433 h 249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388" h="249459">
                  <a:moveTo>
                    <a:pt x="56674" y="208312"/>
                  </a:moveTo>
                  <a:cubicBezTo>
                    <a:pt x="56674" y="222885"/>
                    <a:pt x="53054" y="233458"/>
                    <a:pt x="45815" y="239840"/>
                  </a:cubicBezTo>
                  <a:cubicBezTo>
                    <a:pt x="38576" y="246317"/>
                    <a:pt x="28194" y="249460"/>
                    <a:pt x="14764" y="249460"/>
                  </a:cubicBezTo>
                  <a:lnTo>
                    <a:pt x="0" y="249460"/>
                  </a:lnTo>
                  <a:lnTo>
                    <a:pt x="0" y="221171"/>
                  </a:lnTo>
                  <a:lnTo>
                    <a:pt x="9525" y="221171"/>
                  </a:lnTo>
                  <a:cubicBezTo>
                    <a:pt x="14573" y="221171"/>
                    <a:pt x="18193" y="220218"/>
                    <a:pt x="20193" y="218218"/>
                  </a:cubicBezTo>
                  <a:cubicBezTo>
                    <a:pt x="22289" y="216217"/>
                    <a:pt x="23336" y="212979"/>
                    <a:pt x="23336" y="208598"/>
                  </a:cubicBezTo>
                  <a:lnTo>
                    <a:pt x="23336" y="54769"/>
                  </a:lnTo>
                  <a:lnTo>
                    <a:pt x="56674" y="54769"/>
                  </a:lnTo>
                  <a:lnTo>
                    <a:pt x="56674" y="208312"/>
                  </a:lnTo>
                  <a:close/>
                  <a:moveTo>
                    <a:pt x="25336" y="33433"/>
                  </a:moveTo>
                  <a:cubicBezTo>
                    <a:pt x="21431" y="29718"/>
                    <a:pt x="19526" y="25051"/>
                    <a:pt x="19526" y="19526"/>
                  </a:cubicBezTo>
                  <a:cubicBezTo>
                    <a:pt x="19526" y="14002"/>
                    <a:pt x="21431" y="9335"/>
                    <a:pt x="25336" y="5620"/>
                  </a:cubicBezTo>
                  <a:cubicBezTo>
                    <a:pt x="29242" y="1905"/>
                    <a:pt x="34195" y="0"/>
                    <a:pt x="40195" y="0"/>
                  </a:cubicBezTo>
                  <a:cubicBezTo>
                    <a:pt x="46196" y="0"/>
                    <a:pt x="50864" y="1905"/>
                    <a:pt x="54673" y="5620"/>
                  </a:cubicBezTo>
                  <a:cubicBezTo>
                    <a:pt x="58483" y="9335"/>
                    <a:pt x="60389" y="14002"/>
                    <a:pt x="60389" y="19526"/>
                  </a:cubicBezTo>
                  <a:cubicBezTo>
                    <a:pt x="60389" y="25051"/>
                    <a:pt x="58483" y="29718"/>
                    <a:pt x="54673" y="33433"/>
                  </a:cubicBezTo>
                  <a:cubicBezTo>
                    <a:pt x="50864" y="37148"/>
                    <a:pt x="46006" y="39053"/>
                    <a:pt x="40195" y="39053"/>
                  </a:cubicBezTo>
                  <a:cubicBezTo>
                    <a:pt x="34385" y="39053"/>
                    <a:pt x="29242" y="37148"/>
                    <a:pt x="25336" y="33433"/>
                  </a:cubicBezTo>
                  <a:close/>
                </a:path>
              </a:pathLst>
            </a:custGeom>
            <a:grpFill/>
            <a:ln w="9525" cap="flat">
              <a:noFill/>
              <a:prstDash val="solid"/>
              <a:miter/>
            </a:ln>
          </p:spPr>
          <p:txBody>
            <a:bodyPr rtlCol="0" anchor="ctr"/>
            <a:lstStyle/>
            <a:p>
              <a:endParaRPr lang="fi-FI" sz="3200"/>
            </a:p>
          </p:txBody>
        </p:sp>
        <p:sp>
          <p:nvSpPr>
            <p:cNvPr id="676" name="Vapaamuotoinen: Muoto 675">
              <a:extLst>
                <a:ext uri="{FF2B5EF4-FFF2-40B4-BE49-F238E27FC236}">
                  <a16:creationId xmlns:a16="http://schemas.microsoft.com/office/drawing/2014/main" id="{57F118C8-DD26-079F-094C-023315CCC496}"/>
                </a:ext>
              </a:extLst>
            </p:cNvPr>
            <p:cNvSpPr/>
            <p:nvPr userDrawn="1"/>
          </p:nvSpPr>
          <p:spPr>
            <a:xfrm>
              <a:off x="4578952" y="2593086"/>
              <a:ext cx="135636" cy="136207"/>
            </a:xfrm>
            <a:custGeom>
              <a:avLst/>
              <a:gdLst>
                <a:gd name="connsiteX0" fmla="*/ 32576 w 135636"/>
                <a:gd name="connsiteY0" fmla="*/ 127730 h 136207"/>
                <a:gd name="connsiteX1" fmla="*/ 8668 w 135636"/>
                <a:gd name="connsiteY1" fmla="*/ 103822 h 136207"/>
                <a:gd name="connsiteX2" fmla="*/ 0 w 135636"/>
                <a:gd name="connsiteY2" fmla="*/ 68104 h 136207"/>
                <a:gd name="connsiteX3" fmla="*/ 8953 w 135636"/>
                <a:gd name="connsiteY3" fmla="*/ 32385 h 136207"/>
                <a:gd name="connsiteX4" fmla="*/ 33338 w 135636"/>
                <a:gd name="connsiteY4" fmla="*/ 8477 h 136207"/>
                <a:gd name="connsiteX5" fmla="*/ 67818 w 135636"/>
                <a:gd name="connsiteY5" fmla="*/ 0 h 136207"/>
                <a:gd name="connsiteX6" fmla="*/ 102299 w 135636"/>
                <a:gd name="connsiteY6" fmla="*/ 8477 h 136207"/>
                <a:gd name="connsiteX7" fmla="*/ 126682 w 135636"/>
                <a:gd name="connsiteY7" fmla="*/ 32385 h 136207"/>
                <a:gd name="connsiteX8" fmla="*/ 135636 w 135636"/>
                <a:gd name="connsiteY8" fmla="*/ 68104 h 136207"/>
                <a:gd name="connsiteX9" fmla="*/ 126492 w 135636"/>
                <a:gd name="connsiteY9" fmla="*/ 103822 h 136207"/>
                <a:gd name="connsiteX10" fmla="*/ 101727 w 135636"/>
                <a:gd name="connsiteY10" fmla="*/ 127730 h 136207"/>
                <a:gd name="connsiteX11" fmla="*/ 66866 w 135636"/>
                <a:gd name="connsiteY11" fmla="*/ 136208 h 136207"/>
                <a:gd name="connsiteX12" fmla="*/ 32576 w 135636"/>
                <a:gd name="connsiteY12" fmla="*/ 127730 h 136207"/>
                <a:gd name="connsiteX13" fmla="*/ 83915 w 135636"/>
                <a:gd name="connsiteY13" fmla="*/ 102775 h 136207"/>
                <a:gd name="connsiteX14" fmla="*/ 96679 w 135636"/>
                <a:gd name="connsiteY14" fmla="*/ 89535 h 136207"/>
                <a:gd name="connsiteX15" fmla="*/ 101441 w 135636"/>
                <a:gd name="connsiteY15" fmla="*/ 68104 h 136207"/>
                <a:gd name="connsiteX16" fmla="*/ 91535 w 135636"/>
                <a:gd name="connsiteY16" fmla="*/ 39148 h 136207"/>
                <a:gd name="connsiteX17" fmla="*/ 67342 w 135636"/>
                <a:gd name="connsiteY17" fmla="*/ 29051 h 136207"/>
                <a:gd name="connsiteX18" fmla="*/ 43434 w 135636"/>
                <a:gd name="connsiteY18" fmla="*/ 39148 h 136207"/>
                <a:gd name="connsiteX19" fmla="*/ 33814 w 135636"/>
                <a:gd name="connsiteY19" fmla="*/ 68104 h 136207"/>
                <a:gd name="connsiteX20" fmla="*/ 43244 w 135636"/>
                <a:gd name="connsiteY20" fmla="*/ 97060 h 136207"/>
                <a:gd name="connsiteX21" fmla="*/ 66961 w 135636"/>
                <a:gd name="connsiteY21" fmla="*/ 107156 h 136207"/>
                <a:gd name="connsiteX22" fmla="*/ 84011 w 135636"/>
                <a:gd name="connsiteY22" fmla="*/ 102775 h 1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5636" h="136207">
                  <a:moveTo>
                    <a:pt x="32576" y="127730"/>
                  </a:moveTo>
                  <a:cubicBezTo>
                    <a:pt x="22384" y="122111"/>
                    <a:pt x="14478" y="114109"/>
                    <a:pt x="8668" y="103822"/>
                  </a:cubicBezTo>
                  <a:cubicBezTo>
                    <a:pt x="2857" y="93536"/>
                    <a:pt x="0" y="81629"/>
                    <a:pt x="0" y="68104"/>
                  </a:cubicBezTo>
                  <a:cubicBezTo>
                    <a:pt x="0" y="54578"/>
                    <a:pt x="2953" y="42672"/>
                    <a:pt x="8953" y="32385"/>
                  </a:cubicBezTo>
                  <a:cubicBezTo>
                    <a:pt x="14859" y="22098"/>
                    <a:pt x="23051" y="14097"/>
                    <a:pt x="33338" y="8477"/>
                  </a:cubicBezTo>
                  <a:cubicBezTo>
                    <a:pt x="43625" y="2857"/>
                    <a:pt x="55150" y="0"/>
                    <a:pt x="67818" y="0"/>
                  </a:cubicBezTo>
                  <a:cubicBezTo>
                    <a:pt x="80486" y="0"/>
                    <a:pt x="92012" y="2857"/>
                    <a:pt x="102299" y="8477"/>
                  </a:cubicBezTo>
                  <a:cubicBezTo>
                    <a:pt x="112586" y="14097"/>
                    <a:pt x="120777" y="22098"/>
                    <a:pt x="126682" y="32385"/>
                  </a:cubicBezTo>
                  <a:cubicBezTo>
                    <a:pt x="132588" y="42672"/>
                    <a:pt x="135636" y="54578"/>
                    <a:pt x="135636" y="68104"/>
                  </a:cubicBezTo>
                  <a:cubicBezTo>
                    <a:pt x="135636" y="81629"/>
                    <a:pt x="132588" y="93536"/>
                    <a:pt x="126492" y="103822"/>
                  </a:cubicBezTo>
                  <a:cubicBezTo>
                    <a:pt x="120396" y="114109"/>
                    <a:pt x="112109" y="122111"/>
                    <a:pt x="101727" y="127730"/>
                  </a:cubicBezTo>
                  <a:cubicBezTo>
                    <a:pt x="91345" y="133350"/>
                    <a:pt x="79724" y="136208"/>
                    <a:pt x="66866" y="136208"/>
                  </a:cubicBezTo>
                  <a:cubicBezTo>
                    <a:pt x="54007" y="136208"/>
                    <a:pt x="42767" y="133350"/>
                    <a:pt x="32576" y="127730"/>
                  </a:cubicBezTo>
                  <a:close/>
                  <a:moveTo>
                    <a:pt x="83915" y="102775"/>
                  </a:moveTo>
                  <a:cubicBezTo>
                    <a:pt x="89249" y="99822"/>
                    <a:pt x="93440" y="95440"/>
                    <a:pt x="96679" y="89535"/>
                  </a:cubicBezTo>
                  <a:cubicBezTo>
                    <a:pt x="99822" y="83629"/>
                    <a:pt x="101441" y="76486"/>
                    <a:pt x="101441" y="68104"/>
                  </a:cubicBezTo>
                  <a:cubicBezTo>
                    <a:pt x="101441" y="55531"/>
                    <a:pt x="98107" y="45910"/>
                    <a:pt x="91535" y="39148"/>
                  </a:cubicBezTo>
                  <a:cubicBezTo>
                    <a:pt x="84963" y="32385"/>
                    <a:pt x="76867" y="29051"/>
                    <a:pt x="67342" y="29051"/>
                  </a:cubicBezTo>
                  <a:cubicBezTo>
                    <a:pt x="57817" y="29051"/>
                    <a:pt x="49816" y="32385"/>
                    <a:pt x="43434" y="39148"/>
                  </a:cubicBezTo>
                  <a:cubicBezTo>
                    <a:pt x="36957" y="45910"/>
                    <a:pt x="33814" y="55531"/>
                    <a:pt x="33814" y="68104"/>
                  </a:cubicBezTo>
                  <a:cubicBezTo>
                    <a:pt x="33814" y="80677"/>
                    <a:pt x="36957" y="90297"/>
                    <a:pt x="43244" y="97060"/>
                  </a:cubicBezTo>
                  <a:cubicBezTo>
                    <a:pt x="49530" y="103822"/>
                    <a:pt x="57436" y="107156"/>
                    <a:pt x="66961" y="107156"/>
                  </a:cubicBezTo>
                  <a:cubicBezTo>
                    <a:pt x="72962" y="107156"/>
                    <a:pt x="78677" y="105727"/>
                    <a:pt x="84011" y="102775"/>
                  </a:cubicBezTo>
                  <a:close/>
                </a:path>
              </a:pathLst>
            </a:custGeom>
            <a:grpFill/>
            <a:ln w="9525" cap="flat">
              <a:noFill/>
              <a:prstDash val="solid"/>
              <a:miter/>
            </a:ln>
          </p:spPr>
          <p:txBody>
            <a:bodyPr rtlCol="0" anchor="ctr"/>
            <a:lstStyle/>
            <a:p>
              <a:endParaRPr lang="fi-FI" sz="3200"/>
            </a:p>
          </p:txBody>
        </p:sp>
      </p:grpSp>
      <p:sp>
        <p:nvSpPr>
          <p:cNvPr id="40" name="Suorakulmio 39">
            <a:extLst>
              <a:ext uri="{FF2B5EF4-FFF2-40B4-BE49-F238E27FC236}">
                <a16:creationId xmlns:a16="http://schemas.microsoft.com/office/drawing/2014/main" id="{752740BD-D42B-5A33-2087-0F3BF7A88C54}"/>
              </a:ext>
            </a:extLst>
          </p:cNvPr>
          <p:cNvSpPr>
            <a:spLocks/>
          </p:cNvSpPr>
          <p:nvPr userDrawn="1"/>
        </p:nvSpPr>
        <p:spPr>
          <a:xfrm>
            <a:off x="539750" y="4006851"/>
            <a:ext cx="5375275" cy="287338"/>
          </a:xfrm>
          <a:prstGeom prst="rect">
            <a:avLst/>
          </a:prstGeom>
        </p:spPr>
        <p:txBody>
          <a:bodyPr lIns="0" tIns="0" rIns="0" bIns="0">
            <a:noAutofit/>
          </a:bodyPr>
          <a:lstStyle/>
          <a:p>
            <a:pPr marL="0" marR="0" lvl="0" indent="0" algn="l" defTabSz="609585" rtl="0" eaLnBrk="1" fontAlgn="auto" latinLnBrk="0" hangingPunct="1">
              <a:lnSpc>
                <a:spcPct val="100000"/>
              </a:lnSpc>
              <a:spcBef>
                <a:spcPts val="0"/>
              </a:spcBef>
              <a:spcAft>
                <a:spcPts val="1333"/>
              </a:spcAft>
              <a:buClrTx/>
              <a:buSzTx/>
              <a:buFont typeface="Arial" panose="020B0604020202020204" pitchFamily="34" charset="0"/>
              <a:buNone/>
              <a:tabLst/>
              <a:defRPr/>
            </a:pPr>
            <a:r>
              <a:rPr lang="fi-FI" sz="1600" b="1"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Seuraa meitä sosiaalisessa mediassa:</a:t>
            </a:r>
            <a:endParaRPr lang="fi-FI" sz="16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endParaRPr>
          </a:p>
        </p:txBody>
      </p:sp>
      <p:pic>
        <p:nvPicPr>
          <p:cNvPr id="41" name="Kuva 40" descr="Facebook-ikoni.">
            <a:extLst>
              <a:ext uri="{FF2B5EF4-FFF2-40B4-BE49-F238E27FC236}">
                <a16:creationId xmlns:a16="http://schemas.microsoft.com/office/drawing/2014/main" id="{71033352-9ED5-A26D-D043-E53C711DBB06}"/>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539748" y="4387043"/>
            <a:ext cx="240000" cy="240000"/>
          </a:xfrm>
          <a:prstGeom prst="rect">
            <a:avLst/>
          </a:prstGeom>
        </p:spPr>
      </p:pic>
      <p:sp>
        <p:nvSpPr>
          <p:cNvPr id="42" name="Suorakulmio 41">
            <a:extLst>
              <a:ext uri="{FF2B5EF4-FFF2-40B4-BE49-F238E27FC236}">
                <a16:creationId xmlns:a16="http://schemas.microsoft.com/office/drawing/2014/main" id="{E86B315B-B687-E1AC-D53B-F9B01841BF7B}"/>
              </a:ext>
            </a:extLst>
          </p:cNvPr>
          <p:cNvSpPr>
            <a:spLocks/>
          </p:cNvSpPr>
          <p:nvPr userDrawn="1"/>
        </p:nvSpPr>
        <p:spPr>
          <a:xfrm>
            <a:off x="779748" y="4384134"/>
            <a:ext cx="4082581" cy="247618"/>
          </a:xfrm>
          <a:prstGeom prst="rect">
            <a:avLst/>
          </a:prstGeom>
        </p:spPr>
        <p:txBody>
          <a:bodyPr lIns="0" tIns="0" rIns="0" bIns="0" anchor="ctr">
            <a:noAutofit/>
          </a:bodyPr>
          <a:lstStyle/>
          <a:p>
            <a:pPr marL="180000" lvl="0" indent="0">
              <a:lnSpc>
                <a:spcPct val="100000"/>
              </a:lnSpc>
              <a:spcAft>
                <a:spcPts val="1400"/>
              </a:spcAft>
              <a:buClr>
                <a:schemeClr val="tx2"/>
              </a:buClr>
              <a:buFont typeface="Arial" panose="020B0604020202020204" pitchFamily="34" charset="0"/>
              <a:buNone/>
            </a:pPr>
            <a:r>
              <a:rPr lang="fi-FI" sz="14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Länsi-Uudenmaan hyvinvointialue</a:t>
            </a:r>
          </a:p>
        </p:txBody>
      </p:sp>
      <p:pic>
        <p:nvPicPr>
          <p:cNvPr id="43" name="Kuva 42" descr="Instagram-ikoni.">
            <a:extLst>
              <a:ext uri="{FF2B5EF4-FFF2-40B4-BE49-F238E27FC236}">
                <a16:creationId xmlns:a16="http://schemas.microsoft.com/office/drawing/2014/main" id="{A747CB10-6DEA-C42B-0648-38BF298F6D02}"/>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39750" y="4771454"/>
            <a:ext cx="240000" cy="240000"/>
          </a:xfrm>
          <a:prstGeom prst="rect">
            <a:avLst/>
          </a:prstGeom>
        </p:spPr>
      </p:pic>
      <p:sp>
        <p:nvSpPr>
          <p:cNvPr id="44" name="Suorakulmio 43">
            <a:extLst>
              <a:ext uri="{FF2B5EF4-FFF2-40B4-BE49-F238E27FC236}">
                <a16:creationId xmlns:a16="http://schemas.microsoft.com/office/drawing/2014/main" id="{AE972EBB-624A-9DA9-8836-03186C844FA6}"/>
              </a:ext>
            </a:extLst>
          </p:cNvPr>
          <p:cNvSpPr>
            <a:spLocks/>
          </p:cNvSpPr>
          <p:nvPr userDrawn="1"/>
        </p:nvSpPr>
        <p:spPr>
          <a:xfrm>
            <a:off x="779748" y="4766185"/>
            <a:ext cx="4082581" cy="245269"/>
          </a:xfrm>
          <a:prstGeom prst="rect">
            <a:avLst/>
          </a:prstGeom>
        </p:spPr>
        <p:txBody>
          <a:bodyPr lIns="0" tIns="0" rIns="0" bIns="0" anchor="ctr">
            <a:noAutofit/>
          </a:bodyPr>
          <a:lstStyle/>
          <a:p>
            <a:pPr marL="180000" lvl="0" indent="0">
              <a:lnSpc>
                <a:spcPct val="100000"/>
              </a:lnSpc>
              <a:spcAft>
                <a:spcPts val="1400"/>
              </a:spcAft>
              <a:buClr>
                <a:schemeClr val="tx2"/>
              </a:buClr>
              <a:buFont typeface="Arial" panose="020B0604020202020204" pitchFamily="34" charset="0"/>
              <a:buNone/>
            </a:pPr>
            <a:r>
              <a:rPr lang="fi-FI" sz="14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@luhyvinvointialue</a:t>
            </a:r>
          </a:p>
        </p:txBody>
      </p:sp>
      <p:pic>
        <p:nvPicPr>
          <p:cNvPr id="45" name="Kuva 44" descr="LinkedIn-ikoni.">
            <a:extLst>
              <a:ext uri="{FF2B5EF4-FFF2-40B4-BE49-F238E27FC236}">
                <a16:creationId xmlns:a16="http://schemas.microsoft.com/office/drawing/2014/main" id="{748F7D44-232A-6BB0-A8FB-9882FCBE6AA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539750" y="5202199"/>
            <a:ext cx="240000" cy="240000"/>
          </a:xfrm>
          <a:prstGeom prst="rect">
            <a:avLst/>
          </a:prstGeom>
        </p:spPr>
      </p:pic>
      <p:sp>
        <p:nvSpPr>
          <p:cNvPr id="46" name="Suorakulmio 45">
            <a:extLst>
              <a:ext uri="{FF2B5EF4-FFF2-40B4-BE49-F238E27FC236}">
                <a16:creationId xmlns:a16="http://schemas.microsoft.com/office/drawing/2014/main" id="{8EC39968-1C55-D0A2-4284-F584C92BD6BE}"/>
              </a:ext>
            </a:extLst>
          </p:cNvPr>
          <p:cNvSpPr>
            <a:spLocks/>
          </p:cNvSpPr>
          <p:nvPr userDrawn="1"/>
        </p:nvSpPr>
        <p:spPr>
          <a:xfrm>
            <a:off x="779748" y="5178530"/>
            <a:ext cx="4082581" cy="287338"/>
          </a:xfrm>
          <a:prstGeom prst="rect">
            <a:avLst/>
          </a:prstGeom>
        </p:spPr>
        <p:txBody>
          <a:bodyPr lIns="0" tIns="0" rIns="0" bIns="0" anchor="ctr">
            <a:noAutofit/>
          </a:bodyPr>
          <a:lstStyle/>
          <a:p>
            <a:pPr marL="180000" lvl="0" indent="0">
              <a:lnSpc>
                <a:spcPct val="100000"/>
              </a:lnSpc>
              <a:spcAft>
                <a:spcPts val="1400"/>
              </a:spcAft>
              <a:buClr>
                <a:schemeClr val="tx2"/>
              </a:buClr>
              <a:buFont typeface="Arial" panose="020B0604020202020204" pitchFamily="34" charset="0"/>
              <a:buNone/>
            </a:pPr>
            <a:r>
              <a:rPr lang="fi-FI" sz="14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Länsi-Uudenmaan hyvinvointialue</a:t>
            </a:r>
          </a:p>
        </p:txBody>
      </p:sp>
      <p:sp>
        <p:nvSpPr>
          <p:cNvPr id="47" name="Kuva 4" descr="Viestipalvelu X-ikoni (ent. twitter).">
            <a:extLst>
              <a:ext uri="{FF2B5EF4-FFF2-40B4-BE49-F238E27FC236}">
                <a16:creationId xmlns:a16="http://schemas.microsoft.com/office/drawing/2014/main" id="{132A5878-7981-4B7B-782B-52EA80C88CA9}"/>
              </a:ext>
            </a:extLst>
          </p:cNvPr>
          <p:cNvSpPr>
            <a:spLocks noChangeAspect="1"/>
          </p:cNvSpPr>
          <p:nvPr userDrawn="1"/>
        </p:nvSpPr>
        <p:spPr>
          <a:xfrm>
            <a:off x="548908" y="5578421"/>
            <a:ext cx="239997" cy="245269"/>
          </a:xfrm>
          <a:custGeom>
            <a:avLst/>
            <a:gdLst>
              <a:gd name="connsiteX0" fmla="*/ 3994869 w 6712616"/>
              <a:gd name="connsiteY0" fmla="*/ 2904749 h 6860069"/>
              <a:gd name="connsiteX1" fmla="*/ 6493788 w 6712616"/>
              <a:gd name="connsiteY1" fmla="*/ 0 h 6860069"/>
              <a:gd name="connsiteX2" fmla="*/ 5901628 w 6712616"/>
              <a:gd name="connsiteY2" fmla="*/ 0 h 6860069"/>
              <a:gd name="connsiteX3" fmla="*/ 3731848 w 6712616"/>
              <a:gd name="connsiteY3" fmla="*/ 2522189 h 6860069"/>
              <a:gd name="connsiteX4" fmla="*/ 1998833 w 6712616"/>
              <a:gd name="connsiteY4" fmla="*/ 0 h 6860069"/>
              <a:gd name="connsiteX5" fmla="*/ 0 w 6712616"/>
              <a:gd name="connsiteY5" fmla="*/ 0 h 6860069"/>
              <a:gd name="connsiteX6" fmla="*/ 2620640 w 6712616"/>
              <a:gd name="connsiteY6" fmla="*/ 3813966 h 6860069"/>
              <a:gd name="connsiteX7" fmla="*/ 0 w 6712616"/>
              <a:gd name="connsiteY7" fmla="*/ 6860070 h 6860069"/>
              <a:gd name="connsiteX8" fmla="*/ 592216 w 6712616"/>
              <a:gd name="connsiteY8" fmla="*/ 6860070 h 6860069"/>
              <a:gd name="connsiteX9" fmla="*/ 2883604 w 6712616"/>
              <a:gd name="connsiteY9" fmla="*/ 4196581 h 6860069"/>
              <a:gd name="connsiteX10" fmla="*/ 4713784 w 6712616"/>
              <a:gd name="connsiteY10" fmla="*/ 6860070 h 6860069"/>
              <a:gd name="connsiteX11" fmla="*/ 6712617 w 6712616"/>
              <a:gd name="connsiteY11" fmla="*/ 6860070 h 6860069"/>
              <a:gd name="connsiteX12" fmla="*/ 3994813 w 6712616"/>
              <a:gd name="connsiteY12" fmla="*/ 2904749 h 6860069"/>
              <a:gd name="connsiteX13" fmla="*/ 3994981 w 6712616"/>
              <a:gd name="connsiteY13" fmla="*/ 2904749 h 6860069"/>
              <a:gd name="connsiteX14" fmla="*/ 3183768 w 6712616"/>
              <a:gd name="connsiteY14" fmla="*/ 3847584 h 6860069"/>
              <a:gd name="connsiteX15" fmla="*/ 2918230 w 6712616"/>
              <a:gd name="connsiteY15" fmla="*/ 3467821 h 6860069"/>
              <a:gd name="connsiteX16" fmla="*/ 805563 w 6712616"/>
              <a:gd name="connsiteY16" fmla="*/ 445770 h 6860069"/>
              <a:gd name="connsiteX17" fmla="*/ 1715115 w 6712616"/>
              <a:gd name="connsiteY17" fmla="*/ 445770 h 6860069"/>
              <a:gd name="connsiteX18" fmla="*/ 3420106 w 6712616"/>
              <a:gd name="connsiteY18" fmla="*/ 2884611 h 6860069"/>
              <a:gd name="connsiteX19" fmla="*/ 3685644 w 6712616"/>
              <a:gd name="connsiteY19" fmla="*/ 3264375 h 6860069"/>
              <a:gd name="connsiteX20" fmla="*/ 5901907 w 6712616"/>
              <a:gd name="connsiteY20" fmla="*/ 6434494 h 6860069"/>
              <a:gd name="connsiteX21" fmla="*/ 4992356 w 6712616"/>
              <a:gd name="connsiteY21" fmla="*/ 6434494 h 6860069"/>
              <a:gd name="connsiteX22" fmla="*/ 3183824 w 6712616"/>
              <a:gd name="connsiteY22" fmla="*/ 3847640 h 6860069"/>
              <a:gd name="connsiteX23" fmla="*/ 3183824 w 6712616"/>
              <a:gd name="connsiteY23" fmla="*/ 3847472 h 6860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712616" h="6860069">
                <a:moveTo>
                  <a:pt x="3994869" y="2904749"/>
                </a:moveTo>
                <a:lnTo>
                  <a:pt x="6493788" y="0"/>
                </a:lnTo>
                <a:lnTo>
                  <a:pt x="5901628" y="0"/>
                </a:lnTo>
                <a:lnTo>
                  <a:pt x="3731848" y="2522189"/>
                </a:lnTo>
                <a:lnTo>
                  <a:pt x="1998833" y="0"/>
                </a:lnTo>
                <a:lnTo>
                  <a:pt x="0" y="0"/>
                </a:lnTo>
                <a:lnTo>
                  <a:pt x="2620640" y="3813966"/>
                </a:lnTo>
                <a:lnTo>
                  <a:pt x="0" y="6860070"/>
                </a:lnTo>
                <a:lnTo>
                  <a:pt x="592216" y="6860070"/>
                </a:lnTo>
                <a:lnTo>
                  <a:pt x="2883604" y="4196581"/>
                </a:lnTo>
                <a:lnTo>
                  <a:pt x="4713784" y="6860070"/>
                </a:lnTo>
                <a:lnTo>
                  <a:pt x="6712617" y="6860070"/>
                </a:lnTo>
                <a:lnTo>
                  <a:pt x="3994813" y="2904749"/>
                </a:lnTo>
                <a:lnTo>
                  <a:pt x="3994981" y="2904749"/>
                </a:lnTo>
                <a:close/>
                <a:moveTo>
                  <a:pt x="3183768" y="3847584"/>
                </a:moveTo>
                <a:lnTo>
                  <a:pt x="2918230" y="3467821"/>
                </a:lnTo>
                <a:lnTo>
                  <a:pt x="805563" y="445770"/>
                </a:lnTo>
                <a:lnTo>
                  <a:pt x="1715115" y="445770"/>
                </a:lnTo>
                <a:lnTo>
                  <a:pt x="3420106" y="2884611"/>
                </a:lnTo>
                <a:lnTo>
                  <a:pt x="3685644" y="3264375"/>
                </a:lnTo>
                <a:lnTo>
                  <a:pt x="5901907" y="6434494"/>
                </a:lnTo>
                <a:lnTo>
                  <a:pt x="4992356" y="6434494"/>
                </a:lnTo>
                <a:lnTo>
                  <a:pt x="3183824" y="3847640"/>
                </a:lnTo>
                <a:lnTo>
                  <a:pt x="3183824" y="3847472"/>
                </a:lnTo>
                <a:close/>
              </a:path>
            </a:pathLst>
          </a:custGeom>
          <a:solidFill>
            <a:schemeClr val="accent4"/>
          </a:solidFill>
          <a:ln w="5588" cap="flat">
            <a:noFill/>
            <a:prstDash val="solid"/>
            <a:miter/>
          </a:ln>
        </p:spPr>
        <p:txBody>
          <a:bodyPr rtlCol="0" anchor="ctr"/>
          <a:lstStyle/>
          <a:p>
            <a:endParaRPr lang="fi-FI"/>
          </a:p>
        </p:txBody>
      </p:sp>
      <p:sp>
        <p:nvSpPr>
          <p:cNvPr id="3" name="Suorakulmio 2">
            <a:extLst>
              <a:ext uri="{FF2B5EF4-FFF2-40B4-BE49-F238E27FC236}">
                <a16:creationId xmlns:a16="http://schemas.microsoft.com/office/drawing/2014/main" id="{60338E5D-3CB0-F34F-B705-C5315A3E7066}"/>
              </a:ext>
            </a:extLst>
          </p:cNvPr>
          <p:cNvSpPr>
            <a:spLocks/>
          </p:cNvSpPr>
          <p:nvPr userDrawn="1"/>
        </p:nvSpPr>
        <p:spPr>
          <a:xfrm>
            <a:off x="802573" y="5578421"/>
            <a:ext cx="1926878" cy="248751"/>
          </a:xfrm>
          <a:prstGeom prst="rect">
            <a:avLst/>
          </a:prstGeom>
        </p:spPr>
        <p:txBody>
          <a:bodyPr lIns="0" tIns="0" rIns="0" bIns="0" anchor="ctr">
            <a:noAutofit/>
          </a:bodyPr>
          <a:lstStyle/>
          <a:p>
            <a:pPr marL="180000" lvl="0" indent="0">
              <a:lnSpc>
                <a:spcPct val="100000"/>
              </a:lnSpc>
              <a:spcAft>
                <a:spcPts val="1400"/>
              </a:spcAft>
              <a:buClr>
                <a:schemeClr val="tx2"/>
              </a:buClr>
              <a:buFont typeface="Arial" panose="020B0604020202020204" pitchFamily="34" charset="0"/>
              <a:buNone/>
            </a:pPr>
            <a:r>
              <a:rPr lang="fi-FI" sz="14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@LUhyvinvointi</a:t>
            </a:r>
          </a:p>
        </p:txBody>
      </p:sp>
      <p:sp>
        <p:nvSpPr>
          <p:cNvPr id="5" name="Suorakulmio 4">
            <a:extLst>
              <a:ext uri="{FF2B5EF4-FFF2-40B4-BE49-F238E27FC236}">
                <a16:creationId xmlns:a16="http://schemas.microsoft.com/office/drawing/2014/main" id="{573A7A29-756D-769C-D977-0BBA85F8E7E3}"/>
              </a:ext>
            </a:extLst>
          </p:cNvPr>
          <p:cNvSpPr>
            <a:spLocks/>
          </p:cNvSpPr>
          <p:nvPr userDrawn="1"/>
        </p:nvSpPr>
        <p:spPr>
          <a:xfrm>
            <a:off x="2668949" y="5578421"/>
            <a:ext cx="1926878" cy="248751"/>
          </a:xfrm>
          <a:prstGeom prst="rect">
            <a:avLst/>
          </a:prstGeom>
        </p:spPr>
        <p:txBody>
          <a:bodyPr lIns="0" tIns="0" rIns="0" bIns="0" anchor="ctr">
            <a:noAutofit/>
          </a:bodyPr>
          <a:lstStyle/>
          <a:p>
            <a:pPr marL="180000" lvl="0" indent="0">
              <a:lnSpc>
                <a:spcPct val="100000"/>
              </a:lnSpc>
              <a:spcAft>
                <a:spcPts val="1400"/>
              </a:spcAft>
              <a:buClr>
                <a:schemeClr val="tx2"/>
              </a:buClr>
              <a:buFont typeface="Arial" panose="020B0604020202020204" pitchFamily="34" charset="0"/>
              <a:buNone/>
            </a:pPr>
            <a:r>
              <a:rPr lang="fi-FI" sz="14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@LUpelastus</a:t>
            </a:r>
          </a:p>
        </p:txBody>
      </p:sp>
      <p:pic>
        <p:nvPicPr>
          <p:cNvPr id="49" name="Kuva 48" descr="Youtube-ikoni.">
            <a:extLst>
              <a:ext uri="{FF2B5EF4-FFF2-40B4-BE49-F238E27FC236}">
                <a16:creationId xmlns:a16="http://schemas.microsoft.com/office/drawing/2014/main" id="{DB2F0199-6912-6EE9-5871-47D3726F6195}"/>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539751" y="5983216"/>
            <a:ext cx="239997" cy="171427"/>
          </a:xfrm>
          <a:prstGeom prst="rect">
            <a:avLst/>
          </a:prstGeom>
        </p:spPr>
      </p:pic>
      <p:sp>
        <p:nvSpPr>
          <p:cNvPr id="50" name="Suorakulmio 49">
            <a:extLst>
              <a:ext uri="{FF2B5EF4-FFF2-40B4-BE49-F238E27FC236}">
                <a16:creationId xmlns:a16="http://schemas.microsoft.com/office/drawing/2014/main" id="{C5C2AC89-53EE-A1E6-C23C-74C16CC6E381}"/>
              </a:ext>
            </a:extLst>
          </p:cNvPr>
          <p:cNvSpPr>
            <a:spLocks/>
          </p:cNvSpPr>
          <p:nvPr userDrawn="1"/>
        </p:nvSpPr>
        <p:spPr>
          <a:xfrm>
            <a:off x="788905" y="5943871"/>
            <a:ext cx="4215827" cy="245269"/>
          </a:xfrm>
          <a:prstGeom prst="rect">
            <a:avLst/>
          </a:prstGeom>
        </p:spPr>
        <p:txBody>
          <a:bodyPr lIns="0" tIns="0" rIns="0" bIns="0">
            <a:noAutofit/>
          </a:bodyPr>
          <a:lstStyle/>
          <a:p>
            <a:pPr marL="180000" lvl="0" indent="0">
              <a:lnSpc>
                <a:spcPct val="100000"/>
              </a:lnSpc>
              <a:spcAft>
                <a:spcPts val="1400"/>
              </a:spcAft>
              <a:buClr>
                <a:schemeClr val="tx2"/>
              </a:buClr>
              <a:buFont typeface="Arial" panose="020B0604020202020204" pitchFamily="34" charset="0"/>
              <a:buNone/>
            </a:pPr>
            <a:r>
              <a:rPr lang="fi-FI" sz="14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Länsi-Uudenmaan hyvinvointialue</a:t>
            </a:r>
          </a:p>
        </p:txBody>
      </p:sp>
      <p:sp>
        <p:nvSpPr>
          <p:cNvPr id="37" name="Suorakulmio 36">
            <a:extLst>
              <a:ext uri="{FF2B5EF4-FFF2-40B4-BE49-F238E27FC236}">
                <a16:creationId xmlns:a16="http://schemas.microsoft.com/office/drawing/2014/main" id="{8AD92979-3252-4879-2BE4-7473FCA78280}"/>
              </a:ext>
              <a:ext uri="{C183D7F6-B498-43B3-948B-1728B52AA6E4}">
                <adec:decorative xmlns:adec="http://schemas.microsoft.com/office/drawing/2017/decorative" val="1"/>
              </a:ext>
            </a:extLst>
          </p:cNvPr>
          <p:cNvSpPr/>
          <p:nvPr userDrawn="1"/>
        </p:nvSpPr>
        <p:spPr>
          <a:xfrm rot="16200000">
            <a:off x="10915691" y="5040351"/>
            <a:ext cx="2010676" cy="541947"/>
          </a:xfrm>
          <a:prstGeom prst="rect">
            <a:avLst/>
          </a:prstGeom>
          <a:solidFill>
            <a:schemeClr val="accent3"/>
          </a:solidFill>
        </p:spPr>
        <p:txBody>
          <a:bodyPr lIns="0" tIns="0" rIns="0" bIns="0" anchor="t" anchorCtr="0">
            <a:noAutofit/>
          </a:bodyPr>
          <a:lstStyle/>
          <a:p>
            <a:pPr algn="l">
              <a:lnSpc>
                <a:spcPct val="90000"/>
              </a:lnSpc>
            </a:pPr>
            <a:r>
              <a:rPr lang="fi-FI" sz="1400" b="0" i="0" u="sng" baseline="0" noProof="1">
                <a:solidFill>
                  <a:schemeClr val="bg1"/>
                </a:solidFill>
                <a:effectLst/>
                <a:uFill>
                  <a:solidFill>
                    <a:schemeClr val="accent3"/>
                  </a:solidFill>
                </a:uFill>
                <a:latin typeface="Verdana" panose="020B0604030504040204" pitchFamily="34" charset="0"/>
                <a:ea typeface="Verdana" panose="020B0604030504040204" pitchFamily="34" charset="0"/>
                <a:cs typeface="Segoe UI" panose="020B0502040204020203" pitchFamily="34" charset="0"/>
              </a:rPr>
              <a:t>www.</a:t>
            </a:r>
            <a:r>
              <a:rPr lang="en-FI" sz="1400" b="0" i="0" u="sng" baseline="0" noProof="1">
                <a:solidFill>
                  <a:schemeClr val="bg1"/>
                </a:solidFill>
                <a:effectLst/>
                <a:uFill>
                  <a:solidFill>
                    <a:schemeClr val="accent3"/>
                  </a:solidFill>
                </a:uFill>
                <a:latin typeface="Verdana" panose="020B0604030504040204" pitchFamily="34" charset="0"/>
                <a:ea typeface="Verdana" panose="020B0604030504040204" pitchFamily="34" charset="0"/>
                <a:cs typeface="Segoe UI" panose="020B0502040204020203" pitchFamily="34" charset="0"/>
              </a:rPr>
              <a:t>luvn</a:t>
            </a:r>
            <a:r>
              <a:rPr lang="fi-FI" sz="1400" b="0" i="0" u="sng" baseline="0" noProof="1">
                <a:solidFill>
                  <a:schemeClr val="bg1"/>
                </a:solidFill>
                <a:effectLst/>
                <a:uFill>
                  <a:solidFill>
                    <a:schemeClr val="accent3"/>
                  </a:solidFill>
                </a:uFill>
                <a:latin typeface="Verdana" panose="020B0604030504040204" pitchFamily="34" charset="0"/>
                <a:ea typeface="Verdana" panose="020B0604030504040204" pitchFamily="34" charset="0"/>
                <a:cs typeface="Segoe UI" panose="020B0502040204020203" pitchFamily="34" charset="0"/>
              </a:rPr>
              <a:t>.fi</a:t>
            </a:r>
            <a:endParaRPr lang="fi-FI" sz="1400" b="0" i="0" u="sng" baseline="0" noProof="1">
              <a:solidFill>
                <a:schemeClr val="bg1"/>
              </a:solidFill>
              <a:uFill>
                <a:solidFill>
                  <a:schemeClr val="accent3"/>
                </a:solidFill>
              </a:uFill>
              <a:latin typeface="Verdana" panose="020B0604030504040204" pitchFamily="34" charset="0"/>
              <a:ea typeface="Verdana" panose="020B0604030504040204" pitchFamily="34" charset="0"/>
              <a:cs typeface="Segoe UI" panose="020B0502040204020203" pitchFamily="34" charset="0"/>
            </a:endParaRPr>
          </a:p>
        </p:txBody>
      </p:sp>
      <p:sp>
        <p:nvSpPr>
          <p:cNvPr id="2" name="Tekstiruutu 1">
            <a:extLst>
              <a:ext uri="{FF2B5EF4-FFF2-40B4-BE49-F238E27FC236}">
                <a16:creationId xmlns:a16="http://schemas.microsoft.com/office/drawing/2014/main" id="{7FD2C471-1260-5500-7901-88344E9CD4FD}"/>
              </a:ext>
            </a:extLst>
          </p:cNvPr>
          <p:cNvSpPr txBox="1"/>
          <p:nvPr userDrawn="1"/>
        </p:nvSpPr>
        <p:spPr>
          <a:xfrm>
            <a:off x="-5232400" y="4006851"/>
            <a:ext cx="5080000" cy="3155949"/>
          </a:xfrm>
          <a:prstGeom prst="rect">
            <a:avLst/>
          </a:prstGeom>
          <a:noFill/>
        </p:spPr>
        <p:txBody>
          <a:bodyPr wrap="square" lIns="0" tIns="0" rIns="0" bIns="0" rtlCol="0">
            <a:noAutofit/>
          </a:bodyPr>
          <a:lstStyle/>
          <a:p>
            <a:pPr algn="l">
              <a:lnSpc>
                <a:spcPct val="150000"/>
              </a:lnSpc>
            </a:pPr>
            <a:r>
              <a:rPr lang="fi-FI" sz="1100" u="none" dirty="0">
                <a:solidFill>
                  <a:schemeClr val="accent3"/>
                </a:solidFill>
                <a:hlinkClick r:id="rId6">
                  <a:extLst>
                    <a:ext uri="{A12FA001-AC4F-418D-AE19-62706E023703}">
                      <ahyp:hlinkClr xmlns:ahyp="http://schemas.microsoft.com/office/drawing/2018/hyperlinkcolor" val="tx"/>
                    </a:ext>
                  </a:extLst>
                </a:hlinkClick>
              </a:rPr>
              <a:t>https://www.facebook.com/LansiUudenmaanHyvinvointialue</a:t>
            </a:r>
            <a:endParaRPr lang="fi-FI" sz="1100" u="none" dirty="0">
              <a:solidFill>
                <a:schemeClr val="accent3"/>
              </a:solidFill>
            </a:endParaRPr>
          </a:p>
          <a:p>
            <a:pPr algn="l">
              <a:lnSpc>
                <a:spcPct val="150000"/>
              </a:lnSpc>
            </a:pPr>
            <a:r>
              <a:rPr lang="fi-FI" sz="1100" u="none" dirty="0">
                <a:solidFill>
                  <a:schemeClr val="accent3"/>
                </a:solidFill>
                <a:hlinkClick r:id="rId7">
                  <a:extLst>
                    <a:ext uri="{A12FA001-AC4F-418D-AE19-62706E023703}">
                      <ahyp:hlinkClr xmlns:ahyp="http://schemas.microsoft.com/office/drawing/2018/hyperlinkcolor" val="tx"/>
                    </a:ext>
                  </a:extLst>
                </a:hlinkClick>
              </a:rPr>
              <a:t>https://www.instagram.com/luhyvinvointialue/</a:t>
            </a:r>
            <a:endParaRPr lang="fi-FI" sz="1100" u="none" dirty="0">
              <a:solidFill>
                <a:schemeClr val="accent3"/>
              </a:solidFill>
            </a:endParaRPr>
          </a:p>
          <a:p>
            <a:pPr algn="l">
              <a:lnSpc>
                <a:spcPct val="150000"/>
              </a:lnSpc>
            </a:pPr>
            <a:r>
              <a:rPr lang="fi-FI" sz="1100" dirty="0">
                <a:solidFill>
                  <a:schemeClr val="accent3"/>
                </a:solidFill>
                <a:hlinkClick r:id="rId8">
                  <a:extLst>
                    <a:ext uri="{A12FA001-AC4F-418D-AE19-62706E023703}">
                      <ahyp:hlinkClr xmlns:ahyp="http://schemas.microsoft.com/office/drawing/2018/hyperlinkcolor" val="tx"/>
                    </a:ext>
                  </a:extLst>
                </a:hlinkClick>
              </a:rPr>
              <a:t>https://www.linkedin.com/company/lansiuudenmaanhyvinvointialue</a:t>
            </a:r>
            <a:endParaRPr lang="fi-FI" sz="1100" dirty="0">
              <a:solidFill>
                <a:schemeClr val="accent3"/>
              </a:solidFill>
            </a:endParaRPr>
          </a:p>
          <a:p>
            <a:pPr algn="l">
              <a:lnSpc>
                <a:spcPct val="150000"/>
              </a:lnSpc>
            </a:pPr>
            <a:r>
              <a:rPr lang="fi-FI" sz="1100" dirty="0">
                <a:solidFill>
                  <a:schemeClr val="accent3"/>
                </a:solidFill>
                <a:hlinkClick r:id="rId9">
                  <a:extLst>
                    <a:ext uri="{A12FA001-AC4F-418D-AE19-62706E023703}">
                      <ahyp:hlinkClr xmlns:ahyp="http://schemas.microsoft.com/office/drawing/2018/hyperlinkcolor" val="tx"/>
                    </a:ext>
                  </a:extLst>
                </a:hlinkClick>
              </a:rPr>
              <a:t>https://x.com/LUhyvinvointi</a:t>
            </a:r>
            <a:endParaRPr lang="fi-FI" sz="1100" dirty="0">
              <a:solidFill>
                <a:schemeClr val="accent3"/>
              </a:solidFill>
            </a:endParaRPr>
          </a:p>
          <a:p>
            <a:pPr algn="l">
              <a:lnSpc>
                <a:spcPct val="150000"/>
              </a:lnSpc>
            </a:pPr>
            <a:r>
              <a:rPr lang="fi-FI" sz="1100" u="none" dirty="0">
                <a:solidFill>
                  <a:schemeClr val="accent3"/>
                </a:solidFill>
                <a:hlinkClick r:id="rId10">
                  <a:extLst>
                    <a:ext uri="{A12FA001-AC4F-418D-AE19-62706E023703}">
                      <ahyp:hlinkClr xmlns:ahyp="http://schemas.microsoft.com/office/drawing/2018/hyperlinkcolor" val="tx"/>
                    </a:ext>
                  </a:extLst>
                </a:hlinkClick>
              </a:rPr>
              <a:t>https://x.com/LUpelastus</a:t>
            </a:r>
            <a:endParaRPr lang="fi-FI" sz="1100" u="none" dirty="0">
              <a:solidFill>
                <a:schemeClr val="accent3"/>
              </a:solidFill>
            </a:endParaRPr>
          </a:p>
          <a:p>
            <a:pPr algn="l">
              <a:lnSpc>
                <a:spcPct val="150000"/>
              </a:lnSpc>
            </a:pPr>
            <a:r>
              <a:rPr lang="fi-FI" sz="1100" dirty="0">
                <a:solidFill>
                  <a:schemeClr val="accent3"/>
                </a:solidFill>
                <a:hlinkClick r:id="rId11">
                  <a:extLst>
                    <a:ext uri="{A12FA001-AC4F-418D-AE19-62706E023703}">
                      <ahyp:hlinkClr xmlns:ahyp="http://schemas.microsoft.com/office/drawing/2018/hyperlinkcolor" val="tx"/>
                    </a:ext>
                  </a:extLst>
                </a:hlinkClick>
              </a:rPr>
              <a:t>https://www.youtube.com/channel/UCx_t523hylIHyrN0B6IdPTA</a:t>
            </a:r>
            <a:endParaRPr lang="fi-FI" sz="1100" u="none" dirty="0">
              <a:solidFill>
                <a:schemeClr val="accent3"/>
              </a:solidFill>
            </a:endParaRPr>
          </a:p>
          <a:p>
            <a:pPr algn="l">
              <a:lnSpc>
                <a:spcPct val="150000"/>
              </a:lnSpc>
            </a:pPr>
            <a:endParaRPr lang="fi-FI" sz="1100" u="none" dirty="0">
              <a:solidFill>
                <a:schemeClr val="accent3"/>
              </a:solidFill>
            </a:endParaRPr>
          </a:p>
        </p:txBody>
      </p:sp>
    </p:spTree>
    <p:extLst>
      <p:ext uri="{BB962C8B-B14F-4D97-AF65-F5344CB8AC3E}">
        <p14:creationId xmlns:p14="http://schemas.microsoft.com/office/powerpoint/2010/main" val="37203852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Lopetussivu Kartalla 2">
    <p:bg>
      <p:bgPr>
        <a:solidFill>
          <a:schemeClr val="accent1"/>
        </a:solidFill>
        <a:effectLst/>
      </p:bgPr>
    </p:bg>
    <p:spTree>
      <p:nvGrpSpPr>
        <p:cNvPr id="1" name=""/>
        <p:cNvGrpSpPr/>
        <p:nvPr/>
      </p:nvGrpSpPr>
      <p:grpSpPr>
        <a:xfrm>
          <a:off x="0" y="0"/>
          <a:ext cx="0" cy="0"/>
          <a:chOff x="0" y="0"/>
          <a:chExt cx="0" cy="0"/>
        </a:xfrm>
      </p:grpSpPr>
      <p:sp>
        <p:nvSpPr>
          <p:cNvPr id="35" name="Otsikko 34">
            <a:extLst>
              <a:ext uri="{FF2B5EF4-FFF2-40B4-BE49-F238E27FC236}">
                <a16:creationId xmlns:a16="http://schemas.microsoft.com/office/drawing/2014/main" id="{634CBF1F-3D47-E8C3-FB55-1B6D6E557DB7}"/>
              </a:ext>
            </a:extLst>
          </p:cNvPr>
          <p:cNvSpPr>
            <a:spLocks noGrp="1"/>
          </p:cNvSpPr>
          <p:nvPr userDrawn="1">
            <p:ph type="title"/>
          </p:nvPr>
        </p:nvSpPr>
        <p:spPr>
          <a:xfrm>
            <a:off x="539751" y="1984374"/>
            <a:ext cx="6461494" cy="866776"/>
          </a:xfrm>
        </p:spPr>
        <p:txBody>
          <a:bodyPr/>
          <a:lstStyle>
            <a:lvl1pPr>
              <a:defRPr sz="4400">
                <a:solidFill>
                  <a:schemeClr val="bg1"/>
                </a:solidFill>
              </a:defRPr>
            </a:lvl1pPr>
          </a:lstStyle>
          <a:p>
            <a:r>
              <a:rPr lang="fi-FI"/>
              <a:t>Muokkaa ots. perustyyl. napsautt.</a:t>
            </a:r>
          </a:p>
        </p:txBody>
      </p:sp>
      <p:sp>
        <p:nvSpPr>
          <p:cNvPr id="36" name="Vapaamuotoinen: Muoto 35" descr="Länsi-Uudenmaan hyvinvointialueen tunnus.">
            <a:extLst>
              <a:ext uri="{FF2B5EF4-FFF2-40B4-BE49-F238E27FC236}">
                <a16:creationId xmlns:a16="http://schemas.microsoft.com/office/drawing/2014/main" id="{93447263-93A9-5AB9-B39F-ADCC7CC8207F}"/>
              </a:ext>
            </a:extLst>
          </p:cNvPr>
          <p:cNvSpPr>
            <a:spLocks noChangeAspect="1"/>
          </p:cNvSpPr>
          <p:nvPr userDrawn="1"/>
        </p:nvSpPr>
        <p:spPr>
          <a:xfrm>
            <a:off x="547369" y="546240"/>
            <a:ext cx="4243160" cy="540000"/>
          </a:xfrm>
          <a:custGeom>
            <a:avLst/>
            <a:gdLst>
              <a:gd name="connsiteX0" fmla="*/ 1690184 w 2906005"/>
              <a:gd name="connsiteY0" fmla="*/ 254217 h 369828"/>
              <a:gd name="connsiteX1" fmla="*/ 1678333 w 2906005"/>
              <a:gd name="connsiteY1" fmla="*/ 257373 h 369828"/>
              <a:gd name="connsiteX2" fmla="*/ 1669509 w 2906005"/>
              <a:gd name="connsiteY2" fmla="*/ 266519 h 369828"/>
              <a:gd name="connsiteX3" fmla="*/ 1666160 w 2906005"/>
              <a:gd name="connsiteY3" fmla="*/ 280753 h 369828"/>
              <a:gd name="connsiteX4" fmla="*/ 1669509 w 2906005"/>
              <a:gd name="connsiteY4" fmla="*/ 295180 h 369828"/>
              <a:gd name="connsiteX5" fmla="*/ 1678397 w 2906005"/>
              <a:gd name="connsiteY5" fmla="*/ 304648 h 369828"/>
              <a:gd name="connsiteX6" fmla="*/ 1690184 w 2906005"/>
              <a:gd name="connsiteY6" fmla="*/ 307933 h 369828"/>
              <a:gd name="connsiteX7" fmla="*/ 1702228 w 2906005"/>
              <a:gd name="connsiteY7" fmla="*/ 304713 h 369828"/>
              <a:gd name="connsiteX8" fmla="*/ 1711116 w 2906005"/>
              <a:gd name="connsiteY8" fmla="*/ 295502 h 369828"/>
              <a:gd name="connsiteX9" fmla="*/ 1714401 w 2906005"/>
              <a:gd name="connsiteY9" fmla="*/ 281075 h 369828"/>
              <a:gd name="connsiteX10" fmla="*/ 1711116 w 2906005"/>
              <a:gd name="connsiteY10" fmla="*/ 266648 h 369828"/>
              <a:gd name="connsiteX11" fmla="*/ 1702228 w 2906005"/>
              <a:gd name="connsiteY11" fmla="*/ 257437 h 369828"/>
              <a:gd name="connsiteX12" fmla="*/ 1690184 w 2906005"/>
              <a:gd name="connsiteY12" fmla="*/ 254217 h 369828"/>
              <a:gd name="connsiteX13" fmla="*/ 1476028 w 2906005"/>
              <a:gd name="connsiteY13" fmla="*/ 254217 h 369828"/>
              <a:gd name="connsiteX14" fmla="*/ 1464177 w 2906005"/>
              <a:gd name="connsiteY14" fmla="*/ 257373 h 369828"/>
              <a:gd name="connsiteX15" fmla="*/ 1455353 w 2906005"/>
              <a:gd name="connsiteY15" fmla="*/ 266519 h 369828"/>
              <a:gd name="connsiteX16" fmla="*/ 1452004 w 2906005"/>
              <a:gd name="connsiteY16" fmla="*/ 280753 h 369828"/>
              <a:gd name="connsiteX17" fmla="*/ 1455353 w 2906005"/>
              <a:gd name="connsiteY17" fmla="*/ 295180 h 369828"/>
              <a:gd name="connsiteX18" fmla="*/ 1464241 w 2906005"/>
              <a:gd name="connsiteY18" fmla="*/ 304648 h 369828"/>
              <a:gd name="connsiteX19" fmla="*/ 1476028 w 2906005"/>
              <a:gd name="connsiteY19" fmla="*/ 307933 h 369828"/>
              <a:gd name="connsiteX20" fmla="*/ 1488072 w 2906005"/>
              <a:gd name="connsiteY20" fmla="*/ 304713 h 369828"/>
              <a:gd name="connsiteX21" fmla="*/ 1496960 w 2906005"/>
              <a:gd name="connsiteY21" fmla="*/ 295502 h 369828"/>
              <a:gd name="connsiteX22" fmla="*/ 1500245 w 2906005"/>
              <a:gd name="connsiteY22" fmla="*/ 281075 h 369828"/>
              <a:gd name="connsiteX23" fmla="*/ 1496960 w 2906005"/>
              <a:gd name="connsiteY23" fmla="*/ 266648 h 369828"/>
              <a:gd name="connsiteX24" fmla="*/ 1488072 w 2906005"/>
              <a:gd name="connsiteY24" fmla="*/ 257437 h 369828"/>
              <a:gd name="connsiteX25" fmla="*/ 1476028 w 2906005"/>
              <a:gd name="connsiteY25" fmla="*/ 254217 h 369828"/>
              <a:gd name="connsiteX26" fmla="*/ 916520 w 2906005"/>
              <a:gd name="connsiteY26" fmla="*/ 254217 h 369828"/>
              <a:gd name="connsiteX27" fmla="*/ 904669 w 2906005"/>
              <a:gd name="connsiteY27" fmla="*/ 257373 h 369828"/>
              <a:gd name="connsiteX28" fmla="*/ 895845 w 2906005"/>
              <a:gd name="connsiteY28" fmla="*/ 266519 h 369828"/>
              <a:gd name="connsiteX29" fmla="*/ 892496 w 2906005"/>
              <a:gd name="connsiteY29" fmla="*/ 280753 h 369828"/>
              <a:gd name="connsiteX30" fmla="*/ 895845 w 2906005"/>
              <a:gd name="connsiteY30" fmla="*/ 295180 h 369828"/>
              <a:gd name="connsiteX31" fmla="*/ 904733 w 2906005"/>
              <a:gd name="connsiteY31" fmla="*/ 304648 h 369828"/>
              <a:gd name="connsiteX32" fmla="*/ 916520 w 2906005"/>
              <a:gd name="connsiteY32" fmla="*/ 307933 h 369828"/>
              <a:gd name="connsiteX33" fmla="*/ 928564 w 2906005"/>
              <a:gd name="connsiteY33" fmla="*/ 304712 h 369828"/>
              <a:gd name="connsiteX34" fmla="*/ 937452 w 2906005"/>
              <a:gd name="connsiteY34" fmla="*/ 295502 h 369828"/>
              <a:gd name="connsiteX35" fmla="*/ 940737 w 2906005"/>
              <a:gd name="connsiteY35" fmla="*/ 281075 h 369828"/>
              <a:gd name="connsiteX36" fmla="*/ 937452 w 2906005"/>
              <a:gd name="connsiteY36" fmla="*/ 266648 h 369828"/>
              <a:gd name="connsiteX37" fmla="*/ 928564 w 2906005"/>
              <a:gd name="connsiteY37" fmla="*/ 257437 h 369828"/>
              <a:gd name="connsiteX38" fmla="*/ 916520 w 2906005"/>
              <a:gd name="connsiteY38" fmla="*/ 254217 h 369828"/>
              <a:gd name="connsiteX39" fmla="*/ 499416 w 2906005"/>
              <a:gd name="connsiteY39" fmla="*/ 254217 h 369828"/>
              <a:gd name="connsiteX40" fmla="*/ 487565 w 2906005"/>
              <a:gd name="connsiteY40" fmla="*/ 257373 h 369828"/>
              <a:gd name="connsiteX41" fmla="*/ 478741 w 2906005"/>
              <a:gd name="connsiteY41" fmla="*/ 266519 h 369828"/>
              <a:gd name="connsiteX42" fmla="*/ 475392 w 2906005"/>
              <a:gd name="connsiteY42" fmla="*/ 280753 h 369828"/>
              <a:gd name="connsiteX43" fmla="*/ 478741 w 2906005"/>
              <a:gd name="connsiteY43" fmla="*/ 295180 h 369828"/>
              <a:gd name="connsiteX44" fmla="*/ 487629 w 2906005"/>
              <a:gd name="connsiteY44" fmla="*/ 304648 h 369828"/>
              <a:gd name="connsiteX45" fmla="*/ 499416 w 2906005"/>
              <a:gd name="connsiteY45" fmla="*/ 307933 h 369828"/>
              <a:gd name="connsiteX46" fmla="*/ 511460 w 2906005"/>
              <a:gd name="connsiteY46" fmla="*/ 304712 h 369828"/>
              <a:gd name="connsiteX47" fmla="*/ 520348 w 2906005"/>
              <a:gd name="connsiteY47" fmla="*/ 295502 h 369828"/>
              <a:gd name="connsiteX48" fmla="*/ 523633 w 2906005"/>
              <a:gd name="connsiteY48" fmla="*/ 281075 h 369828"/>
              <a:gd name="connsiteX49" fmla="*/ 520348 w 2906005"/>
              <a:gd name="connsiteY49" fmla="*/ 266648 h 369828"/>
              <a:gd name="connsiteX50" fmla="*/ 511460 w 2906005"/>
              <a:gd name="connsiteY50" fmla="*/ 257437 h 369828"/>
              <a:gd name="connsiteX51" fmla="*/ 499416 w 2906005"/>
              <a:gd name="connsiteY51" fmla="*/ 254217 h 369828"/>
              <a:gd name="connsiteX52" fmla="*/ 167717 w 2906005"/>
              <a:gd name="connsiteY52" fmla="*/ 254217 h 369828"/>
              <a:gd name="connsiteX53" fmla="*/ 155866 w 2906005"/>
              <a:gd name="connsiteY53" fmla="*/ 257373 h 369828"/>
              <a:gd name="connsiteX54" fmla="*/ 147042 w 2906005"/>
              <a:gd name="connsiteY54" fmla="*/ 266519 h 369828"/>
              <a:gd name="connsiteX55" fmla="*/ 143693 w 2906005"/>
              <a:gd name="connsiteY55" fmla="*/ 280753 h 369828"/>
              <a:gd name="connsiteX56" fmla="*/ 147042 w 2906005"/>
              <a:gd name="connsiteY56" fmla="*/ 295180 h 369828"/>
              <a:gd name="connsiteX57" fmla="*/ 155930 w 2906005"/>
              <a:gd name="connsiteY57" fmla="*/ 304648 h 369828"/>
              <a:gd name="connsiteX58" fmla="*/ 167717 w 2906005"/>
              <a:gd name="connsiteY58" fmla="*/ 307933 h 369828"/>
              <a:gd name="connsiteX59" fmla="*/ 179761 w 2906005"/>
              <a:gd name="connsiteY59" fmla="*/ 304713 h 369828"/>
              <a:gd name="connsiteX60" fmla="*/ 188649 w 2906005"/>
              <a:gd name="connsiteY60" fmla="*/ 295502 h 369828"/>
              <a:gd name="connsiteX61" fmla="*/ 191934 w 2906005"/>
              <a:gd name="connsiteY61" fmla="*/ 281075 h 369828"/>
              <a:gd name="connsiteX62" fmla="*/ 188649 w 2906005"/>
              <a:gd name="connsiteY62" fmla="*/ 266648 h 369828"/>
              <a:gd name="connsiteX63" fmla="*/ 179761 w 2906005"/>
              <a:gd name="connsiteY63" fmla="*/ 257437 h 369828"/>
              <a:gd name="connsiteX64" fmla="*/ 167717 w 2906005"/>
              <a:gd name="connsiteY64" fmla="*/ 254217 h 369828"/>
              <a:gd name="connsiteX65" fmla="*/ 2525292 w 2906005"/>
              <a:gd name="connsiteY65" fmla="*/ 254216 h 369828"/>
              <a:gd name="connsiteX66" fmla="*/ 2513441 w 2906005"/>
              <a:gd name="connsiteY66" fmla="*/ 257372 h 369828"/>
              <a:gd name="connsiteX67" fmla="*/ 2504617 w 2906005"/>
              <a:gd name="connsiteY67" fmla="*/ 266518 h 369828"/>
              <a:gd name="connsiteX68" fmla="*/ 2501268 w 2906005"/>
              <a:gd name="connsiteY68" fmla="*/ 280752 h 369828"/>
              <a:gd name="connsiteX69" fmla="*/ 2504617 w 2906005"/>
              <a:gd name="connsiteY69" fmla="*/ 295179 h 369828"/>
              <a:gd name="connsiteX70" fmla="*/ 2513505 w 2906005"/>
              <a:gd name="connsiteY70" fmla="*/ 304647 h 369828"/>
              <a:gd name="connsiteX71" fmla="*/ 2525292 w 2906005"/>
              <a:gd name="connsiteY71" fmla="*/ 307932 h 369828"/>
              <a:gd name="connsiteX72" fmla="*/ 2537336 w 2906005"/>
              <a:gd name="connsiteY72" fmla="*/ 304712 h 369828"/>
              <a:gd name="connsiteX73" fmla="*/ 2546224 w 2906005"/>
              <a:gd name="connsiteY73" fmla="*/ 295501 h 369828"/>
              <a:gd name="connsiteX74" fmla="*/ 2549509 w 2906005"/>
              <a:gd name="connsiteY74" fmla="*/ 281074 h 369828"/>
              <a:gd name="connsiteX75" fmla="*/ 2546224 w 2906005"/>
              <a:gd name="connsiteY75" fmla="*/ 266647 h 369828"/>
              <a:gd name="connsiteX76" fmla="*/ 2537336 w 2906005"/>
              <a:gd name="connsiteY76" fmla="*/ 257437 h 369828"/>
              <a:gd name="connsiteX77" fmla="*/ 2525292 w 2906005"/>
              <a:gd name="connsiteY77" fmla="*/ 254216 h 369828"/>
              <a:gd name="connsiteX78" fmla="*/ 2413674 w 2906005"/>
              <a:gd name="connsiteY78" fmla="*/ 254216 h 369828"/>
              <a:gd name="connsiteX79" fmla="*/ 2401823 w 2906005"/>
              <a:gd name="connsiteY79" fmla="*/ 257372 h 369828"/>
              <a:gd name="connsiteX80" fmla="*/ 2392999 w 2906005"/>
              <a:gd name="connsiteY80" fmla="*/ 266518 h 369828"/>
              <a:gd name="connsiteX81" fmla="*/ 2389649 w 2906005"/>
              <a:gd name="connsiteY81" fmla="*/ 280752 h 369828"/>
              <a:gd name="connsiteX82" fmla="*/ 2392999 w 2906005"/>
              <a:gd name="connsiteY82" fmla="*/ 295180 h 369828"/>
              <a:gd name="connsiteX83" fmla="*/ 2401887 w 2906005"/>
              <a:gd name="connsiteY83" fmla="*/ 304647 h 369828"/>
              <a:gd name="connsiteX84" fmla="*/ 2413674 w 2906005"/>
              <a:gd name="connsiteY84" fmla="*/ 307932 h 369828"/>
              <a:gd name="connsiteX85" fmla="*/ 2425718 w 2906005"/>
              <a:gd name="connsiteY85" fmla="*/ 304712 h 369828"/>
              <a:gd name="connsiteX86" fmla="*/ 2434606 w 2906005"/>
              <a:gd name="connsiteY86" fmla="*/ 295502 h 369828"/>
              <a:gd name="connsiteX87" fmla="*/ 2437891 w 2906005"/>
              <a:gd name="connsiteY87" fmla="*/ 281074 h 369828"/>
              <a:gd name="connsiteX88" fmla="*/ 2434606 w 2906005"/>
              <a:gd name="connsiteY88" fmla="*/ 266647 h 369828"/>
              <a:gd name="connsiteX89" fmla="*/ 2425718 w 2906005"/>
              <a:gd name="connsiteY89" fmla="*/ 257437 h 369828"/>
              <a:gd name="connsiteX90" fmla="*/ 2413674 w 2906005"/>
              <a:gd name="connsiteY90" fmla="*/ 254216 h 369828"/>
              <a:gd name="connsiteX91" fmla="*/ 1868335 w 2906005"/>
              <a:gd name="connsiteY91" fmla="*/ 254216 h 369828"/>
              <a:gd name="connsiteX92" fmla="*/ 1856484 w 2906005"/>
              <a:gd name="connsiteY92" fmla="*/ 257372 h 369828"/>
              <a:gd name="connsiteX93" fmla="*/ 1847660 w 2906005"/>
              <a:gd name="connsiteY93" fmla="*/ 266518 h 369828"/>
              <a:gd name="connsiteX94" fmla="*/ 1844311 w 2906005"/>
              <a:gd name="connsiteY94" fmla="*/ 280752 h 369828"/>
              <a:gd name="connsiteX95" fmla="*/ 1847660 w 2906005"/>
              <a:gd name="connsiteY95" fmla="*/ 295179 h 369828"/>
              <a:gd name="connsiteX96" fmla="*/ 1856548 w 2906005"/>
              <a:gd name="connsiteY96" fmla="*/ 304647 h 369828"/>
              <a:gd name="connsiteX97" fmla="*/ 1868335 w 2906005"/>
              <a:gd name="connsiteY97" fmla="*/ 307932 h 369828"/>
              <a:gd name="connsiteX98" fmla="*/ 1880379 w 2906005"/>
              <a:gd name="connsiteY98" fmla="*/ 304712 h 369828"/>
              <a:gd name="connsiteX99" fmla="*/ 1889267 w 2906005"/>
              <a:gd name="connsiteY99" fmla="*/ 295501 h 369828"/>
              <a:gd name="connsiteX100" fmla="*/ 1892552 w 2906005"/>
              <a:gd name="connsiteY100" fmla="*/ 281074 h 369828"/>
              <a:gd name="connsiteX101" fmla="*/ 1889267 w 2906005"/>
              <a:gd name="connsiteY101" fmla="*/ 266647 h 369828"/>
              <a:gd name="connsiteX102" fmla="*/ 1880379 w 2906005"/>
              <a:gd name="connsiteY102" fmla="*/ 257437 h 369828"/>
              <a:gd name="connsiteX103" fmla="*/ 1868335 w 2906005"/>
              <a:gd name="connsiteY103" fmla="*/ 254216 h 369828"/>
              <a:gd name="connsiteX104" fmla="*/ 1136987 w 2906005"/>
              <a:gd name="connsiteY104" fmla="*/ 254216 h 369828"/>
              <a:gd name="connsiteX105" fmla="*/ 1125136 w 2906005"/>
              <a:gd name="connsiteY105" fmla="*/ 257372 h 369828"/>
              <a:gd name="connsiteX106" fmla="*/ 1116312 w 2906005"/>
              <a:gd name="connsiteY106" fmla="*/ 266518 h 369828"/>
              <a:gd name="connsiteX107" fmla="*/ 1112963 w 2906005"/>
              <a:gd name="connsiteY107" fmla="*/ 280752 h 369828"/>
              <a:gd name="connsiteX108" fmla="*/ 1116312 w 2906005"/>
              <a:gd name="connsiteY108" fmla="*/ 295179 h 369828"/>
              <a:gd name="connsiteX109" fmla="*/ 1125200 w 2906005"/>
              <a:gd name="connsiteY109" fmla="*/ 304647 h 369828"/>
              <a:gd name="connsiteX110" fmla="*/ 1136987 w 2906005"/>
              <a:gd name="connsiteY110" fmla="*/ 307932 h 369828"/>
              <a:gd name="connsiteX111" fmla="*/ 1149031 w 2906005"/>
              <a:gd name="connsiteY111" fmla="*/ 304712 h 369828"/>
              <a:gd name="connsiteX112" fmla="*/ 1157919 w 2906005"/>
              <a:gd name="connsiteY112" fmla="*/ 295501 h 369828"/>
              <a:gd name="connsiteX113" fmla="*/ 1161204 w 2906005"/>
              <a:gd name="connsiteY113" fmla="*/ 281074 h 369828"/>
              <a:gd name="connsiteX114" fmla="*/ 1157919 w 2906005"/>
              <a:gd name="connsiteY114" fmla="*/ 266647 h 369828"/>
              <a:gd name="connsiteX115" fmla="*/ 1149031 w 2906005"/>
              <a:gd name="connsiteY115" fmla="*/ 257437 h 369828"/>
              <a:gd name="connsiteX116" fmla="*/ 1136987 w 2906005"/>
              <a:gd name="connsiteY116" fmla="*/ 254216 h 369828"/>
              <a:gd name="connsiteX117" fmla="*/ 2068835 w 2906005"/>
              <a:gd name="connsiteY117" fmla="*/ 254088 h 369828"/>
              <a:gd name="connsiteX118" fmla="*/ 2052282 w 2906005"/>
              <a:gd name="connsiteY118" fmla="*/ 261109 h 369828"/>
              <a:gd name="connsiteX119" fmla="*/ 2045584 w 2906005"/>
              <a:gd name="connsiteY119" fmla="*/ 281075 h 369828"/>
              <a:gd name="connsiteX120" fmla="*/ 2052089 w 2906005"/>
              <a:gd name="connsiteY120" fmla="*/ 301106 h 369828"/>
              <a:gd name="connsiteX121" fmla="*/ 2068449 w 2906005"/>
              <a:gd name="connsiteY121" fmla="*/ 308126 h 369828"/>
              <a:gd name="connsiteX122" fmla="*/ 2080235 w 2906005"/>
              <a:gd name="connsiteY122" fmla="*/ 305099 h 369828"/>
              <a:gd name="connsiteX123" fmla="*/ 2080235 w 2906005"/>
              <a:gd name="connsiteY123" fmla="*/ 305035 h 369828"/>
              <a:gd name="connsiteX124" fmla="*/ 2089059 w 2906005"/>
              <a:gd name="connsiteY124" fmla="*/ 295889 h 369828"/>
              <a:gd name="connsiteX125" fmla="*/ 2092344 w 2906005"/>
              <a:gd name="connsiteY125" fmla="*/ 281075 h 369828"/>
              <a:gd name="connsiteX126" fmla="*/ 2085517 w 2906005"/>
              <a:gd name="connsiteY126" fmla="*/ 261109 h 369828"/>
              <a:gd name="connsiteX127" fmla="*/ 2068835 w 2906005"/>
              <a:gd name="connsiteY127" fmla="*/ 254088 h 369828"/>
              <a:gd name="connsiteX128" fmla="*/ 2634398 w 2906005"/>
              <a:gd name="connsiteY128" fmla="*/ 252929 h 369828"/>
              <a:gd name="connsiteX129" fmla="*/ 2619971 w 2906005"/>
              <a:gd name="connsiteY129" fmla="*/ 258146 h 369828"/>
              <a:gd name="connsiteX130" fmla="*/ 2612822 w 2906005"/>
              <a:gd name="connsiteY130" fmla="*/ 272573 h 369828"/>
              <a:gd name="connsiteX131" fmla="*/ 2656104 w 2906005"/>
              <a:gd name="connsiteY131" fmla="*/ 272573 h 369828"/>
              <a:gd name="connsiteX132" fmla="*/ 2656168 w 2906005"/>
              <a:gd name="connsiteY132" fmla="*/ 272509 h 369828"/>
              <a:gd name="connsiteX133" fmla="*/ 2649727 w 2906005"/>
              <a:gd name="connsiteY133" fmla="*/ 258275 h 369828"/>
              <a:gd name="connsiteX134" fmla="*/ 2634398 w 2906005"/>
              <a:gd name="connsiteY134" fmla="*/ 252929 h 369828"/>
              <a:gd name="connsiteX135" fmla="*/ 719046 w 2906005"/>
              <a:gd name="connsiteY135" fmla="*/ 235538 h 369828"/>
              <a:gd name="connsiteX136" fmla="*/ 744873 w 2906005"/>
              <a:gd name="connsiteY136" fmla="*/ 235538 h 369828"/>
              <a:gd name="connsiteX137" fmla="*/ 768382 w 2906005"/>
              <a:gd name="connsiteY137" fmla="*/ 299237 h 369828"/>
              <a:gd name="connsiteX138" fmla="*/ 792277 w 2906005"/>
              <a:gd name="connsiteY138" fmla="*/ 235538 h 369828"/>
              <a:gd name="connsiteX139" fmla="*/ 816790 w 2906005"/>
              <a:gd name="connsiteY139" fmla="*/ 235538 h 369828"/>
              <a:gd name="connsiteX140" fmla="*/ 760331 w 2906005"/>
              <a:gd name="connsiteY140" fmla="*/ 369828 h 369828"/>
              <a:gd name="connsiteX141" fmla="*/ 735792 w 2906005"/>
              <a:gd name="connsiteY141" fmla="*/ 369828 h 369828"/>
              <a:gd name="connsiteX142" fmla="*/ 755565 w 2906005"/>
              <a:gd name="connsiteY142" fmla="*/ 324421 h 369828"/>
              <a:gd name="connsiteX143" fmla="*/ 1326152 w 2906005"/>
              <a:gd name="connsiteY143" fmla="*/ 235474 h 369828"/>
              <a:gd name="connsiteX144" fmla="*/ 1350820 w 2906005"/>
              <a:gd name="connsiteY144" fmla="*/ 235474 h 369828"/>
              <a:gd name="connsiteX145" fmla="*/ 1373846 w 2906005"/>
              <a:gd name="connsiteY145" fmla="*/ 305324 h 369828"/>
              <a:gd name="connsiteX146" fmla="*/ 1373814 w 2906005"/>
              <a:gd name="connsiteY146" fmla="*/ 305421 h 369828"/>
              <a:gd name="connsiteX147" fmla="*/ 1373878 w 2906005"/>
              <a:gd name="connsiteY147" fmla="*/ 305421 h 369828"/>
              <a:gd name="connsiteX148" fmla="*/ 1373846 w 2906005"/>
              <a:gd name="connsiteY148" fmla="*/ 305324 h 369828"/>
              <a:gd name="connsiteX149" fmla="*/ 1396872 w 2906005"/>
              <a:gd name="connsiteY149" fmla="*/ 235474 h 369828"/>
              <a:gd name="connsiteX150" fmla="*/ 1421411 w 2906005"/>
              <a:gd name="connsiteY150" fmla="*/ 235474 h 369828"/>
              <a:gd name="connsiteX151" fmla="*/ 1387661 w 2906005"/>
              <a:gd name="connsiteY151" fmla="*/ 326675 h 369828"/>
              <a:gd name="connsiteX152" fmla="*/ 1359708 w 2906005"/>
              <a:gd name="connsiteY152" fmla="*/ 326675 h 369828"/>
              <a:gd name="connsiteX153" fmla="*/ 816817 w 2906005"/>
              <a:gd name="connsiteY153" fmla="*/ 235474 h 369828"/>
              <a:gd name="connsiteX154" fmla="*/ 816817 w 2906005"/>
              <a:gd name="connsiteY154" fmla="*/ 235538 h 369828"/>
              <a:gd name="connsiteX155" fmla="*/ 816790 w 2906005"/>
              <a:gd name="connsiteY155" fmla="*/ 235538 h 369828"/>
              <a:gd name="connsiteX156" fmla="*/ 1037026 w 2906005"/>
              <a:gd name="connsiteY156" fmla="*/ 234186 h 369828"/>
              <a:gd name="connsiteX157" fmla="*/ 1063369 w 2906005"/>
              <a:gd name="connsiteY157" fmla="*/ 244491 h 369828"/>
              <a:gd name="connsiteX158" fmla="*/ 1063369 w 2906005"/>
              <a:gd name="connsiteY158" fmla="*/ 244427 h 369828"/>
              <a:gd name="connsiteX159" fmla="*/ 1073416 w 2906005"/>
              <a:gd name="connsiteY159" fmla="*/ 273153 h 369828"/>
              <a:gd name="connsiteX160" fmla="*/ 1073416 w 2906005"/>
              <a:gd name="connsiteY160" fmla="*/ 326675 h 369828"/>
              <a:gd name="connsiteX161" fmla="*/ 1050358 w 2906005"/>
              <a:gd name="connsiteY161" fmla="*/ 326675 h 369828"/>
              <a:gd name="connsiteX162" fmla="*/ 1050358 w 2906005"/>
              <a:gd name="connsiteY162" fmla="*/ 276309 h 369828"/>
              <a:gd name="connsiteX163" fmla="*/ 1044948 w 2906005"/>
              <a:gd name="connsiteY163" fmla="*/ 259627 h 369828"/>
              <a:gd name="connsiteX164" fmla="*/ 1030134 w 2906005"/>
              <a:gd name="connsiteY164" fmla="*/ 253766 h 369828"/>
              <a:gd name="connsiteX165" fmla="*/ 1015063 w 2906005"/>
              <a:gd name="connsiteY165" fmla="*/ 259627 h 369828"/>
              <a:gd name="connsiteX166" fmla="*/ 1009524 w 2906005"/>
              <a:gd name="connsiteY166" fmla="*/ 276309 h 369828"/>
              <a:gd name="connsiteX167" fmla="*/ 1009524 w 2906005"/>
              <a:gd name="connsiteY167" fmla="*/ 326675 h 369828"/>
              <a:gd name="connsiteX168" fmla="*/ 986466 w 2906005"/>
              <a:gd name="connsiteY168" fmla="*/ 326675 h 369828"/>
              <a:gd name="connsiteX169" fmla="*/ 986466 w 2906005"/>
              <a:gd name="connsiteY169" fmla="*/ 235474 h 369828"/>
              <a:gd name="connsiteX170" fmla="*/ 1009524 w 2906005"/>
              <a:gd name="connsiteY170" fmla="*/ 235474 h 369828"/>
              <a:gd name="connsiteX171" fmla="*/ 1009524 w 2906005"/>
              <a:gd name="connsiteY171" fmla="*/ 246810 h 369828"/>
              <a:gd name="connsiteX172" fmla="*/ 1021311 w 2906005"/>
              <a:gd name="connsiteY172" fmla="*/ 237535 h 369828"/>
              <a:gd name="connsiteX173" fmla="*/ 1037026 w 2906005"/>
              <a:gd name="connsiteY173" fmla="*/ 234186 h 369828"/>
              <a:gd name="connsiteX174" fmla="*/ 2356544 w 2906005"/>
              <a:gd name="connsiteY174" fmla="*/ 234122 h 369828"/>
              <a:gd name="connsiteX175" fmla="*/ 2356544 w 2906005"/>
              <a:gd name="connsiteY175" fmla="*/ 258339 h 369828"/>
              <a:gd name="connsiteX176" fmla="*/ 2350425 w 2906005"/>
              <a:gd name="connsiteY176" fmla="*/ 258339 h 369828"/>
              <a:gd name="connsiteX177" fmla="*/ 2334066 w 2906005"/>
              <a:gd name="connsiteY177" fmla="*/ 263427 h 369828"/>
              <a:gd name="connsiteX178" fmla="*/ 2328527 w 2906005"/>
              <a:gd name="connsiteY178" fmla="*/ 281204 h 369828"/>
              <a:gd name="connsiteX179" fmla="*/ 2328527 w 2906005"/>
              <a:gd name="connsiteY179" fmla="*/ 326611 h 369828"/>
              <a:gd name="connsiteX180" fmla="*/ 2305469 w 2906005"/>
              <a:gd name="connsiteY180" fmla="*/ 326611 h 369828"/>
              <a:gd name="connsiteX181" fmla="*/ 2305469 w 2906005"/>
              <a:gd name="connsiteY181" fmla="*/ 235410 h 369828"/>
              <a:gd name="connsiteX182" fmla="*/ 2328527 w 2906005"/>
              <a:gd name="connsiteY182" fmla="*/ 235410 h 369828"/>
              <a:gd name="connsiteX183" fmla="*/ 2328527 w 2906005"/>
              <a:gd name="connsiteY183" fmla="*/ 249580 h 369828"/>
              <a:gd name="connsiteX184" fmla="*/ 2340120 w 2906005"/>
              <a:gd name="connsiteY184" fmla="*/ 238244 h 369828"/>
              <a:gd name="connsiteX185" fmla="*/ 2340185 w 2906005"/>
              <a:gd name="connsiteY185" fmla="*/ 238244 h 369828"/>
              <a:gd name="connsiteX186" fmla="*/ 2356544 w 2906005"/>
              <a:gd name="connsiteY186" fmla="*/ 234122 h 369828"/>
              <a:gd name="connsiteX187" fmla="*/ 2182902 w 2906005"/>
              <a:gd name="connsiteY187" fmla="*/ 234122 h 369828"/>
              <a:gd name="connsiteX188" fmla="*/ 2201966 w 2906005"/>
              <a:gd name="connsiteY188" fmla="*/ 238631 h 369828"/>
              <a:gd name="connsiteX189" fmla="*/ 2214977 w 2906005"/>
              <a:gd name="connsiteY189" fmla="*/ 251576 h 369828"/>
              <a:gd name="connsiteX190" fmla="*/ 2227923 w 2906005"/>
              <a:gd name="connsiteY190" fmla="*/ 238888 h 369828"/>
              <a:gd name="connsiteX191" fmla="*/ 2246279 w 2906005"/>
              <a:gd name="connsiteY191" fmla="*/ 234122 h 369828"/>
              <a:gd name="connsiteX192" fmla="*/ 2273330 w 2906005"/>
              <a:gd name="connsiteY192" fmla="*/ 244427 h 369828"/>
              <a:gd name="connsiteX193" fmla="*/ 2283635 w 2906005"/>
              <a:gd name="connsiteY193" fmla="*/ 273153 h 369828"/>
              <a:gd name="connsiteX194" fmla="*/ 2283635 w 2906005"/>
              <a:gd name="connsiteY194" fmla="*/ 326676 h 369828"/>
              <a:gd name="connsiteX195" fmla="*/ 2260577 w 2906005"/>
              <a:gd name="connsiteY195" fmla="*/ 326676 h 369828"/>
              <a:gd name="connsiteX196" fmla="*/ 2260577 w 2906005"/>
              <a:gd name="connsiteY196" fmla="*/ 276309 h 369828"/>
              <a:gd name="connsiteX197" fmla="*/ 2255167 w 2906005"/>
              <a:gd name="connsiteY197" fmla="*/ 259949 h 369828"/>
              <a:gd name="connsiteX198" fmla="*/ 2240353 w 2906005"/>
              <a:gd name="connsiteY198" fmla="*/ 254282 h 369828"/>
              <a:gd name="connsiteX199" fmla="*/ 2225475 w 2906005"/>
              <a:gd name="connsiteY199" fmla="*/ 259949 h 369828"/>
              <a:gd name="connsiteX200" fmla="*/ 2219936 w 2906005"/>
              <a:gd name="connsiteY200" fmla="*/ 276309 h 369828"/>
              <a:gd name="connsiteX201" fmla="*/ 2219936 w 2906005"/>
              <a:gd name="connsiteY201" fmla="*/ 326676 h 369828"/>
              <a:gd name="connsiteX202" fmla="*/ 2196878 w 2906005"/>
              <a:gd name="connsiteY202" fmla="*/ 326676 h 369828"/>
              <a:gd name="connsiteX203" fmla="*/ 2196878 w 2906005"/>
              <a:gd name="connsiteY203" fmla="*/ 276309 h 369828"/>
              <a:gd name="connsiteX204" fmla="*/ 2191468 w 2906005"/>
              <a:gd name="connsiteY204" fmla="*/ 259949 h 369828"/>
              <a:gd name="connsiteX205" fmla="*/ 2176654 w 2906005"/>
              <a:gd name="connsiteY205" fmla="*/ 254282 h 369828"/>
              <a:gd name="connsiteX206" fmla="*/ 2161583 w 2906005"/>
              <a:gd name="connsiteY206" fmla="*/ 259949 h 369828"/>
              <a:gd name="connsiteX207" fmla="*/ 2156044 w 2906005"/>
              <a:gd name="connsiteY207" fmla="*/ 276309 h 369828"/>
              <a:gd name="connsiteX208" fmla="*/ 2156044 w 2906005"/>
              <a:gd name="connsiteY208" fmla="*/ 326676 h 369828"/>
              <a:gd name="connsiteX209" fmla="*/ 2132986 w 2906005"/>
              <a:gd name="connsiteY209" fmla="*/ 326676 h 369828"/>
              <a:gd name="connsiteX210" fmla="*/ 2132986 w 2906005"/>
              <a:gd name="connsiteY210" fmla="*/ 235475 h 369828"/>
              <a:gd name="connsiteX211" fmla="*/ 2156044 w 2906005"/>
              <a:gd name="connsiteY211" fmla="*/ 235475 h 369828"/>
              <a:gd name="connsiteX212" fmla="*/ 2156044 w 2906005"/>
              <a:gd name="connsiteY212" fmla="*/ 246488 h 369828"/>
              <a:gd name="connsiteX213" fmla="*/ 2167508 w 2906005"/>
              <a:gd name="connsiteY213" fmla="*/ 237407 h 369828"/>
              <a:gd name="connsiteX214" fmla="*/ 2182902 w 2906005"/>
              <a:gd name="connsiteY214" fmla="*/ 234122 h 369828"/>
              <a:gd name="connsiteX215" fmla="*/ 1811205 w 2906005"/>
              <a:gd name="connsiteY215" fmla="*/ 234122 h 369828"/>
              <a:gd name="connsiteX216" fmla="*/ 1811205 w 2906005"/>
              <a:gd name="connsiteY216" fmla="*/ 258339 h 369828"/>
              <a:gd name="connsiteX217" fmla="*/ 1805087 w 2906005"/>
              <a:gd name="connsiteY217" fmla="*/ 258339 h 369828"/>
              <a:gd name="connsiteX218" fmla="*/ 1788727 w 2906005"/>
              <a:gd name="connsiteY218" fmla="*/ 263427 h 369828"/>
              <a:gd name="connsiteX219" fmla="*/ 1783188 w 2906005"/>
              <a:gd name="connsiteY219" fmla="*/ 281204 h 369828"/>
              <a:gd name="connsiteX220" fmla="*/ 1783188 w 2906005"/>
              <a:gd name="connsiteY220" fmla="*/ 326611 h 369828"/>
              <a:gd name="connsiteX221" fmla="*/ 1760130 w 2906005"/>
              <a:gd name="connsiteY221" fmla="*/ 326611 h 369828"/>
              <a:gd name="connsiteX222" fmla="*/ 1760130 w 2906005"/>
              <a:gd name="connsiteY222" fmla="*/ 235410 h 369828"/>
              <a:gd name="connsiteX223" fmla="*/ 1783188 w 2906005"/>
              <a:gd name="connsiteY223" fmla="*/ 235410 h 369828"/>
              <a:gd name="connsiteX224" fmla="*/ 1783188 w 2906005"/>
              <a:gd name="connsiteY224" fmla="*/ 249580 h 369828"/>
              <a:gd name="connsiteX225" fmla="*/ 1794781 w 2906005"/>
              <a:gd name="connsiteY225" fmla="*/ 238244 h 369828"/>
              <a:gd name="connsiteX226" fmla="*/ 1794846 w 2906005"/>
              <a:gd name="connsiteY226" fmla="*/ 238244 h 369828"/>
              <a:gd name="connsiteX227" fmla="*/ 1811205 w 2906005"/>
              <a:gd name="connsiteY227" fmla="*/ 234122 h 369828"/>
              <a:gd name="connsiteX228" fmla="*/ 442286 w 2906005"/>
              <a:gd name="connsiteY228" fmla="*/ 234122 h 369828"/>
              <a:gd name="connsiteX229" fmla="*/ 442286 w 2906005"/>
              <a:gd name="connsiteY229" fmla="*/ 258339 h 369828"/>
              <a:gd name="connsiteX230" fmla="*/ 436167 w 2906005"/>
              <a:gd name="connsiteY230" fmla="*/ 258339 h 369828"/>
              <a:gd name="connsiteX231" fmla="*/ 419808 w 2906005"/>
              <a:gd name="connsiteY231" fmla="*/ 263427 h 369828"/>
              <a:gd name="connsiteX232" fmla="*/ 414269 w 2906005"/>
              <a:gd name="connsiteY232" fmla="*/ 281204 h 369828"/>
              <a:gd name="connsiteX233" fmla="*/ 414269 w 2906005"/>
              <a:gd name="connsiteY233" fmla="*/ 326611 h 369828"/>
              <a:gd name="connsiteX234" fmla="*/ 391211 w 2906005"/>
              <a:gd name="connsiteY234" fmla="*/ 326611 h 369828"/>
              <a:gd name="connsiteX235" fmla="*/ 391211 w 2906005"/>
              <a:gd name="connsiteY235" fmla="*/ 235410 h 369828"/>
              <a:gd name="connsiteX236" fmla="*/ 414269 w 2906005"/>
              <a:gd name="connsiteY236" fmla="*/ 235410 h 369828"/>
              <a:gd name="connsiteX237" fmla="*/ 414269 w 2906005"/>
              <a:gd name="connsiteY237" fmla="*/ 249580 h 369828"/>
              <a:gd name="connsiteX238" fmla="*/ 425862 w 2906005"/>
              <a:gd name="connsiteY238" fmla="*/ 238244 h 369828"/>
              <a:gd name="connsiteX239" fmla="*/ 425927 w 2906005"/>
              <a:gd name="connsiteY239" fmla="*/ 238244 h 369828"/>
              <a:gd name="connsiteX240" fmla="*/ 442286 w 2906005"/>
              <a:gd name="connsiteY240" fmla="*/ 234122 h 369828"/>
              <a:gd name="connsiteX241" fmla="*/ 2635042 w 2906005"/>
              <a:gd name="connsiteY241" fmla="*/ 233993 h 369828"/>
              <a:gd name="connsiteX242" fmla="*/ 2658358 w 2906005"/>
              <a:gd name="connsiteY242" fmla="*/ 239596 h 369828"/>
              <a:gd name="connsiteX243" fmla="*/ 2674331 w 2906005"/>
              <a:gd name="connsiteY243" fmla="*/ 255505 h 369828"/>
              <a:gd name="connsiteX244" fmla="*/ 2679999 w 2906005"/>
              <a:gd name="connsiteY244" fmla="*/ 279143 h 369828"/>
              <a:gd name="connsiteX245" fmla="*/ 2679355 w 2906005"/>
              <a:gd name="connsiteY245" fmla="*/ 288031 h 369828"/>
              <a:gd name="connsiteX246" fmla="*/ 2679355 w 2906005"/>
              <a:gd name="connsiteY246" fmla="*/ 287967 h 369828"/>
              <a:gd name="connsiteX247" fmla="*/ 2612693 w 2906005"/>
              <a:gd name="connsiteY247" fmla="*/ 287967 h 369828"/>
              <a:gd name="connsiteX248" fmla="*/ 2619585 w 2906005"/>
              <a:gd name="connsiteY248" fmla="*/ 303424 h 369828"/>
              <a:gd name="connsiteX249" fmla="*/ 2634592 w 2906005"/>
              <a:gd name="connsiteY249" fmla="*/ 309028 h 369828"/>
              <a:gd name="connsiteX250" fmla="*/ 2652883 w 2906005"/>
              <a:gd name="connsiteY250" fmla="*/ 298014 h 369828"/>
              <a:gd name="connsiteX251" fmla="*/ 2677745 w 2906005"/>
              <a:gd name="connsiteY251" fmla="*/ 298014 h 369828"/>
              <a:gd name="connsiteX252" fmla="*/ 2662609 w 2906005"/>
              <a:gd name="connsiteY252" fmla="*/ 319655 h 369828"/>
              <a:gd name="connsiteX253" fmla="*/ 2635107 w 2906005"/>
              <a:gd name="connsiteY253" fmla="*/ 328157 h 369828"/>
              <a:gd name="connsiteX254" fmla="*/ 2611469 w 2906005"/>
              <a:gd name="connsiteY254" fmla="*/ 322296 h 369828"/>
              <a:gd name="connsiteX255" fmla="*/ 2595174 w 2906005"/>
              <a:gd name="connsiteY255" fmla="*/ 305743 h 369828"/>
              <a:gd name="connsiteX256" fmla="*/ 2589313 w 2906005"/>
              <a:gd name="connsiteY256" fmla="*/ 281075 h 369828"/>
              <a:gd name="connsiteX257" fmla="*/ 2595045 w 2906005"/>
              <a:gd name="connsiteY257" fmla="*/ 256214 h 369828"/>
              <a:gd name="connsiteX258" fmla="*/ 2611147 w 2906005"/>
              <a:gd name="connsiteY258" fmla="*/ 239725 h 369828"/>
              <a:gd name="connsiteX259" fmla="*/ 2635042 w 2906005"/>
              <a:gd name="connsiteY259" fmla="*/ 233993 h 369828"/>
              <a:gd name="connsiteX260" fmla="*/ 2069157 w 2906005"/>
              <a:gd name="connsiteY260" fmla="*/ 233993 h 369828"/>
              <a:gd name="connsiteX261" fmla="*/ 2093052 w 2906005"/>
              <a:gd name="connsiteY261" fmla="*/ 239854 h 369828"/>
              <a:gd name="connsiteX262" fmla="*/ 2109927 w 2906005"/>
              <a:gd name="connsiteY262" fmla="*/ 256407 h 369828"/>
              <a:gd name="connsiteX263" fmla="*/ 2116110 w 2906005"/>
              <a:gd name="connsiteY263" fmla="*/ 281075 h 369828"/>
              <a:gd name="connsiteX264" fmla="*/ 2109798 w 2906005"/>
              <a:gd name="connsiteY264" fmla="*/ 305743 h 369828"/>
              <a:gd name="connsiteX265" fmla="*/ 2092666 w 2906005"/>
              <a:gd name="connsiteY265" fmla="*/ 322296 h 369828"/>
              <a:gd name="connsiteX266" fmla="*/ 2068578 w 2906005"/>
              <a:gd name="connsiteY266" fmla="*/ 328157 h 369828"/>
              <a:gd name="connsiteX267" fmla="*/ 2044875 w 2906005"/>
              <a:gd name="connsiteY267" fmla="*/ 322296 h 369828"/>
              <a:gd name="connsiteX268" fmla="*/ 2044747 w 2906005"/>
              <a:gd name="connsiteY268" fmla="*/ 322296 h 369828"/>
              <a:gd name="connsiteX269" fmla="*/ 2028194 w 2906005"/>
              <a:gd name="connsiteY269" fmla="*/ 305743 h 369828"/>
              <a:gd name="connsiteX270" fmla="*/ 2022204 w 2906005"/>
              <a:gd name="connsiteY270" fmla="*/ 281075 h 369828"/>
              <a:gd name="connsiteX271" fmla="*/ 2028387 w 2906005"/>
              <a:gd name="connsiteY271" fmla="*/ 256407 h 369828"/>
              <a:gd name="connsiteX272" fmla="*/ 2045262 w 2906005"/>
              <a:gd name="connsiteY272" fmla="*/ 239854 h 369828"/>
              <a:gd name="connsiteX273" fmla="*/ 2069157 w 2906005"/>
              <a:gd name="connsiteY273" fmla="*/ 233993 h 369828"/>
              <a:gd name="connsiteX274" fmla="*/ 1971516 w 2906005"/>
              <a:gd name="connsiteY274" fmla="*/ 233993 h 369828"/>
              <a:gd name="connsiteX275" fmla="*/ 1997536 w 2906005"/>
              <a:gd name="connsiteY275" fmla="*/ 242173 h 369828"/>
              <a:gd name="connsiteX276" fmla="*/ 2008228 w 2906005"/>
              <a:gd name="connsiteY276" fmla="*/ 264136 h 369828"/>
              <a:gd name="connsiteX277" fmla="*/ 1986201 w 2906005"/>
              <a:gd name="connsiteY277" fmla="*/ 264136 h 369828"/>
              <a:gd name="connsiteX278" fmla="*/ 1981692 w 2906005"/>
              <a:gd name="connsiteY278" fmla="*/ 255505 h 369828"/>
              <a:gd name="connsiteX279" fmla="*/ 1970936 w 2906005"/>
              <a:gd name="connsiteY279" fmla="*/ 252285 h 369828"/>
              <a:gd name="connsiteX280" fmla="*/ 1961275 w 2906005"/>
              <a:gd name="connsiteY280" fmla="*/ 254603 h 369828"/>
              <a:gd name="connsiteX281" fmla="*/ 1957926 w 2906005"/>
              <a:gd name="connsiteY281" fmla="*/ 261044 h 369828"/>
              <a:gd name="connsiteX282" fmla="*/ 1962563 w 2906005"/>
              <a:gd name="connsiteY282" fmla="*/ 268065 h 369828"/>
              <a:gd name="connsiteX283" fmla="*/ 1976861 w 2906005"/>
              <a:gd name="connsiteY283" fmla="*/ 272895 h 369828"/>
              <a:gd name="connsiteX284" fmla="*/ 1993157 w 2906005"/>
              <a:gd name="connsiteY284" fmla="*/ 277983 h 369828"/>
              <a:gd name="connsiteX285" fmla="*/ 2004299 w 2906005"/>
              <a:gd name="connsiteY285" fmla="*/ 286163 h 369828"/>
              <a:gd name="connsiteX286" fmla="*/ 2009130 w 2906005"/>
              <a:gd name="connsiteY286" fmla="*/ 300719 h 369828"/>
              <a:gd name="connsiteX287" fmla="*/ 2004750 w 2906005"/>
              <a:gd name="connsiteY287" fmla="*/ 314889 h 369828"/>
              <a:gd name="connsiteX288" fmla="*/ 1992255 w 2906005"/>
              <a:gd name="connsiteY288" fmla="*/ 324679 h 369828"/>
              <a:gd name="connsiteX289" fmla="*/ 1973255 w 2906005"/>
              <a:gd name="connsiteY289" fmla="*/ 328221 h 369828"/>
              <a:gd name="connsiteX290" fmla="*/ 1953159 w 2906005"/>
              <a:gd name="connsiteY290" fmla="*/ 324164 h 369828"/>
              <a:gd name="connsiteX291" fmla="*/ 1953095 w 2906005"/>
              <a:gd name="connsiteY291" fmla="*/ 324099 h 369828"/>
              <a:gd name="connsiteX292" fmla="*/ 1938990 w 2906005"/>
              <a:gd name="connsiteY292" fmla="*/ 313150 h 369828"/>
              <a:gd name="connsiteX293" fmla="*/ 1933322 w 2906005"/>
              <a:gd name="connsiteY293" fmla="*/ 297821 h 369828"/>
              <a:gd name="connsiteX294" fmla="*/ 1956509 w 2906005"/>
              <a:gd name="connsiteY294" fmla="*/ 297821 h 369828"/>
              <a:gd name="connsiteX295" fmla="*/ 1961661 w 2906005"/>
              <a:gd name="connsiteY295" fmla="*/ 306516 h 369828"/>
              <a:gd name="connsiteX296" fmla="*/ 1972933 w 2906005"/>
              <a:gd name="connsiteY296" fmla="*/ 309994 h 369828"/>
              <a:gd name="connsiteX297" fmla="*/ 1983238 w 2906005"/>
              <a:gd name="connsiteY297" fmla="*/ 307353 h 369828"/>
              <a:gd name="connsiteX298" fmla="*/ 1986973 w 2906005"/>
              <a:gd name="connsiteY298" fmla="*/ 300590 h 369828"/>
              <a:gd name="connsiteX299" fmla="*/ 1982465 w 2906005"/>
              <a:gd name="connsiteY299" fmla="*/ 293892 h 369828"/>
              <a:gd name="connsiteX300" fmla="*/ 1968038 w 2906005"/>
              <a:gd name="connsiteY300" fmla="*/ 289061 h 369828"/>
              <a:gd name="connsiteX301" fmla="*/ 1951356 w 2906005"/>
              <a:gd name="connsiteY301" fmla="*/ 283973 h 369828"/>
              <a:gd name="connsiteX302" fmla="*/ 1940149 w 2906005"/>
              <a:gd name="connsiteY302" fmla="*/ 275922 h 369828"/>
              <a:gd name="connsiteX303" fmla="*/ 1935447 w 2906005"/>
              <a:gd name="connsiteY303" fmla="*/ 261302 h 369828"/>
              <a:gd name="connsiteX304" fmla="*/ 1939827 w 2906005"/>
              <a:gd name="connsiteY304" fmla="*/ 247454 h 369828"/>
              <a:gd name="connsiteX305" fmla="*/ 1952322 w 2906005"/>
              <a:gd name="connsiteY305" fmla="*/ 237600 h 369828"/>
              <a:gd name="connsiteX306" fmla="*/ 1971516 w 2906005"/>
              <a:gd name="connsiteY306" fmla="*/ 233993 h 369828"/>
              <a:gd name="connsiteX307" fmla="*/ 1684258 w 2906005"/>
              <a:gd name="connsiteY307" fmla="*/ 233993 h 369828"/>
              <a:gd name="connsiteX308" fmla="*/ 1702099 w 2906005"/>
              <a:gd name="connsiteY308" fmla="*/ 238115 h 369828"/>
              <a:gd name="connsiteX309" fmla="*/ 1714337 w 2906005"/>
              <a:gd name="connsiteY309" fmla="*/ 248485 h 369828"/>
              <a:gd name="connsiteX310" fmla="*/ 1714337 w 2906005"/>
              <a:gd name="connsiteY310" fmla="*/ 235474 h 369828"/>
              <a:gd name="connsiteX311" fmla="*/ 1737523 w 2906005"/>
              <a:gd name="connsiteY311" fmla="*/ 235474 h 369828"/>
              <a:gd name="connsiteX312" fmla="*/ 1737523 w 2906005"/>
              <a:gd name="connsiteY312" fmla="*/ 326676 h 369828"/>
              <a:gd name="connsiteX313" fmla="*/ 1714337 w 2906005"/>
              <a:gd name="connsiteY313" fmla="*/ 326676 h 369828"/>
              <a:gd name="connsiteX314" fmla="*/ 1714337 w 2906005"/>
              <a:gd name="connsiteY314" fmla="*/ 313343 h 369828"/>
              <a:gd name="connsiteX315" fmla="*/ 1702099 w 2906005"/>
              <a:gd name="connsiteY315" fmla="*/ 323970 h 369828"/>
              <a:gd name="connsiteX316" fmla="*/ 1684065 w 2906005"/>
              <a:gd name="connsiteY316" fmla="*/ 328157 h 369828"/>
              <a:gd name="connsiteX317" fmla="*/ 1663068 w 2906005"/>
              <a:gd name="connsiteY317" fmla="*/ 322231 h 369828"/>
              <a:gd name="connsiteX318" fmla="*/ 1648061 w 2906005"/>
              <a:gd name="connsiteY318" fmla="*/ 305550 h 369828"/>
              <a:gd name="connsiteX319" fmla="*/ 1642522 w 2906005"/>
              <a:gd name="connsiteY319" fmla="*/ 280753 h 369828"/>
              <a:gd name="connsiteX320" fmla="*/ 1648061 w 2906005"/>
              <a:gd name="connsiteY320" fmla="*/ 256214 h 369828"/>
              <a:gd name="connsiteX321" fmla="*/ 1648125 w 2906005"/>
              <a:gd name="connsiteY321" fmla="*/ 256214 h 369828"/>
              <a:gd name="connsiteX322" fmla="*/ 1663132 w 2906005"/>
              <a:gd name="connsiteY322" fmla="*/ 239725 h 369828"/>
              <a:gd name="connsiteX323" fmla="*/ 1684258 w 2906005"/>
              <a:gd name="connsiteY323" fmla="*/ 233993 h 369828"/>
              <a:gd name="connsiteX324" fmla="*/ 1470102 w 2906005"/>
              <a:gd name="connsiteY324" fmla="*/ 233993 h 369828"/>
              <a:gd name="connsiteX325" fmla="*/ 1487943 w 2906005"/>
              <a:gd name="connsiteY325" fmla="*/ 238115 h 369828"/>
              <a:gd name="connsiteX326" fmla="*/ 1500180 w 2906005"/>
              <a:gd name="connsiteY326" fmla="*/ 248485 h 369828"/>
              <a:gd name="connsiteX327" fmla="*/ 1500180 w 2906005"/>
              <a:gd name="connsiteY327" fmla="*/ 235474 h 369828"/>
              <a:gd name="connsiteX328" fmla="*/ 1523367 w 2906005"/>
              <a:gd name="connsiteY328" fmla="*/ 235474 h 369828"/>
              <a:gd name="connsiteX329" fmla="*/ 1523367 w 2906005"/>
              <a:gd name="connsiteY329" fmla="*/ 326676 h 369828"/>
              <a:gd name="connsiteX330" fmla="*/ 1500180 w 2906005"/>
              <a:gd name="connsiteY330" fmla="*/ 326676 h 369828"/>
              <a:gd name="connsiteX331" fmla="*/ 1500180 w 2906005"/>
              <a:gd name="connsiteY331" fmla="*/ 313343 h 369828"/>
              <a:gd name="connsiteX332" fmla="*/ 1487943 w 2906005"/>
              <a:gd name="connsiteY332" fmla="*/ 323970 h 369828"/>
              <a:gd name="connsiteX333" fmla="*/ 1469909 w 2906005"/>
              <a:gd name="connsiteY333" fmla="*/ 328157 h 369828"/>
              <a:gd name="connsiteX334" fmla="*/ 1448912 w 2906005"/>
              <a:gd name="connsiteY334" fmla="*/ 322231 h 369828"/>
              <a:gd name="connsiteX335" fmla="*/ 1433905 w 2906005"/>
              <a:gd name="connsiteY335" fmla="*/ 305550 h 369828"/>
              <a:gd name="connsiteX336" fmla="*/ 1428366 w 2906005"/>
              <a:gd name="connsiteY336" fmla="*/ 280753 h 369828"/>
              <a:gd name="connsiteX337" fmla="*/ 1433905 w 2906005"/>
              <a:gd name="connsiteY337" fmla="*/ 256214 h 369828"/>
              <a:gd name="connsiteX338" fmla="*/ 1433969 w 2906005"/>
              <a:gd name="connsiteY338" fmla="*/ 256214 h 369828"/>
              <a:gd name="connsiteX339" fmla="*/ 1448976 w 2906005"/>
              <a:gd name="connsiteY339" fmla="*/ 239725 h 369828"/>
              <a:gd name="connsiteX340" fmla="*/ 1470102 w 2906005"/>
              <a:gd name="connsiteY340" fmla="*/ 233993 h 369828"/>
              <a:gd name="connsiteX341" fmla="*/ 1240168 w 2906005"/>
              <a:gd name="connsiteY341" fmla="*/ 233993 h 369828"/>
              <a:gd name="connsiteX342" fmla="*/ 1266188 w 2906005"/>
              <a:gd name="connsiteY342" fmla="*/ 242173 h 369828"/>
              <a:gd name="connsiteX343" fmla="*/ 1276880 w 2906005"/>
              <a:gd name="connsiteY343" fmla="*/ 264136 h 369828"/>
              <a:gd name="connsiteX344" fmla="*/ 1254853 w 2906005"/>
              <a:gd name="connsiteY344" fmla="*/ 264136 h 369828"/>
              <a:gd name="connsiteX345" fmla="*/ 1250344 w 2906005"/>
              <a:gd name="connsiteY345" fmla="*/ 255505 h 369828"/>
              <a:gd name="connsiteX346" fmla="*/ 1239588 w 2906005"/>
              <a:gd name="connsiteY346" fmla="*/ 252285 h 369828"/>
              <a:gd name="connsiteX347" fmla="*/ 1229927 w 2906005"/>
              <a:gd name="connsiteY347" fmla="*/ 254603 h 369828"/>
              <a:gd name="connsiteX348" fmla="*/ 1226578 w 2906005"/>
              <a:gd name="connsiteY348" fmla="*/ 261044 h 369828"/>
              <a:gd name="connsiteX349" fmla="*/ 1231215 w 2906005"/>
              <a:gd name="connsiteY349" fmla="*/ 268065 h 369828"/>
              <a:gd name="connsiteX350" fmla="*/ 1245514 w 2906005"/>
              <a:gd name="connsiteY350" fmla="*/ 272895 h 369828"/>
              <a:gd name="connsiteX351" fmla="*/ 1261809 w 2906005"/>
              <a:gd name="connsiteY351" fmla="*/ 277983 h 369828"/>
              <a:gd name="connsiteX352" fmla="*/ 1272951 w 2906005"/>
              <a:gd name="connsiteY352" fmla="*/ 286163 h 369828"/>
              <a:gd name="connsiteX353" fmla="*/ 1277782 w 2906005"/>
              <a:gd name="connsiteY353" fmla="*/ 300719 h 369828"/>
              <a:gd name="connsiteX354" fmla="*/ 1273402 w 2906005"/>
              <a:gd name="connsiteY354" fmla="*/ 314889 h 369828"/>
              <a:gd name="connsiteX355" fmla="*/ 1260907 w 2906005"/>
              <a:gd name="connsiteY355" fmla="*/ 324679 h 369828"/>
              <a:gd name="connsiteX356" fmla="*/ 1241907 w 2906005"/>
              <a:gd name="connsiteY356" fmla="*/ 328221 h 369828"/>
              <a:gd name="connsiteX357" fmla="*/ 1221812 w 2906005"/>
              <a:gd name="connsiteY357" fmla="*/ 324164 h 369828"/>
              <a:gd name="connsiteX358" fmla="*/ 1221747 w 2906005"/>
              <a:gd name="connsiteY358" fmla="*/ 324099 h 369828"/>
              <a:gd name="connsiteX359" fmla="*/ 1207642 w 2906005"/>
              <a:gd name="connsiteY359" fmla="*/ 313150 h 369828"/>
              <a:gd name="connsiteX360" fmla="*/ 1201974 w 2906005"/>
              <a:gd name="connsiteY360" fmla="*/ 297821 h 369828"/>
              <a:gd name="connsiteX361" fmla="*/ 1225161 w 2906005"/>
              <a:gd name="connsiteY361" fmla="*/ 297821 h 369828"/>
              <a:gd name="connsiteX362" fmla="*/ 1230313 w 2906005"/>
              <a:gd name="connsiteY362" fmla="*/ 306516 h 369828"/>
              <a:gd name="connsiteX363" fmla="*/ 1241585 w 2906005"/>
              <a:gd name="connsiteY363" fmla="*/ 309994 h 369828"/>
              <a:gd name="connsiteX364" fmla="*/ 1251890 w 2906005"/>
              <a:gd name="connsiteY364" fmla="*/ 307353 h 369828"/>
              <a:gd name="connsiteX365" fmla="*/ 1255626 w 2906005"/>
              <a:gd name="connsiteY365" fmla="*/ 300590 h 369828"/>
              <a:gd name="connsiteX366" fmla="*/ 1251117 w 2906005"/>
              <a:gd name="connsiteY366" fmla="*/ 293892 h 369828"/>
              <a:gd name="connsiteX367" fmla="*/ 1236690 w 2906005"/>
              <a:gd name="connsiteY367" fmla="*/ 289061 h 369828"/>
              <a:gd name="connsiteX368" fmla="*/ 1220008 w 2906005"/>
              <a:gd name="connsiteY368" fmla="*/ 283973 h 369828"/>
              <a:gd name="connsiteX369" fmla="*/ 1208801 w 2906005"/>
              <a:gd name="connsiteY369" fmla="*/ 275922 h 369828"/>
              <a:gd name="connsiteX370" fmla="*/ 1204099 w 2906005"/>
              <a:gd name="connsiteY370" fmla="*/ 261302 h 369828"/>
              <a:gd name="connsiteX371" fmla="*/ 1208479 w 2906005"/>
              <a:gd name="connsiteY371" fmla="*/ 247454 h 369828"/>
              <a:gd name="connsiteX372" fmla="*/ 1220974 w 2906005"/>
              <a:gd name="connsiteY372" fmla="*/ 237600 h 369828"/>
              <a:gd name="connsiteX373" fmla="*/ 1240168 w 2906005"/>
              <a:gd name="connsiteY373" fmla="*/ 233993 h 369828"/>
              <a:gd name="connsiteX374" fmla="*/ 910594 w 2906005"/>
              <a:gd name="connsiteY374" fmla="*/ 233993 h 369828"/>
              <a:gd name="connsiteX375" fmla="*/ 928435 w 2906005"/>
              <a:gd name="connsiteY375" fmla="*/ 238115 h 369828"/>
              <a:gd name="connsiteX376" fmla="*/ 940673 w 2906005"/>
              <a:gd name="connsiteY376" fmla="*/ 248485 h 369828"/>
              <a:gd name="connsiteX377" fmla="*/ 940673 w 2906005"/>
              <a:gd name="connsiteY377" fmla="*/ 235474 h 369828"/>
              <a:gd name="connsiteX378" fmla="*/ 963859 w 2906005"/>
              <a:gd name="connsiteY378" fmla="*/ 235474 h 369828"/>
              <a:gd name="connsiteX379" fmla="*/ 963859 w 2906005"/>
              <a:gd name="connsiteY379" fmla="*/ 326675 h 369828"/>
              <a:gd name="connsiteX380" fmla="*/ 940673 w 2906005"/>
              <a:gd name="connsiteY380" fmla="*/ 326675 h 369828"/>
              <a:gd name="connsiteX381" fmla="*/ 940673 w 2906005"/>
              <a:gd name="connsiteY381" fmla="*/ 313343 h 369828"/>
              <a:gd name="connsiteX382" fmla="*/ 928435 w 2906005"/>
              <a:gd name="connsiteY382" fmla="*/ 323970 h 369828"/>
              <a:gd name="connsiteX383" fmla="*/ 910401 w 2906005"/>
              <a:gd name="connsiteY383" fmla="*/ 328157 h 369828"/>
              <a:gd name="connsiteX384" fmla="*/ 889404 w 2906005"/>
              <a:gd name="connsiteY384" fmla="*/ 322231 h 369828"/>
              <a:gd name="connsiteX385" fmla="*/ 874397 w 2906005"/>
              <a:gd name="connsiteY385" fmla="*/ 305550 h 369828"/>
              <a:gd name="connsiteX386" fmla="*/ 868858 w 2906005"/>
              <a:gd name="connsiteY386" fmla="*/ 280753 h 369828"/>
              <a:gd name="connsiteX387" fmla="*/ 874397 w 2906005"/>
              <a:gd name="connsiteY387" fmla="*/ 256214 h 369828"/>
              <a:gd name="connsiteX388" fmla="*/ 874462 w 2906005"/>
              <a:gd name="connsiteY388" fmla="*/ 256214 h 369828"/>
              <a:gd name="connsiteX389" fmla="*/ 889469 w 2906005"/>
              <a:gd name="connsiteY389" fmla="*/ 239725 h 369828"/>
              <a:gd name="connsiteX390" fmla="*/ 910594 w 2906005"/>
              <a:gd name="connsiteY390" fmla="*/ 233993 h 369828"/>
              <a:gd name="connsiteX391" fmla="*/ 493490 w 2906005"/>
              <a:gd name="connsiteY391" fmla="*/ 233993 h 369828"/>
              <a:gd name="connsiteX392" fmla="*/ 511331 w 2906005"/>
              <a:gd name="connsiteY392" fmla="*/ 238115 h 369828"/>
              <a:gd name="connsiteX393" fmla="*/ 523568 w 2906005"/>
              <a:gd name="connsiteY393" fmla="*/ 248485 h 369828"/>
              <a:gd name="connsiteX394" fmla="*/ 523568 w 2906005"/>
              <a:gd name="connsiteY394" fmla="*/ 235474 h 369828"/>
              <a:gd name="connsiteX395" fmla="*/ 546755 w 2906005"/>
              <a:gd name="connsiteY395" fmla="*/ 235474 h 369828"/>
              <a:gd name="connsiteX396" fmla="*/ 546755 w 2906005"/>
              <a:gd name="connsiteY396" fmla="*/ 326675 h 369828"/>
              <a:gd name="connsiteX397" fmla="*/ 523568 w 2906005"/>
              <a:gd name="connsiteY397" fmla="*/ 326675 h 369828"/>
              <a:gd name="connsiteX398" fmla="*/ 523568 w 2906005"/>
              <a:gd name="connsiteY398" fmla="*/ 313343 h 369828"/>
              <a:gd name="connsiteX399" fmla="*/ 511331 w 2906005"/>
              <a:gd name="connsiteY399" fmla="*/ 323970 h 369828"/>
              <a:gd name="connsiteX400" fmla="*/ 493297 w 2906005"/>
              <a:gd name="connsiteY400" fmla="*/ 328157 h 369828"/>
              <a:gd name="connsiteX401" fmla="*/ 472300 w 2906005"/>
              <a:gd name="connsiteY401" fmla="*/ 322231 h 369828"/>
              <a:gd name="connsiteX402" fmla="*/ 457293 w 2906005"/>
              <a:gd name="connsiteY402" fmla="*/ 305550 h 369828"/>
              <a:gd name="connsiteX403" fmla="*/ 451754 w 2906005"/>
              <a:gd name="connsiteY403" fmla="*/ 280753 h 369828"/>
              <a:gd name="connsiteX404" fmla="*/ 457293 w 2906005"/>
              <a:gd name="connsiteY404" fmla="*/ 256214 h 369828"/>
              <a:gd name="connsiteX405" fmla="*/ 457357 w 2906005"/>
              <a:gd name="connsiteY405" fmla="*/ 256214 h 369828"/>
              <a:gd name="connsiteX406" fmla="*/ 472364 w 2906005"/>
              <a:gd name="connsiteY406" fmla="*/ 239725 h 369828"/>
              <a:gd name="connsiteX407" fmla="*/ 493490 w 2906005"/>
              <a:gd name="connsiteY407" fmla="*/ 233993 h 369828"/>
              <a:gd name="connsiteX408" fmla="*/ 270963 w 2906005"/>
              <a:gd name="connsiteY408" fmla="*/ 233993 h 369828"/>
              <a:gd name="connsiteX409" fmla="*/ 296983 w 2906005"/>
              <a:gd name="connsiteY409" fmla="*/ 242173 h 369828"/>
              <a:gd name="connsiteX410" fmla="*/ 307675 w 2906005"/>
              <a:gd name="connsiteY410" fmla="*/ 264136 h 369828"/>
              <a:gd name="connsiteX411" fmla="*/ 285648 w 2906005"/>
              <a:gd name="connsiteY411" fmla="*/ 264136 h 369828"/>
              <a:gd name="connsiteX412" fmla="*/ 281139 w 2906005"/>
              <a:gd name="connsiteY412" fmla="*/ 255505 h 369828"/>
              <a:gd name="connsiteX413" fmla="*/ 270383 w 2906005"/>
              <a:gd name="connsiteY413" fmla="*/ 252285 h 369828"/>
              <a:gd name="connsiteX414" fmla="*/ 260722 w 2906005"/>
              <a:gd name="connsiteY414" fmla="*/ 254603 h 369828"/>
              <a:gd name="connsiteX415" fmla="*/ 257373 w 2906005"/>
              <a:gd name="connsiteY415" fmla="*/ 261044 h 369828"/>
              <a:gd name="connsiteX416" fmla="*/ 262010 w 2906005"/>
              <a:gd name="connsiteY416" fmla="*/ 268065 h 369828"/>
              <a:gd name="connsiteX417" fmla="*/ 276309 w 2906005"/>
              <a:gd name="connsiteY417" fmla="*/ 272895 h 369828"/>
              <a:gd name="connsiteX418" fmla="*/ 292604 w 2906005"/>
              <a:gd name="connsiteY418" fmla="*/ 277983 h 369828"/>
              <a:gd name="connsiteX419" fmla="*/ 303746 w 2906005"/>
              <a:gd name="connsiteY419" fmla="*/ 286163 h 369828"/>
              <a:gd name="connsiteX420" fmla="*/ 308577 w 2906005"/>
              <a:gd name="connsiteY420" fmla="*/ 300719 h 369828"/>
              <a:gd name="connsiteX421" fmla="*/ 304197 w 2906005"/>
              <a:gd name="connsiteY421" fmla="*/ 314889 h 369828"/>
              <a:gd name="connsiteX422" fmla="*/ 291702 w 2906005"/>
              <a:gd name="connsiteY422" fmla="*/ 324679 h 369828"/>
              <a:gd name="connsiteX423" fmla="*/ 272702 w 2906005"/>
              <a:gd name="connsiteY423" fmla="*/ 328221 h 369828"/>
              <a:gd name="connsiteX424" fmla="*/ 252607 w 2906005"/>
              <a:gd name="connsiteY424" fmla="*/ 324164 h 369828"/>
              <a:gd name="connsiteX425" fmla="*/ 252542 w 2906005"/>
              <a:gd name="connsiteY425" fmla="*/ 324099 h 369828"/>
              <a:gd name="connsiteX426" fmla="*/ 238437 w 2906005"/>
              <a:gd name="connsiteY426" fmla="*/ 313150 h 369828"/>
              <a:gd name="connsiteX427" fmla="*/ 232769 w 2906005"/>
              <a:gd name="connsiteY427" fmla="*/ 297821 h 369828"/>
              <a:gd name="connsiteX428" fmla="*/ 255956 w 2906005"/>
              <a:gd name="connsiteY428" fmla="*/ 297821 h 369828"/>
              <a:gd name="connsiteX429" fmla="*/ 261108 w 2906005"/>
              <a:gd name="connsiteY429" fmla="*/ 306516 h 369828"/>
              <a:gd name="connsiteX430" fmla="*/ 272380 w 2906005"/>
              <a:gd name="connsiteY430" fmla="*/ 309994 h 369828"/>
              <a:gd name="connsiteX431" fmla="*/ 282685 w 2906005"/>
              <a:gd name="connsiteY431" fmla="*/ 307353 h 369828"/>
              <a:gd name="connsiteX432" fmla="*/ 286421 w 2906005"/>
              <a:gd name="connsiteY432" fmla="*/ 300590 h 369828"/>
              <a:gd name="connsiteX433" fmla="*/ 281912 w 2906005"/>
              <a:gd name="connsiteY433" fmla="*/ 293892 h 369828"/>
              <a:gd name="connsiteX434" fmla="*/ 267485 w 2906005"/>
              <a:gd name="connsiteY434" fmla="*/ 289061 h 369828"/>
              <a:gd name="connsiteX435" fmla="*/ 250803 w 2906005"/>
              <a:gd name="connsiteY435" fmla="*/ 283973 h 369828"/>
              <a:gd name="connsiteX436" fmla="*/ 239596 w 2906005"/>
              <a:gd name="connsiteY436" fmla="*/ 275922 h 369828"/>
              <a:gd name="connsiteX437" fmla="*/ 234894 w 2906005"/>
              <a:gd name="connsiteY437" fmla="*/ 261302 h 369828"/>
              <a:gd name="connsiteX438" fmla="*/ 239274 w 2906005"/>
              <a:gd name="connsiteY438" fmla="*/ 247454 h 369828"/>
              <a:gd name="connsiteX439" fmla="*/ 251769 w 2906005"/>
              <a:gd name="connsiteY439" fmla="*/ 237600 h 369828"/>
              <a:gd name="connsiteX440" fmla="*/ 270963 w 2906005"/>
              <a:gd name="connsiteY440" fmla="*/ 233993 h 369828"/>
              <a:gd name="connsiteX441" fmla="*/ 161791 w 2906005"/>
              <a:gd name="connsiteY441" fmla="*/ 233993 h 369828"/>
              <a:gd name="connsiteX442" fmla="*/ 179632 w 2906005"/>
              <a:gd name="connsiteY442" fmla="*/ 238115 h 369828"/>
              <a:gd name="connsiteX443" fmla="*/ 191869 w 2906005"/>
              <a:gd name="connsiteY443" fmla="*/ 248485 h 369828"/>
              <a:gd name="connsiteX444" fmla="*/ 191869 w 2906005"/>
              <a:gd name="connsiteY444" fmla="*/ 235474 h 369828"/>
              <a:gd name="connsiteX445" fmla="*/ 215056 w 2906005"/>
              <a:gd name="connsiteY445" fmla="*/ 235474 h 369828"/>
              <a:gd name="connsiteX446" fmla="*/ 215056 w 2906005"/>
              <a:gd name="connsiteY446" fmla="*/ 326676 h 369828"/>
              <a:gd name="connsiteX447" fmla="*/ 191869 w 2906005"/>
              <a:gd name="connsiteY447" fmla="*/ 326676 h 369828"/>
              <a:gd name="connsiteX448" fmla="*/ 191869 w 2906005"/>
              <a:gd name="connsiteY448" fmla="*/ 313343 h 369828"/>
              <a:gd name="connsiteX449" fmla="*/ 179632 w 2906005"/>
              <a:gd name="connsiteY449" fmla="*/ 323970 h 369828"/>
              <a:gd name="connsiteX450" fmla="*/ 161598 w 2906005"/>
              <a:gd name="connsiteY450" fmla="*/ 328157 h 369828"/>
              <a:gd name="connsiteX451" fmla="*/ 140601 w 2906005"/>
              <a:gd name="connsiteY451" fmla="*/ 322231 h 369828"/>
              <a:gd name="connsiteX452" fmla="*/ 125594 w 2906005"/>
              <a:gd name="connsiteY452" fmla="*/ 305550 h 369828"/>
              <a:gd name="connsiteX453" fmla="*/ 120055 w 2906005"/>
              <a:gd name="connsiteY453" fmla="*/ 280753 h 369828"/>
              <a:gd name="connsiteX454" fmla="*/ 125594 w 2906005"/>
              <a:gd name="connsiteY454" fmla="*/ 256214 h 369828"/>
              <a:gd name="connsiteX455" fmla="*/ 125658 w 2906005"/>
              <a:gd name="connsiteY455" fmla="*/ 256214 h 369828"/>
              <a:gd name="connsiteX456" fmla="*/ 140665 w 2906005"/>
              <a:gd name="connsiteY456" fmla="*/ 239725 h 369828"/>
              <a:gd name="connsiteX457" fmla="*/ 161791 w 2906005"/>
              <a:gd name="connsiteY457" fmla="*/ 233993 h 369828"/>
              <a:gd name="connsiteX458" fmla="*/ 2407748 w 2906005"/>
              <a:gd name="connsiteY458" fmla="*/ 233992 h 369828"/>
              <a:gd name="connsiteX459" fmla="*/ 2425589 w 2906005"/>
              <a:gd name="connsiteY459" fmla="*/ 238114 h 369828"/>
              <a:gd name="connsiteX460" fmla="*/ 2437826 w 2906005"/>
              <a:gd name="connsiteY460" fmla="*/ 248484 h 369828"/>
              <a:gd name="connsiteX461" fmla="*/ 2437826 w 2906005"/>
              <a:gd name="connsiteY461" fmla="*/ 235474 h 369828"/>
              <a:gd name="connsiteX462" fmla="*/ 2461013 w 2906005"/>
              <a:gd name="connsiteY462" fmla="*/ 235474 h 369828"/>
              <a:gd name="connsiteX463" fmla="*/ 2461013 w 2906005"/>
              <a:gd name="connsiteY463" fmla="*/ 326675 h 369828"/>
              <a:gd name="connsiteX464" fmla="*/ 2437826 w 2906005"/>
              <a:gd name="connsiteY464" fmla="*/ 326675 h 369828"/>
              <a:gd name="connsiteX465" fmla="*/ 2437826 w 2906005"/>
              <a:gd name="connsiteY465" fmla="*/ 313342 h 369828"/>
              <a:gd name="connsiteX466" fmla="*/ 2425589 w 2906005"/>
              <a:gd name="connsiteY466" fmla="*/ 323970 h 369828"/>
              <a:gd name="connsiteX467" fmla="*/ 2407555 w 2906005"/>
              <a:gd name="connsiteY467" fmla="*/ 328156 h 369828"/>
              <a:gd name="connsiteX468" fmla="*/ 2386558 w 2906005"/>
              <a:gd name="connsiteY468" fmla="*/ 322231 h 369828"/>
              <a:gd name="connsiteX469" fmla="*/ 2371551 w 2906005"/>
              <a:gd name="connsiteY469" fmla="*/ 305549 h 369828"/>
              <a:gd name="connsiteX470" fmla="*/ 2366012 w 2906005"/>
              <a:gd name="connsiteY470" fmla="*/ 280752 h 369828"/>
              <a:gd name="connsiteX471" fmla="*/ 2371551 w 2906005"/>
              <a:gd name="connsiteY471" fmla="*/ 256213 h 369828"/>
              <a:gd name="connsiteX472" fmla="*/ 2371615 w 2906005"/>
              <a:gd name="connsiteY472" fmla="*/ 256213 h 369828"/>
              <a:gd name="connsiteX473" fmla="*/ 2386622 w 2906005"/>
              <a:gd name="connsiteY473" fmla="*/ 239725 h 369828"/>
              <a:gd name="connsiteX474" fmla="*/ 2407748 w 2906005"/>
              <a:gd name="connsiteY474" fmla="*/ 233992 h 369828"/>
              <a:gd name="connsiteX475" fmla="*/ 331055 w 2906005"/>
              <a:gd name="connsiteY475" fmla="*/ 212996 h 369828"/>
              <a:gd name="connsiteX476" fmla="*/ 354242 w 2906005"/>
              <a:gd name="connsiteY476" fmla="*/ 212996 h 369828"/>
              <a:gd name="connsiteX477" fmla="*/ 354242 w 2906005"/>
              <a:gd name="connsiteY477" fmla="*/ 235539 h 369828"/>
              <a:gd name="connsiteX478" fmla="*/ 374659 w 2906005"/>
              <a:gd name="connsiteY478" fmla="*/ 235539 h 369828"/>
              <a:gd name="connsiteX479" fmla="*/ 374659 w 2906005"/>
              <a:gd name="connsiteY479" fmla="*/ 254474 h 369828"/>
              <a:gd name="connsiteX480" fmla="*/ 354242 w 2906005"/>
              <a:gd name="connsiteY480" fmla="*/ 254474 h 369828"/>
              <a:gd name="connsiteX481" fmla="*/ 354242 w 2906005"/>
              <a:gd name="connsiteY481" fmla="*/ 298529 h 369828"/>
              <a:gd name="connsiteX482" fmla="*/ 356496 w 2906005"/>
              <a:gd name="connsiteY482" fmla="*/ 305228 h 369828"/>
              <a:gd name="connsiteX483" fmla="*/ 363967 w 2906005"/>
              <a:gd name="connsiteY483" fmla="*/ 307289 h 369828"/>
              <a:gd name="connsiteX484" fmla="*/ 374659 w 2906005"/>
              <a:gd name="connsiteY484" fmla="*/ 307289 h 369828"/>
              <a:gd name="connsiteX485" fmla="*/ 374659 w 2906005"/>
              <a:gd name="connsiteY485" fmla="*/ 326740 h 369828"/>
              <a:gd name="connsiteX486" fmla="*/ 360167 w 2906005"/>
              <a:gd name="connsiteY486" fmla="*/ 326740 h 369828"/>
              <a:gd name="connsiteX487" fmla="*/ 331055 w 2906005"/>
              <a:gd name="connsiteY487" fmla="*/ 298400 h 369828"/>
              <a:gd name="connsiteX488" fmla="*/ 331055 w 2906005"/>
              <a:gd name="connsiteY488" fmla="*/ 254474 h 369828"/>
              <a:gd name="connsiteX489" fmla="*/ 320170 w 2906005"/>
              <a:gd name="connsiteY489" fmla="*/ 254474 h 369828"/>
              <a:gd name="connsiteX490" fmla="*/ 320170 w 2906005"/>
              <a:gd name="connsiteY490" fmla="*/ 235539 h 369828"/>
              <a:gd name="connsiteX491" fmla="*/ 331055 w 2906005"/>
              <a:gd name="connsiteY491" fmla="*/ 235539 h 369828"/>
              <a:gd name="connsiteX492" fmla="*/ 0 w 2906005"/>
              <a:gd name="connsiteY492" fmla="*/ 211772 h 369828"/>
              <a:gd name="connsiteX493" fmla="*/ 24668 w 2906005"/>
              <a:gd name="connsiteY493" fmla="*/ 211772 h 369828"/>
              <a:gd name="connsiteX494" fmla="*/ 56292 w 2906005"/>
              <a:gd name="connsiteY494" fmla="*/ 303102 h 369828"/>
              <a:gd name="connsiteX495" fmla="*/ 87723 w 2906005"/>
              <a:gd name="connsiteY495" fmla="*/ 211772 h 369828"/>
              <a:gd name="connsiteX496" fmla="*/ 112262 w 2906005"/>
              <a:gd name="connsiteY496" fmla="*/ 211772 h 369828"/>
              <a:gd name="connsiteX497" fmla="*/ 70140 w 2906005"/>
              <a:gd name="connsiteY497" fmla="*/ 326675 h 369828"/>
              <a:gd name="connsiteX498" fmla="*/ 42123 w 2906005"/>
              <a:gd name="connsiteY498" fmla="*/ 326675 h 369828"/>
              <a:gd name="connsiteX499" fmla="*/ 608522 w 2906005"/>
              <a:gd name="connsiteY499" fmla="*/ 211643 h 369828"/>
              <a:gd name="connsiteX500" fmla="*/ 631580 w 2906005"/>
              <a:gd name="connsiteY500" fmla="*/ 211643 h 369828"/>
              <a:gd name="connsiteX501" fmla="*/ 683750 w 2906005"/>
              <a:gd name="connsiteY501" fmla="*/ 290671 h 369828"/>
              <a:gd name="connsiteX502" fmla="*/ 683750 w 2906005"/>
              <a:gd name="connsiteY502" fmla="*/ 211643 h 369828"/>
              <a:gd name="connsiteX503" fmla="*/ 706808 w 2906005"/>
              <a:gd name="connsiteY503" fmla="*/ 211643 h 369828"/>
              <a:gd name="connsiteX504" fmla="*/ 706808 w 2906005"/>
              <a:gd name="connsiteY504" fmla="*/ 326675 h 369828"/>
              <a:gd name="connsiteX505" fmla="*/ 683750 w 2906005"/>
              <a:gd name="connsiteY505" fmla="*/ 326675 h 369828"/>
              <a:gd name="connsiteX506" fmla="*/ 631580 w 2906005"/>
              <a:gd name="connsiteY506" fmla="*/ 247840 h 369828"/>
              <a:gd name="connsiteX507" fmla="*/ 631580 w 2906005"/>
              <a:gd name="connsiteY507" fmla="*/ 326675 h 369828"/>
              <a:gd name="connsiteX508" fmla="*/ 608522 w 2906005"/>
              <a:gd name="connsiteY508" fmla="*/ 326675 h 369828"/>
              <a:gd name="connsiteX509" fmla="*/ 2549316 w 2906005"/>
              <a:gd name="connsiteY509" fmla="*/ 204880 h 369828"/>
              <a:gd name="connsiteX510" fmla="*/ 2572696 w 2906005"/>
              <a:gd name="connsiteY510" fmla="*/ 204880 h 369828"/>
              <a:gd name="connsiteX511" fmla="*/ 2572696 w 2906005"/>
              <a:gd name="connsiteY511" fmla="*/ 326675 h 369828"/>
              <a:gd name="connsiteX512" fmla="*/ 2549316 w 2906005"/>
              <a:gd name="connsiteY512" fmla="*/ 326675 h 369828"/>
              <a:gd name="connsiteX513" fmla="*/ 2549316 w 2906005"/>
              <a:gd name="connsiteY513" fmla="*/ 313149 h 369828"/>
              <a:gd name="connsiteX514" fmla="*/ 2537271 w 2906005"/>
              <a:gd name="connsiteY514" fmla="*/ 324034 h 369828"/>
              <a:gd name="connsiteX515" fmla="*/ 2519302 w 2906005"/>
              <a:gd name="connsiteY515" fmla="*/ 328156 h 369828"/>
              <a:gd name="connsiteX516" fmla="*/ 2498241 w 2906005"/>
              <a:gd name="connsiteY516" fmla="*/ 322231 h 369828"/>
              <a:gd name="connsiteX517" fmla="*/ 2483169 w 2906005"/>
              <a:gd name="connsiteY517" fmla="*/ 305549 h 369828"/>
              <a:gd name="connsiteX518" fmla="*/ 2477630 w 2906005"/>
              <a:gd name="connsiteY518" fmla="*/ 280752 h 369828"/>
              <a:gd name="connsiteX519" fmla="*/ 2483169 w 2906005"/>
              <a:gd name="connsiteY519" fmla="*/ 256213 h 369828"/>
              <a:gd name="connsiteX520" fmla="*/ 2483233 w 2906005"/>
              <a:gd name="connsiteY520" fmla="*/ 256213 h 369828"/>
              <a:gd name="connsiteX521" fmla="*/ 2498305 w 2906005"/>
              <a:gd name="connsiteY521" fmla="*/ 239724 h 369828"/>
              <a:gd name="connsiteX522" fmla="*/ 2519559 w 2906005"/>
              <a:gd name="connsiteY522" fmla="*/ 233992 h 369828"/>
              <a:gd name="connsiteX523" fmla="*/ 2536499 w 2906005"/>
              <a:gd name="connsiteY523" fmla="*/ 237857 h 369828"/>
              <a:gd name="connsiteX524" fmla="*/ 2549316 w 2906005"/>
              <a:gd name="connsiteY524" fmla="*/ 248162 h 369828"/>
              <a:gd name="connsiteX525" fmla="*/ 1892359 w 2906005"/>
              <a:gd name="connsiteY525" fmla="*/ 204880 h 369828"/>
              <a:gd name="connsiteX526" fmla="*/ 1915739 w 2906005"/>
              <a:gd name="connsiteY526" fmla="*/ 204880 h 369828"/>
              <a:gd name="connsiteX527" fmla="*/ 1915739 w 2906005"/>
              <a:gd name="connsiteY527" fmla="*/ 326675 h 369828"/>
              <a:gd name="connsiteX528" fmla="*/ 1892359 w 2906005"/>
              <a:gd name="connsiteY528" fmla="*/ 326675 h 369828"/>
              <a:gd name="connsiteX529" fmla="*/ 1892359 w 2906005"/>
              <a:gd name="connsiteY529" fmla="*/ 313149 h 369828"/>
              <a:gd name="connsiteX530" fmla="*/ 1880314 w 2906005"/>
              <a:gd name="connsiteY530" fmla="*/ 324034 h 369828"/>
              <a:gd name="connsiteX531" fmla="*/ 1862345 w 2906005"/>
              <a:gd name="connsiteY531" fmla="*/ 328156 h 369828"/>
              <a:gd name="connsiteX532" fmla="*/ 1841284 w 2906005"/>
              <a:gd name="connsiteY532" fmla="*/ 322231 h 369828"/>
              <a:gd name="connsiteX533" fmla="*/ 1826212 w 2906005"/>
              <a:gd name="connsiteY533" fmla="*/ 305549 h 369828"/>
              <a:gd name="connsiteX534" fmla="*/ 1820673 w 2906005"/>
              <a:gd name="connsiteY534" fmla="*/ 280752 h 369828"/>
              <a:gd name="connsiteX535" fmla="*/ 1826212 w 2906005"/>
              <a:gd name="connsiteY535" fmla="*/ 256213 h 369828"/>
              <a:gd name="connsiteX536" fmla="*/ 1826276 w 2906005"/>
              <a:gd name="connsiteY536" fmla="*/ 256213 h 369828"/>
              <a:gd name="connsiteX537" fmla="*/ 1841348 w 2906005"/>
              <a:gd name="connsiteY537" fmla="*/ 239724 h 369828"/>
              <a:gd name="connsiteX538" fmla="*/ 1862602 w 2906005"/>
              <a:gd name="connsiteY538" fmla="*/ 233992 h 369828"/>
              <a:gd name="connsiteX539" fmla="*/ 1879542 w 2906005"/>
              <a:gd name="connsiteY539" fmla="*/ 237857 h 369828"/>
              <a:gd name="connsiteX540" fmla="*/ 1892359 w 2906005"/>
              <a:gd name="connsiteY540" fmla="*/ 248162 h 369828"/>
              <a:gd name="connsiteX541" fmla="*/ 1161011 w 2906005"/>
              <a:gd name="connsiteY541" fmla="*/ 204880 h 369828"/>
              <a:gd name="connsiteX542" fmla="*/ 1184391 w 2906005"/>
              <a:gd name="connsiteY542" fmla="*/ 204880 h 369828"/>
              <a:gd name="connsiteX543" fmla="*/ 1184391 w 2906005"/>
              <a:gd name="connsiteY543" fmla="*/ 326675 h 369828"/>
              <a:gd name="connsiteX544" fmla="*/ 1161011 w 2906005"/>
              <a:gd name="connsiteY544" fmla="*/ 326675 h 369828"/>
              <a:gd name="connsiteX545" fmla="*/ 1161011 w 2906005"/>
              <a:gd name="connsiteY545" fmla="*/ 313149 h 369828"/>
              <a:gd name="connsiteX546" fmla="*/ 1148966 w 2906005"/>
              <a:gd name="connsiteY546" fmla="*/ 324034 h 369828"/>
              <a:gd name="connsiteX547" fmla="*/ 1130997 w 2906005"/>
              <a:gd name="connsiteY547" fmla="*/ 328156 h 369828"/>
              <a:gd name="connsiteX548" fmla="*/ 1109935 w 2906005"/>
              <a:gd name="connsiteY548" fmla="*/ 322231 h 369828"/>
              <a:gd name="connsiteX549" fmla="*/ 1094864 w 2906005"/>
              <a:gd name="connsiteY549" fmla="*/ 305549 h 369828"/>
              <a:gd name="connsiteX550" fmla="*/ 1089325 w 2906005"/>
              <a:gd name="connsiteY550" fmla="*/ 280752 h 369828"/>
              <a:gd name="connsiteX551" fmla="*/ 1094864 w 2906005"/>
              <a:gd name="connsiteY551" fmla="*/ 256213 h 369828"/>
              <a:gd name="connsiteX552" fmla="*/ 1094928 w 2906005"/>
              <a:gd name="connsiteY552" fmla="*/ 256213 h 369828"/>
              <a:gd name="connsiteX553" fmla="*/ 1110000 w 2906005"/>
              <a:gd name="connsiteY553" fmla="*/ 239724 h 369828"/>
              <a:gd name="connsiteX554" fmla="*/ 1131254 w 2906005"/>
              <a:gd name="connsiteY554" fmla="*/ 233992 h 369828"/>
              <a:gd name="connsiteX555" fmla="*/ 1148194 w 2906005"/>
              <a:gd name="connsiteY555" fmla="*/ 237857 h 369828"/>
              <a:gd name="connsiteX556" fmla="*/ 1161011 w 2906005"/>
              <a:gd name="connsiteY556" fmla="*/ 248162 h 369828"/>
              <a:gd name="connsiteX557" fmla="*/ 1545975 w 2906005"/>
              <a:gd name="connsiteY557" fmla="*/ 204816 h 369828"/>
              <a:gd name="connsiteX558" fmla="*/ 1569033 w 2906005"/>
              <a:gd name="connsiteY558" fmla="*/ 204816 h 369828"/>
              <a:gd name="connsiteX559" fmla="*/ 1569033 w 2906005"/>
              <a:gd name="connsiteY559" fmla="*/ 326611 h 369828"/>
              <a:gd name="connsiteX560" fmla="*/ 1545975 w 2906005"/>
              <a:gd name="connsiteY560" fmla="*/ 326611 h 369828"/>
              <a:gd name="connsiteX561" fmla="*/ 829118 w 2906005"/>
              <a:gd name="connsiteY561" fmla="*/ 204816 h 369828"/>
              <a:gd name="connsiteX562" fmla="*/ 852176 w 2906005"/>
              <a:gd name="connsiteY562" fmla="*/ 204816 h 369828"/>
              <a:gd name="connsiteX563" fmla="*/ 852176 w 2906005"/>
              <a:gd name="connsiteY563" fmla="*/ 326611 h 369828"/>
              <a:gd name="connsiteX564" fmla="*/ 829118 w 2906005"/>
              <a:gd name="connsiteY564" fmla="*/ 326611 h 369828"/>
              <a:gd name="connsiteX565" fmla="*/ 1708475 w 2906005"/>
              <a:gd name="connsiteY565" fmla="*/ 202691 h 369828"/>
              <a:gd name="connsiteX566" fmla="*/ 1716269 w 2906005"/>
              <a:gd name="connsiteY566" fmla="*/ 205911 h 369828"/>
              <a:gd name="connsiteX567" fmla="*/ 1719489 w 2906005"/>
              <a:gd name="connsiteY567" fmla="*/ 213705 h 369828"/>
              <a:gd name="connsiteX568" fmla="*/ 1716269 w 2906005"/>
              <a:gd name="connsiteY568" fmla="*/ 221434 h 369828"/>
              <a:gd name="connsiteX569" fmla="*/ 1708475 w 2906005"/>
              <a:gd name="connsiteY569" fmla="*/ 224590 h 369828"/>
              <a:gd name="connsiteX570" fmla="*/ 1700746 w 2906005"/>
              <a:gd name="connsiteY570" fmla="*/ 221434 h 369828"/>
              <a:gd name="connsiteX571" fmla="*/ 1697591 w 2906005"/>
              <a:gd name="connsiteY571" fmla="*/ 213705 h 369828"/>
              <a:gd name="connsiteX572" fmla="*/ 1700746 w 2906005"/>
              <a:gd name="connsiteY572" fmla="*/ 205911 h 369828"/>
              <a:gd name="connsiteX573" fmla="*/ 1708475 w 2906005"/>
              <a:gd name="connsiteY573" fmla="*/ 202691 h 369828"/>
              <a:gd name="connsiteX574" fmla="*/ 1678011 w 2906005"/>
              <a:gd name="connsiteY574" fmla="*/ 202691 h 369828"/>
              <a:gd name="connsiteX575" fmla="*/ 1685804 w 2906005"/>
              <a:gd name="connsiteY575" fmla="*/ 205911 h 369828"/>
              <a:gd name="connsiteX576" fmla="*/ 1689024 w 2906005"/>
              <a:gd name="connsiteY576" fmla="*/ 213705 h 369828"/>
              <a:gd name="connsiteX577" fmla="*/ 1685804 w 2906005"/>
              <a:gd name="connsiteY577" fmla="*/ 221434 h 369828"/>
              <a:gd name="connsiteX578" fmla="*/ 1678011 w 2906005"/>
              <a:gd name="connsiteY578" fmla="*/ 224590 h 369828"/>
              <a:gd name="connsiteX579" fmla="*/ 1670282 w 2906005"/>
              <a:gd name="connsiteY579" fmla="*/ 221434 h 369828"/>
              <a:gd name="connsiteX580" fmla="*/ 1667126 w 2906005"/>
              <a:gd name="connsiteY580" fmla="*/ 213705 h 369828"/>
              <a:gd name="connsiteX581" fmla="*/ 1670282 w 2906005"/>
              <a:gd name="connsiteY581" fmla="*/ 205911 h 369828"/>
              <a:gd name="connsiteX582" fmla="*/ 1678011 w 2906005"/>
              <a:gd name="connsiteY582" fmla="*/ 202691 h 369828"/>
              <a:gd name="connsiteX583" fmla="*/ 1494319 w 2906005"/>
              <a:gd name="connsiteY583" fmla="*/ 202691 h 369828"/>
              <a:gd name="connsiteX584" fmla="*/ 1502113 w 2906005"/>
              <a:gd name="connsiteY584" fmla="*/ 205911 h 369828"/>
              <a:gd name="connsiteX585" fmla="*/ 1505333 w 2906005"/>
              <a:gd name="connsiteY585" fmla="*/ 213705 h 369828"/>
              <a:gd name="connsiteX586" fmla="*/ 1502113 w 2906005"/>
              <a:gd name="connsiteY586" fmla="*/ 221434 h 369828"/>
              <a:gd name="connsiteX587" fmla="*/ 1494319 w 2906005"/>
              <a:gd name="connsiteY587" fmla="*/ 224590 h 369828"/>
              <a:gd name="connsiteX588" fmla="*/ 1486590 w 2906005"/>
              <a:gd name="connsiteY588" fmla="*/ 221434 h 369828"/>
              <a:gd name="connsiteX589" fmla="*/ 1483435 w 2906005"/>
              <a:gd name="connsiteY589" fmla="*/ 213705 h 369828"/>
              <a:gd name="connsiteX590" fmla="*/ 1486590 w 2906005"/>
              <a:gd name="connsiteY590" fmla="*/ 205911 h 369828"/>
              <a:gd name="connsiteX591" fmla="*/ 1494319 w 2906005"/>
              <a:gd name="connsiteY591" fmla="*/ 202691 h 369828"/>
              <a:gd name="connsiteX592" fmla="*/ 1463855 w 2906005"/>
              <a:gd name="connsiteY592" fmla="*/ 202691 h 369828"/>
              <a:gd name="connsiteX593" fmla="*/ 1471648 w 2906005"/>
              <a:gd name="connsiteY593" fmla="*/ 205911 h 369828"/>
              <a:gd name="connsiteX594" fmla="*/ 1474868 w 2906005"/>
              <a:gd name="connsiteY594" fmla="*/ 213705 h 369828"/>
              <a:gd name="connsiteX595" fmla="*/ 1471648 w 2906005"/>
              <a:gd name="connsiteY595" fmla="*/ 221434 h 369828"/>
              <a:gd name="connsiteX596" fmla="*/ 1463855 w 2906005"/>
              <a:gd name="connsiteY596" fmla="*/ 224590 h 369828"/>
              <a:gd name="connsiteX597" fmla="*/ 1456126 w 2906005"/>
              <a:gd name="connsiteY597" fmla="*/ 221434 h 369828"/>
              <a:gd name="connsiteX598" fmla="*/ 1452970 w 2906005"/>
              <a:gd name="connsiteY598" fmla="*/ 213705 h 369828"/>
              <a:gd name="connsiteX599" fmla="*/ 1456126 w 2906005"/>
              <a:gd name="connsiteY599" fmla="*/ 205911 h 369828"/>
              <a:gd name="connsiteX600" fmla="*/ 1463855 w 2906005"/>
              <a:gd name="connsiteY600" fmla="*/ 202691 h 369828"/>
              <a:gd name="connsiteX601" fmla="*/ 186008 w 2906005"/>
              <a:gd name="connsiteY601" fmla="*/ 202691 h 369828"/>
              <a:gd name="connsiteX602" fmla="*/ 193802 w 2906005"/>
              <a:gd name="connsiteY602" fmla="*/ 205911 h 369828"/>
              <a:gd name="connsiteX603" fmla="*/ 197022 w 2906005"/>
              <a:gd name="connsiteY603" fmla="*/ 213705 h 369828"/>
              <a:gd name="connsiteX604" fmla="*/ 193802 w 2906005"/>
              <a:gd name="connsiteY604" fmla="*/ 221434 h 369828"/>
              <a:gd name="connsiteX605" fmla="*/ 186008 w 2906005"/>
              <a:gd name="connsiteY605" fmla="*/ 224590 h 369828"/>
              <a:gd name="connsiteX606" fmla="*/ 178279 w 2906005"/>
              <a:gd name="connsiteY606" fmla="*/ 221434 h 369828"/>
              <a:gd name="connsiteX607" fmla="*/ 175123 w 2906005"/>
              <a:gd name="connsiteY607" fmla="*/ 213705 h 369828"/>
              <a:gd name="connsiteX608" fmla="*/ 178279 w 2906005"/>
              <a:gd name="connsiteY608" fmla="*/ 205911 h 369828"/>
              <a:gd name="connsiteX609" fmla="*/ 186008 w 2906005"/>
              <a:gd name="connsiteY609" fmla="*/ 202691 h 369828"/>
              <a:gd name="connsiteX610" fmla="*/ 155544 w 2906005"/>
              <a:gd name="connsiteY610" fmla="*/ 202691 h 369828"/>
              <a:gd name="connsiteX611" fmla="*/ 163337 w 2906005"/>
              <a:gd name="connsiteY611" fmla="*/ 205911 h 369828"/>
              <a:gd name="connsiteX612" fmla="*/ 166557 w 2906005"/>
              <a:gd name="connsiteY612" fmla="*/ 213705 h 369828"/>
              <a:gd name="connsiteX613" fmla="*/ 163337 w 2906005"/>
              <a:gd name="connsiteY613" fmla="*/ 221434 h 369828"/>
              <a:gd name="connsiteX614" fmla="*/ 155544 w 2906005"/>
              <a:gd name="connsiteY614" fmla="*/ 224590 h 369828"/>
              <a:gd name="connsiteX615" fmla="*/ 147815 w 2906005"/>
              <a:gd name="connsiteY615" fmla="*/ 221434 h 369828"/>
              <a:gd name="connsiteX616" fmla="*/ 144659 w 2906005"/>
              <a:gd name="connsiteY616" fmla="*/ 213705 h 369828"/>
              <a:gd name="connsiteX617" fmla="*/ 147815 w 2906005"/>
              <a:gd name="connsiteY617" fmla="*/ 205911 h 369828"/>
              <a:gd name="connsiteX618" fmla="*/ 155544 w 2906005"/>
              <a:gd name="connsiteY618" fmla="*/ 202691 h 369828"/>
              <a:gd name="connsiteX619" fmla="*/ 2416765 w 2906005"/>
              <a:gd name="connsiteY619" fmla="*/ 200372 h 369828"/>
              <a:gd name="connsiteX620" fmla="*/ 2411162 w 2906005"/>
              <a:gd name="connsiteY620" fmla="*/ 202562 h 369828"/>
              <a:gd name="connsiteX621" fmla="*/ 2408843 w 2906005"/>
              <a:gd name="connsiteY621" fmla="*/ 208551 h 369828"/>
              <a:gd name="connsiteX622" fmla="*/ 2411162 w 2906005"/>
              <a:gd name="connsiteY622" fmla="*/ 214412 h 369828"/>
              <a:gd name="connsiteX623" fmla="*/ 2416765 w 2906005"/>
              <a:gd name="connsiteY623" fmla="*/ 216796 h 369828"/>
              <a:gd name="connsiteX624" fmla="*/ 2422369 w 2906005"/>
              <a:gd name="connsiteY624" fmla="*/ 214412 h 369828"/>
              <a:gd name="connsiteX625" fmla="*/ 2424687 w 2906005"/>
              <a:gd name="connsiteY625" fmla="*/ 208551 h 369828"/>
              <a:gd name="connsiteX626" fmla="*/ 2422369 w 2906005"/>
              <a:gd name="connsiteY626" fmla="*/ 202562 h 369828"/>
              <a:gd name="connsiteX627" fmla="*/ 2416765 w 2906005"/>
              <a:gd name="connsiteY627" fmla="*/ 200372 h 369828"/>
              <a:gd name="connsiteX628" fmla="*/ 1632538 w 2906005"/>
              <a:gd name="connsiteY628" fmla="*/ 198762 h 369828"/>
              <a:gd name="connsiteX629" fmla="*/ 1632538 w 2906005"/>
              <a:gd name="connsiteY629" fmla="*/ 218213 h 369828"/>
              <a:gd name="connsiteX630" fmla="*/ 1620880 w 2906005"/>
              <a:gd name="connsiteY630" fmla="*/ 220983 h 369828"/>
              <a:gd name="connsiteX631" fmla="*/ 1617596 w 2906005"/>
              <a:gd name="connsiteY631" fmla="*/ 231674 h 369828"/>
              <a:gd name="connsiteX632" fmla="*/ 1617596 w 2906005"/>
              <a:gd name="connsiteY632" fmla="*/ 235474 h 369828"/>
              <a:gd name="connsiteX633" fmla="*/ 1633569 w 2906005"/>
              <a:gd name="connsiteY633" fmla="*/ 235474 h 369828"/>
              <a:gd name="connsiteX634" fmla="*/ 1633569 w 2906005"/>
              <a:gd name="connsiteY634" fmla="*/ 254410 h 369828"/>
              <a:gd name="connsiteX635" fmla="*/ 1617596 w 2906005"/>
              <a:gd name="connsiteY635" fmla="*/ 254410 h 369828"/>
              <a:gd name="connsiteX636" fmla="*/ 1617596 w 2906005"/>
              <a:gd name="connsiteY636" fmla="*/ 326675 h 369828"/>
              <a:gd name="connsiteX637" fmla="*/ 1594216 w 2906005"/>
              <a:gd name="connsiteY637" fmla="*/ 326675 h 369828"/>
              <a:gd name="connsiteX638" fmla="*/ 1594216 w 2906005"/>
              <a:gd name="connsiteY638" fmla="*/ 254410 h 369828"/>
              <a:gd name="connsiteX639" fmla="*/ 1583846 w 2906005"/>
              <a:gd name="connsiteY639" fmla="*/ 254410 h 369828"/>
              <a:gd name="connsiteX640" fmla="*/ 1583846 w 2906005"/>
              <a:gd name="connsiteY640" fmla="*/ 235474 h 369828"/>
              <a:gd name="connsiteX641" fmla="*/ 1594216 w 2906005"/>
              <a:gd name="connsiteY641" fmla="*/ 235474 h 369828"/>
              <a:gd name="connsiteX642" fmla="*/ 1594216 w 2906005"/>
              <a:gd name="connsiteY642" fmla="*/ 230837 h 369828"/>
              <a:gd name="connsiteX643" fmla="*/ 1603748 w 2906005"/>
              <a:gd name="connsiteY643" fmla="*/ 206169 h 369828"/>
              <a:gd name="connsiteX644" fmla="*/ 1632538 w 2906005"/>
              <a:gd name="connsiteY644" fmla="*/ 198762 h 369828"/>
              <a:gd name="connsiteX645" fmla="*/ 2416829 w 2906005"/>
              <a:gd name="connsiteY645" fmla="*/ 189680 h 369828"/>
              <a:gd name="connsiteX646" fmla="*/ 2430548 w 2906005"/>
              <a:gd name="connsiteY646" fmla="*/ 194897 h 369828"/>
              <a:gd name="connsiteX647" fmla="*/ 2436087 w 2906005"/>
              <a:gd name="connsiteY647" fmla="*/ 208616 h 369828"/>
              <a:gd name="connsiteX648" fmla="*/ 2430548 w 2906005"/>
              <a:gd name="connsiteY648" fmla="*/ 222335 h 369828"/>
              <a:gd name="connsiteX649" fmla="*/ 2416829 w 2906005"/>
              <a:gd name="connsiteY649" fmla="*/ 227552 h 369828"/>
              <a:gd name="connsiteX650" fmla="*/ 2403175 w 2906005"/>
              <a:gd name="connsiteY650" fmla="*/ 222335 h 369828"/>
              <a:gd name="connsiteX651" fmla="*/ 2397572 w 2906005"/>
              <a:gd name="connsiteY651" fmla="*/ 208616 h 369828"/>
              <a:gd name="connsiteX652" fmla="*/ 2403175 w 2906005"/>
              <a:gd name="connsiteY652" fmla="*/ 194897 h 369828"/>
              <a:gd name="connsiteX653" fmla="*/ 2416829 w 2906005"/>
              <a:gd name="connsiteY653" fmla="*/ 189680 h 369828"/>
              <a:gd name="connsiteX654" fmla="*/ 440806 w 2906005"/>
              <a:gd name="connsiteY654" fmla="*/ 60672 h 369828"/>
              <a:gd name="connsiteX655" fmla="*/ 510623 w 2906005"/>
              <a:gd name="connsiteY655" fmla="*/ 60672 h 369828"/>
              <a:gd name="connsiteX656" fmla="*/ 510623 w 2906005"/>
              <a:gd name="connsiteY656" fmla="*/ 80123 h 369828"/>
              <a:gd name="connsiteX657" fmla="*/ 440806 w 2906005"/>
              <a:gd name="connsiteY657" fmla="*/ 80123 h 369828"/>
              <a:gd name="connsiteX658" fmla="*/ 2596720 w 2906005"/>
              <a:gd name="connsiteY658" fmla="*/ 56679 h 369828"/>
              <a:gd name="connsiteX659" fmla="*/ 2584869 w 2906005"/>
              <a:gd name="connsiteY659" fmla="*/ 59835 h 369828"/>
              <a:gd name="connsiteX660" fmla="*/ 2576045 w 2906005"/>
              <a:gd name="connsiteY660" fmla="*/ 68981 h 369828"/>
              <a:gd name="connsiteX661" fmla="*/ 2572696 w 2906005"/>
              <a:gd name="connsiteY661" fmla="*/ 83215 h 369828"/>
              <a:gd name="connsiteX662" fmla="*/ 2576045 w 2906005"/>
              <a:gd name="connsiteY662" fmla="*/ 97642 h 369828"/>
              <a:gd name="connsiteX663" fmla="*/ 2584933 w 2906005"/>
              <a:gd name="connsiteY663" fmla="*/ 107110 h 369828"/>
              <a:gd name="connsiteX664" fmla="*/ 2596720 w 2906005"/>
              <a:gd name="connsiteY664" fmla="*/ 110395 h 369828"/>
              <a:gd name="connsiteX665" fmla="*/ 2608764 w 2906005"/>
              <a:gd name="connsiteY665" fmla="*/ 107174 h 369828"/>
              <a:gd name="connsiteX666" fmla="*/ 2617652 w 2906005"/>
              <a:gd name="connsiteY666" fmla="*/ 97964 h 369828"/>
              <a:gd name="connsiteX667" fmla="*/ 2620937 w 2906005"/>
              <a:gd name="connsiteY667" fmla="*/ 83537 h 369828"/>
              <a:gd name="connsiteX668" fmla="*/ 2617652 w 2906005"/>
              <a:gd name="connsiteY668" fmla="*/ 69110 h 369828"/>
              <a:gd name="connsiteX669" fmla="*/ 2608764 w 2906005"/>
              <a:gd name="connsiteY669" fmla="*/ 59899 h 369828"/>
              <a:gd name="connsiteX670" fmla="*/ 2596720 w 2906005"/>
              <a:gd name="connsiteY670" fmla="*/ 56679 h 369828"/>
              <a:gd name="connsiteX671" fmla="*/ 1407756 w 2906005"/>
              <a:gd name="connsiteY671" fmla="*/ 56679 h 369828"/>
              <a:gd name="connsiteX672" fmla="*/ 1395905 w 2906005"/>
              <a:gd name="connsiteY672" fmla="*/ 59835 h 369828"/>
              <a:gd name="connsiteX673" fmla="*/ 1387081 w 2906005"/>
              <a:gd name="connsiteY673" fmla="*/ 68981 h 369828"/>
              <a:gd name="connsiteX674" fmla="*/ 1383732 w 2906005"/>
              <a:gd name="connsiteY674" fmla="*/ 83215 h 369828"/>
              <a:gd name="connsiteX675" fmla="*/ 1387081 w 2906005"/>
              <a:gd name="connsiteY675" fmla="*/ 97642 h 369828"/>
              <a:gd name="connsiteX676" fmla="*/ 1395969 w 2906005"/>
              <a:gd name="connsiteY676" fmla="*/ 107110 h 369828"/>
              <a:gd name="connsiteX677" fmla="*/ 1407756 w 2906005"/>
              <a:gd name="connsiteY677" fmla="*/ 110395 h 369828"/>
              <a:gd name="connsiteX678" fmla="*/ 1419800 w 2906005"/>
              <a:gd name="connsiteY678" fmla="*/ 107174 h 369828"/>
              <a:gd name="connsiteX679" fmla="*/ 1428688 w 2906005"/>
              <a:gd name="connsiteY679" fmla="*/ 97964 h 369828"/>
              <a:gd name="connsiteX680" fmla="*/ 1431973 w 2906005"/>
              <a:gd name="connsiteY680" fmla="*/ 83537 h 369828"/>
              <a:gd name="connsiteX681" fmla="*/ 1428688 w 2906005"/>
              <a:gd name="connsiteY681" fmla="*/ 69110 h 369828"/>
              <a:gd name="connsiteX682" fmla="*/ 1419800 w 2906005"/>
              <a:gd name="connsiteY682" fmla="*/ 59899 h 369828"/>
              <a:gd name="connsiteX683" fmla="*/ 1407756 w 2906005"/>
              <a:gd name="connsiteY683" fmla="*/ 56679 h 369828"/>
              <a:gd name="connsiteX684" fmla="*/ 1296138 w 2906005"/>
              <a:gd name="connsiteY684" fmla="*/ 56679 h 369828"/>
              <a:gd name="connsiteX685" fmla="*/ 1284287 w 2906005"/>
              <a:gd name="connsiteY685" fmla="*/ 59835 h 369828"/>
              <a:gd name="connsiteX686" fmla="*/ 1275463 w 2906005"/>
              <a:gd name="connsiteY686" fmla="*/ 68981 h 369828"/>
              <a:gd name="connsiteX687" fmla="*/ 1272114 w 2906005"/>
              <a:gd name="connsiteY687" fmla="*/ 83215 h 369828"/>
              <a:gd name="connsiteX688" fmla="*/ 1275463 w 2906005"/>
              <a:gd name="connsiteY688" fmla="*/ 97642 h 369828"/>
              <a:gd name="connsiteX689" fmla="*/ 1284351 w 2906005"/>
              <a:gd name="connsiteY689" fmla="*/ 107110 h 369828"/>
              <a:gd name="connsiteX690" fmla="*/ 1296138 w 2906005"/>
              <a:gd name="connsiteY690" fmla="*/ 110395 h 369828"/>
              <a:gd name="connsiteX691" fmla="*/ 1308182 w 2906005"/>
              <a:gd name="connsiteY691" fmla="*/ 107174 h 369828"/>
              <a:gd name="connsiteX692" fmla="*/ 1317070 w 2906005"/>
              <a:gd name="connsiteY692" fmla="*/ 97964 h 369828"/>
              <a:gd name="connsiteX693" fmla="*/ 1320355 w 2906005"/>
              <a:gd name="connsiteY693" fmla="*/ 83537 h 369828"/>
              <a:gd name="connsiteX694" fmla="*/ 1317070 w 2906005"/>
              <a:gd name="connsiteY694" fmla="*/ 69110 h 369828"/>
              <a:gd name="connsiteX695" fmla="*/ 1308182 w 2906005"/>
              <a:gd name="connsiteY695" fmla="*/ 59899 h 369828"/>
              <a:gd name="connsiteX696" fmla="*/ 1296138 w 2906005"/>
              <a:gd name="connsiteY696" fmla="*/ 56679 h 369828"/>
              <a:gd name="connsiteX697" fmla="*/ 801681 w 2906005"/>
              <a:gd name="connsiteY697" fmla="*/ 56679 h 369828"/>
              <a:gd name="connsiteX698" fmla="*/ 789830 w 2906005"/>
              <a:gd name="connsiteY698" fmla="*/ 59835 h 369828"/>
              <a:gd name="connsiteX699" fmla="*/ 781006 w 2906005"/>
              <a:gd name="connsiteY699" fmla="*/ 68980 h 369828"/>
              <a:gd name="connsiteX700" fmla="*/ 777657 w 2906005"/>
              <a:gd name="connsiteY700" fmla="*/ 83214 h 369828"/>
              <a:gd name="connsiteX701" fmla="*/ 781006 w 2906005"/>
              <a:gd name="connsiteY701" fmla="*/ 97642 h 369828"/>
              <a:gd name="connsiteX702" fmla="*/ 789894 w 2906005"/>
              <a:gd name="connsiteY702" fmla="*/ 107110 h 369828"/>
              <a:gd name="connsiteX703" fmla="*/ 801681 w 2906005"/>
              <a:gd name="connsiteY703" fmla="*/ 110394 h 369828"/>
              <a:gd name="connsiteX704" fmla="*/ 813725 w 2906005"/>
              <a:gd name="connsiteY704" fmla="*/ 107174 h 369828"/>
              <a:gd name="connsiteX705" fmla="*/ 822613 w 2906005"/>
              <a:gd name="connsiteY705" fmla="*/ 97964 h 369828"/>
              <a:gd name="connsiteX706" fmla="*/ 825898 w 2906005"/>
              <a:gd name="connsiteY706" fmla="*/ 83537 h 369828"/>
              <a:gd name="connsiteX707" fmla="*/ 822613 w 2906005"/>
              <a:gd name="connsiteY707" fmla="*/ 69109 h 369828"/>
              <a:gd name="connsiteX708" fmla="*/ 813725 w 2906005"/>
              <a:gd name="connsiteY708" fmla="*/ 59899 h 369828"/>
              <a:gd name="connsiteX709" fmla="*/ 801681 w 2906005"/>
              <a:gd name="connsiteY709" fmla="*/ 56679 h 369828"/>
              <a:gd name="connsiteX710" fmla="*/ 126240 w 2906005"/>
              <a:gd name="connsiteY710" fmla="*/ 56679 h 369828"/>
              <a:gd name="connsiteX711" fmla="*/ 114389 w 2906005"/>
              <a:gd name="connsiteY711" fmla="*/ 59835 h 369828"/>
              <a:gd name="connsiteX712" fmla="*/ 105565 w 2906005"/>
              <a:gd name="connsiteY712" fmla="*/ 68981 h 369828"/>
              <a:gd name="connsiteX713" fmla="*/ 102216 w 2906005"/>
              <a:gd name="connsiteY713" fmla="*/ 83215 h 369828"/>
              <a:gd name="connsiteX714" fmla="*/ 105565 w 2906005"/>
              <a:gd name="connsiteY714" fmla="*/ 97642 h 369828"/>
              <a:gd name="connsiteX715" fmla="*/ 114453 w 2906005"/>
              <a:gd name="connsiteY715" fmla="*/ 107110 h 369828"/>
              <a:gd name="connsiteX716" fmla="*/ 126240 w 2906005"/>
              <a:gd name="connsiteY716" fmla="*/ 110395 h 369828"/>
              <a:gd name="connsiteX717" fmla="*/ 138284 w 2906005"/>
              <a:gd name="connsiteY717" fmla="*/ 107175 h 369828"/>
              <a:gd name="connsiteX718" fmla="*/ 147172 w 2906005"/>
              <a:gd name="connsiteY718" fmla="*/ 97964 h 369828"/>
              <a:gd name="connsiteX719" fmla="*/ 150457 w 2906005"/>
              <a:gd name="connsiteY719" fmla="*/ 83537 h 369828"/>
              <a:gd name="connsiteX720" fmla="*/ 147172 w 2906005"/>
              <a:gd name="connsiteY720" fmla="*/ 69110 h 369828"/>
              <a:gd name="connsiteX721" fmla="*/ 138284 w 2906005"/>
              <a:gd name="connsiteY721" fmla="*/ 59899 h 369828"/>
              <a:gd name="connsiteX722" fmla="*/ 126240 w 2906005"/>
              <a:gd name="connsiteY722" fmla="*/ 56679 h 369828"/>
              <a:gd name="connsiteX723" fmla="*/ 2226698 w 2906005"/>
              <a:gd name="connsiteY723" fmla="*/ 56550 h 369828"/>
              <a:gd name="connsiteX724" fmla="*/ 2210145 w 2906005"/>
              <a:gd name="connsiteY724" fmla="*/ 63571 h 369828"/>
              <a:gd name="connsiteX725" fmla="*/ 2203447 w 2906005"/>
              <a:gd name="connsiteY725" fmla="*/ 83537 h 369828"/>
              <a:gd name="connsiteX726" fmla="*/ 2209952 w 2906005"/>
              <a:gd name="connsiteY726" fmla="*/ 103568 h 369828"/>
              <a:gd name="connsiteX727" fmla="*/ 2226312 w 2906005"/>
              <a:gd name="connsiteY727" fmla="*/ 110588 h 369828"/>
              <a:gd name="connsiteX728" fmla="*/ 2238098 w 2906005"/>
              <a:gd name="connsiteY728" fmla="*/ 107561 h 369828"/>
              <a:gd name="connsiteX729" fmla="*/ 2238098 w 2906005"/>
              <a:gd name="connsiteY729" fmla="*/ 107497 h 369828"/>
              <a:gd name="connsiteX730" fmla="*/ 2246922 w 2906005"/>
              <a:gd name="connsiteY730" fmla="*/ 98351 h 369828"/>
              <a:gd name="connsiteX731" fmla="*/ 2250207 w 2906005"/>
              <a:gd name="connsiteY731" fmla="*/ 83537 h 369828"/>
              <a:gd name="connsiteX732" fmla="*/ 2243380 w 2906005"/>
              <a:gd name="connsiteY732" fmla="*/ 63571 h 369828"/>
              <a:gd name="connsiteX733" fmla="*/ 2226698 w 2906005"/>
              <a:gd name="connsiteY733" fmla="*/ 56550 h 369828"/>
              <a:gd name="connsiteX734" fmla="*/ 2860404 w 2906005"/>
              <a:gd name="connsiteY734" fmla="*/ 55391 h 369828"/>
              <a:gd name="connsiteX735" fmla="*/ 2845977 w 2906005"/>
              <a:gd name="connsiteY735" fmla="*/ 60608 h 369828"/>
              <a:gd name="connsiteX736" fmla="*/ 2838828 w 2906005"/>
              <a:gd name="connsiteY736" fmla="*/ 75035 h 369828"/>
              <a:gd name="connsiteX737" fmla="*/ 2882110 w 2906005"/>
              <a:gd name="connsiteY737" fmla="*/ 75035 h 369828"/>
              <a:gd name="connsiteX738" fmla="*/ 2882174 w 2906005"/>
              <a:gd name="connsiteY738" fmla="*/ 74971 h 369828"/>
              <a:gd name="connsiteX739" fmla="*/ 2875733 w 2906005"/>
              <a:gd name="connsiteY739" fmla="*/ 60737 h 369828"/>
              <a:gd name="connsiteX740" fmla="*/ 2860404 w 2906005"/>
              <a:gd name="connsiteY740" fmla="*/ 55391 h 369828"/>
              <a:gd name="connsiteX741" fmla="*/ 910787 w 2906005"/>
              <a:gd name="connsiteY741" fmla="*/ 55391 h 369828"/>
              <a:gd name="connsiteX742" fmla="*/ 896360 w 2906005"/>
              <a:gd name="connsiteY742" fmla="*/ 60608 h 369828"/>
              <a:gd name="connsiteX743" fmla="*/ 889211 w 2906005"/>
              <a:gd name="connsiteY743" fmla="*/ 75035 h 369828"/>
              <a:gd name="connsiteX744" fmla="*/ 932493 w 2906005"/>
              <a:gd name="connsiteY744" fmla="*/ 75035 h 369828"/>
              <a:gd name="connsiteX745" fmla="*/ 932557 w 2906005"/>
              <a:gd name="connsiteY745" fmla="*/ 74971 h 369828"/>
              <a:gd name="connsiteX746" fmla="*/ 926116 w 2906005"/>
              <a:gd name="connsiteY746" fmla="*/ 60737 h 369828"/>
              <a:gd name="connsiteX747" fmla="*/ 910787 w 2906005"/>
              <a:gd name="connsiteY747" fmla="*/ 55391 h 369828"/>
              <a:gd name="connsiteX748" fmla="*/ 1723933 w 2906005"/>
              <a:gd name="connsiteY748" fmla="*/ 38000 h 369828"/>
              <a:gd name="connsiteX749" fmla="*/ 1749761 w 2906005"/>
              <a:gd name="connsiteY749" fmla="*/ 38000 h 369828"/>
              <a:gd name="connsiteX750" fmla="*/ 1773269 w 2906005"/>
              <a:gd name="connsiteY750" fmla="*/ 101699 h 369828"/>
              <a:gd name="connsiteX751" fmla="*/ 1797164 w 2906005"/>
              <a:gd name="connsiteY751" fmla="*/ 38000 h 369828"/>
              <a:gd name="connsiteX752" fmla="*/ 1821677 w 2906005"/>
              <a:gd name="connsiteY752" fmla="*/ 38000 h 369828"/>
              <a:gd name="connsiteX753" fmla="*/ 1765218 w 2906005"/>
              <a:gd name="connsiteY753" fmla="*/ 172290 h 369828"/>
              <a:gd name="connsiteX754" fmla="*/ 1740679 w 2906005"/>
              <a:gd name="connsiteY754" fmla="*/ 172290 h 369828"/>
              <a:gd name="connsiteX755" fmla="*/ 1760452 w 2906005"/>
              <a:gd name="connsiteY755" fmla="*/ 126883 h 369828"/>
              <a:gd name="connsiteX756" fmla="*/ 2711559 w 2906005"/>
              <a:gd name="connsiteY756" fmla="*/ 37936 h 369828"/>
              <a:gd name="connsiteX757" fmla="*/ 2734617 w 2906005"/>
              <a:gd name="connsiteY757" fmla="*/ 37936 h 369828"/>
              <a:gd name="connsiteX758" fmla="*/ 2734617 w 2906005"/>
              <a:gd name="connsiteY758" fmla="*/ 88174 h 369828"/>
              <a:gd name="connsiteX759" fmla="*/ 2740027 w 2906005"/>
              <a:gd name="connsiteY759" fmla="*/ 104855 h 369828"/>
              <a:gd name="connsiteX760" fmla="*/ 2754841 w 2906005"/>
              <a:gd name="connsiteY760" fmla="*/ 110717 h 369828"/>
              <a:gd name="connsiteX761" fmla="*/ 2769848 w 2906005"/>
              <a:gd name="connsiteY761" fmla="*/ 104855 h 369828"/>
              <a:gd name="connsiteX762" fmla="*/ 2775258 w 2906005"/>
              <a:gd name="connsiteY762" fmla="*/ 88174 h 369828"/>
              <a:gd name="connsiteX763" fmla="*/ 2775258 w 2906005"/>
              <a:gd name="connsiteY763" fmla="*/ 37936 h 369828"/>
              <a:gd name="connsiteX764" fmla="*/ 2798445 w 2906005"/>
              <a:gd name="connsiteY764" fmla="*/ 37936 h 369828"/>
              <a:gd name="connsiteX765" fmla="*/ 2798509 w 2906005"/>
              <a:gd name="connsiteY765" fmla="*/ 37936 h 369828"/>
              <a:gd name="connsiteX766" fmla="*/ 2798509 w 2906005"/>
              <a:gd name="connsiteY766" fmla="*/ 129137 h 369828"/>
              <a:gd name="connsiteX767" fmla="*/ 2775322 w 2906005"/>
              <a:gd name="connsiteY767" fmla="*/ 129137 h 369828"/>
              <a:gd name="connsiteX768" fmla="*/ 2775322 w 2906005"/>
              <a:gd name="connsiteY768" fmla="*/ 117608 h 369828"/>
              <a:gd name="connsiteX769" fmla="*/ 2763729 w 2906005"/>
              <a:gd name="connsiteY769" fmla="*/ 126883 h 369828"/>
              <a:gd name="connsiteX770" fmla="*/ 2748142 w 2906005"/>
              <a:gd name="connsiteY770" fmla="*/ 130232 h 369828"/>
              <a:gd name="connsiteX771" fmla="*/ 2729207 w 2906005"/>
              <a:gd name="connsiteY771" fmla="*/ 125723 h 369828"/>
              <a:gd name="connsiteX772" fmla="*/ 2716261 w 2906005"/>
              <a:gd name="connsiteY772" fmla="*/ 112391 h 369828"/>
              <a:gd name="connsiteX773" fmla="*/ 2711559 w 2906005"/>
              <a:gd name="connsiteY773" fmla="*/ 91394 h 369828"/>
              <a:gd name="connsiteX774" fmla="*/ 2509319 w 2906005"/>
              <a:gd name="connsiteY774" fmla="*/ 37936 h 369828"/>
              <a:gd name="connsiteX775" fmla="*/ 2532377 w 2906005"/>
              <a:gd name="connsiteY775" fmla="*/ 37936 h 369828"/>
              <a:gd name="connsiteX776" fmla="*/ 2532377 w 2906005"/>
              <a:gd name="connsiteY776" fmla="*/ 129137 h 369828"/>
              <a:gd name="connsiteX777" fmla="*/ 2509319 w 2906005"/>
              <a:gd name="connsiteY777" fmla="*/ 129137 h 369828"/>
              <a:gd name="connsiteX778" fmla="*/ 2290913 w 2906005"/>
              <a:gd name="connsiteY778" fmla="*/ 37936 h 369828"/>
              <a:gd name="connsiteX779" fmla="*/ 2313971 w 2906005"/>
              <a:gd name="connsiteY779" fmla="*/ 37936 h 369828"/>
              <a:gd name="connsiteX780" fmla="*/ 2313971 w 2906005"/>
              <a:gd name="connsiteY780" fmla="*/ 129137 h 369828"/>
              <a:gd name="connsiteX781" fmla="*/ 2290913 w 2906005"/>
              <a:gd name="connsiteY781" fmla="*/ 129137 h 369828"/>
              <a:gd name="connsiteX782" fmla="*/ 2077595 w 2906005"/>
              <a:gd name="connsiteY782" fmla="*/ 37936 h 369828"/>
              <a:gd name="connsiteX783" fmla="*/ 2102263 w 2906005"/>
              <a:gd name="connsiteY783" fmla="*/ 37936 h 369828"/>
              <a:gd name="connsiteX784" fmla="*/ 2125289 w 2906005"/>
              <a:gd name="connsiteY784" fmla="*/ 107786 h 369828"/>
              <a:gd name="connsiteX785" fmla="*/ 2125257 w 2906005"/>
              <a:gd name="connsiteY785" fmla="*/ 107883 h 369828"/>
              <a:gd name="connsiteX786" fmla="*/ 2125321 w 2906005"/>
              <a:gd name="connsiteY786" fmla="*/ 107883 h 369828"/>
              <a:gd name="connsiteX787" fmla="*/ 2125289 w 2906005"/>
              <a:gd name="connsiteY787" fmla="*/ 107786 h 369828"/>
              <a:gd name="connsiteX788" fmla="*/ 2148314 w 2906005"/>
              <a:gd name="connsiteY788" fmla="*/ 37936 h 369828"/>
              <a:gd name="connsiteX789" fmla="*/ 2172854 w 2906005"/>
              <a:gd name="connsiteY789" fmla="*/ 37936 h 369828"/>
              <a:gd name="connsiteX790" fmla="*/ 2139104 w 2906005"/>
              <a:gd name="connsiteY790" fmla="*/ 129137 h 369828"/>
              <a:gd name="connsiteX791" fmla="*/ 2111151 w 2906005"/>
              <a:gd name="connsiteY791" fmla="*/ 129137 h 369828"/>
              <a:gd name="connsiteX792" fmla="*/ 1932678 w 2906005"/>
              <a:gd name="connsiteY792" fmla="*/ 37936 h 369828"/>
              <a:gd name="connsiteX793" fmla="*/ 1955736 w 2906005"/>
              <a:gd name="connsiteY793" fmla="*/ 37936 h 369828"/>
              <a:gd name="connsiteX794" fmla="*/ 1955736 w 2906005"/>
              <a:gd name="connsiteY794" fmla="*/ 129137 h 369828"/>
              <a:gd name="connsiteX795" fmla="*/ 1932678 w 2906005"/>
              <a:gd name="connsiteY795" fmla="*/ 129137 h 369828"/>
              <a:gd name="connsiteX796" fmla="*/ 1824473 w 2906005"/>
              <a:gd name="connsiteY796" fmla="*/ 37936 h 369828"/>
              <a:gd name="connsiteX797" fmla="*/ 1849141 w 2906005"/>
              <a:gd name="connsiteY797" fmla="*/ 37936 h 369828"/>
              <a:gd name="connsiteX798" fmla="*/ 1872167 w 2906005"/>
              <a:gd name="connsiteY798" fmla="*/ 107786 h 369828"/>
              <a:gd name="connsiteX799" fmla="*/ 1872135 w 2906005"/>
              <a:gd name="connsiteY799" fmla="*/ 107883 h 369828"/>
              <a:gd name="connsiteX800" fmla="*/ 1872199 w 2906005"/>
              <a:gd name="connsiteY800" fmla="*/ 107883 h 369828"/>
              <a:gd name="connsiteX801" fmla="*/ 1872167 w 2906005"/>
              <a:gd name="connsiteY801" fmla="*/ 107786 h 369828"/>
              <a:gd name="connsiteX802" fmla="*/ 1895193 w 2906005"/>
              <a:gd name="connsiteY802" fmla="*/ 37936 h 369828"/>
              <a:gd name="connsiteX803" fmla="*/ 1919732 w 2906005"/>
              <a:gd name="connsiteY803" fmla="*/ 37936 h 369828"/>
              <a:gd name="connsiteX804" fmla="*/ 1885982 w 2906005"/>
              <a:gd name="connsiteY804" fmla="*/ 129137 h 369828"/>
              <a:gd name="connsiteX805" fmla="*/ 1858029 w 2906005"/>
              <a:gd name="connsiteY805" fmla="*/ 129137 h 369828"/>
              <a:gd name="connsiteX806" fmla="*/ 1821704 w 2906005"/>
              <a:gd name="connsiteY806" fmla="*/ 37936 h 369828"/>
              <a:gd name="connsiteX807" fmla="*/ 1821704 w 2906005"/>
              <a:gd name="connsiteY807" fmla="*/ 38000 h 369828"/>
              <a:gd name="connsiteX808" fmla="*/ 1821677 w 2906005"/>
              <a:gd name="connsiteY808" fmla="*/ 38000 h 369828"/>
              <a:gd name="connsiteX809" fmla="*/ 650323 w 2906005"/>
              <a:gd name="connsiteY809" fmla="*/ 37936 h 369828"/>
              <a:gd name="connsiteX810" fmla="*/ 673381 w 2906005"/>
              <a:gd name="connsiteY810" fmla="*/ 37936 h 369828"/>
              <a:gd name="connsiteX811" fmla="*/ 673381 w 2906005"/>
              <a:gd name="connsiteY811" fmla="*/ 88174 h 369828"/>
              <a:gd name="connsiteX812" fmla="*/ 678791 w 2906005"/>
              <a:gd name="connsiteY812" fmla="*/ 104855 h 369828"/>
              <a:gd name="connsiteX813" fmla="*/ 693605 w 2906005"/>
              <a:gd name="connsiteY813" fmla="*/ 110717 h 369828"/>
              <a:gd name="connsiteX814" fmla="*/ 708612 w 2906005"/>
              <a:gd name="connsiteY814" fmla="*/ 104855 h 369828"/>
              <a:gd name="connsiteX815" fmla="*/ 714022 w 2906005"/>
              <a:gd name="connsiteY815" fmla="*/ 88174 h 369828"/>
              <a:gd name="connsiteX816" fmla="*/ 714022 w 2906005"/>
              <a:gd name="connsiteY816" fmla="*/ 37936 h 369828"/>
              <a:gd name="connsiteX817" fmla="*/ 737209 w 2906005"/>
              <a:gd name="connsiteY817" fmla="*/ 37936 h 369828"/>
              <a:gd name="connsiteX818" fmla="*/ 737273 w 2906005"/>
              <a:gd name="connsiteY818" fmla="*/ 37936 h 369828"/>
              <a:gd name="connsiteX819" fmla="*/ 737273 w 2906005"/>
              <a:gd name="connsiteY819" fmla="*/ 129137 h 369828"/>
              <a:gd name="connsiteX820" fmla="*/ 714087 w 2906005"/>
              <a:gd name="connsiteY820" fmla="*/ 129137 h 369828"/>
              <a:gd name="connsiteX821" fmla="*/ 714087 w 2906005"/>
              <a:gd name="connsiteY821" fmla="*/ 117608 h 369828"/>
              <a:gd name="connsiteX822" fmla="*/ 702493 w 2906005"/>
              <a:gd name="connsiteY822" fmla="*/ 126883 h 369828"/>
              <a:gd name="connsiteX823" fmla="*/ 686907 w 2906005"/>
              <a:gd name="connsiteY823" fmla="*/ 130232 h 369828"/>
              <a:gd name="connsiteX824" fmla="*/ 667971 w 2906005"/>
              <a:gd name="connsiteY824" fmla="*/ 125723 h 369828"/>
              <a:gd name="connsiteX825" fmla="*/ 655025 w 2906005"/>
              <a:gd name="connsiteY825" fmla="*/ 112391 h 369828"/>
              <a:gd name="connsiteX826" fmla="*/ 650323 w 2906005"/>
              <a:gd name="connsiteY826" fmla="*/ 91394 h 369828"/>
              <a:gd name="connsiteX827" fmla="*/ 394755 w 2906005"/>
              <a:gd name="connsiteY827" fmla="*/ 37936 h 369828"/>
              <a:gd name="connsiteX828" fmla="*/ 417813 w 2906005"/>
              <a:gd name="connsiteY828" fmla="*/ 37936 h 369828"/>
              <a:gd name="connsiteX829" fmla="*/ 417813 w 2906005"/>
              <a:gd name="connsiteY829" fmla="*/ 129137 h 369828"/>
              <a:gd name="connsiteX830" fmla="*/ 394755 w 2906005"/>
              <a:gd name="connsiteY830" fmla="*/ 129137 h 369828"/>
              <a:gd name="connsiteX831" fmla="*/ 2387138 w 2906005"/>
              <a:gd name="connsiteY831" fmla="*/ 36648 h 369828"/>
              <a:gd name="connsiteX832" fmla="*/ 2413481 w 2906005"/>
              <a:gd name="connsiteY832" fmla="*/ 46953 h 369828"/>
              <a:gd name="connsiteX833" fmla="*/ 2413481 w 2906005"/>
              <a:gd name="connsiteY833" fmla="*/ 46889 h 369828"/>
              <a:gd name="connsiteX834" fmla="*/ 2423528 w 2906005"/>
              <a:gd name="connsiteY834" fmla="*/ 75615 h 369828"/>
              <a:gd name="connsiteX835" fmla="*/ 2423528 w 2906005"/>
              <a:gd name="connsiteY835" fmla="*/ 129137 h 369828"/>
              <a:gd name="connsiteX836" fmla="*/ 2400470 w 2906005"/>
              <a:gd name="connsiteY836" fmla="*/ 129137 h 369828"/>
              <a:gd name="connsiteX837" fmla="*/ 2400470 w 2906005"/>
              <a:gd name="connsiteY837" fmla="*/ 78771 h 369828"/>
              <a:gd name="connsiteX838" fmla="*/ 2395060 w 2906005"/>
              <a:gd name="connsiteY838" fmla="*/ 62089 h 369828"/>
              <a:gd name="connsiteX839" fmla="*/ 2380246 w 2906005"/>
              <a:gd name="connsiteY839" fmla="*/ 56228 h 369828"/>
              <a:gd name="connsiteX840" fmla="*/ 2365175 w 2906005"/>
              <a:gd name="connsiteY840" fmla="*/ 62089 h 369828"/>
              <a:gd name="connsiteX841" fmla="*/ 2359636 w 2906005"/>
              <a:gd name="connsiteY841" fmla="*/ 78771 h 369828"/>
              <a:gd name="connsiteX842" fmla="*/ 2359636 w 2906005"/>
              <a:gd name="connsiteY842" fmla="*/ 129137 h 369828"/>
              <a:gd name="connsiteX843" fmla="*/ 2336578 w 2906005"/>
              <a:gd name="connsiteY843" fmla="*/ 129137 h 369828"/>
              <a:gd name="connsiteX844" fmla="*/ 2336578 w 2906005"/>
              <a:gd name="connsiteY844" fmla="*/ 37936 h 369828"/>
              <a:gd name="connsiteX845" fmla="*/ 2359636 w 2906005"/>
              <a:gd name="connsiteY845" fmla="*/ 37936 h 369828"/>
              <a:gd name="connsiteX846" fmla="*/ 2359636 w 2906005"/>
              <a:gd name="connsiteY846" fmla="*/ 49272 h 369828"/>
              <a:gd name="connsiteX847" fmla="*/ 2371423 w 2906005"/>
              <a:gd name="connsiteY847" fmla="*/ 39997 h 369828"/>
              <a:gd name="connsiteX848" fmla="*/ 2387138 w 2906005"/>
              <a:gd name="connsiteY848" fmla="*/ 36648 h 369828"/>
              <a:gd name="connsiteX849" fmla="*/ 2028967 w 2906005"/>
              <a:gd name="connsiteY849" fmla="*/ 36648 h 369828"/>
              <a:gd name="connsiteX850" fmla="*/ 2055309 w 2906005"/>
              <a:gd name="connsiteY850" fmla="*/ 46953 h 369828"/>
              <a:gd name="connsiteX851" fmla="*/ 2055309 w 2906005"/>
              <a:gd name="connsiteY851" fmla="*/ 46889 h 369828"/>
              <a:gd name="connsiteX852" fmla="*/ 2065357 w 2906005"/>
              <a:gd name="connsiteY852" fmla="*/ 75615 h 369828"/>
              <a:gd name="connsiteX853" fmla="*/ 2065357 w 2906005"/>
              <a:gd name="connsiteY853" fmla="*/ 129137 h 369828"/>
              <a:gd name="connsiteX854" fmla="*/ 2042299 w 2906005"/>
              <a:gd name="connsiteY854" fmla="*/ 129137 h 369828"/>
              <a:gd name="connsiteX855" fmla="*/ 2042299 w 2906005"/>
              <a:gd name="connsiteY855" fmla="*/ 78771 h 369828"/>
              <a:gd name="connsiteX856" fmla="*/ 2036889 w 2906005"/>
              <a:gd name="connsiteY856" fmla="*/ 62089 h 369828"/>
              <a:gd name="connsiteX857" fmla="*/ 2022075 w 2906005"/>
              <a:gd name="connsiteY857" fmla="*/ 56228 h 369828"/>
              <a:gd name="connsiteX858" fmla="*/ 2007004 w 2906005"/>
              <a:gd name="connsiteY858" fmla="*/ 62089 h 369828"/>
              <a:gd name="connsiteX859" fmla="*/ 2001465 w 2906005"/>
              <a:gd name="connsiteY859" fmla="*/ 78771 h 369828"/>
              <a:gd name="connsiteX860" fmla="*/ 2001465 w 2906005"/>
              <a:gd name="connsiteY860" fmla="*/ 129137 h 369828"/>
              <a:gd name="connsiteX861" fmla="*/ 1978407 w 2906005"/>
              <a:gd name="connsiteY861" fmla="*/ 129137 h 369828"/>
              <a:gd name="connsiteX862" fmla="*/ 1978407 w 2906005"/>
              <a:gd name="connsiteY862" fmla="*/ 37936 h 369828"/>
              <a:gd name="connsiteX863" fmla="*/ 2001465 w 2906005"/>
              <a:gd name="connsiteY863" fmla="*/ 37936 h 369828"/>
              <a:gd name="connsiteX864" fmla="*/ 2001465 w 2906005"/>
              <a:gd name="connsiteY864" fmla="*/ 49272 h 369828"/>
              <a:gd name="connsiteX865" fmla="*/ 2013251 w 2906005"/>
              <a:gd name="connsiteY865" fmla="*/ 39997 h 369828"/>
              <a:gd name="connsiteX866" fmla="*/ 2028967 w 2906005"/>
              <a:gd name="connsiteY866" fmla="*/ 36648 h 369828"/>
              <a:gd name="connsiteX867" fmla="*/ 1528198 w 2906005"/>
              <a:gd name="connsiteY867" fmla="*/ 36648 h 369828"/>
              <a:gd name="connsiteX868" fmla="*/ 1554541 w 2906005"/>
              <a:gd name="connsiteY868" fmla="*/ 46953 h 369828"/>
              <a:gd name="connsiteX869" fmla="*/ 1554541 w 2906005"/>
              <a:gd name="connsiteY869" fmla="*/ 46889 h 369828"/>
              <a:gd name="connsiteX870" fmla="*/ 1564588 w 2906005"/>
              <a:gd name="connsiteY870" fmla="*/ 75615 h 369828"/>
              <a:gd name="connsiteX871" fmla="*/ 1564588 w 2906005"/>
              <a:gd name="connsiteY871" fmla="*/ 129137 h 369828"/>
              <a:gd name="connsiteX872" fmla="*/ 1541530 w 2906005"/>
              <a:gd name="connsiteY872" fmla="*/ 129137 h 369828"/>
              <a:gd name="connsiteX873" fmla="*/ 1541530 w 2906005"/>
              <a:gd name="connsiteY873" fmla="*/ 78771 h 369828"/>
              <a:gd name="connsiteX874" fmla="*/ 1536120 w 2906005"/>
              <a:gd name="connsiteY874" fmla="*/ 62089 h 369828"/>
              <a:gd name="connsiteX875" fmla="*/ 1521306 w 2906005"/>
              <a:gd name="connsiteY875" fmla="*/ 56228 h 369828"/>
              <a:gd name="connsiteX876" fmla="*/ 1506235 w 2906005"/>
              <a:gd name="connsiteY876" fmla="*/ 62089 h 369828"/>
              <a:gd name="connsiteX877" fmla="*/ 1500696 w 2906005"/>
              <a:gd name="connsiteY877" fmla="*/ 78771 h 369828"/>
              <a:gd name="connsiteX878" fmla="*/ 1500696 w 2906005"/>
              <a:gd name="connsiteY878" fmla="*/ 129137 h 369828"/>
              <a:gd name="connsiteX879" fmla="*/ 1477638 w 2906005"/>
              <a:gd name="connsiteY879" fmla="*/ 129137 h 369828"/>
              <a:gd name="connsiteX880" fmla="*/ 1477638 w 2906005"/>
              <a:gd name="connsiteY880" fmla="*/ 37936 h 369828"/>
              <a:gd name="connsiteX881" fmla="*/ 1500696 w 2906005"/>
              <a:gd name="connsiteY881" fmla="*/ 37936 h 369828"/>
              <a:gd name="connsiteX882" fmla="*/ 1500696 w 2906005"/>
              <a:gd name="connsiteY882" fmla="*/ 49272 h 369828"/>
              <a:gd name="connsiteX883" fmla="*/ 1512483 w 2906005"/>
              <a:gd name="connsiteY883" fmla="*/ 39997 h 369828"/>
              <a:gd name="connsiteX884" fmla="*/ 1528198 w 2906005"/>
              <a:gd name="connsiteY884" fmla="*/ 36648 h 369828"/>
              <a:gd name="connsiteX885" fmla="*/ 1023694 w 2906005"/>
              <a:gd name="connsiteY885" fmla="*/ 36648 h 369828"/>
              <a:gd name="connsiteX886" fmla="*/ 1050037 w 2906005"/>
              <a:gd name="connsiteY886" fmla="*/ 46953 h 369828"/>
              <a:gd name="connsiteX887" fmla="*/ 1050037 w 2906005"/>
              <a:gd name="connsiteY887" fmla="*/ 46889 h 369828"/>
              <a:gd name="connsiteX888" fmla="*/ 1060084 w 2906005"/>
              <a:gd name="connsiteY888" fmla="*/ 75615 h 369828"/>
              <a:gd name="connsiteX889" fmla="*/ 1060084 w 2906005"/>
              <a:gd name="connsiteY889" fmla="*/ 129137 h 369828"/>
              <a:gd name="connsiteX890" fmla="*/ 1037026 w 2906005"/>
              <a:gd name="connsiteY890" fmla="*/ 129137 h 369828"/>
              <a:gd name="connsiteX891" fmla="*/ 1037026 w 2906005"/>
              <a:gd name="connsiteY891" fmla="*/ 78771 h 369828"/>
              <a:gd name="connsiteX892" fmla="*/ 1031616 w 2906005"/>
              <a:gd name="connsiteY892" fmla="*/ 62089 h 369828"/>
              <a:gd name="connsiteX893" fmla="*/ 1016802 w 2906005"/>
              <a:gd name="connsiteY893" fmla="*/ 56228 h 369828"/>
              <a:gd name="connsiteX894" fmla="*/ 1001731 w 2906005"/>
              <a:gd name="connsiteY894" fmla="*/ 62089 h 369828"/>
              <a:gd name="connsiteX895" fmla="*/ 996192 w 2906005"/>
              <a:gd name="connsiteY895" fmla="*/ 78771 h 369828"/>
              <a:gd name="connsiteX896" fmla="*/ 996192 w 2906005"/>
              <a:gd name="connsiteY896" fmla="*/ 129137 h 369828"/>
              <a:gd name="connsiteX897" fmla="*/ 973134 w 2906005"/>
              <a:gd name="connsiteY897" fmla="*/ 129137 h 369828"/>
              <a:gd name="connsiteX898" fmla="*/ 973134 w 2906005"/>
              <a:gd name="connsiteY898" fmla="*/ 37936 h 369828"/>
              <a:gd name="connsiteX899" fmla="*/ 996192 w 2906005"/>
              <a:gd name="connsiteY899" fmla="*/ 37936 h 369828"/>
              <a:gd name="connsiteX900" fmla="*/ 996192 w 2906005"/>
              <a:gd name="connsiteY900" fmla="*/ 49272 h 369828"/>
              <a:gd name="connsiteX901" fmla="*/ 1007979 w 2906005"/>
              <a:gd name="connsiteY901" fmla="*/ 39997 h 369828"/>
              <a:gd name="connsiteX902" fmla="*/ 1023694 w 2906005"/>
              <a:gd name="connsiteY902" fmla="*/ 36648 h 369828"/>
              <a:gd name="connsiteX903" fmla="*/ 246746 w 2906005"/>
              <a:gd name="connsiteY903" fmla="*/ 36648 h 369828"/>
              <a:gd name="connsiteX904" fmla="*/ 273089 w 2906005"/>
              <a:gd name="connsiteY904" fmla="*/ 46953 h 369828"/>
              <a:gd name="connsiteX905" fmla="*/ 273089 w 2906005"/>
              <a:gd name="connsiteY905" fmla="*/ 46889 h 369828"/>
              <a:gd name="connsiteX906" fmla="*/ 283136 w 2906005"/>
              <a:gd name="connsiteY906" fmla="*/ 75615 h 369828"/>
              <a:gd name="connsiteX907" fmla="*/ 283136 w 2906005"/>
              <a:gd name="connsiteY907" fmla="*/ 129137 h 369828"/>
              <a:gd name="connsiteX908" fmla="*/ 260078 w 2906005"/>
              <a:gd name="connsiteY908" fmla="*/ 129137 h 369828"/>
              <a:gd name="connsiteX909" fmla="*/ 260078 w 2906005"/>
              <a:gd name="connsiteY909" fmla="*/ 78771 h 369828"/>
              <a:gd name="connsiteX910" fmla="*/ 254668 w 2906005"/>
              <a:gd name="connsiteY910" fmla="*/ 62089 h 369828"/>
              <a:gd name="connsiteX911" fmla="*/ 239854 w 2906005"/>
              <a:gd name="connsiteY911" fmla="*/ 56228 h 369828"/>
              <a:gd name="connsiteX912" fmla="*/ 224783 w 2906005"/>
              <a:gd name="connsiteY912" fmla="*/ 62089 h 369828"/>
              <a:gd name="connsiteX913" fmla="*/ 219244 w 2906005"/>
              <a:gd name="connsiteY913" fmla="*/ 78771 h 369828"/>
              <a:gd name="connsiteX914" fmla="*/ 219244 w 2906005"/>
              <a:gd name="connsiteY914" fmla="*/ 129137 h 369828"/>
              <a:gd name="connsiteX915" fmla="*/ 196186 w 2906005"/>
              <a:gd name="connsiteY915" fmla="*/ 129137 h 369828"/>
              <a:gd name="connsiteX916" fmla="*/ 196186 w 2906005"/>
              <a:gd name="connsiteY916" fmla="*/ 37936 h 369828"/>
              <a:gd name="connsiteX917" fmla="*/ 219244 w 2906005"/>
              <a:gd name="connsiteY917" fmla="*/ 37936 h 369828"/>
              <a:gd name="connsiteX918" fmla="*/ 219244 w 2906005"/>
              <a:gd name="connsiteY918" fmla="*/ 49272 h 369828"/>
              <a:gd name="connsiteX919" fmla="*/ 231031 w 2906005"/>
              <a:gd name="connsiteY919" fmla="*/ 39997 h 369828"/>
              <a:gd name="connsiteX920" fmla="*/ 246746 w 2906005"/>
              <a:gd name="connsiteY920" fmla="*/ 36648 h 369828"/>
              <a:gd name="connsiteX921" fmla="*/ 1131899 w 2906005"/>
              <a:gd name="connsiteY921" fmla="*/ 36584 h 369828"/>
              <a:gd name="connsiteX922" fmla="*/ 1150963 w 2906005"/>
              <a:gd name="connsiteY922" fmla="*/ 41093 h 369828"/>
              <a:gd name="connsiteX923" fmla="*/ 1163974 w 2906005"/>
              <a:gd name="connsiteY923" fmla="*/ 54038 h 369828"/>
              <a:gd name="connsiteX924" fmla="*/ 1176920 w 2906005"/>
              <a:gd name="connsiteY924" fmla="*/ 41350 h 369828"/>
              <a:gd name="connsiteX925" fmla="*/ 1195276 w 2906005"/>
              <a:gd name="connsiteY925" fmla="*/ 36584 h 369828"/>
              <a:gd name="connsiteX926" fmla="*/ 1222327 w 2906005"/>
              <a:gd name="connsiteY926" fmla="*/ 46889 h 369828"/>
              <a:gd name="connsiteX927" fmla="*/ 1232632 w 2906005"/>
              <a:gd name="connsiteY927" fmla="*/ 75615 h 369828"/>
              <a:gd name="connsiteX928" fmla="*/ 1232632 w 2906005"/>
              <a:gd name="connsiteY928" fmla="*/ 129138 h 369828"/>
              <a:gd name="connsiteX929" fmla="*/ 1209574 w 2906005"/>
              <a:gd name="connsiteY929" fmla="*/ 129138 h 369828"/>
              <a:gd name="connsiteX930" fmla="*/ 1209574 w 2906005"/>
              <a:gd name="connsiteY930" fmla="*/ 78771 h 369828"/>
              <a:gd name="connsiteX931" fmla="*/ 1204164 w 2906005"/>
              <a:gd name="connsiteY931" fmla="*/ 62411 h 369828"/>
              <a:gd name="connsiteX932" fmla="*/ 1189350 w 2906005"/>
              <a:gd name="connsiteY932" fmla="*/ 56744 h 369828"/>
              <a:gd name="connsiteX933" fmla="*/ 1174472 w 2906005"/>
              <a:gd name="connsiteY933" fmla="*/ 62411 h 369828"/>
              <a:gd name="connsiteX934" fmla="*/ 1168933 w 2906005"/>
              <a:gd name="connsiteY934" fmla="*/ 78771 h 369828"/>
              <a:gd name="connsiteX935" fmla="*/ 1168933 w 2906005"/>
              <a:gd name="connsiteY935" fmla="*/ 129138 h 369828"/>
              <a:gd name="connsiteX936" fmla="*/ 1145875 w 2906005"/>
              <a:gd name="connsiteY936" fmla="*/ 129138 h 369828"/>
              <a:gd name="connsiteX937" fmla="*/ 1145875 w 2906005"/>
              <a:gd name="connsiteY937" fmla="*/ 78771 h 369828"/>
              <a:gd name="connsiteX938" fmla="*/ 1140465 w 2906005"/>
              <a:gd name="connsiteY938" fmla="*/ 62411 h 369828"/>
              <a:gd name="connsiteX939" fmla="*/ 1125651 w 2906005"/>
              <a:gd name="connsiteY939" fmla="*/ 56744 h 369828"/>
              <a:gd name="connsiteX940" fmla="*/ 1110580 w 2906005"/>
              <a:gd name="connsiteY940" fmla="*/ 62411 h 369828"/>
              <a:gd name="connsiteX941" fmla="*/ 1105041 w 2906005"/>
              <a:gd name="connsiteY941" fmla="*/ 78771 h 369828"/>
              <a:gd name="connsiteX942" fmla="*/ 1105041 w 2906005"/>
              <a:gd name="connsiteY942" fmla="*/ 129138 h 369828"/>
              <a:gd name="connsiteX943" fmla="*/ 1081983 w 2906005"/>
              <a:gd name="connsiteY943" fmla="*/ 129138 h 369828"/>
              <a:gd name="connsiteX944" fmla="*/ 1081983 w 2906005"/>
              <a:gd name="connsiteY944" fmla="*/ 37937 h 369828"/>
              <a:gd name="connsiteX945" fmla="*/ 1105041 w 2906005"/>
              <a:gd name="connsiteY945" fmla="*/ 37937 h 369828"/>
              <a:gd name="connsiteX946" fmla="*/ 1105041 w 2906005"/>
              <a:gd name="connsiteY946" fmla="*/ 48950 h 369828"/>
              <a:gd name="connsiteX947" fmla="*/ 1116505 w 2906005"/>
              <a:gd name="connsiteY947" fmla="*/ 39869 h 369828"/>
              <a:gd name="connsiteX948" fmla="*/ 1131899 w 2906005"/>
              <a:gd name="connsiteY948" fmla="*/ 36584 h 369828"/>
              <a:gd name="connsiteX949" fmla="*/ 2861048 w 2906005"/>
              <a:gd name="connsiteY949" fmla="*/ 36455 h 369828"/>
              <a:gd name="connsiteX950" fmla="*/ 2884364 w 2906005"/>
              <a:gd name="connsiteY950" fmla="*/ 42058 h 369828"/>
              <a:gd name="connsiteX951" fmla="*/ 2900337 w 2906005"/>
              <a:gd name="connsiteY951" fmla="*/ 57967 h 369828"/>
              <a:gd name="connsiteX952" fmla="*/ 2906005 w 2906005"/>
              <a:gd name="connsiteY952" fmla="*/ 81605 h 369828"/>
              <a:gd name="connsiteX953" fmla="*/ 2905361 w 2906005"/>
              <a:gd name="connsiteY953" fmla="*/ 90493 h 369828"/>
              <a:gd name="connsiteX954" fmla="*/ 2905361 w 2906005"/>
              <a:gd name="connsiteY954" fmla="*/ 90429 h 369828"/>
              <a:gd name="connsiteX955" fmla="*/ 2838699 w 2906005"/>
              <a:gd name="connsiteY955" fmla="*/ 90429 h 369828"/>
              <a:gd name="connsiteX956" fmla="*/ 2845591 w 2906005"/>
              <a:gd name="connsiteY956" fmla="*/ 105886 h 369828"/>
              <a:gd name="connsiteX957" fmla="*/ 2860598 w 2906005"/>
              <a:gd name="connsiteY957" fmla="*/ 111490 h 369828"/>
              <a:gd name="connsiteX958" fmla="*/ 2878889 w 2906005"/>
              <a:gd name="connsiteY958" fmla="*/ 100476 h 369828"/>
              <a:gd name="connsiteX959" fmla="*/ 2903751 w 2906005"/>
              <a:gd name="connsiteY959" fmla="*/ 100476 h 369828"/>
              <a:gd name="connsiteX960" fmla="*/ 2888615 w 2906005"/>
              <a:gd name="connsiteY960" fmla="*/ 122117 h 369828"/>
              <a:gd name="connsiteX961" fmla="*/ 2861113 w 2906005"/>
              <a:gd name="connsiteY961" fmla="*/ 130619 h 369828"/>
              <a:gd name="connsiteX962" fmla="*/ 2837475 w 2906005"/>
              <a:gd name="connsiteY962" fmla="*/ 124758 h 369828"/>
              <a:gd name="connsiteX963" fmla="*/ 2821180 w 2906005"/>
              <a:gd name="connsiteY963" fmla="*/ 108205 h 369828"/>
              <a:gd name="connsiteX964" fmla="*/ 2815319 w 2906005"/>
              <a:gd name="connsiteY964" fmla="*/ 83537 h 369828"/>
              <a:gd name="connsiteX965" fmla="*/ 2821051 w 2906005"/>
              <a:gd name="connsiteY965" fmla="*/ 58676 h 369828"/>
              <a:gd name="connsiteX966" fmla="*/ 2837153 w 2906005"/>
              <a:gd name="connsiteY966" fmla="*/ 42187 h 369828"/>
              <a:gd name="connsiteX967" fmla="*/ 2861048 w 2906005"/>
              <a:gd name="connsiteY967" fmla="*/ 36455 h 369828"/>
              <a:gd name="connsiteX968" fmla="*/ 2590794 w 2906005"/>
              <a:gd name="connsiteY968" fmla="*/ 36455 h 369828"/>
              <a:gd name="connsiteX969" fmla="*/ 2608635 w 2906005"/>
              <a:gd name="connsiteY969" fmla="*/ 40577 h 369828"/>
              <a:gd name="connsiteX970" fmla="*/ 2620873 w 2906005"/>
              <a:gd name="connsiteY970" fmla="*/ 50947 h 369828"/>
              <a:gd name="connsiteX971" fmla="*/ 2620873 w 2906005"/>
              <a:gd name="connsiteY971" fmla="*/ 37936 h 369828"/>
              <a:gd name="connsiteX972" fmla="*/ 2644059 w 2906005"/>
              <a:gd name="connsiteY972" fmla="*/ 37936 h 369828"/>
              <a:gd name="connsiteX973" fmla="*/ 2644059 w 2906005"/>
              <a:gd name="connsiteY973" fmla="*/ 129137 h 369828"/>
              <a:gd name="connsiteX974" fmla="*/ 2620873 w 2906005"/>
              <a:gd name="connsiteY974" fmla="*/ 129137 h 369828"/>
              <a:gd name="connsiteX975" fmla="*/ 2620873 w 2906005"/>
              <a:gd name="connsiteY975" fmla="*/ 115805 h 369828"/>
              <a:gd name="connsiteX976" fmla="*/ 2608635 w 2906005"/>
              <a:gd name="connsiteY976" fmla="*/ 126432 h 369828"/>
              <a:gd name="connsiteX977" fmla="*/ 2590601 w 2906005"/>
              <a:gd name="connsiteY977" fmla="*/ 130619 h 369828"/>
              <a:gd name="connsiteX978" fmla="*/ 2569604 w 2906005"/>
              <a:gd name="connsiteY978" fmla="*/ 124693 h 369828"/>
              <a:gd name="connsiteX979" fmla="*/ 2554597 w 2906005"/>
              <a:gd name="connsiteY979" fmla="*/ 108012 h 369828"/>
              <a:gd name="connsiteX980" fmla="*/ 2549058 w 2906005"/>
              <a:gd name="connsiteY980" fmla="*/ 83215 h 369828"/>
              <a:gd name="connsiteX981" fmla="*/ 2554597 w 2906005"/>
              <a:gd name="connsiteY981" fmla="*/ 58676 h 369828"/>
              <a:gd name="connsiteX982" fmla="*/ 2554662 w 2906005"/>
              <a:gd name="connsiteY982" fmla="*/ 58676 h 369828"/>
              <a:gd name="connsiteX983" fmla="*/ 2569669 w 2906005"/>
              <a:gd name="connsiteY983" fmla="*/ 42187 h 369828"/>
              <a:gd name="connsiteX984" fmla="*/ 2590794 w 2906005"/>
              <a:gd name="connsiteY984" fmla="*/ 36455 h 369828"/>
              <a:gd name="connsiteX985" fmla="*/ 2227020 w 2906005"/>
              <a:gd name="connsiteY985" fmla="*/ 36455 h 369828"/>
              <a:gd name="connsiteX986" fmla="*/ 2250915 w 2906005"/>
              <a:gd name="connsiteY986" fmla="*/ 42316 h 369828"/>
              <a:gd name="connsiteX987" fmla="*/ 2267790 w 2906005"/>
              <a:gd name="connsiteY987" fmla="*/ 58869 h 369828"/>
              <a:gd name="connsiteX988" fmla="*/ 2273973 w 2906005"/>
              <a:gd name="connsiteY988" fmla="*/ 83537 h 369828"/>
              <a:gd name="connsiteX989" fmla="*/ 2267661 w 2906005"/>
              <a:gd name="connsiteY989" fmla="*/ 108205 h 369828"/>
              <a:gd name="connsiteX990" fmla="*/ 2250529 w 2906005"/>
              <a:gd name="connsiteY990" fmla="*/ 124758 h 369828"/>
              <a:gd name="connsiteX991" fmla="*/ 2226440 w 2906005"/>
              <a:gd name="connsiteY991" fmla="*/ 130619 h 369828"/>
              <a:gd name="connsiteX992" fmla="*/ 2202738 w 2906005"/>
              <a:gd name="connsiteY992" fmla="*/ 124758 h 369828"/>
              <a:gd name="connsiteX993" fmla="*/ 2202610 w 2906005"/>
              <a:gd name="connsiteY993" fmla="*/ 124758 h 369828"/>
              <a:gd name="connsiteX994" fmla="*/ 2186057 w 2906005"/>
              <a:gd name="connsiteY994" fmla="*/ 108205 h 369828"/>
              <a:gd name="connsiteX995" fmla="*/ 2180067 w 2906005"/>
              <a:gd name="connsiteY995" fmla="*/ 83537 h 369828"/>
              <a:gd name="connsiteX996" fmla="*/ 2186250 w 2906005"/>
              <a:gd name="connsiteY996" fmla="*/ 58869 h 369828"/>
              <a:gd name="connsiteX997" fmla="*/ 2203125 w 2906005"/>
              <a:gd name="connsiteY997" fmla="*/ 42316 h 369828"/>
              <a:gd name="connsiteX998" fmla="*/ 2227020 w 2906005"/>
              <a:gd name="connsiteY998" fmla="*/ 36455 h 369828"/>
              <a:gd name="connsiteX999" fmla="*/ 1401830 w 2906005"/>
              <a:gd name="connsiteY999" fmla="*/ 36455 h 369828"/>
              <a:gd name="connsiteX1000" fmla="*/ 1419671 w 2906005"/>
              <a:gd name="connsiteY1000" fmla="*/ 40577 h 369828"/>
              <a:gd name="connsiteX1001" fmla="*/ 1431909 w 2906005"/>
              <a:gd name="connsiteY1001" fmla="*/ 50947 h 369828"/>
              <a:gd name="connsiteX1002" fmla="*/ 1431909 w 2906005"/>
              <a:gd name="connsiteY1002" fmla="*/ 37936 h 369828"/>
              <a:gd name="connsiteX1003" fmla="*/ 1455095 w 2906005"/>
              <a:gd name="connsiteY1003" fmla="*/ 37936 h 369828"/>
              <a:gd name="connsiteX1004" fmla="*/ 1455095 w 2906005"/>
              <a:gd name="connsiteY1004" fmla="*/ 129137 h 369828"/>
              <a:gd name="connsiteX1005" fmla="*/ 1431909 w 2906005"/>
              <a:gd name="connsiteY1005" fmla="*/ 129137 h 369828"/>
              <a:gd name="connsiteX1006" fmla="*/ 1431909 w 2906005"/>
              <a:gd name="connsiteY1006" fmla="*/ 115805 h 369828"/>
              <a:gd name="connsiteX1007" fmla="*/ 1419671 w 2906005"/>
              <a:gd name="connsiteY1007" fmla="*/ 126432 h 369828"/>
              <a:gd name="connsiteX1008" fmla="*/ 1401637 w 2906005"/>
              <a:gd name="connsiteY1008" fmla="*/ 130619 h 369828"/>
              <a:gd name="connsiteX1009" fmla="*/ 1380640 w 2906005"/>
              <a:gd name="connsiteY1009" fmla="*/ 124693 h 369828"/>
              <a:gd name="connsiteX1010" fmla="*/ 1365633 w 2906005"/>
              <a:gd name="connsiteY1010" fmla="*/ 108012 h 369828"/>
              <a:gd name="connsiteX1011" fmla="*/ 1360094 w 2906005"/>
              <a:gd name="connsiteY1011" fmla="*/ 83215 h 369828"/>
              <a:gd name="connsiteX1012" fmla="*/ 1365633 w 2906005"/>
              <a:gd name="connsiteY1012" fmla="*/ 58676 h 369828"/>
              <a:gd name="connsiteX1013" fmla="*/ 1365697 w 2906005"/>
              <a:gd name="connsiteY1013" fmla="*/ 58676 h 369828"/>
              <a:gd name="connsiteX1014" fmla="*/ 1380704 w 2906005"/>
              <a:gd name="connsiteY1014" fmla="*/ 42187 h 369828"/>
              <a:gd name="connsiteX1015" fmla="*/ 1401830 w 2906005"/>
              <a:gd name="connsiteY1015" fmla="*/ 36455 h 369828"/>
              <a:gd name="connsiteX1016" fmla="*/ 1290212 w 2906005"/>
              <a:gd name="connsiteY1016" fmla="*/ 36455 h 369828"/>
              <a:gd name="connsiteX1017" fmla="*/ 1308053 w 2906005"/>
              <a:gd name="connsiteY1017" fmla="*/ 40577 h 369828"/>
              <a:gd name="connsiteX1018" fmla="*/ 1320291 w 2906005"/>
              <a:gd name="connsiteY1018" fmla="*/ 50947 h 369828"/>
              <a:gd name="connsiteX1019" fmla="*/ 1320291 w 2906005"/>
              <a:gd name="connsiteY1019" fmla="*/ 37936 h 369828"/>
              <a:gd name="connsiteX1020" fmla="*/ 1343477 w 2906005"/>
              <a:gd name="connsiteY1020" fmla="*/ 37936 h 369828"/>
              <a:gd name="connsiteX1021" fmla="*/ 1343477 w 2906005"/>
              <a:gd name="connsiteY1021" fmla="*/ 129137 h 369828"/>
              <a:gd name="connsiteX1022" fmla="*/ 1320291 w 2906005"/>
              <a:gd name="connsiteY1022" fmla="*/ 129137 h 369828"/>
              <a:gd name="connsiteX1023" fmla="*/ 1320291 w 2906005"/>
              <a:gd name="connsiteY1023" fmla="*/ 115805 h 369828"/>
              <a:gd name="connsiteX1024" fmla="*/ 1308053 w 2906005"/>
              <a:gd name="connsiteY1024" fmla="*/ 126432 h 369828"/>
              <a:gd name="connsiteX1025" fmla="*/ 1290019 w 2906005"/>
              <a:gd name="connsiteY1025" fmla="*/ 130619 h 369828"/>
              <a:gd name="connsiteX1026" fmla="*/ 1269022 w 2906005"/>
              <a:gd name="connsiteY1026" fmla="*/ 124693 h 369828"/>
              <a:gd name="connsiteX1027" fmla="*/ 1254015 w 2906005"/>
              <a:gd name="connsiteY1027" fmla="*/ 108012 h 369828"/>
              <a:gd name="connsiteX1028" fmla="*/ 1248476 w 2906005"/>
              <a:gd name="connsiteY1028" fmla="*/ 83215 h 369828"/>
              <a:gd name="connsiteX1029" fmla="*/ 1254015 w 2906005"/>
              <a:gd name="connsiteY1029" fmla="*/ 58676 h 369828"/>
              <a:gd name="connsiteX1030" fmla="*/ 1254080 w 2906005"/>
              <a:gd name="connsiteY1030" fmla="*/ 58676 h 369828"/>
              <a:gd name="connsiteX1031" fmla="*/ 1269086 w 2906005"/>
              <a:gd name="connsiteY1031" fmla="*/ 42187 h 369828"/>
              <a:gd name="connsiteX1032" fmla="*/ 1290212 w 2906005"/>
              <a:gd name="connsiteY1032" fmla="*/ 36455 h 369828"/>
              <a:gd name="connsiteX1033" fmla="*/ 911431 w 2906005"/>
              <a:gd name="connsiteY1033" fmla="*/ 36455 h 369828"/>
              <a:gd name="connsiteX1034" fmla="*/ 934747 w 2906005"/>
              <a:gd name="connsiteY1034" fmla="*/ 42058 h 369828"/>
              <a:gd name="connsiteX1035" fmla="*/ 950720 w 2906005"/>
              <a:gd name="connsiteY1035" fmla="*/ 57967 h 369828"/>
              <a:gd name="connsiteX1036" fmla="*/ 956388 w 2906005"/>
              <a:gd name="connsiteY1036" fmla="*/ 81605 h 369828"/>
              <a:gd name="connsiteX1037" fmla="*/ 955744 w 2906005"/>
              <a:gd name="connsiteY1037" fmla="*/ 90493 h 369828"/>
              <a:gd name="connsiteX1038" fmla="*/ 955744 w 2906005"/>
              <a:gd name="connsiteY1038" fmla="*/ 90429 h 369828"/>
              <a:gd name="connsiteX1039" fmla="*/ 889082 w 2906005"/>
              <a:gd name="connsiteY1039" fmla="*/ 90429 h 369828"/>
              <a:gd name="connsiteX1040" fmla="*/ 895974 w 2906005"/>
              <a:gd name="connsiteY1040" fmla="*/ 105886 h 369828"/>
              <a:gd name="connsiteX1041" fmla="*/ 910981 w 2906005"/>
              <a:gd name="connsiteY1041" fmla="*/ 111490 h 369828"/>
              <a:gd name="connsiteX1042" fmla="*/ 929272 w 2906005"/>
              <a:gd name="connsiteY1042" fmla="*/ 100476 h 369828"/>
              <a:gd name="connsiteX1043" fmla="*/ 954134 w 2906005"/>
              <a:gd name="connsiteY1043" fmla="*/ 100476 h 369828"/>
              <a:gd name="connsiteX1044" fmla="*/ 938998 w 2906005"/>
              <a:gd name="connsiteY1044" fmla="*/ 122117 h 369828"/>
              <a:gd name="connsiteX1045" fmla="*/ 911496 w 2906005"/>
              <a:gd name="connsiteY1045" fmla="*/ 130619 h 369828"/>
              <a:gd name="connsiteX1046" fmla="*/ 887858 w 2906005"/>
              <a:gd name="connsiteY1046" fmla="*/ 124758 h 369828"/>
              <a:gd name="connsiteX1047" fmla="*/ 871563 w 2906005"/>
              <a:gd name="connsiteY1047" fmla="*/ 108205 h 369828"/>
              <a:gd name="connsiteX1048" fmla="*/ 865702 w 2906005"/>
              <a:gd name="connsiteY1048" fmla="*/ 83537 h 369828"/>
              <a:gd name="connsiteX1049" fmla="*/ 871434 w 2906005"/>
              <a:gd name="connsiteY1049" fmla="*/ 58676 h 369828"/>
              <a:gd name="connsiteX1050" fmla="*/ 887536 w 2906005"/>
              <a:gd name="connsiteY1050" fmla="*/ 42187 h 369828"/>
              <a:gd name="connsiteX1051" fmla="*/ 911431 w 2906005"/>
              <a:gd name="connsiteY1051" fmla="*/ 36455 h 369828"/>
              <a:gd name="connsiteX1052" fmla="*/ 338269 w 2906005"/>
              <a:gd name="connsiteY1052" fmla="*/ 36455 h 369828"/>
              <a:gd name="connsiteX1053" fmla="*/ 364289 w 2906005"/>
              <a:gd name="connsiteY1053" fmla="*/ 44635 h 369828"/>
              <a:gd name="connsiteX1054" fmla="*/ 374981 w 2906005"/>
              <a:gd name="connsiteY1054" fmla="*/ 66598 h 369828"/>
              <a:gd name="connsiteX1055" fmla="*/ 352954 w 2906005"/>
              <a:gd name="connsiteY1055" fmla="*/ 66598 h 369828"/>
              <a:gd name="connsiteX1056" fmla="*/ 348445 w 2906005"/>
              <a:gd name="connsiteY1056" fmla="*/ 57967 h 369828"/>
              <a:gd name="connsiteX1057" fmla="*/ 337689 w 2906005"/>
              <a:gd name="connsiteY1057" fmla="*/ 54747 h 369828"/>
              <a:gd name="connsiteX1058" fmla="*/ 328028 w 2906005"/>
              <a:gd name="connsiteY1058" fmla="*/ 57065 h 369828"/>
              <a:gd name="connsiteX1059" fmla="*/ 324679 w 2906005"/>
              <a:gd name="connsiteY1059" fmla="*/ 63506 h 369828"/>
              <a:gd name="connsiteX1060" fmla="*/ 329316 w 2906005"/>
              <a:gd name="connsiteY1060" fmla="*/ 70527 h 369828"/>
              <a:gd name="connsiteX1061" fmla="*/ 343615 w 2906005"/>
              <a:gd name="connsiteY1061" fmla="*/ 75357 h 369828"/>
              <a:gd name="connsiteX1062" fmla="*/ 359910 w 2906005"/>
              <a:gd name="connsiteY1062" fmla="*/ 80445 h 369828"/>
              <a:gd name="connsiteX1063" fmla="*/ 371052 w 2906005"/>
              <a:gd name="connsiteY1063" fmla="*/ 88625 h 369828"/>
              <a:gd name="connsiteX1064" fmla="*/ 375883 w 2906005"/>
              <a:gd name="connsiteY1064" fmla="*/ 103181 h 369828"/>
              <a:gd name="connsiteX1065" fmla="*/ 371503 w 2906005"/>
              <a:gd name="connsiteY1065" fmla="*/ 117351 h 369828"/>
              <a:gd name="connsiteX1066" fmla="*/ 359008 w 2906005"/>
              <a:gd name="connsiteY1066" fmla="*/ 127141 h 369828"/>
              <a:gd name="connsiteX1067" fmla="*/ 340008 w 2906005"/>
              <a:gd name="connsiteY1067" fmla="*/ 130683 h 369828"/>
              <a:gd name="connsiteX1068" fmla="*/ 319913 w 2906005"/>
              <a:gd name="connsiteY1068" fmla="*/ 126626 h 369828"/>
              <a:gd name="connsiteX1069" fmla="*/ 319848 w 2906005"/>
              <a:gd name="connsiteY1069" fmla="*/ 126561 h 369828"/>
              <a:gd name="connsiteX1070" fmla="*/ 305743 w 2906005"/>
              <a:gd name="connsiteY1070" fmla="*/ 115612 h 369828"/>
              <a:gd name="connsiteX1071" fmla="*/ 300075 w 2906005"/>
              <a:gd name="connsiteY1071" fmla="*/ 100283 h 369828"/>
              <a:gd name="connsiteX1072" fmla="*/ 323262 w 2906005"/>
              <a:gd name="connsiteY1072" fmla="*/ 100283 h 369828"/>
              <a:gd name="connsiteX1073" fmla="*/ 328414 w 2906005"/>
              <a:gd name="connsiteY1073" fmla="*/ 108978 h 369828"/>
              <a:gd name="connsiteX1074" fmla="*/ 339686 w 2906005"/>
              <a:gd name="connsiteY1074" fmla="*/ 112456 h 369828"/>
              <a:gd name="connsiteX1075" fmla="*/ 349991 w 2906005"/>
              <a:gd name="connsiteY1075" fmla="*/ 109815 h 369828"/>
              <a:gd name="connsiteX1076" fmla="*/ 353727 w 2906005"/>
              <a:gd name="connsiteY1076" fmla="*/ 103052 h 369828"/>
              <a:gd name="connsiteX1077" fmla="*/ 349218 w 2906005"/>
              <a:gd name="connsiteY1077" fmla="*/ 96354 h 369828"/>
              <a:gd name="connsiteX1078" fmla="*/ 334791 w 2906005"/>
              <a:gd name="connsiteY1078" fmla="*/ 91523 h 369828"/>
              <a:gd name="connsiteX1079" fmla="*/ 318109 w 2906005"/>
              <a:gd name="connsiteY1079" fmla="*/ 86435 h 369828"/>
              <a:gd name="connsiteX1080" fmla="*/ 306902 w 2906005"/>
              <a:gd name="connsiteY1080" fmla="*/ 78384 h 369828"/>
              <a:gd name="connsiteX1081" fmla="*/ 302200 w 2906005"/>
              <a:gd name="connsiteY1081" fmla="*/ 63764 h 369828"/>
              <a:gd name="connsiteX1082" fmla="*/ 306579 w 2906005"/>
              <a:gd name="connsiteY1082" fmla="*/ 49916 h 369828"/>
              <a:gd name="connsiteX1083" fmla="*/ 319075 w 2906005"/>
              <a:gd name="connsiteY1083" fmla="*/ 40062 h 369828"/>
              <a:gd name="connsiteX1084" fmla="*/ 338269 w 2906005"/>
              <a:gd name="connsiteY1084" fmla="*/ 36455 h 369828"/>
              <a:gd name="connsiteX1085" fmla="*/ 120314 w 2906005"/>
              <a:gd name="connsiteY1085" fmla="*/ 36455 h 369828"/>
              <a:gd name="connsiteX1086" fmla="*/ 138155 w 2906005"/>
              <a:gd name="connsiteY1086" fmla="*/ 40577 h 369828"/>
              <a:gd name="connsiteX1087" fmla="*/ 150392 w 2906005"/>
              <a:gd name="connsiteY1087" fmla="*/ 50947 h 369828"/>
              <a:gd name="connsiteX1088" fmla="*/ 150392 w 2906005"/>
              <a:gd name="connsiteY1088" fmla="*/ 37936 h 369828"/>
              <a:gd name="connsiteX1089" fmla="*/ 173579 w 2906005"/>
              <a:gd name="connsiteY1089" fmla="*/ 37936 h 369828"/>
              <a:gd name="connsiteX1090" fmla="*/ 173579 w 2906005"/>
              <a:gd name="connsiteY1090" fmla="*/ 129138 h 369828"/>
              <a:gd name="connsiteX1091" fmla="*/ 150392 w 2906005"/>
              <a:gd name="connsiteY1091" fmla="*/ 129138 h 369828"/>
              <a:gd name="connsiteX1092" fmla="*/ 150392 w 2906005"/>
              <a:gd name="connsiteY1092" fmla="*/ 115805 h 369828"/>
              <a:gd name="connsiteX1093" fmla="*/ 138155 w 2906005"/>
              <a:gd name="connsiteY1093" fmla="*/ 126432 h 369828"/>
              <a:gd name="connsiteX1094" fmla="*/ 120121 w 2906005"/>
              <a:gd name="connsiteY1094" fmla="*/ 130619 h 369828"/>
              <a:gd name="connsiteX1095" fmla="*/ 99124 w 2906005"/>
              <a:gd name="connsiteY1095" fmla="*/ 124693 h 369828"/>
              <a:gd name="connsiteX1096" fmla="*/ 84117 w 2906005"/>
              <a:gd name="connsiteY1096" fmla="*/ 108012 h 369828"/>
              <a:gd name="connsiteX1097" fmla="*/ 78578 w 2906005"/>
              <a:gd name="connsiteY1097" fmla="*/ 83215 h 369828"/>
              <a:gd name="connsiteX1098" fmla="*/ 84117 w 2906005"/>
              <a:gd name="connsiteY1098" fmla="*/ 58676 h 369828"/>
              <a:gd name="connsiteX1099" fmla="*/ 84181 w 2906005"/>
              <a:gd name="connsiteY1099" fmla="*/ 58676 h 369828"/>
              <a:gd name="connsiteX1100" fmla="*/ 99188 w 2906005"/>
              <a:gd name="connsiteY1100" fmla="*/ 42187 h 369828"/>
              <a:gd name="connsiteX1101" fmla="*/ 120314 w 2906005"/>
              <a:gd name="connsiteY1101" fmla="*/ 36455 h 369828"/>
              <a:gd name="connsiteX1102" fmla="*/ 2449098 w 2906005"/>
              <a:gd name="connsiteY1102" fmla="*/ 15393 h 369828"/>
              <a:gd name="connsiteX1103" fmla="*/ 2472285 w 2906005"/>
              <a:gd name="connsiteY1103" fmla="*/ 15393 h 369828"/>
              <a:gd name="connsiteX1104" fmla="*/ 2472285 w 2906005"/>
              <a:gd name="connsiteY1104" fmla="*/ 37936 h 369828"/>
              <a:gd name="connsiteX1105" fmla="*/ 2492702 w 2906005"/>
              <a:gd name="connsiteY1105" fmla="*/ 37936 h 369828"/>
              <a:gd name="connsiteX1106" fmla="*/ 2492702 w 2906005"/>
              <a:gd name="connsiteY1106" fmla="*/ 56871 h 369828"/>
              <a:gd name="connsiteX1107" fmla="*/ 2472285 w 2906005"/>
              <a:gd name="connsiteY1107" fmla="*/ 56871 h 369828"/>
              <a:gd name="connsiteX1108" fmla="*/ 2472285 w 2906005"/>
              <a:gd name="connsiteY1108" fmla="*/ 100991 h 369828"/>
              <a:gd name="connsiteX1109" fmla="*/ 2474539 w 2906005"/>
              <a:gd name="connsiteY1109" fmla="*/ 107689 h 369828"/>
              <a:gd name="connsiteX1110" fmla="*/ 2482010 w 2906005"/>
              <a:gd name="connsiteY1110" fmla="*/ 109750 h 369828"/>
              <a:gd name="connsiteX1111" fmla="*/ 2492702 w 2906005"/>
              <a:gd name="connsiteY1111" fmla="*/ 109750 h 369828"/>
              <a:gd name="connsiteX1112" fmla="*/ 2492702 w 2906005"/>
              <a:gd name="connsiteY1112" fmla="*/ 129201 h 369828"/>
              <a:gd name="connsiteX1113" fmla="*/ 2478210 w 2906005"/>
              <a:gd name="connsiteY1113" fmla="*/ 129201 h 369828"/>
              <a:gd name="connsiteX1114" fmla="*/ 2449098 w 2906005"/>
              <a:gd name="connsiteY1114" fmla="*/ 100862 h 369828"/>
              <a:gd name="connsiteX1115" fmla="*/ 2449098 w 2906005"/>
              <a:gd name="connsiteY1115" fmla="*/ 56936 h 369828"/>
              <a:gd name="connsiteX1116" fmla="*/ 2438213 w 2906005"/>
              <a:gd name="connsiteY1116" fmla="*/ 56936 h 369828"/>
              <a:gd name="connsiteX1117" fmla="*/ 2438213 w 2906005"/>
              <a:gd name="connsiteY1117" fmla="*/ 38000 h 369828"/>
              <a:gd name="connsiteX1118" fmla="*/ 2449098 w 2906005"/>
              <a:gd name="connsiteY1118" fmla="*/ 38000 h 369828"/>
              <a:gd name="connsiteX1119" fmla="*/ 536128 w 2906005"/>
              <a:gd name="connsiteY1119" fmla="*/ 14234 h 369828"/>
              <a:gd name="connsiteX1120" fmla="*/ 559186 w 2906005"/>
              <a:gd name="connsiteY1120" fmla="*/ 14234 h 369828"/>
              <a:gd name="connsiteX1121" fmla="*/ 559186 w 2906005"/>
              <a:gd name="connsiteY1121" fmla="*/ 85340 h 369828"/>
              <a:gd name="connsiteX1122" fmla="*/ 565305 w 2906005"/>
              <a:gd name="connsiteY1122" fmla="*/ 103181 h 369828"/>
              <a:gd name="connsiteX1123" fmla="*/ 582437 w 2906005"/>
              <a:gd name="connsiteY1123" fmla="*/ 109364 h 369828"/>
              <a:gd name="connsiteX1124" fmla="*/ 599698 w 2906005"/>
              <a:gd name="connsiteY1124" fmla="*/ 103181 h 369828"/>
              <a:gd name="connsiteX1125" fmla="*/ 605817 w 2906005"/>
              <a:gd name="connsiteY1125" fmla="*/ 85340 h 369828"/>
              <a:gd name="connsiteX1126" fmla="*/ 605817 w 2906005"/>
              <a:gd name="connsiteY1126" fmla="*/ 14234 h 369828"/>
              <a:gd name="connsiteX1127" fmla="*/ 629004 w 2906005"/>
              <a:gd name="connsiteY1127" fmla="*/ 14234 h 369828"/>
              <a:gd name="connsiteX1128" fmla="*/ 629004 w 2906005"/>
              <a:gd name="connsiteY1128" fmla="*/ 85147 h 369828"/>
              <a:gd name="connsiteX1129" fmla="*/ 622692 w 2906005"/>
              <a:gd name="connsiteY1129" fmla="*/ 109944 h 369828"/>
              <a:gd name="connsiteX1130" fmla="*/ 605753 w 2906005"/>
              <a:gd name="connsiteY1130" fmla="*/ 125144 h 369828"/>
              <a:gd name="connsiteX1131" fmla="*/ 582115 w 2906005"/>
              <a:gd name="connsiteY1131" fmla="*/ 130232 h 369828"/>
              <a:gd name="connsiteX1132" fmla="*/ 558799 w 2906005"/>
              <a:gd name="connsiteY1132" fmla="*/ 125144 h 369828"/>
              <a:gd name="connsiteX1133" fmla="*/ 542247 w 2906005"/>
              <a:gd name="connsiteY1133" fmla="*/ 109944 h 369828"/>
              <a:gd name="connsiteX1134" fmla="*/ 536128 w 2906005"/>
              <a:gd name="connsiteY1134" fmla="*/ 85147 h 369828"/>
              <a:gd name="connsiteX1135" fmla="*/ 9082 w 2906005"/>
              <a:gd name="connsiteY1135" fmla="*/ 14234 h 369828"/>
              <a:gd name="connsiteX1136" fmla="*/ 32140 w 2906005"/>
              <a:gd name="connsiteY1136" fmla="*/ 14234 h 369828"/>
              <a:gd name="connsiteX1137" fmla="*/ 32140 w 2906005"/>
              <a:gd name="connsiteY1137" fmla="*/ 110845 h 369828"/>
              <a:gd name="connsiteX1138" fmla="*/ 69947 w 2906005"/>
              <a:gd name="connsiteY1138" fmla="*/ 110845 h 369828"/>
              <a:gd name="connsiteX1139" fmla="*/ 69947 w 2906005"/>
              <a:gd name="connsiteY1139" fmla="*/ 129137 h 369828"/>
              <a:gd name="connsiteX1140" fmla="*/ 9082 w 2906005"/>
              <a:gd name="connsiteY1140" fmla="*/ 129137 h 369828"/>
              <a:gd name="connsiteX1141" fmla="*/ 2666667 w 2906005"/>
              <a:gd name="connsiteY1141" fmla="*/ 7278 h 369828"/>
              <a:gd name="connsiteX1142" fmla="*/ 2689725 w 2906005"/>
              <a:gd name="connsiteY1142" fmla="*/ 7278 h 369828"/>
              <a:gd name="connsiteX1143" fmla="*/ 2689725 w 2906005"/>
              <a:gd name="connsiteY1143" fmla="*/ 129137 h 369828"/>
              <a:gd name="connsiteX1144" fmla="*/ 2666667 w 2906005"/>
              <a:gd name="connsiteY1144" fmla="*/ 129137 h 369828"/>
              <a:gd name="connsiteX1145" fmla="*/ 1625647 w 2906005"/>
              <a:gd name="connsiteY1145" fmla="*/ 7278 h 369828"/>
              <a:gd name="connsiteX1146" fmla="*/ 1648705 w 2906005"/>
              <a:gd name="connsiteY1146" fmla="*/ 7278 h 369828"/>
              <a:gd name="connsiteX1147" fmla="*/ 1648705 w 2906005"/>
              <a:gd name="connsiteY1147" fmla="*/ 49272 h 369828"/>
              <a:gd name="connsiteX1148" fmla="*/ 1660556 w 2906005"/>
              <a:gd name="connsiteY1148" fmla="*/ 39997 h 369828"/>
              <a:gd name="connsiteX1149" fmla="*/ 1677044 w 2906005"/>
              <a:gd name="connsiteY1149" fmla="*/ 36648 h 369828"/>
              <a:gd name="connsiteX1150" fmla="*/ 1695465 w 2906005"/>
              <a:gd name="connsiteY1150" fmla="*/ 41156 h 369828"/>
              <a:gd name="connsiteX1151" fmla="*/ 1708089 w 2906005"/>
              <a:gd name="connsiteY1151" fmla="*/ 54489 h 369828"/>
              <a:gd name="connsiteX1152" fmla="*/ 1712597 w 2906005"/>
              <a:gd name="connsiteY1152" fmla="*/ 75614 h 369828"/>
              <a:gd name="connsiteX1153" fmla="*/ 1712597 w 2906005"/>
              <a:gd name="connsiteY1153" fmla="*/ 129137 h 369828"/>
              <a:gd name="connsiteX1154" fmla="*/ 1689539 w 2906005"/>
              <a:gd name="connsiteY1154" fmla="*/ 129137 h 369828"/>
              <a:gd name="connsiteX1155" fmla="*/ 1689539 w 2906005"/>
              <a:gd name="connsiteY1155" fmla="*/ 78770 h 369828"/>
              <a:gd name="connsiteX1156" fmla="*/ 1684129 w 2906005"/>
              <a:gd name="connsiteY1156" fmla="*/ 62089 h 369828"/>
              <a:gd name="connsiteX1157" fmla="*/ 1669315 w 2906005"/>
              <a:gd name="connsiteY1157" fmla="*/ 56228 h 369828"/>
              <a:gd name="connsiteX1158" fmla="*/ 1654244 w 2906005"/>
              <a:gd name="connsiteY1158" fmla="*/ 62089 h 369828"/>
              <a:gd name="connsiteX1159" fmla="*/ 1648705 w 2906005"/>
              <a:gd name="connsiteY1159" fmla="*/ 78770 h 369828"/>
              <a:gd name="connsiteX1160" fmla="*/ 1648705 w 2906005"/>
              <a:gd name="connsiteY1160" fmla="*/ 129137 h 369828"/>
              <a:gd name="connsiteX1161" fmla="*/ 1625647 w 2906005"/>
              <a:gd name="connsiteY1161" fmla="*/ 129137 h 369828"/>
              <a:gd name="connsiteX1162" fmla="*/ 825705 w 2906005"/>
              <a:gd name="connsiteY1162" fmla="*/ 7278 h 369828"/>
              <a:gd name="connsiteX1163" fmla="*/ 849085 w 2906005"/>
              <a:gd name="connsiteY1163" fmla="*/ 7278 h 369828"/>
              <a:gd name="connsiteX1164" fmla="*/ 849085 w 2906005"/>
              <a:gd name="connsiteY1164" fmla="*/ 129137 h 369828"/>
              <a:gd name="connsiteX1165" fmla="*/ 825705 w 2906005"/>
              <a:gd name="connsiteY1165" fmla="*/ 129137 h 369828"/>
              <a:gd name="connsiteX1166" fmla="*/ 825705 w 2906005"/>
              <a:gd name="connsiteY1166" fmla="*/ 115611 h 369828"/>
              <a:gd name="connsiteX1167" fmla="*/ 813660 w 2906005"/>
              <a:gd name="connsiteY1167" fmla="*/ 126496 h 369828"/>
              <a:gd name="connsiteX1168" fmla="*/ 795691 w 2906005"/>
              <a:gd name="connsiteY1168" fmla="*/ 130618 h 369828"/>
              <a:gd name="connsiteX1169" fmla="*/ 774629 w 2906005"/>
              <a:gd name="connsiteY1169" fmla="*/ 124693 h 369828"/>
              <a:gd name="connsiteX1170" fmla="*/ 759558 w 2906005"/>
              <a:gd name="connsiteY1170" fmla="*/ 108011 h 369828"/>
              <a:gd name="connsiteX1171" fmla="*/ 754019 w 2906005"/>
              <a:gd name="connsiteY1171" fmla="*/ 83214 h 369828"/>
              <a:gd name="connsiteX1172" fmla="*/ 759558 w 2906005"/>
              <a:gd name="connsiteY1172" fmla="*/ 58675 h 369828"/>
              <a:gd name="connsiteX1173" fmla="*/ 759622 w 2906005"/>
              <a:gd name="connsiteY1173" fmla="*/ 58675 h 369828"/>
              <a:gd name="connsiteX1174" fmla="*/ 774694 w 2906005"/>
              <a:gd name="connsiteY1174" fmla="*/ 42187 h 369828"/>
              <a:gd name="connsiteX1175" fmla="*/ 795948 w 2906005"/>
              <a:gd name="connsiteY1175" fmla="*/ 36455 h 369828"/>
              <a:gd name="connsiteX1176" fmla="*/ 812888 w 2906005"/>
              <a:gd name="connsiteY1176" fmla="*/ 40319 h 369828"/>
              <a:gd name="connsiteX1177" fmla="*/ 825705 w 2906005"/>
              <a:gd name="connsiteY1177" fmla="*/ 50624 h 369828"/>
              <a:gd name="connsiteX1178" fmla="*/ 144531 w 2906005"/>
              <a:gd name="connsiteY1178" fmla="*/ 5153 h 369828"/>
              <a:gd name="connsiteX1179" fmla="*/ 152325 w 2906005"/>
              <a:gd name="connsiteY1179" fmla="*/ 8373 h 369828"/>
              <a:gd name="connsiteX1180" fmla="*/ 155545 w 2906005"/>
              <a:gd name="connsiteY1180" fmla="*/ 16167 h 369828"/>
              <a:gd name="connsiteX1181" fmla="*/ 152325 w 2906005"/>
              <a:gd name="connsiteY1181" fmla="*/ 23896 h 369828"/>
              <a:gd name="connsiteX1182" fmla="*/ 144531 w 2906005"/>
              <a:gd name="connsiteY1182" fmla="*/ 27052 h 369828"/>
              <a:gd name="connsiteX1183" fmla="*/ 136802 w 2906005"/>
              <a:gd name="connsiteY1183" fmla="*/ 23896 h 369828"/>
              <a:gd name="connsiteX1184" fmla="*/ 133646 w 2906005"/>
              <a:gd name="connsiteY1184" fmla="*/ 16167 h 369828"/>
              <a:gd name="connsiteX1185" fmla="*/ 136802 w 2906005"/>
              <a:gd name="connsiteY1185" fmla="*/ 8373 h 369828"/>
              <a:gd name="connsiteX1186" fmla="*/ 144531 w 2906005"/>
              <a:gd name="connsiteY1186" fmla="*/ 5153 h 369828"/>
              <a:gd name="connsiteX1187" fmla="*/ 114067 w 2906005"/>
              <a:gd name="connsiteY1187" fmla="*/ 5153 h 369828"/>
              <a:gd name="connsiteX1188" fmla="*/ 121860 w 2906005"/>
              <a:gd name="connsiteY1188" fmla="*/ 8373 h 369828"/>
              <a:gd name="connsiteX1189" fmla="*/ 125080 w 2906005"/>
              <a:gd name="connsiteY1189" fmla="*/ 16167 h 369828"/>
              <a:gd name="connsiteX1190" fmla="*/ 121860 w 2906005"/>
              <a:gd name="connsiteY1190" fmla="*/ 23896 h 369828"/>
              <a:gd name="connsiteX1191" fmla="*/ 114067 w 2906005"/>
              <a:gd name="connsiteY1191" fmla="*/ 27052 h 369828"/>
              <a:gd name="connsiteX1192" fmla="*/ 106338 w 2906005"/>
              <a:gd name="connsiteY1192" fmla="*/ 23896 h 369828"/>
              <a:gd name="connsiteX1193" fmla="*/ 103182 w 2906005"/>
              <a:gd name="connsiteY1193" fmla="*/ 16167 h 369828"/>
              <a:gd name="connsiteX1194" fmla="*/ 106338 w 2906005"/>
              <a:gd name="connsiteY1194" fmla="*/ 8373 h 369828"/>
              <a:gd name="connsiteX1195" fmla="*/ 114067 w 2906005"/>
              <a:gd name="connsiteY1195" fmla="*/ 5153 h 369828"/>
              <a:gd name="connsiteX1196" fmla="*/ 2520977 w 2906005"/>
              <a:gd name="connsiteY1196" fmla="*/ 0 h 369828"/>
              <a:gd name="connsiteX1197" fmla="*/ 2531089 w 2906005"/>
              <a:gd name="connsiteY1197" fmla="*/ 3864 h 369828"/>
              <a:gd name="connsiteX1198" fmla="*/ 2535146 w 2906005"/>
              <a:gd name="connsiteY1198" fmla="*/ 13526 h 369828"/>
              <a:gd name="connsiteX1199" fmla="*/ 2531089 w 2906005"/>
              <a:gd name="connsiteY1199" fmla="*/ 23187 h 369828"/>
              <a:gd name="connsiteX1200" fmla="*/ 2520977 w 2906005"/>
              <a:gd name="connsiteY1200" fmla="*/ 27051 h 369828"/>
              <a:gd name="connsiteX1201" fmla="*/ 2510865 w 2906005"/>
              <a:gd name="connsiteY1201" fmla="*/ 23187 h 369828"/>
              <a:gd name="connsiteX1202" fmla="*/ 2506807 w 2906005"/>
              <a:gd name="connsiteY1202" fmla="*/ 13526 h 369828"/>
              <a:gd name="connsiteX1203" fmla="*/ 2510865 w 2906005"/>
              <a:gd name="connsiteY1203" fmla="*/ 3864 h 369828"/>
              <a:gd name="connsiteX1204" fmla="*/ 2520977 w 2906005"/>
              <a:gd name="connsiteY1204" fmla="*/ 0 h 369828"/>
              <a:gd name="connsiteX1205" fmla="*/ 2302571 w 2906005"/>
              <a:gd name="connsiteY1205" fmla="*/ 0 h 369828"/>
              <a:gd name="connsiteX1206" fmla="*/ 2312683 w 2906005"/>
              <a:gd name="connsiteY1206" fmla="*/ 3864 h 369828"/>
              <a:gd name="connsiteX1207" fmla="*/ 2316740 w 2906005"/>
              <a:gd name="connsiteY1207" fmla="*/ 13526 h 369828"/>
              <a:gd name="connsiteX1208" fmla="*/ 2312683 w 2906005"/>
              <a:gd name="connsiteY1208" fmla="*/ 23187 h 369828"/>
              <a:gd name="connsiteX1209" fmla="*/ 2302571 w 2906005"/>
              <a:gd name="connsiteY1209" fmla="*/ 27051 h 369828"/>
              <a:gd name="connsiteX1210" fmla="*/ 2292459 w 2906005"/>
              <a:gd name="connsiteY1210" fmla="*/ 23187 h 369828"/>
              <a:gd name="connsiteX1211" fmla="*/ 2288401 w 2906005"/>
              <a:gd name="connsiteY1211" fmla="*/ 13526 h 369828"/>
              <a:gd name="connsiteX1212" fmla="*/ 2292459 w 2906005"/>
              <a:gd name="connsiteY1212" fmla="*/ 3864 h 369828"/>
              <a:gd name="connsiteX1213" fmla="*/ 2302571 w 2906005"/>
              <a:gd name="connsiteY1213" fmla="*/ 0 h 369828"/>
              <a:gd name="connsiteX1214" fmla="*/ 1944336 w 2906005"/>
              <a:gd name="connsiteY1214" fmla="*/ 0 h 369828"/>
              <a:gd name="connsiteX1215" fmla="*/ 1954448 w 2906005"/>
              <a:gd name="connsiteY1215" fmla="*/ 3864 h 369828"/>
              <a:gd name="connsiteX1216" fmla="*/ 1958505 w 2906005"/>
              <a:gd name="connsiteY1216" fmla="*/ 13526 h 369828"/>
              <a:gd name="connsiteX1217" fmla="*/ 1954448 w 2906005"/>
              <a:gd name="connsiteY1217" fmla="*/ 23187 h 369828"/>
              <a:gd name="connsiteX1218" fmla="*/ 1944336 w 2906005"/>
              <a:gd name="connsiteY1218" fmla="*/ 27051 h 369828"/>
              <a:gd name="connsiteX1219" fmla="*/ 1934224 w 2906005"/>
              <a:gd name="connsiteY1219" fmla="*/ 23187 h 369828"/>
              <a:gd name="connsiteX1220" fmla="*/ 1930166 w 2906005"/>
              <a:gd name="connsiteY1220" fmla="*/ 13526 h 369828"/>
              <a:gd name="connsiteX1221" fmla="*/ 1934224 w 2906005"/>
              <a:gd name="connsiteY1221" fmla="*/ 3864 h 369828"/>
              <a:gd name="connsiteX1222" fmla="*/ 1944336 w 2906005"/>
              <a:gd name="connsiteY1222" fmla="*/ 0 h 369828"/>
              <a:gd name="connsiteX1223" fmla="*/ 406413 w 2906005"/>
              <a:gd name="connsiteY1223" fmla="*/ 0 h 369828"/>
              <a:gd name="connsiteX1224" fmla="*/ 416525 w 2906005"/>
              <a:gd name="connsiteY1224" fmla="*/ 3864 h 369828"/>
              <a:gd name="connsiteX1225" fmla="*/ 420582 w 2906005"/>
              <a:gd name="connsiteY1225" fmla="*/ 13526 h 369828"/>
              <a:gd name="connsiteX1226" fmla="*/ 416525 w 2906005"/>
              <a:gd name="connsiteY1226" fmla="*/ 23187 h 369828"/>
              <a:gd name="connsiteX1227" fmla="*/ 406413 w 2906005"/>
              <a:gd name="connsiteY1227" fmla="*/ 27051 h 369828"/>
              <a:gd name="connsiteX1228" fmla="*/ 396301 w 2906005"/>
              <a:gd name="connsiteY1228" fmla="*/ 23187 h 369828"/>
              <a:gd name="connsiteX1229" fmla="*/ 392243 w 2906005"/>
              <a:gd name="connsiteY1229" fmla="*/ 13526 h 369828"/>
              <a:gd name="connsiteX1230" fmla="*/ 396301 w 2906005"/>
              <a:gd name="connsiteY1230" fmla="*/ 3864 h 369828"/>
              <a:gd name="connsiteX1231" fmla="*/ 406413 w 2906005"/>
              <a:gd name="connsiteY1231" fmla="*/ 0 h 36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Lst>
            <a:rect l="l" t="t" r="r" b="b"/>
            <a:pathLst>
              <a:path w="2906005" h="369828">
                <a:moveTo>
                  <a:pt x="1690184" y="254217"/>
                </a:moveTo>
                <a:cubicBezTo>
                  <a:pt x="1685868" y="254217"/>
                  <a:pt x="1681940" y="255248"/>
                  <a:pt x="1678333" y="257373"/>
                </a:cubicBezTo>
                <a:cubicBezTo>
                  <a:pt x="1674726" y="259434"/>
                  <a:pt x="1671763" y="262526"/>
                  <a:pt x="1669509" y="266519"/>
                </a:cubicBezTo>
                <a:cubicBezTo>
                  <a:pt x="1667254" y="270512"/>
                  <a:pt x="1666160" y="275278"/>
                  <a:pt x="1666160" y="280753"/>
                </a:cubicBezTo>
                <a:cubicBezTo>
                  <a:pt x="1666160" y="286228"/>
                  <a:pt x="1667254" y="291058"/>
                  <a:pt x="1669509" y="295180"/>
                </a:cubicBezTo>
                <a:cubicBezTo>
                  <a:pt x="1671763" y="299302"/>
                  <a:pt x="1674726" y="302458"/>
                  <a:pt x="1678397" y="304648"/>
                </a:cubicBezTo>
                <a:cubicBezTo>
                  <a:pt x="1682068" y="306838"/>
                  <a:pt x="1685997" y="307933"/>
                  <a:pt x="1690184" y="307933"/>
                </a:cubicBezTo>
                <a:cubicBezTo>
                  <a:pt x="1694370" y="307933"/>
                  <a:pt x="1698492" y="306838"/>
                  <a:pt x="1702228" y="304713"/>
                </a:cubicBezTo>
                <a:cubicBezTo>
                  <a:pt x="1705963" y="302587"/>
                  <a:pt x="1708926" y="299496"/>
                  <a:pt x="1711116" y="295502"/>
                </a:cubicBezTo>
                <a:cubicBezTo>
                  <a:pt x="1713306" y="291509"/>
                  <a:pt x="1714401" y="286678"/>
                  <a:pt x="1714401" y="281075"/>
                </a:cubicBezTo>
                <a:cubicBezTo>
                  <a:pt x="1714401" y="275472"/>
                  <a:pt x="1713306" y="270705"/>
                  <a:pt x="1711116" y="266648"/>
                </a:cubicBezTo>
                <a:cubicBezTo>
                  <a:pt x="1708926" y="262654"/>
                  <a:pt x="1705963" y="259563"/>
                  <a:pt x="1702228" y="257437"/>
                </a:cubicBezTo>
                <a:cubicBezTo>
                  <a:pt x="1698492" y="255312"/>
                  <a:pt x="1694499" y="254217"/>
                  <a:pt x="1690184" y="254217"/>
                </a:cubicBezTo>
                <a:close/>
                <a:moveTo>
                  <a:pt x="1476028" y="254217"/>
                </a:moveTo>
                <a:cubicBezTo>
                  <a:pt x="1471712" y="254217"/>
                  <a:pt x="1467783" y="255248"/>
                  <a:pt x="1464177" y="257373"/>
                </a:cubicBezTo>
                <a:cubicBezTo>
                  <a:pt x="1460570" y="259434"/>
                  <a:pt x="1457607" y="262526"/>
                  <a:pt x="1455353" y="266519"/>
                </a:cubicBezTo>
                <a:cubicBezTo>
                  <a:pt x="1453098" y="270512"/>
                  <a:pt x="1452004" y="275278"/>
                  <a:pt x="1452004" y="280753"/>
                </a:cubicBezTo>
                <a:cubicBezTo>
                  <a:pt x="1452004" y="286228"/>
                  <a:pt x="1453098" y="291058"/>
                  <a:pt x="1455353" y="295180"/>
                </a:cubicBezTo>
                <a:cubicBezTo>
                  <a:pt x="1457607" y="299302"/>
                  <a:pt x="1460570" y="302458"/>
                  <a:pt x="1464241" y="304648"/>
                </a:cubicBezTo>
                <a:cubicBezTo>
                  <a:pt x="1467912" y="306838"/>
                  <a:pt x="1471841" y="307933"/>
                  <a:pt x="1476028" y="307933"/>
                </a:cubicBezTo>
                <a:cubicBezTo>
                  <a:pt x="1480214" y="307933"/>
                  <a:pt x="1484336" y="306838"/>
                  <a:pt x="1488072" y="304713"/>
                </a:cubicBezTo>
                <a:cubicBezTo>
                  <a:pt x="1491807" y="302587"/>
                  <a:pt x="1494770" y="299496"/>
                  <a:pt x="1496960" y="295502"/>
                </a:cubicBezTo>
                <a:cubicBezTo>
                  <a:pt x="1499150" y="291509"/>
                  <a:pt x="1500245" y="286678"/>
                  <a:pt x="1500245" y="281075"/>
                </a:cubicBezTo>
                <a:cubicBezTo>
                  <a:pt x="1500245" y="275472"/>
                  <a:pt x="1499150" y="270705"/>
                  <a:pt x="1496960" y="266648"/>
                </a:cubicBezTo>
                <a:cubicBezTo>
                  <a:pt x="1494770" y="262654"/>
                  <a:pt x="1491807" y="259563"/>
                  <a:pt x="1488072" y="257437"/>
                </a:cubicBezTo>
                <a:cubicBezTo>
                  <a:pt x="1484336" y="255312"/>
                  <a:pt x="1480343" y="254217"/>
                  <a:pt x="1476028" y="254217"/>
                </a:cubicBezTo>
                <a:close/>
                <a:moveTo>
                  <a:pt x="916520" y="254217"/>
                </a:moveTo>
                <a:cubicBezTo>
                  <a:pt x="912204" y="254217"/>
                  <a:pt x="908276" y="255247"/>
                  <a:pt x="904669" y="257373"/>
                </a:cubicBezTo>
                <a:cubicBezTo>
                  <a:pt x="901062" y="259434"/>
                  <a:pt x="898099" y="262526"/>
                  <a:pt x="895845" y="266519"/>
                </a:cubicBezTo>
                <a:cubicBezTo>
                  <a:pt x="893591" y="270512"/>
                  <a:pt x="892496" y="275278"/>
                  <a:pt x="892496" y="280753"/>
                </a:cubicBezTo>
                <a:cubicBezTo>
                  <a:pt x="892496" y="286228"/>
                  <a:pt x="893591" y="291058"/>
                  <a:pt x="895845" y="295180"/>
                </a:cubicBezTo>
                <a:cubicBezTo>
                  <a:pt x="898099" y="299302"/>
                  <a:pt x="901062" y="302458"/>
                  <a:pt x="904733" y="304648"/>
                </a:cubicBezTo>
                <a:cubicBezTo>
                  <a:pt x="908404" y="306838"/>
                  <a:pt x="912333" y="307933"/>
                  <a:pt x="916520" y="307933"/>
                </a:cubicBezTo>
                <a:cubicBezTo>
                  <a:pt x="920706" y="307933"/>
                  <a:pt x="924828" y="306838"/>
                  <a:pt x="928564" y="304712"/>
                </a:cubicBezTo>
                <a:cubicBezTo>
                  <a:pt x="932300" y="302587"/>
                  <a:pt x="935262" y="299495"/>
                  <a:pt x="937452" y="295502"/>
                </a:cubicBezTo>
                <a:cubicBezTo>
                  <a:pt x="939642" y="291509"/>
                  <a:pt x="940737" y="286678"/>
                  <a:pt x="940737" y="281075"/>
                </a:cubicBezTo>
                <a:cubicBezTo>
                  <a:pt x="940737" y="275471"/>
                  <a:pt x="939642" y="270705"/>
                  <a:pt x="937452" y="266648"/>
                </a:cubicBezTo>
                <a:cubicBezTo>
                  <a:pt x="935262" y="262654"/>
                  <a:pt x="932300" y="259563"/>
                  <a:pt x="928564" y="257437"/>
                </a:cubicBezTo>
                <a:cubicBezTo>
                  <a:pt x="924828" y="255312"/>
                  <a:pt x="920835" y="254217"/>
                  <a:pt x="916520" y="254217"/>
                </a:cubicBezTo>
                <a:close/>
                <a:moveTo>
                  <a:pt x="499416" y="254217"/>
                </a:moveTo>
                <a:cubicBezTo>
                  <a:pt x="495100" y="254217"/>
                  <a:pt x="491171" y="255247"/>
                  <a:pt x="487565" y="257373"/>
                </a:cubicBezTo>
                <a:cubicBezTo>
                  <a:pt x="483958" y="259434"/>
                  <a:pt x="480995" y="262526"/>
                  <a:pt x="478741" y="266519"/>
                </a:cubicBezTo>
                <a:cubicBezTo>
                  <a:pt x="476487" y="270512"/>
                  <a:pt x="475392" y="275278"/>
                  <a:pt x="475392" y="280753"/>
                </a:cubicBezTo>
                <a:cubicBezTo>
                  <a:pt x="475392" y="286228"/>
                  <a:pt x="476487" y="291058"/>
                  <a:pt x="478741" y="295180"/>
                </a:cubicBezTo>
                <a:cubicBezTo>
                  <a:pt x="480995" y="299302"/>
                  <a:pt x="483958" y="302458"/>
                  <a:pt x="487629" y="304648"/>
                </a:cubicBezTo>
                <a:cubicBezTo>
                  <a:pt x="491300" y="306838"/>
                  <a:pt x="495229" y="307933"/>
                  <a:pt x="499416" y="307933"/>
                </a:cubicBezTo>
                <a:cubicBezTo>
                  <a:pt x="503602" y="307933"/>
                  <a:pt x="507724" y="306838"/>
                  <a:pt x="511460" y="304712"/>
                </a:cubicBezTo>
                <a:cubicBezTo>
                  <a:pt x="515195" y="302587"/>
                  <a:pt x="518158" y="299495"/>
                  <a:pt x="520348" y="295502"/>
                </a:cubicBezTo>
                <a:cubicBezTo>
                  <a:pt x="522538" y="291509"/>
                  <a:pt x="523633" y="286678"/>
                  <a:pt x="523633" y="281075"/>
                </a:cubicBezTo>
                <a:cubicBezTo>
                  <a:pt x="523633" y="275471"/>
                  <a:pt x="522538" y="270705"/>
                  <a:pt x="520348" y="266648"/>
                </a:cubicBezTo>
                <a:cubicBezTo>
                  <a:pt x="518158" y="262654"/>
                  <a:pt x="515195" y="259563"/>
                  <a:pt x="511460" y="257437"/>
                </a:cubicBezTo>
                <a:cubicBezTo>
                  <a:pt x="507724" y="255312"/>
                  <a:pt x="503731" y="254217"/>
                  <a:pt x="499416" y="254217"/>
                </a:cubicBezTo>
                <a:close/>
                <a:moveTo>
                  <a:pt x="167717" y="254217"/>
                </a:moveTo>
                <a:cubicBezTo>
                  <a:pt x="163401" y="254217"/>
                  <a:pt x="159472" y="255248"/>
                  <a:pt x="155866" y="257373"/>
                </a:cubicBezTo>
                <a:cubicBezTo>
                  <a:pt x="152259" y="259434"/>
                  <a:pt x="149296" y="262526"/>
                  <a:pt x="147042" y="266519"/>
                </a:cubicBezTo>
                <a:cubicBezTo>
                  <a:pt x="144788" y="270512"/>
                  <a:pt x="143693" y="275278"/>
                  <a:pt x="143693" y="280753"/>
                </a:cubicBezTo>
                <a:cubicBezTo>
                  <a:pt x="143693" y="286228"/>
                  <a:pt x="144788" y="291058"/>
                  <a:pt x="147042" y="295180"/>
                </a:cubicBezTo>
                <a:cubicBezTo>
                  <a:pt x="149296" y="299302"/>
                  <a:pt x="152259" y="302458"/>
                  <a:pt x="155930" y="304648"/>
                </a:cubicBezTo>
                <a:cubicBezTo>
                  <a:pt x="159601" y="306838"/>
                  <a:pt x="163530" y="307933"/>
                  <a:pt x="167717" y="307933"/>
                </a:cubicBezTo>
                <a:cubicBezTo>
                  <a:pt x="171903" y="307933"/>
                  <a:pt x="176025" y="306838"/>
                  <a:pt x="179761" y="304713"/>
                </a:cubicBezTo>
                <a:cubicBezTo>
                  <a:pt x="183496" y="302587"/>
                  <a:pt x="186459" y="299496"/>
                  <a:pt x="188649" y="295502"/>
                </a:cubicBezTo>
                <a:cubicBezTo>
                  <a:pt x="190839" y="291509"/>
                  <a:pt x="191934" y="286678"/>
                  <a:pt x="191934" y="281075"/>
                </a:cubicBezTo>
                <a:cubicBezTo>
                  <a:pt x="191934" y="275472"/>
                  <a:pt x="190839" y="270705"/>
                  <a:pt x="188649" y="266648"/>
                </a:cubicBezTo>
                <a:cubicBezTo>
                  <a:pt x="186459" y="262654"/>
                  <a:pt x="183496" y="259563"/>
                  <a:pt x="179761" y="257437"/>
                </a:cubicBezTo>
                <a:cubicBezTo>
                  <a:pt x="176025" y="255312"/>
                  <a:pt x="172032" y="254217"/>
                  <a:pt x="167717" y="254217"/>
                </a:cubicBezTo>
                <a:close/>
                <a:moveTo>
                  <a:pt x="2525292" y="254216"/>
                </a:moveTo>
                <a:cubicBezTo>
                  <a:pt x="2520976" y="254216"/>
                  <a:pt x="2517047" y="255247"/>
                  <a:pt x="2513441" y="257372"/>
                </a:cubicBezTo>
                <a:cubicBezTo>
                  <a:pt x="2509834" y="259433"/>
                  <a:pt x="2506871" y="262525"/>
                  <a:pt x="2504617" y="266518"/>
                </a:cubicBezTo>
                <a:cubicBezTo>
                  <a:pt x="2502362" y="270511"/>
                  <a:pt x="2501268" y="275277"/>
                  <a:pt x="2501268" y="280752"/>
                </a:cubicBezTo>
                <a:cubicBezTo>
                  <a:pt x="2501268" y="286227"/>
                  <a:pt x="2502362" y="291057"/>
                  <a:pt x="2504617" y="295179"/>
                </a:cubicBezTo>
                <a:cubicBezTo>
                  <a:pt x="2506871" y="299301"/>
                  <a:pt x="2509834" y="302457"/>
                  <a:pt x="2513505" y="304647"/>
                </a:cubicBezTo>
                <a:cubicBezTo>
                  <a:pt x="2517176" y="306837"/>
                  <a:pt x="2521105" y="307932"/>
                  <a:pt x="2525292" y="307932"/>
                </a:cubicBezTo>
                <a:cubicBezTo>
                  <a:pt x="2529478" y="307932"/>
                  <a:pt x="2533600" y="306837"/>
                  <a:pt x="2537336" y="304712"/>
                </a:cubicBezTo>
                <a:cubicBezTo>
                  <a:pt x="2541072" y="302586"/>
                  <a:pt x="2544034" y="299495"/>
                  <a:pt x="2546224" y="295501"/>
                </a:cubicBezTo>
                <a:cubicBezTo>
                  <a:pt x="2548414" y="291508"/>
                  <a:pt x="2549509" y="286678"/>
                  <a:pt x="2549509" y="281074"/>
                </a:cubicBezTo>
                <a:cubicBezTo>
                  <a:pt x="2549509" y="275471"/>
                  <a:pt x="2548414" y="270705"/>
                  <a:pt x="2546224" y="266647"/>
                </a:cubicBezTo>
                <a:cubicBezTo>
                  <a:pt x="2544034" y="262654"/>
                  <a:pt x="2541072" y="259562"/>
                  <a:pt x="2537336" y="257437"/>
                </a:cubicBezTo>
                <a:cubicBezTo>
                  <a:pt x="2533600" y="255311"/>
                  <a:pt x="2529607" y="254216"/>
                  <a:pt x="2525292" y="254216"/>
                </a:cubicBezTo>
                <a:close/>
                <a:moveTo>
                  <a:pt x="2413674" y="254216"/>
                </a:moveTo>
                <a:cubicBezTo>
                  <a:pt x="2409358" y="254216"/>
                  <a:pt x="2405429" y="255247"/>
                  <a:pt x="2401823" y="257372"/>
                </a:cubicBezTo>
                <a:cubicBezTo>
                  <a:pt x="2398216" y="259433"/>
                  <a:pt x="2395253" y="262525"/>
                  <a:pt x="2392999" y="266518"/>
                </a:cubicBezTo>
                <a:cubicBezTo>
                  <a:pt x="2390744" y="270511"/>
                  <a:pt x="2389649" y="275278"/>
                  <a:pt x="2389649" y="280752"/>
                </a:cubicBezTo>
                <a:cubicBezTo>
                  <a:pt x="2389649" y="286227"/>
                  <a:pt x="2390744" y="291057"/>
                  <a:pt x="2392999" y="295180"/>
                </a:cubicBezTo>
                <a:cubicBezTo>
                  <a:pt x="2395253" y="299302"/>
                  <a:pt x="2398216" y="302458"/>
                  <a:pt x="2401887" y="304647"/>
                </a:cubicBezTo>
                <a:cubicBezTo>
                  <a:pt x="2405558" y="306837"/>
                  <a:pt x="2409487" y="307932"/>
                  <a:pt x="2413674" y="307932"/>
                </a:cubicBezTo>
                <a:cubicBezTo>
                  <a:pt x="2417860" y="307932"/>
                  <a:pt x="2421982" y="306837"/>
                  <a:pt x="2425718" y="304712"/>
                </a:cubicBezTo>
                <a:cubicBezTo>
                  <a:pt x="2429454" y="302586"/>
                  <a:pt x="2432416" y="299495"/>
                  <a:pt x="2434606" y="295502"/>
                </a:cubicBezTo>
                <a:cubicBezTo>
                  <a:pt x="2436796" y="291508"/>
                  <a:pt x="2437891" y="286678"/>
                  <a:pt x="2437891" y="281074"/>
                </a:cubicBezTo>
                <a:cubicBezTo>
                  <a:pt x="2437891" y="275471"/>
                  <a:pt x="2436796" y="270705"/>
                  <a:pt x="2434606" y="266647"/>
                </a:cubicBezTo>
                <a:cubicBezTo>
                  <a:pt x="2432416" y="262654"/>
                  <a:pt x="2429454" y="259562"/>
                  <a:pt x="2425718" y="257437"/>
                </a:cubicBezTo>
                <a:cubicBezTo>
                  <a:pt x="2421982" y="255311"/>
                  <a:pt x="2417989" y="254216"/>
                  <a:pt x="2413674" y="254216"/>
                </a:cubicBezTo>
                <a:close/>
                <a:moveTo>
                  <a:pt x="1868335" y="254216"/>
                </a:moveTo>
                <a:cubicBezTo>
                  <a:pt x="1864019" y="254216"/>
                  <a:pt x="1860090" y="255247"/>
                  <a:pt x="1856484" y="257372"/>
                </a:cubicBezTo>
                <a:cubicBezTo>
                  <a:pt x="1852877" y="259433"/>
                  <a:pt x="1849914" y="262525"/>
                  <a:pt x="1847660" y="266518"/>
                </a:cubicBezTo>
                <a:cubicBezTo>
                  <a:pt x="1845405" y="270511"/>
                  <a:pt x="1844311" y="275277"/>
                  <a:pt x="1844311" y="280752"/>
                </a:cubicBezTo>
                <a:cubicBezTo>
                  <a:pt x="1844311" y="286227"/>
                  <a:pt x="1845405" y="291057"/>
                  <a:pt x="1847660" y="295179"/>
                </a:cubicBezTo>
                <a:cubicBezTo>
                  <a:pt x="1849914" y="299301"/>
                  <a:pt x="1852877" y="302457"/>
                  <a:pt x="1856548" y="304647"/>
                </a:cubicBezTo>
                <a:cubicBezTo>
                  <a:pt x="1860219" y="306837"/>
                  <a:pt x="1864148" y="307932"/>
                  <a:pt x="1868335" y="307932"/>
                </a:cubicBezTo>
                <a:cubicBezTo>
                  <a:pt x="1872521" y="307932"/>
                  <a:pt x="1876643" y="306837"/>
                  <a:pt x="1880379" y="304712"/>
                </a:cubicBezTo>
                <a:cubicBezTo>
                  <a:pt x="1884115" y="302586"/>
                  <a:pt x="1887077" y="299495"/>
                  <a:pt x="1889267" y="295501"/>
                </a:cubicBezTo>
                <a:cubicBezTo>
                  <a:pt x="1891457" y="291508"/>
                  <a:pt x="1892552" y="286678"/>
                  <a:pt x="1892552" y="281074"/>
                </a:cubicBezTo>
                <a:cubicBezTo>
                  <a:pt x="1892552" y="275471"/>
                  <a:pt x="1891457" y="270705"/>
                  <a:pt x="1889267" y="266647"/>
                </a:cubicBezTo>
                <a:cubicBezTo>
                  <a:pt x="1887077" y="262654"/>
                  <a:pt x="1884115" y="259562"/>
                  <a:pt x="1880379" y="257437"/>
                </a:cubicBezTo>
                <a:cubicBezTo>
                  <a:pt x="1876643" y="255311"/>
                  <a:pt x="1872650" y="254216"/>
                  <a:pt x="1868335" y="254216"/>
                </a:cubicBezTo>
                <a:close/>
                <a:moveTo>
                  <a:pt x="1136987" y="254216"/>
                </a:moveTo>
                <a:cubicBezTo>
                  <a:pt x="1132671" y="254216"/>
                  <a:pt x="1128742" y="255247"/>
                  <a:pt x="1125136" y="257372"/>
                </a:cubicBezTo>
                <a:cubicBezTo>
                  <a:pt x="1121529" y="259433"/>
                  <a:pt x="1118566" y="262525"/>
                  <a:pt x="1116312" y="266518"/>
                </a:cubicBezTo>
                <a:cubicBezTo>
                  <a:pt x="1114057" y="270511"/>
                  <a:pt x="1112963" y="275277"/>
                  <a:pt x="1112963" y="280752"/>
                </a:cubicBezTo>
                <a:cubicBezTo>
                  <a:pt x="1112963" y="286227"/>
                  <a:pt x="1114057" y="291057"/>
                  <a:pt x="1116312" y="295179"/>
                </a:cubicBezTo>
                <a:cubicBezTo>
                  <a:pt x="1118566" y="299301"/>
                  <a:pt x="1121529" y="302457"/>
                  <a:pt x="1125200" y="304647"/>
                </a:cubicBezTo>
                <a:cubicBezTo>
                  <a:pt x="1128871" y="306837"/>
                  <a:pt x="1132800" y="307932"/>
                  <a:pt x="1136987" y="307932"/>
                </a:cubicBezTo>
                <a:cubicBezTo>
                  <a:pt x="1141173" y="307932"/>
                  <a:pt x="1145295" y="306837"/>
                  <a:pt x="1149031" y="304712"/>
                </a:cubicBezTo>
                <a:cubicBezTo>
                  <a:pt x="1152766" y="302586"/>
                  <a:pt x="1155729" y="299495"/>
                  <a:pt x="1157919" y="295501"/>
                </a:cubicBezTo>
                <a:cubicBezTo>
                  <a:pt x="1160109" y="291508"/>
                  <a:pt x="1161204" y="286678"/>
                  <a:pt x="1161204" y="281074"/>
                </a:cubicBezTo>
                <a:cubicBezTo>
                  <a:pt x="1161204" y="275471"/>
                  <a:pt x="1160109" y="270705"/>
                  <a:pt x="1157919" y="266647"/>
                </a:cubicBezTo>
                <a:cubicBezTo>
                  <a:pt x="1155729" y="262654"/>
                  <a:pt x="1152766" y="259562"/>
                  <a:pt x="1149031" y="257437"/>
                </a:cubicBezTo>
                <a:cubicBezTo>
                  <a:pt x="1145295" y="255311"/>
                  <a:pt x="1141302" y="254216"/>
                  <a:pt x="1136987" y="254216"/>
                </a:cubicBezTo>
                <a:close/>
                <a:moveTo>
                  <a:pt x="2068835" y="254088"/>
                </a:moveTo>
                <a:cubicBezTo>
                  <a:pt x="2062266" y="254088"/>
                  <a:pt x="2056726" y="256407"/>
                  <a:pt x="2052282" y="261109"/>
                </a:cubicBezTo>
                <a:cubicBezTo>
                  <a:pt x="2047838" y="265810"/>
                  <a:pt x="2045584" y="272444"/>
                  <a:pt x="2045584" y="281075"/>
                </a:cubicBezTo>
                <a:cubicBezTo>
                  <a:pt x="2045584" y="289706"/>
                  <a:pt x="2047774" y="296404"/>
                  <a:pt x="2052089" y="301106"/>
                </a:cubicBezTo>
                <a:cubicBezTo>
                  <a:pt x="2056404" y="305743"/>
                  <a:pt x="2061879" y="308126"/>
                  <a:pt x="2068449" y="308126"/>
                </a:cubicBezTo>
                <a:cubicBezTo>
                  <a:pt x="2072635" y="308126"/>
                  <a:pt x="2076564" y="307096"/>
                  <a:pt x="2080235" y="305099"/>
                </a:cubicBezTo>
                <a:lnTo>
                  <a:pt x="2080235" y="305035"/>
                </a:lnTo>
                <a:cubicBezTo>
                  <a:pt x="2083906" y="303038"/>
                  <a:pt x="2086869" y="299946"/>
                  <a:pt x="2089059" y="295889"/>
                </a:cubicBezTo>
                <a:cubicBezTo>
                  <a:pt x="2091249" y="291831"/>
                  <a:pt x="2092344" y="286872"/>
                  <a:pt x="2092344" y="281075"/>
                </a:cubicBezTo>
                <a:cubicBezTo>
                  <a:pt x="2092344" y="272380"/>
                  <a:pt x="2090090" y="265746"/>
                  <a:pt x="2085517" y="261109"/>
                </a:cubicBezTo>
                <a:cubicBezTo>
                  <a:pt x="2080944" y="256471"/>
                  <a:pt x="2075405" y="254088"/>
                  <a:pt x="2068835" y="254088"/>
                </a:cubicBezTo>
                <a:close/>
                <a:moveTo>
                  <a:pt x="2634398" y="252929"/>
                </a:moveTo>
                <a:cubicBezTo>
                  <a:pt x="2628666" y="252929"/>
                  <a:pt x="2623900" y="254668"/>
                  <a:pt x="2619971" y="258146"/>
                </a:cubicBezTo>
                <a:cubicBezTo>
                  <a:pt x="2616107" y="261624"/>
                  <a:pt x="2613659" y="266390"/>
                  <a:pt x="2612822" y="272573"/>
                </a:cubicBezTo>
                <a:lnTo>
                  <a:pt x="2656104" y="272573"/>
                </a:lnTo>
                <a:lnTo>
                  <a:pt x="2656168" y="272509"/>
                </a:lnTo>
                <a:cubicBezTo>
                  <a:pt x="2656039" y="266583"/>
                  <a:pt x="2653914" y="261817"/>
                  <a:pt x="2649727" y="258275"/>
                </a:cubicBezTo>
                <a:cubicBezTo>
                  <a:pt x="2645541" y="254732"/>
                  <a:pt x="2640453" y="252929"/>
                  <a:pt x="2634398" y="252929"/>
                </a:cubicBezTo>
                <a:close/>
                <a:moveTo>
                  <a:pt x="719046" y="235538"/>
                </a:moveTo>
                <a:lnTo>
                  <a:pt x="744873" y="235538"/>
                </a:lnTo>
                <a:lnTo>
                  <a:pt x="768382" y="299237"/>
                </a:lnTo>
                <a:lnTo>
                  <a:pt x="792277" y="235538"/>
                </a:lnTo>
                <a:lnTo>
                  <a:pt x="816790" y="235538"/>
                </a:lnTo>
                <a:lnTo>
                  <a:pt x="760331" y="369828"/>
                </a:lnTo>
                <a:lnTo>
                  <a:pt x="735792" y="369828"/>
                </a:lnTo>
                <a:lnTo>
                  <a:pt x="755565" y="324421"/>
                </a:lnTo>
                <a:close/>
                <a:moveTo>
                  <a:pt x="1326152" y="235474"/>
                </a:moveTo>
                <a:lnTo>
                  <a:pt x="1350820" y="235474"/>
                </a:lnTo>
                <a:lnTo>
                  <a:pt x="1373846" y="305324"/>
                </a:lnTo>
                <a:lnTo>
                  <a:pt x="1373814" y="305421"/>
                </a:lnTo>
                <a:lnTo>
                  <a:pt x="1373878" y="305421"/>
                </a:lnTo>
                <a:lnTo>
                  <a:pt x="1373846" y="305324"/>
                </a:lnTo>
                <a:lnTo>
                  <a:pt x="1396872" y="235474"/>
                </a:lnTo>
                <a:lnTo>
                  <a:pt x="1421411" y="235474"/>
                </a:lnTo>
                <a:lnTo>
                  <a:pt x="1387661" y="326675"/>
                </a:lnTo>
                <a:lnTo>
                  <a:pt x="1359708" y="326675"/>
                </a:lnTo>
                <a:close/>
                <a:moveTo>
                  <a:pt x="816817" y="235474"/>
                </a:moveTo>
                <a:lnTo>
                  <a:pt x="816817" y="235538"/>
                </a:lnTo>
                <a:lnTo>
                  <a:pt x="816790" y="235538"/>
                </a:lnTo>
                <a:close/>
                <a:moveTo>
                  <a:pt x="1037026" y="234186"/>
                </a:moveTo>
                <a:cubicBezTo>
                  <a:pt x="1047911" y="234186"/>
                  <a:pt x="1056670" y="237600"/>
                  <a:pt x="1063369" y="244491"/>
                </a:cubicBezTo>
                <a:lnTo>
                  <a:pt x="1063369" y="244427"/>
                </a:lnTo>
                <a:cubicBezTo>
                  <a:pt x="1070067" y="251254"/>
                  <a:pt x="1073416" y="260851"/>
                  <a:pt x="1073416" y="273153"/>
                </a:cubicBezTo>
                <a:lnTo>
                  <a:pt x="1073416" y="326675"/>
                </a:lnTo>
                <a:lnTo>
                  <a:pt x="1050358" y="326675"/>
                </a:lnTo>
                <a:lnTo>
                  <a:pt x="1050358" y="276309"/>
                </a:lnTo>
                <a:cubicBezTo>
                  <a:pt x="1050358" y="269095"/>
                  <a:pt x="1048555" y="263491"/>
                  <a:pt x="1044948" y="259627"/>
                </a:cubicBezTo>
                <a:cubicBezTo>
                  <a:pt x="1041341" y="255763"/>
                  <a:pt x="1036382" y="253766"/>
                  <a:pt x="1030134" y="253766"/>
                </a:cubicBezTo>
                <a:cubicBezTo>
                  <a:pt x="1023887" y="253766"/>
                  <a:pt x="1018734" y="255698"/>
                  <a:pt x="1015063" y="259627"/>
                </a:cubicBezTo>
                <a:cubicBezTo>
                  <a:pt x="1011392" y="263491"/>
                  <a:pt x="1009524" y="269095"/>
                  <a:pt x="1009524" y="276309"/>
                </a:cubicBezTo>
                <a:lnTo>
                  <a:pt x="1009524" y="326675"/>
                </a:lnTo>
                <a:lnTo>
                  <a:pt x="986466" y="326675"/>
                </a:lnTo>
                <a:lnTo>
                  <a:pt x="986466" y="235474"/>
                </a:lnTo>
                <a:lnTo>
                  <a:pt x="1009524" y="235474"/>
                </a:lnTo>
                <a:lnTo>
                  <a:pt x="1009524" y="246810"/>
                </a:lnTo>
                <a:cubicBezTo>
                  <a:pt x="1012615" y="242881"/>
                  <a:pt x="1016544" y="239789"/>
                  <a:pt x="1021311" y="237535"/>
                </a:cubicBezTo>
                <a:cubicBezTo>
                  <a:pt x="1026077" y="235281"/>
                  <a:pt x="1031294" y="234186"/>
                  <a:pt x="1037026" y="234186"/>
                </a:cubicBezTo>
                <a:close/>
                <a:moveTo>
                  <a:pt x="2356544" y="234122"/>
                </a:moveTo>
                <a:lnTo>
                  <a:pt x="2356544" y="258339"/>
                </a:lnTo>
                <a:lnTo>
                  <a:pt x="2350425" y="258339"/>
                </a:lnTo>
                <a:cubicBezTo>
                  <a:pt x="2343212" y="258339"/>
                  <a:pt x="2337737" y="260014"/>
                  <a:pt x="2334066" y="263427"/>
                </a:cubicBezTo>
                <a:cubicBezTo>
                  <a:pt x="2330395" y="266841"/>
                  <a:pt x="2328527" y="272767"/>
                  <a:pt x="2328527" y="281204"/>
                </a:cubicBezTo>
                <a:lnTo>
                  <a:pt x="2328527" y="326611"/>
                </a:lnTo>
                <a:lnTo>
                  <a:pt x="2305469" y="326611"/>
                </a:lnTo>
                <a:lnTo>
                  <a:pt x="2305469" y="235410"/>
                </a:lnTo>
                <a:lnTo>
                  <a:pt x="2328527" y="235410"/>
                </a:lnTo>
                <a:lnTo>
                  <a:pt x="2328527" y="249580"/>
                </a:lnTo>
                <a:cubicBezTo>
                  <a:pt x="2331490" y="244749"/>
                  <a:pt x="2335354" y="240949"/>
                  <a:pt x="2340120" y="238244"/>
                </a:cubicBezTo>
                <a:lnTo>
                  <a:pt x="2340185" y="238244"/>
                </a:lnTo>
                <a:cubicBezTo>
                  <a:pt x="2344951" y="235475"/>
                  <a:pt x="2350425" y="234122"/>
                  <a:pt x="2356544" y="234122"/>
                </a:cubicBezTo>
                <a:close/>
                <a:moveTo>
                  <a:pt x="2182902" y="234122"/>
                </a:moveTo>
                <a:cubicBezTo>
                  <a:pt x="2190051" y="234122"/>
                  <a:pt x="2196427" y="235603"/>
                  <a:pt x="2201966" y="238631"/>
                </a:cubicBezTo>
                <a:cubicBezTo>
                  <a:pt x="2207570" y="241658"/>
                  <a:pt x="2211885" y="245973"/>
                  <a:pt x="2214977" y="251576"/>
                </a:cubicBezTo>
                <a:cubicBezTo>
                  <a:pt x="2217939" y="246295"/>
                  <a:pt x="2222255" y="242109"/>
                  <a:pt x="2227923" y="238888"/>
                </a:cubicBezTo>
                <a:cubicBezTo>
                  <a:pt x="2233591" y="235732"/>
                  <a:pt x="2239709" y="234122"/>
                  <a:pt x="2246279" y="234122"/>
                </a:cubicBezTo>
                <a:cubicBezTo>
                  <a:pt x="2257486" y="234122"/>
                  <a:pt x="2266503" y="237536"/>
                  <a:pt x="2273330" y="244427"/>
                </a:cubicBezTo>
                <a:cubicBezTo>
                  <a:pt x="2280157" y="251254"/>
                  <a:pt x="2283635" y="260851"/>
                  <a:pt x="2283635" y="273153"/>
                </a:cubicBezTo>
                <a:lnTo>
                  <a:pt x="2283635" y="326676"/>
                </a:lnTo>
                <a:lnTo>
                  <a:pt x="2260577" y="326676"/>
                </a:lnTo>
                <a:lnTo>
                  <a:pt x="2260577" y="276309"/>
                </a:lnTo>
                <a:cubicBezTo>
                  <a:pt x="2260577" y="269160"/>
                  <a:pt x="2258774" y="263685"/>
                  <a:pt x="2255167" y="259949"/>
                </a:cubicBezTo>
                <a:cubicBezTo>
                  <a:pt x="2251560" y="256149"/>
                  <a:pt x="2246601" y="254282"/>
                  <a:pt x="2240353" y="254282"/>
                </a:cubicBezTo>
                <a:cubicBezTo>
                  <a:pt x="2234106" y="254282"/>
                  <a:pt x="2229146" y="256149"/>
                  <a:pt x="2225475" y="259949"/>
                </a:cubicBezTo>
                <a:cubicBezTo>
                  <a:pt x="2221804" y="263749"/>
                  <a:pt x="2219936" y="269224"/>
                  <a:pt x="2219936" y="276309"/>
                </a:cubicBezTo>
                <a:lnTo>
                  <a:pt x="2219936" y="326676"/>
                </a:lnTo>
                <a:lnTo>
                  <a:pt x="2196878" y="326676"/>
                </a:lnTo>
                <a:lnTo>
                  <a:pt x="2196878" y="276309"/>
                </a:lnTo>
                <a:cubicBezTo>
                  <a:pt x="2196878" y="269160"/>
                  <a:pt x="2195075" y="263685"/>
                  <a:pt x="2191468" y="259949"/>
                </a:cubicBezTo>
                <a:cubicBezTo>
                  <a:pt x="2187861" y="256149"/>
                  <a:pt x="2182902" y="254282"/>
                  <a:pt x="2176654" y="254282"/>
                </a:cubicBezTo>
                <a:cubicBezTo>
                  <a:pt x="2170407" y="254282"/>
                  <a:pt x="2165254" y="256149"/>
                  <a:pt x="2161583" y="259949"/>
                </a:cubicBezTo>
                <a:cubicBezTo>
                  <a:pt x="2157912" y="263749"/>
                  <a:pt x="2156044" y="269224"/>
                  <a:pt x="2156044" y="276309"/>
                </a:cubicBezTo>
                <a:lnTo>
                  <a:pt x="2156044" y="326676"/>
                </a:lnTo>
                <a:lnTo>
                  <a:pt x="2132986" y="326676"/>
                </a:lnTo>
                <a:lnTo>
                  <a:pt x="2132986" y="235475"/>
                </a:lnTo>
                <a:lnTo>
                  <a:pt x="2156044" y="235475"/>
                </a:lnTo>
                <a:lnTo>
                  <a:pt x="2156044" y="246488"/>
                </a:lnTo>
                <a:cubicBezTo>
                  <a:pt x="2159007" y="242624"/>
                  <a:pt x="2162807" y="239661"/>
                  <a:pt x="2167508" y="237407"/>
                </a:cubicBezTo>
                <a:cubicBezTo>
                  <a:pt x="2172210" y="235153"/>
                  <a:pt x="2177298" y="234122"/>
                  <a:pt x="2182902" y="234122"/>
                </a:cubicBezTo>
                <a:close/>
                <a:moveTo>
                  <a:pt x="1811205" y="234122"/>
                </a:moveTo>
                <a:lnTo>
                  <a:pt x="1811205" y="258339"/>
                </a:lnTo>
                <a:lnTo>
                  <a:pt x="1805087" y="258339"/>
                </a:lnTo>
                <a:cubicBezTo>
                  <a:pt x="1797873" y="258339"/>
                  <a:pt x="1792398" y="260014"/>
                  <a:pt x="1788727" y="263427"/>
                </a:cubicBezTo>
                <a:cubicBezTo>
                  <a:pt x="1785056" y="266841"/>
                  <a:pt x="1783188" y="272767"/>
                  <a:pt x="1783188" y="281204"/>
                </a:cubicBezTo>
                <a:lnTo>
                  <a:pt x="1783188" y="326611"/>
                </a:lnTo>
                <a:lnTo>
                  <a:pt x="1760130" y="326611"/>
                </a:lnTo>
                <a:lnTo>
                  <a:pt x="1760130" y="235410"/>
                </a:lnTo>
                <a:lnTo>
                  <a:pt x="1783188" y="235410"/>
                </a:lnTo>
                <a:lnTo>
                  <a:pt x="1783188" y="249580"/>
                </a:lnTo>
                <a:cubicBezTo>
                  <a:pt x="1786151" y="244749"/>
                  <a:pt x="1790015" y="240949"/>
                  <a:pt x="1794781" y="238244"/>
                </a:cubicBezTo>
                <a:lnTo>
                  <a:pt x="1794846" y="238244"/>
                </a:lnTo>
                <a:cubicBezTo>
                  <a:pt x="1799612" y="235475"/>
                  <a:pt x="1805087" y="234122"/>
                  <a:pt x="1811205" y="234122"/>
                </a:cubicBezTo>
                <a:close/>
                <a:moveTo>
                  <a:pt x="442286" y="234122"/>
                </a:moveTo>
                <a:lnTo>
                  <a:pt x="442286" y="258339"/>
                </a:lnTo>
                <a:lnTo>
                  <a:pt x="436167" y="258339"/>
                </a:lnTo>
                <a:cubicBezTo>
                  <a:pt x="428954" y="258339"/>
                  <a:pt x="423479" y="260014"/>
                  <a:pt x="419808" y="263427"/>
                </a:cubicBezTo>
                <a:cubicBezTo>
                  <a:pt x="416137" y="266841"/>
                  <a:pt x="414269" y="272767"/>
                  <a:pt x="414269" y="281204"/>
                </a:cubicBezTo>
                <a:lnTo>
                  <a:pt x="414269" y="326611"/>
                </a:lnTo>
                <a:lnTo>
                  <a:pt x="391211" y="326611"/>
                </a:lnTo>
                <a:lnTo>
                  <a:pt x="391211" y="235410"/>
                </a:lnTo>
                <a:lnTo>
                  <a:pt x="414269" y="235410"/>
                </a:lnTo>
                <a:lnTo>
                  <a:pt x="414269" y="249580"/>
                </a:lnTo>
                <a:cubicBezTo>
                  <a:pt x="417232" y="244749"/>
                  <a:pt x="421096" y="240949"/>
                  <a:pt x="425862" y="238244"/>
                </a:cubicBezTo>
                <a:lnTo>
                  <a:pt x="425927" y="238244"/>
                </a:lnTo>
                <a:cubicBezTo>
                  <a:pt x="430693" y="235475"/>
                  <a:pt x="436167" y="234122"/>
                  <a:pt x="442286" y="234122"/>
                </a:cubicBezTo>
                <a:close/>
                <a:moveTo>
                  <a:pt x="2635042" y="233993"/>
                </a:moveTo>
                <a:cubicBezTo>
                  <a:pt x="2644059" y="233993"/>
                  <a:pt x="2651466" y="235861"/>
                  <a:pt x="2658358" y="239596"/>
                </a:cubicBezTo>
                <a:cubicBezTo>
                  <a:pt x="2665185" y="243332"/>
                  <a:pt x="2670531" y="248614"/>
                  <a:pt x="2674331" y="255505"/>
                </a:cubicBezTo>
                <a:cubicBezTo>
                  <a:pt x="2678131" y="262332"/>
                  <a:pt x="2679999" y="270254"/>
                  <a:pt x="2679999" y="279143"/>
                </a:cubicBezTo>
                <a:cubicBezTo>
                  <a:pt x="2679999" y="282427"/>
                  <a:pt x="2679806" y="285390"/>
                  <a:pt x="2679355" y="288031"/>
                </a:cubicBezTo>
                <a:lnTo>
                  <a:pt x="2679355" y="287967"/>
                </a:lnTo>
                <a:lnTo>
                  <a:pt x="2612693" y="287967"/>
                </a:lnTo>
                <a:cubicBezTo>
                  <a:pt x="2613208" y="294536"/>
                  <a:pt x="2615527" y="299689"/>
                  <a:pt x="2619585" y="303424"/>
                </a:cubicBezTo>
                <a:cubicBezTo>
                  <a:pt x="2623642" y="307160"/>
                  <a:pt x="2628666" y="309028"/>
                  <a:pt x="2634592" y="309028"/>
                </a:cubicBezTo>
                <a:cubicBezTo>
                  <a:pt x="2643158" y="309028"/>
                  <a:pt x="2649212" y="305357"/>
                  <a:pt x="2652883" y="298014"/>
                </a:cubicBezTo>
                <a:lnTo>
                  <a:pt x="2677745" y="298014"/>
                </a:lnTo>
                <a:cubicBezTo>
                  <a:pt x="2675104" y="306774"/>
                  <a:pt x="2670080" y="313987"/>
                  <a:pt x="2662609" y="319655"/>
                </a:cubicBezTo>
                <a:cubicBezTo>
                  <a:pt x="2655138" y="325323"/>
                  <a:pt x="2645992" y="328157"/>
                  <a:pt x="2635107" y="328157"/>
                </a:cubicBezTo>
                <a:cubicBezTo>
                  <a:pt x="2626347" y="328157"/>
                  <a:pt x="2618425" y="326225"/>
                  <a:pt x="2611469" y="322296"/>
                </a:cubicBezTo>
                <a:cubicBezTo>
                  <a:pt x="2604513" y="318431"/>
                  <a:pt x="2599039" y="312892"/>
                  <a:pt x="2595174" y="305743"/>
                </a:cubicBezTo>
                <a:cubicBezTo>
                  <a:pt x="2591310" y="298594"/>
                  <a:pt x="2589313" y="290350"/>
                  <a:pt x="2589313" y="281075"/>
                </a:cubicBezTo>
                <a:cubicBezTo>
                  <a:pt x="2589313" y="271800"/>
                  <a:pt x="2591245" y="263363"/>
                  <a:pt x="2595045" y="256214"/>
                </a:cubicBezTo>
                <a:cubicBezTo>
                  <a:pt x="2598910" y="249064"/>
                  <a:pt x="2604256" y="243590"/>
                  <a:pt x="2611147" y="239725"/>
                </a:cubicBezTo>
                <a:cubicBezTo>
                  <a:pt x="2618039" y="235861"/>
                  <a:pt x="2626025" y="233993"/>
                  <a:pt x="2635042" y="233993"/>
                </a:cubicBezTo>
                <a:close/>
                <a:moveTo>
                  <a:pt x="2069157" y="233993"/>
                </a:moveTo>
                <a:cubicBezTo>
                  <a:pt x="2077981" y="233993"/>
                  <a:pt x="2085903" y="235925"/>
                  <a:pt x="2093052" y="239854"/>
                </a:cubicBezTo>
                <a:cubicBezTo>
                  <a:pt x="2100201" y="243719"/>
                  <a:pt x="2105805" y="249258"/>
                  <a:pt x="2109927" y="256407"/>
                </a:cubicBezTo>
                <a:cubicBezTo>
                  <a:pt x="2114049" y="263556"/>
                  <a:pt x="2116110" y="271800"/>
                  <a:pt x="2116110" y="281075"/>
                </a:cubicBezTo>
                <a:cubicBezTo>
                  <a:pt x="2116110" y="290350"/>
                  <a:pt x="2113985" y="298658"/>
                  <a:pt x="2109798" y="305743"/>
                </a:cubicBezTo>
                <a:cubicBezTo>
                  <a:pt x="2105612" y="312828"/>
                  <a:pt x="2099880" y="318367"/>
                  <a:pt x="2092666" y="322296"/>
                </a:cubicBezTo>
                <a:cubicBezTo>
                  <a:pt x="2085452" y="326160"/>
                  <a:pt x="2077466" y="328157"/>
                  <a:pt x="2068578" y="328157"/>
                </a:cubicBezTo>
                <a:cubicBezTo>
                  <a:pt x="2059689" y="328157"/>
                  <a:pt x="2051896" y="326225"/>
                  <a:pt x="2044875" y="322296"/>
                </a:cubicBezTo>
                <a:lnTo>
                  <a:pt x="2044747" y="322296"/>
                </a:lnTo>
                <a:cubicBezTo>
                  <a:pt x="2037726" y="318431"/>
                  <a:pt x="2032187" y="312892"/>
                  <a:pt x="2028194" y="305743"/>
                </a:cubicBezTo>
                <a:cubicBezTo>
                  <a:pt x="2024201" y="298594"/>
                  <a:pt x="2022204" y="290350"/>
                  <a:pt x="2022204" y="281075"/>
                </a:cubicBezTo>
                <a:cubicBezTo>
                  <a:pt x="2022204" y="271800"/>
                  <a:pt x="2024265" y="263492"/>
                  <a:pt x="2028387" y="256407"/>
                </a:cubicBezTo>
                <a:cubicBezTo>
                  <a:pt x="2032509" y="249258"/>
                  <a:pt x="2038113" y="243783"/>
                  <a:pt x="2045262" y="239854"/>
                </a:cubicBezTo>
                <a:cubicBezTo>
                  <a:pt x="2052411" y="235990"/>
                  <a:pt x="2060333" y="233993"/>
                  <a:pt x="2069157" y="233993"/>
                </a:cubicBezTo>
                <a:close/>
                <a:moveTo>
                  <a:pt x="1971516" y="233993"/>
                </a:moveTo>
                <a:cubicBezTo>
                  <a:pt x="1982401" y="233993"/>
                  <a:pt x="1991031" y="236698"/>
                  <a:pt x="1997536" y="242173"/>
                </a:cubicBezTo>
                <a:cubicBezTo>
                  <a:pt x="2003977" y="247583"/>
                  <a:pt x="2007584" y="254925"/>
                  <a:pt x="2008228" y="264136"/>
                </a:cubicBezTo>
                <a:lnTo>
                  <a:pt x="1986201" y="264136"/>
                </a:lnTo>
                <a:cubicBezTo>
                  <a:pt x="1985878" y="260529"/>
                  <a:pt x="1984333" y="257631"/>
                  <a:pt x="1981692" y="255505"/>
                </a:cubicBezTo>
                <a:cubicBezTo>
                  <a:pt x="1978987" y="253380"/>
                  <a:pt x="1975380" y="252285"/>
                  <a:pt x="1970936" y="252285"/>
                </a:cubicBezTo>
                <a:cubicBezTo>
                  <a:pt x="1966749" y="252285"/>
                  <a:pt x="1963529" y="253058"/>
                  <a:pt x="1961275" y="254603"/>
                </a:cubicBezTo>
                <a:cubicBezTo>
                  <a:pt x="1959021" y="256149"/>
                  <a:pt x="1957926" y="258275"/>
                  <a:pt x="1957926" y="261044"/>
                </a:cubicBezTo>
                <a:cubicBezTo>
                  <a:pt x="1957926" y="264136"/>
                  <a:pt x="1959471" y="266454"/>
                  <a:pt x="1962563" y="268065"/>
                </a:cubicBezTo>
                <a:cubicBezTo>
                  <a:pt x="1965655" y="269675"/>
                  <a:pt x="1970421" y="271285"/>
                  <a:pt x="1976861" y="272895"/>
                </a:cubicBezTo>
                <a:cubicBezTo>
                  <a:pt x="1983431" y="274570"/>
                  <a:pt x="1988906" y="276244"/>
                  <a:pt x="1993157" y="277983"/>
                </a:cubicBezTo>
                <a:cubicBezTo>
                  <a:pt x="1997407" y="279722"/>
                  <a:pt x="2001143" y="282427"/>
                  <a:pt x="2004299" y="286163"/>
                </a:cubicBezTo>
                <a:cubicBezTo>
                  <a:pt x="2007455" y="289834"/>
                  <a:pt x="2009065" y="294665"/>
                  <a:pt x="2009130" y="300719"/>
                </a:cubicBezTo>
                <a:cubicBezTo>
                  <a:pt x="2009130" y="306001"/>
                  <a:pt x="2007648" y="310702"/>
                  <a:pt x="2004750" y="314889"/>
                </a:cubicBezTo>
                <a:cubicBezTo>
                  <a:pt x="2001852" y="319075"/>
                  <a:pt x="1997665" y="322296"/>
                  <a:pt x="1992255" y="324679"/>
                </a:cubicBezTo>
                <a:cubicBezTo>
                  <a:pt x="1986845" y="327062"/>
                  <a:pt x="1980468" y="328221"/>
                  <a:pt x="1973255" y="328221"/>
                </a:cubicBezTo>
                <a:cubicBezTo>
                  <a:pt x="1966041" y="328221"/>
                  <a:pt x="1959085" y="326869"/>
                  <a:pt x="1953159" y="324164"/>
                </a:cubicBezTo>
                <a:lnTo>
                  <a:pt x="1953095" y="324099"/>
                </a:lnTo>
                <a:cubicBezTo>
                  <a:pt x="1947170" y="321394"/>
                  <a:pt x="1942468" y="317787"/>
                  <a:pt x="1938990" y="313150"/>
                </a:cubicBezTo>
                <a:cubicBezTo>
                  <a:pt x="1935512" y="308513"/>
                  <a:pt x="1933644" y="303424"/>
                  <a:pt x="1933322" y="297821"/>
                </a:cubicBezTo>
                <a:lnTo>
                  <a:pt x="1956509" y="297821"/>
                </a:lnTo>
                <a:cubicBezTo>
                  <a:pt x="1956959" y="301363"/>
                  <a:pt x="1958698" y="304262"/>
                  <a:pt x="1961661" y="306516"/>
                </a:cubicBezTo>
                <a:cubicBezTo>
                  <a:pt x="1964624" y="308770"/>
                  <a:pt x="1968424" y="309994"/>
                  <a:pt x="1972933" y="309994"/>
                </a:cubicBezTo>
                <a:cubicBezTo>
                  <a:pt x="1977441" y="309994"/>
                  <a:pt x="1980726" y="309092"/>
                  <a:pt x="1983238" y="307353"/>
                </a:cubicBezTo>
                <a:cubicBezTo>
                  <a:pt x="1985685" y="305614"/>
                  <a:pt x="1986973" y="303360"/>
                  <a:pt x="1986973" y="300590"/>
                </a:cubicBezTo>
                <a:cubicBezTo>
                  <a:pt x="1986973" y="297628"/>
                  <a:pt x="1985492" y="295373"/>
                  <a:pt x="1982465" y="293892"/>
                </a:cubicBezTo>
                <a:cubicBezTo>
                  <a:pt x="1979438" y="292411"/>
                  <a:pt x="1974672" y="290800"/>
                  <a:pt x="1968038" y="289061"/>
                </a:cubicBezTo>
                <a:cubicBezTo>
                  <a:pt x="1961210" y="287387"/>
                  <a:pt x="1955671" y="285712"/>
                  <a:pt x="1951356" y="283973"/>
                </a:cubicBezTo>
                <a:cubicBezTo>
                  <a:pt x="1947041" y="282234"/>
                  <a:pt x="1943305" y="279529"/>
                  <a:pt x="1940149" y="275922"/>
                </a:cubicBezTo>
                <a:cubicBezTo>
                  <a:pt x="1936993" y="272315"/>
                  <a:pt x="1935447" y="267421"/>
                  <a:pt x="1935447" y="261302"/>
                </a:cubicBezTo>
                <a:cubicBezTo>
                  <a:pt x="1935447" y="256278"/>
                  <a:pt x="1936929" y="251641"/>
                  <a:pt x="1939827" y="247454"/>
                </a:cubicBezTo>
                <a:cubicBezTo>
                  <a:pt x="1942725" y="243268"/>
                  <a:pt x="1946912" y="239983"/>
                  <a:pt x="1952322" y="237600"/>
                </a:cubicBezTo>
                <a:cubicBezTo>
                  <a:pt x="1957732" y="235217"/>
                  <a:pt x="1964173" y="233993"/>
                  <a:pt x="1971516" y="233993"/>
                </a:cubicBezTo>
                <a:close/>
                <a:moveTo>
                  <a:pt x="1684258" y="233993"/>
                </a:moveTo>
                <a:cubicBezTo>
                  <a:pt x="1691085" y="233993"/>
                  <a:pt x="1697011" y="235346"/>
                  <a:pt x="1702099" y="238115"/>
                </a:cubicBezTo>
                <a:cubicBezTo>
                  <a:pt x="1707187" y="240885"/>
                  <a:pt x="1711309" y="244298"/>
                  <a:pt x="1714337" y="248485"/>
                </a:cubicBezTo>
                <a:lnTo>
                  <a:pt x="1714337" y="235474"/>
                </a:lnTo>
                <a:lnTo>
                  <a:pt x="1737523" y="235474"/>
                </a:lnTo>
                <a:lnTo>
                  <a:pt x="1737523" y="326676"/>
                </a:lnTo>
                <a:lnTo>
                  <a:pt x="1714337" y="326676"/>
                </a:lnTo>
                <a:lnTo>
                  <a:pt x="1714337" y="313343"/>
                </a:lnTo>
                <a:cubicBezTo>
                  <a:pt x="1711374" y="317594"/>
                  <a:pt x="1707316" y="321136"/>
                  <a:pt x="1702099" y="323970"/>
                </a:cubicBezTo>
                <a:cubicBezTo>
                  <a:pt x="1696882" y="326740"/>
                  <a:pt x="1690892" y="328157"/>
                  <a:pt x="1684065" y="328157"/>
                </a:cubicBezTo>
                <a:cubicBezTo>
                  <a:pt x="1676400" y="328157"/>
                  <a:pt x="1669380" y="326160"/>
                  <a:pt x="1663068" y="322231"/>
                </a:cubicBezTo>
                <a:cubicBezTo>
                  <a:pt x="1656756" y="318303"/>
                  <a:pt x="1651732" y="312699"/>
                  <a:pt x="1648061" y="305550"/>
                </a:cubicBezTo>
                <a:cubicBezTo>
                  <a:pt x="1644390" y="298336"/>
                  <a:pt x="1642522" y="290092"/>
                  <a:pt x="1642522" y="280753"/>
                </a:cubicBezTo>
                <a:cubicBezTo>
                  <a:pt x="1642522" y="271414"/>
                  <a:pt x="1644390" y="263363"/>
                  <a:pt x="1648061" y="256214"/>
                </a:cubicBezTo>
                <a:lnTo>
                  <a:pt x="1648125" y="256214"/>
                </a:lnTo>
                <a:cubicBezTo>
                  <a:pt x="1651797" y="249064"/>
                  <a:pt x="1656820" y="243590"/>
                  <a:pt x="1663132" y="239725"/>
                </a:cubicBezTo>
                <a:cubicBezTo>
                  <a:pt x="1669444" y="235861"/>
                  <a:pt x="1676465" y="233993"/>
                  <a:pt x="1684258" y="233993"/>
                </a:cubicBezTo>
                <a:close/>
                <a:moveTo>
                  <a:pt x="1470102" y="233993"/>
                </a:moveTo>
                <a:cubicBezTo>
                  <a:pt x="1476929" y="233993"/>
                  <a:pt x="1482855" y="235346"/>
                  <a:pt x="1487943" y="238115"/>
                </a:cubicBezTo>
                <a:cubicBezTo>
                  <a:pt x="1493031" y="240885"/>
                  <a:pt x="1497153" y="244298"/>
                  <a:pt x="1500180" y="248485"/>
                </a:cubicBezTo>
                <a:lnTo>
                  <a:pt x="1500180" y="235474"/>
                </a:lnTo>
                <a:lnTo>
                  <a:pt x="1523367" y="235474"/>
                </a:lnTo>
                <a:lnTo>
                  <a:pt x="1523367" y="326676"/>
                </a:lnTo>
                <a:lnTo>
                  <a:pt x="1500180" y="326676"/>
                </a:lnTo>
                <a:lnTo>
                  <a:pt x="1500180" y="313343"/>
                </a:lnTo>
                <a:cubicBezTo>
                  <a:pt x="1497218" y="317594"/>
                  <a:pt x="1493160" y="321136"/>
                  <a:pt x="1487943" y="323970"/>
                </a:cubicBezTo>
                <a:cubicBezTo>
                  <a:pt x="1482726" y="326740"/>
                  <a:pt x="1476736" y="328157"/>
                  <a:pt x="1469909" y="328157"/>
                </a:cubicBezTo>
                <a:cubicBezTo>
                  <a:pt x="1462244" y="328157"/>
                  <a:pt x="1455224" y="326160"/>
                  <a:pt x="1448912" y="322231"/>
                </a:cubicBezTo>
                <a:cubicBezTo>
                  <a:pt x="1442600" y="318303"/>
                  <a:pt x="1437576" y="312699"/>
                  <a:pt x="1433905" y="305550"/>
                </a:cubicBezTo>
                <a:cubicBezTo>
                  <a:pt x="1430234" y="298336"/>
                  <a:pt x="1428366" y="290092"/>
                  <a:pt x="1428366" y="280753"/>
                </a:cubicBezTo>
                <a:cubicBezTo>
                  <a:pt x="1428366" y="271414"/>
                  <a:pt x="1430234" y="263363"/>
                  <a:pt x="1433905" y="256214"/>
                </a:cubicBezTo>
                <a:lnTo>
                  <a:pt x="1433969" y="256214"/>
                </a:lnTo>
                <a:cubicBezTo>
                  <a:pt x="1437641" y="249064"/>
                  <a:pt x="1442664" y="243590"/>
                  <a:pt x="1448976" y="239725"/>
                </a:cubicBezTo>
                <a:cubicBezTo>
                  <a:pt x="1455288" y="235861"/>
                  <a:pt x="1462309" y="233993"/>
                  <a:pt x="1470102" y="233993"/>
                </a:cubicBezTo>
                <a:close/>
                <a:moveTo>
                  <a:pt x="1240168" y="233993"/>
                </a:moveTo>
                <a:cubicBezTo>
                  <a:pt x="1251053" y="233993"/>
                  <a:pt x="1259683" y="236698"/>
                  <a:pt x="1266188" y="242173"/>
                </a:cubicBezTo>
                <a:cubicBezTo>
                  <a:pt x="1272629" y="247583"/>
                  <a:pt x="1276236" y="254925"/>
                  <a:pt x="1276880" y="264136"/>
                </a:cubicBezTo>
                <a:lnTo>
                  <a:pt x="1254853" y="264136"/>
                </a:lnTo>
                <a:cubicBezTo>
                  <a:pt x="1254531" y="260529"/>
                  <a:pt x="1252985" y="257631"/>
                  <a:pt x="1250344" y="255505"/>
                </a:cubicBezTo>
                <a:cubicBezTo>
                  <a:pt x="1247639" y="253380"/>
                  <a:pt x="1244032" y="252285"/>
                  <a:pt x="1239588" y="252285"/>
                </a:cubicBezTo>
                <a:cubicBezTo>
                  <a:pt x="1235402" y="252285"/>
                  <a:pt x="1232181" y="253058"/>
                  <a:pt x="1229927" y="254603"/>
                </a:cubicBezTo>
                <a:cubicBezTo>
                  <a:pt x="1227673" y="256149"/>
                  <a:pt x="1226578" y="258275"/>
                  <a:pt x="1226578" y="261044"/>
                </a:cubicBezTo>
                <a:cubicBezTo>
                  <a:pt x="1226578" y="264136"/>
                  <a:pt x="1228123" y="266454"/>
                  <a:pt x="1231215" y="268065"/>
                </a:cubicBezTo>
                <a:cubicBezTo>
                  <a:pt x="1234307" y="269675"/>
                  <a:pt x="1239073" y="271285"/>
                  <a:pt x="1245514" y="272895"/>
                </a:cubicBezTo>
                <a:cubicBezTo>
                  <a:pt x="1252083" y="274570"/>
                  <a:pt x="1257558" y="276244"/>
                  <a:pt x="1261809" y="277983"/>
                </a:cubicBezTo>
                <a:cubicBezTo>
                  <a:pt x="1266060" y="279722"/>
                  <a:pt x="1269795" y="282427"/>
                  <a:pt x="1272951" y="286163"/>
                </a:cubicBezTo>
                <a:cubicBezTo>
                  <a:pt x="1276107" y="289834"/>
                  <a:pt x="1277717" y="294665"/>
                  <a:pt x="1277782" y="300719"/>
                </a:cubicBezTo>
                <a:cubicBezTo>
                  <a:pt x="1277782" y="306001"/>
                  <a:pt x="1276300" y="310702"/>
                  <a:pt x="1273402" y="314889"/>
                </a:cubicBezTo>
                <a:cubicBezTo>
                  <a:pt x="1270504" y="319075"/>
                  <a:pt x="1266317" y="322296"/>
                  <a:pt x="1260907" y="324679"/>
                </a:cubicBezTo>
                <a:cubicBezTo>
                  <a:pt x="1255497" y="327062"/>
                  <a:pt x="1249120" y="328221"/>
                  <a:pt x="1241907" y="328221"/>
                </a:cubicBezTo>
                <a:cubicBezTo>
                  <a:pt x="1234693" y="328221"/>
                  <a:pt x="1227737" y="326869"/>
                  <a:pt x="1221812" y="324164"/>
                </a:cubicBezTo>
                <a:lnTo>
                  <a:pt x="1221747" y="324099"/>
                </a:lnTo>
                <a:cubicBezTo>
                  <a:pt x="1215822" y="321394"/>
                  <a:pt x="1211120" y="317787"/>
                  <a:pt x="1207642" y="313150"/>
                </a:cubicBezTo>
                <a:cubicBezTo>
                  <a:pt x="1204164" y="308513"/>
                  <a:pt x="1202296" y="303424"/>
                  <a:pt x="1201974" y="297821"/>
                </a:cubicBezTo>
                <a:lnTo>
                  <a:pt x="1225161" y="297821"/>
                </a:lnTo>
                <a:cubicBezTo>
                  <a:pt x="1225612" y="301363"/>
                  <a:pt x="1227351" y="304262"/>
                  <a:pt x="1230313" y="306516"/>
                </a:cubicBezTo>
                <a:cubicBezTo>
                  <a:pt x="1233276" y="308770"/>
                  <a:pt x="1237076" y="309994"/>
                  <a:pt x="1241585" y="309994"/>
                </a:cubicBezTo>
                <a:cubicBezTo>
                  <a:pt x="1246093" y="309994"/>
                  <a:pt x="1249378" y="309092"/>
                  <a:pt x="1251890" y="307353"/>
                </a:cubicBezTo>
                <a:cubicBezTo>
                  <a:pt x="1254337" y="305614"/>
                  <a:pt x="1255626" y="303360"/>
                  <a:pt x="1255626" y="300590"/>
                </a:cubicBezTo>
                <a:cubicBezTo>
                  <a:pt x="1255626" y="297628"/>
                  <a:pt x="1254144" y="295373"/>
                  <a:pt x="1251117" y="293892"/>
                </a:cubicBezTo>
                <a:cubicBezTo>
                  <a:pt x="1248090" y="292411"/>
                  <a:pt x="1243324" y="290800"/>
                  <a:pt x="1236690" y="289061"/>
                </a:cubicBezTo>
                <a:cubicBezTo>
                  <a:pt x="1229862" y="287387"/>
                  <a:pt x="1224323" y="285712"/>
                  <a:pt x="1220008" y="283973"/>
                </a:cubicBezTo>
                <a:cubicBezTo>
                  <a:pt x="1215693" y="282234"/>
                  <a:pt x="1211957" y="279529"/>
                  <a:pt x="1208801" y="275922"/>
                </a:cubicBezTo>
                <a:cubicBezTo>
                  <a:pt x="1205645" y="272315"/>
                  <a:pt x="1204099" y="267421"/>
                  <a:pt x="1204099" y="261302"/>
                </a:cubicBezTo>
                <a:cubicBezTo>
                  <a:pt x="1204099" y="256278"/>
                  <a:pt x="1205581" y="251641"/>
                  <a:pt x="1208479" y="247454"/>
                </a:cubicBezTo>
                <a:cubicBezTo>
                  <a:pt x="1211378" y="243268"/>
                  <a:pt x="1215564" y="239983"/>
                  <a:pt x="1220974" y="237600"/>
                </a:cubicBezTo>
                <a:cubicBezTo>
                  <a:pt x="1226385" y="235217"/>
                  <a:pt x="1232825" y="233993"/>
                  <a:pt x="1240168" y="233993"/>
                </a:cubicBezTo>
                <a:close/>
                <a:moveTo>
                  <a:pt x="910594" y="233993"/>
                </a:moveTo>
                <a:cubicBezTo>
                  <a:pt x="917421" y="233993"/>
                  <a:pt x="923347" y="235346"/>
                  <a:pt x="928435" y="238115"/>
                </a:cubicBezTo>
                <a:cubicBezTo>
                  <a:pt x="933523" y="240885"/>
                  <a:pt x="937645" y="244298"/>
                  <a:pt x="940673" y="248485"/>
                </a:cubicBezTo>
                <a:lnTo>
                  <a:pt x="940673" y="235474"/>
                </a:lnTo>
                <a:lnTo>
                  <a:pt x="963859" y="235474"/>
                </a:lnTo>
                <a:lnTo>
                  <a:pt x="963859" y="326675"/>
                </a:lnTo>
                <a:lnTo>
                  <a:pt x="940673" y="326675"/>
                </a:lnTo>
                <a:lnTo>
                  <a:pt x="940673" y="313343"/>
                </a:lnTo>
                <a:cubicBezTo>
                  <a:pt x="937710" y="317594"/>
                  <a:pt x="933652" y="321136"/>
                  <a:pt x="928435" y="323970"/>
                </a:cubicBezTo>
                <a:cubicBezTo>
                  <a:pt x="923218" y="326740"/>
                  <a:pt x="917228" y="328157"/>
                  <a:pt x="910401" y="328157"/>
                </a:cubicBezTo>
                <a:cubicBezTo>
                  <a:pt x="902736" y="328157"/>
                  <a:pt x="895716" y="326160"/>
                  <a:pt x="889404" y="322231"/>
                </a:cubicBezTo>
                <a:cubicBezTo>
                  <a:pt x="883092" y="318302"/>
                  <a:pt x="878068" y="312699"/>
                  <a:pt x="874397" y="305550"/>
                </a:cubicBezTo>
                <a:cubicBezTo>
                  <a:pt x="870726" y="298336"/>
                  <a:pt x="868858" y="290092"/>
                  <a:pt x="868858" y="280753"/>
                </a:cubicBezTo>
                <a:cubicBezTo>
                  <a:pt x="868858" y="271414"/>
                  <a:pt x="870726" y="263363"/>
                  <a:pt x="874397" y="256214"/>
                </a:cubicBezTo>
                <a:lnTo>
                  <a:pt x="874462" y="256214"/>
                </a:lnTo>
                <a:cubicBezTo>
                  <a:pt x="878133" y="249064"/>
                  <a:pt x="883156" y="243590"/>
                  <a:pt x="889469" y="239725"/>
                </a:cubicBezTo>
                <a:cubicBezTo>
                  <a:pt x="895780" y="235861"/>
                  <a:pt x="902801" y="233993"/>
                  <a:pt x="910594" y="233993"/>
                </a:cubicBezTo>
                <a:close/>
                <a:moveTo>
                  <a:pt x="493490" y="233993"/>
                </a:moveTo>
                <a:cubicBezTo>
                  <a:pt x="500317" y="233993"/>
                  <a:pt x="506243" y="235346"/>
                  <a:pt x="511331" y="238115"/>
                </a:cubicBezTo>
                <a:cubicBezTo>
                  <a:pt x="516419" y="240885"/>
                  <a:pt x="520541" y="244298"/>
                  <a:pt x="523568" y="248485"/>
                </a:cubicBezTo>
                <a:lnTo>
                  <a:pt x="523568" y="235474"/>
                </a:lnTo>
                <a:lnTo>
                  <a:pt x="546755" y="235474"/>
                </a:lnTo>
                <a:lnTo>
                  <a:pt x="546755" y="326675"/>
                </a:lnTo>
                <a:lnTo>
                  <a:pt x="523568" y="326675"/>
                </a:lnTo>
                <a:lnTo>
                  <a:pt x="523568" y="313343"/>
                </a:lnTo>
                <a:cubicBezTo>
                  <a:pt x="520606" y="317594"/>
                  <a:pt x="516548" y="321136"/>
                  <a:pt x="511331" y="323970"/>
                </a:cubicBezTo>
                <a:cubicBezTo>
                  <a:pt x="506114" y="326740"/>
                  <a:pt x="500124" y="328157"/>
                  <a:pt x="493297" y="328157"/>
                </a:cubicBezTo>
                <a:cubicBezTo>
                  <a:pt x="485632" y="328157"/>
                  <a:pt x="478612" y="326160"/>
                  <a:pt x="472300" y="322231"/>
                </a:cubicBezTo>
                <a:cubicBezTo>
                  <a:pt x="465988" y="318302"/>
                  <a:pt x="460964" y="312699"/>
                  <a:pt x="457293" y="305550"/>
                </a:cubicBezTo>
                <a:cubicBezTo>
                  <a:pt x="453622" y="298336"/>
                  <a:pt x="451754" y="290092"/>
                  <a:pt x="451754" y="280753"/>
                </a:cubicBezTo>
                <a:cubicBezTo>
                  <a:pt x="451754" y="271414"/>
                  <a:pt x="453622" y="263363"/>
                  <a:pt x="457293" y="256214"/>
                </a:cubicBezTo>
                <a:lnTo>
                  <a:pt x="457357" y="256214"/>
                </a:lnTo>
                <a:cubicBezTo>
                  <a:pt x="461029" y="249064"/>
                  <a:pt x="466052" y="243590"/>
                  <a:pt x="472364" y="239725"/>
                </a:cubicBezTo>
                <a:cubicBezTo>
                  <a:pt x="478676" y="235861"/>
                  <a:pt x="485697" y="233993"/>
                  <a:pt x="493490" y="233993"/>
                </a:cubicBezTo>
                <a:close/>
                <a:moveTo>
                  <a:pt x="270963" y="233993"/>
                </a:moveTo>
                <a:cubicBezTo>
                  <a:pt x="281848" y="233993"/>
                  <a:pt x="290478" y="236698"/>
                  <a:pt x="296983" y="242173"/>
                </a:cubicBezTo>
                <a:cubicBezTo>
                  <a:pt x="303424" y="247583"/>
                  <a:pt x="307031" y="254925"/>
                  <a:pt x="307675" y="264136"/>
                </a:cubicBezTo>
                <a:lnTo>
                  <a:pt x="285648" y="264136"/>
                </a:lnTo>
                <a:cubicBezTo>
                  <a:pt x="285326" y="260529"/>
                  <a:pt x="283780" y="257631"/>
                  <a:pt x="281139" y="255505"/>
                </a:cubicBezTo>
                <a:cubicBezTo>
                  <a:pt x="278434" y="253380"/>
                  <a:pt x="274827" y="252285"/>
                  <a:pt x="270383" y="252285"/>
                </a:cubicBezTo>
                <a:cubicBezTo>
                  <a:pt x="266197" y="252285"/>
                  <a:pt x="262976" y="253058"/>
                  <a:pt x="260722" y="254603"/>
                </a:cubicBezTo>
                <a:cubicBezTo>
                  <a:pt x="258468" y="256149"/>
                  <a:pt x="257373" y="258275"/>
                  <a:pt x="257373" y="261044"/>
                </a:cubicBezTo>
                <a:cubicBezTo>
                  <a:pt x="257373" y="264136"/>
                  <a:pt x="258918" y="266454"/>
                  <a:pt x="262010" y="268065"/>
                </a:cubicBezTo>
                <a:cubicBezTo>
                  <a:pt x="265102" y="269675"/>
                  <a:pt x="269868" y="271285"/>
                  <a:pt x="276309" y="272895"/>
                </a:cubicBezTo>
                <a:cubicBezTo>
                  <a:pt x="282878" y="274570"/>
                  <a:pt x="288353" y="276244"/>
                  <a:pt x="292604" y="277983"/>
                </a:cubicBezTo>
                <a:cubicBezTo>
                  <a:pt x="296855" y="279722"/>
                  <a:pt x="300590" y="282427"/>
                  <a:pt x="303746" y="286163"/>
                </a:cubicBezTo>
                <a:cubicBezTo>
                  <a:pt x="306902" y="289834"/>
                  <a:pt x="308512" y="294665"/>
                  <a:pt x="308577" y="300719"/>
                </a:cubicBezTo>
                <a:cubicBezTo>
                  <a:pt x="308577" y="306001"/>
                  <a:pt x="307095" y="310702"/>
                  <a:pt x="304197" y="314889"/>
                </a:cubicBezTo>
                <a:cubicBezTo>
                  <a:pt x="301299" y="319075"/>
                  <a:pt x="297112" y="322296"/>
                  <a:pt x="291702" y="324679"/>
                </a:cubicBezTo>
                <a:cubicBezTo>
                  <a:pt x="286292" y="327062"/>
                  <a:pt x="279915" y="328221"/>
                  <a:pt x="272702" y="328221"/>
                </a:cubicBezTo>
                <a:cubicBezTo>
                  <a:pt x="265488" y="328221"/>
                  <a:pt x="258532" y="326869"/>
                  <a:pt x="252607" y="324164"/>
                </a:cubicBezTo>
                <a:lnTo>
                  <a:pt x="252542" y="324099"/>
                </a:lnTo>
                <a:cubicBezTo>
                  <a:pt x="246617" y="321394"/>
                  <a:pt x="241915" y="317787"/>
                  <a:pt x="238437" y="313150"/>
                </a:cubicBezTo>
                <a:cubicBezTo>
                  <a:pt x="234959" y="308513"/>
                  <a:pt x="233091" y="303424"/>
                  <a:pt x="232769" y="297821"/>
                </a:cubicBezTo>
                <a:lnTo>
                  <a:pt x="255956" y="297821"/>
                </a:lnTo>
                <a:cubicBezTo>
                  <a:pt x="256407" y="301363"/>
                  <a:pt x="258146" y="304262"/>
                  <a:pt x="261108" y="306516"/>
                </a:cubicBezTo>
                <a:cubicBezTo>
                  <a:pt x="264071" y="308770"/>
                  <a:pt x="267871" y="309994"/>
                  <a:pt x="272380" y="309994"/>
                </a:cubicBezTo>
                <a:cubicBezTo>
                  <a:pt x="276888" y="309994"/>
                  <a:pt x="280173" y="309092"/>
                  <a:pt x="282685" y="307353"/>
                </a:cubicBezTo>
                <a:cubicBezTo>
                  <a:pt x="285132" y="305614"/>
                  <a:pt x="286421" y="303360"/>
                  <a:pt x="286421" y="300590"/>
                </a:cubicBezTo>
                <a:cubicBezTo>
                  <a:pt x="286421" y="297628"/>
                  <a:pt x="284939" y="295373"/>
                  <a:pt x="281912" y="293892"/>
                </a:cubicBezTo>
                <a:cubicBezTo>
                  <a:pt x="278885" y="292411"/>
                  <a:pt x="274119" y="290800"/>
                  <a:pt x="267485" y="289061"/>
                </a:cubicBezTo>
                <a:cubicBezTo>
                  <a:pt x="260657" y="287387"/>
                  <a:pt x="255118" y="285712"/>
                  <a:pt x="250803" y="283973"/>
                </a:cubicBezTo>
                <a:cubicBezTo>
                  <a:pt x="246488" y="282234"/>
                  <a:pt x="242752" y="279529"/>
                  <a:pt x="239596" y="275922"/>
                </a:cubicBezTo>
                <a:cubicBezTo>
                  <a:pt x="236440" y="272315"/>
                  <a:pt x="234894" y="267421"/>
                  <a:pt x="234894" y="261302"/>
                </a:cubicBezTo>
                <a:cubicBezTo>
                  <a:pt x="234894" y="256278"/>
                  <a:pt x="236376" y="251641"/>
                  <a:pt x="239274" y="247454"/>
                </a:cubicBezTo>
                <a:cubicBezTo>
                  <a:pt x="242173" y="243268"/>
                  <a:pt x="246359" y="239983"/>
                  <a:pt x="251769" y="237600"/>
                </a:cubicBezTo>
                <a:cubicBezTo>
                  <a:pt x="257179" y="235217"/>
                  <a:pt x="263620" y="233993"/>
                  <a:pt x="270963" y="233993"/>
                </a:cubicBezTo>
                <a:close/>
                <a:moveTo>
                  <a:pt x="161791" y="233993"/>
                </a:moveTo>
                <a:cubicBezTo>
                  <a:pt x="168618" y="233993"/>
                  <a:pt x="174544" y="235346"/>
                  <a:pt x="179632" y="238115"/>
                </a:cubicBezTo>
                <a:cubicBezTo>
                  <a:pt x="184720" y="240885"/>
                  <a:pt x="188842" y="244298"/>
                  <a:pt x="191869" y="248485"/>
                </a:cubicBezTo>
                <a:lnTo>
                  <a:pt x="191869" y="235474"/>
                </a:lnTo>
                <a:lnTo>
                  <a:pt x="215056" y="235474"/>
                </a:lnTo>
                <a:lnTo>
                  <a:pt x="215056" y="326676"/>
                </a:lnTo>
                <a:lnTo>
                  <a:pt x="191869" y="326676"/>
                </a:lnTo>
                <a:lnTo>
                  <a:pt x="191869" y="313343"/>
                </a:lnTo>
                <a:cubicBezTo>
                  <a:pt x="188907" y="317594"/>
                  <a:pt x="184849" y="321136"/>
                  <a:pt x="179632" y="323970"/>
                </a:cubicBezTo>
                <a:cubicBezTo>
                  <a:pt x="174415" y="326740"/>
                  <a:pt x="168425" y="328157"/>
                  <a:pt x="161598" y="328157"/>
                </a:cubicBezTo>
                <a:cubicBezTo>
                  <a:pt x="153933" y="328157"/>
                  <a:pt x="146913" y="326160"/>
                  <a:pt x="140601" y="322231"/>
                </a:cubicBezTo>
                <a:cubicBezTo>
                  <a:pt x="134289" y="318303"/>
                  <a:pt x="129265" y="312699"/>
                  <a:pt x="125594" y="305550"/>
                </a:cubicBezTo>
                <a:cubicBezTo>
                  <a:pt x="121923" y="298336"/>
                  <a:pt x="120055" y="290092"/>
                  <a:pt x="120055" y="280753"/>
                </a:cubicBezTo>
                <a:cubicBezTo>
                  <a:pt x="120055" y="271414"/>
                  <a:pt x="121923" y="263363"/>
                  <a:pt x="125594" y="256214"/>
                </a:cubicBezTo>
                <a:lnTo>
                  <a:pt x="125658" y="256214"/>
                </a:lnTo>
                <a:cubicBezTo>
                  <a:pt x="129330" y="249064"/>
                  <a:pt x="134353" y="243590"/>
                  <a:pt x="140665" y="239725"/>
                </a:cubicBezTo>
                <a:cubicBezTo>
                  <a:pt x="146977" y="235861"/>
                  <a:pt x="153998" y="233993"/>
                  <a:pt x="161791" y="233993"/>
                </a:cubicBezTo>
                <a:close/>
                <a:moveTo>
                  <a:pt x="2407748" y="233992"/>
                </a:moveTo>
                <a:cubicBezTo>
                  <a:pt x="2414575" y="233992"/>
                  <a:pt x="2420501" y="235345"/>
                  <a:pt x="2425589" y="238114"/>
                </a:cubicBezTo>
                <a:cubicBezTo>
                  <a:pt x="2430677" y="240884"/>
                  <a:pt x="2434799" y="244298"/>
                  <a:pt x="2437826" y="248484"/>
                </a:cubicBezTo>
                <a:lnTo>
                  <a:pt x="2437826" y="235474"/>
                </a:lnTo>
                <a:lnTo>
                  <a:pt x="2461013" y="235474"/>
                </a:lnTo>
                <a:lnTo>
                  <a:pt x="2461013" y="326675"/>
                </a:lnTo>
                <a:lnTo>
                  <a:pt x="2437826" y="326675"/>
                </a:lnTo>
                <a:lnTo>
                  <a:pt x="2437826" y="313342"/>
                </a:lnTo>
                <a:cubicBezTo>
                  <a:pt x="2434864" y="317593"/>
                  <a:pt x="2430806" y="321136"/>
                  <a:pt x="2425589" y="323970"/>
                </a:cubicBezTo>
                <a:cubicBezTo>
                  <a:pt x="2420372" y="326739"/>
                  <a:pt x="2414382" y="328156"/>
                  <a:pt x="2407555" y="328156"/>
                </a:cubicBezTo>
                <a:cubicBezTo>
                  <a:pt x="2399890" y="328156"/>
                  <a:pt x="2392870" y="326160"/>
                  <a:pt x="2386558" y="322231"/>
                </a:cubicBezTo>
                <a:cubicBezTo>
                  <a:pt x="2380246" y="318302"/>
                  <a:pt x="2375222" y="312698"/>
                  <a:pt x="2371551" y="305549"/>
                </a:cubicBezTo>
                <a:cubicBezTo>
                  <a:pt x="2367880" y="298336"/>
                  <a:pt x="2366012" y="290091"/>
                  <a:pt x="2366012" y="280752"/>
                </a:cubicBezTo>
                <a:cubicBezTo>
                  <a:pt x="2366012" y="271413"/>
                  <a:pt x="2367880" y="263362"/>
                  <a:pt x="2371551" y="256213"/>
                </a:cubicBezTo>
                <a:lnTo>
                  <a:pt x="2371615" y="256213"/>
                </a:lnTo>
                <a:cubicBezTo>
                  <a:pt x="2375287" y="249064"/>
                  <a:pt x="2380310" y="243589"/>
                  <a:pt x="2386622" y="239725"/>
                </a:cubicBezTo>
                <a:cubicBezTo>
                  <a:pt x="2392934" y="235860"/>
                  <a:pt x="2399955" y="233992"/>
                  <a:pt x="2407748" y="233992"/>
                </a:cubicBezTo>
                <a:close/>
                <a:moveTo>
                  <a:pt x="331055" y="212996"/>
                </a:moveTo>
                <a:lnTo>
                  <a:pt x="354242" y="212996"/>
                </a:lnTo>
                <a:lnTo>
                  <a:pt x="354242" y="235539"/>
                </a:lnTo>
                <a:lnTo>
                  <a:pt x="374659" y="235539"/>
                </a:lnTo>
                <a:lnTo>
                  <a:pt x="374659" y="254474"/>
                </a:lnTo>
                <a:lnTo>
                  <a:pt x="354242" y="254474"/>
                </a:lnTo>
                <a:lnTo>
                  <a:pt x="354242" y="298529"/>
                </a:lnTo>
                <a:cubicBezTo>
                  <a:pt x="354242" y="301621"/>
                  <a:pt x="355015" y="303811"/>
                  <a:pt x="356496" y="305228"/>
                </a:cubicBezTo>
                <a:cubicBezTo>
                  <a:pt x="357977" y="306580"/>
                  <a:pt x="360489" y="307289"/>
                  <a:pt x="363967" y="307289"/>
                </a:cubicBezTo>
                <a:lnTo>
                  <a:pt x="374659" y="307289"/>
                </a:lnTo>
                <a:lnTo>
                  <a:pt x="374659" y="326740"/>
                </a:lnTo>
                <a:lnTo>
                  <a:pt x="360167" y="326740"/>
                </a:lnTo>
                <a:cubicBezTo>
                  <a:pt x="340716" y="326740"/>
                  <a:pt x="331055" y="317272"/>
                  <a:pt x="331055" y="298400"/>
                </a:cubicBezTo>
                <a:lnTo>
                  <a:pt x="331055" y="254474"/>
                </a:lnTo>
                <a:lnTo>
                  <a:pt x="320170" y="254474"/>
                </a:lnTo>
                <a:lnTo>
                  <a:pt x="320170" y="235539"/>
                </a:lnTo>
                <a:lnTo>
                  <a:pt x="331055" y="235539"/>
                </a:lnTo>
                <a:close/>
                <a:moveTo>
                  <a:pt x="0" y="211772"/>
                </a:moveTo>
                <a:lnTo>
                  <a:pt x="24668" y="211772"/>
                </a:lnTo>
                <a:lnTo>
                  <a:pt x="56292" y="303102"/>
                </a:lnTo>
                <a:lnTo>
                  <a:pt x="87723" y="211772"/>
                </a:lnTo>
                <a:lnTo>
                  <a:pt x="112262" y="211772"/>
                </a:lnTo>
                <a:lnTo>
                  <a:pt x="70140" y="326675"/>
                </a:lnTo>
                <a:lnTo>
                  <a:pt x="42123" y="326675"/>
                </a:lnTo>
                <a:close/>
                <a:moveTo>
                  <a:pt x="608522" y="211643"/>
                </a:moveTo>
                <a:lnTo>
                  <a:pt x="631580" y="211643"/>
                </a:lnTo>
                <a:lnTo>
                  <a:pt x="683750" y="290671"/>
                </a:lnTo>
                <a:lnTo>
                  <a:pt x="683750" y="211643"/>
                </a:lnTo>
                <a:lnTo>
                  <a:pt x="706808" y="211643"/>
                </a:lnTo>
                <a:lnTo>
                  <a:pt x="706808" y="326675"/>
                </a:lnTo>
                <a:lnTo>
                  <a:pt x="683750" y="326675"/>
                </a:lnTo>
                <a:lnTo>
                  <a:pt x="631580" y="247840"/>
                </a:lnTo>
                <a:lnTo>
                  <a:pt x="631580" y="326675"/>
                </a:lnTo>
                <a:lnTo>
                  <a:pt x="608522" y="326675"/>
                </a:lnTo>
                <a:close/>
                <a:moveTo>
                  <a:pt x="2549316" y="204880"/>
                </a:moveTo>
                <a:lnTo>
                  <a:pt x="2572696" y="204880"/>
                </a:lnTo>
                <a:lnTo>
                  <a:pt x="2572696" y="326675"/>
                </a:lnTo>
                <a:lnTo>
                  <a:pt x="2549316" y="326675"/>
                </a:lnTo>
                <a:lnTo>
                  <a:pt x="2549316" y="313149"/>
                </a:lnTo>
                <a:cubicBezTo>
                  <a:pt x="2546482" y="317658"/>
                  <a:pt x="2542488" y="321264"/>
                  <a:pt x="2537271" y="324034"/>
                </a:cubicBezTo>
                <a:cubicBezTo>
                  <a:pt x="2532119" y="326803"/>
                  <a:pt x="2526129" y="328156"/>
                  <a:pt x="2519302" y="328156"/>
                </a:cubicBezTo>
                <a:cubicBezTo>
                  <a:pt x="2511637" y="328156"/>
                  <a:pt x="2504617" y="326159"/>
                  <a:pt x="2498241" y="322231"/>
                </a:cubicBezTo>
                <a:cubicBezTo>
                  <a:pt x="2491864" y="318302"/>
                  <a:pt x="2486840" y="312698"/>
                  <a:pt x="2483169" y="305549"/>
                </a:cubicBezTo>
                <a:cubicBezTo>
                  <a:pt x="2479498" y="298335"/>
                  <a:pt x="2477630" y="290091"/>
                  <a:pt x="2477630" y="280752"/>
                </a:cubicBezTo>
                <a:cubicBezTo>
                  <a:pt x="2477630" y="271413"/>
                  <a:pt x="2479498" y="263362"/>
                  <a:pt x="2483169" y="256213"/>
                </a:cubicBezTo>
                <a:lnTo>
                  <a:pt x="2483233" y="256213"/>
                </a:lnTo>
                <a:cubicBezTo>
                  <a:pt x="2486905" y="249064"/>
                  <a:pt x="2491928" y="243589"/>
                  <a:pt x="2498305" y="239724"/>
                </a:cubicBezTo>
                <a:cubicBezTo>
                  <a:pt x="2504681" y="235860"/>
                  <a:pt x="2511766" y="233992"/>
                  <a:pt x="2519559" y="233992"/>
                </a:cubicBezTo>
                <a:cubicBezTo>
                  <a:pt x="2525485" y="233992"/>
                  <a:pt x="2531153" y="235280"/>
                  <a:pt x="2536499" y="237857"/>
                </a:cubicBezTo>
                <a:cubicBezTo>
                  <a:pt x="2541844" y="240433"/>
                  <a:pt x="2546160" y="243847"/>
                  <a:pt x="2549316" y="248162"/>
                </a:cubicBezTo>
                <a:close/>
                <a:moveTo>
                  <a:pt x="1892359" y="204880"/>
                </a:moveTo>
                <a:lnTo>
                  <a:pt x="1915739" y="204880"/>
                </a:lnTo>
                <a:lnTo>
                  <a:pt x="1915739" y="326675"/>
                </a:lnTo>
                <a:lnTo>
                  <a:pt x="1892359" y="326675"/>
                </a:lnTo>
                <a:lnTo>
                  <a:pt x="1892359" y="313149"/>
                </a:lnTo>
                <a:cubicBezTo>
                  <a:pt x="1889525" y="317658"/>
                  <a:pt x="1885531" y="321264"/>
                  <a:pt x="1880314" y="324034"/>
                </a:cubicBezTo>
                <a:cubicBezTo>
                  <a:pt x="1875162" y="326803"/>
                  <a:pt x="1869172" y="328156"/>
                  <a:pt x="1862345" y="328156"/>
                </a:cubicBezTo>
                <a:cubicBezTo>
                  <a:pt x="1854680" y="328156"/>
                  <a:pt x="1847660" y="326159"/>
                  <a:pt x="1841284" y="322231"/>
                </a:cubicBezTo>
                <a:cubicBezTo>
                  <a:pt x="1834907" y="318302"/>
                  <a:pt x="1829883" y="312698"/>
                  <a:pt x="1826212" y="305549"/>
                </a:cubicBezTo>
                <a:cubicBezTo>
                  <a:pt x="1822541" y="298335"/>
                  <a:pt x="1820673" y="290091"/>
                  <a:pt x="1820673" y="280752"/>
                </a:cubicBezTo>
                <a:cubicBezTo>
                  <a:pt x="1820673" y="271413"/>
                  <a:pt x="1822541" y="263362"/>
                  <a:pt x="1826212" y="256213"/>
                </a:cubicBezTo>
                <a:lnTo>
                  <a:pt x="1826276" y="256213"/>
                </a:lnTo>
                <a:cubicBezTo>
                  <a:pt x="1829948" y="249064"/>
                  <a:pt x="1834971" y="243589"/>
                  <a:pt x="1841348" y="239724"/>
                </a:cubicBezTo>
                <a:cubicBezTo>
                  <a:pt x="1847724" y="235860"/>
                  <a:pt x="1854809" y="233992"/>
                  <a:pt x="1862602" y="233992"/>
                </a:cubicBezTo>
                <a:cubicBezTo>
                  <a:pt x="1868528" y="233992"/>
                  <a:pt x="1874196" y="235280"/>
                  <a:pt x="1879542" y="237857"/>
                </a:cubicBezTo>
                <a:cubicBezTo>
                  <a:pt x="1884887" y="240433"/>
                  <a:pt x="1889203" y="243847"/>
                  <a:pt x="1892359" y="248162"/>
                </a:cubicBezTo>
                <a:close/>
                <a:moveTo>
                  <a:pt x="1161011" y="204880"/>
                </a:moveTo>
                <a:lnTo>
                  <a:pt x="1184391" y="204880"/>
                </a:lnTo>
                <a:lnTo>
                  <a:pt x="1184391" y="326675"/>
                </a:lnTo>
                <a:lnTo>
                  <a:pt x="1161011" y="326675"/>
                </a:lnTo>
                <a:lnTo>
                  <a:pt x="1161011" y="313149"/>
                </a:lnTo>
                <a:cubicBezTo>
                  <a:pt x="1158177" y="317658"/>
                  <a:pt x="1154183" y="321264"/>
                  <a:pt x="1148966" y="324034"/>
                </a:cubicBezTo>
                <a:cubicBezTo>
                  <a:pt x="1143814" y="326803"/>
                  <a:pt x="1137824" y="328156"/>
                  <a:pt x="1130997" y="328156"/>
                </a:cubicBezTo>
                <a:cubicBezTo>
                  <a:pt x="1123332" y="328156"/>
                  <a:pt x="1116312" y="326159"/>
                  <a:pt x="1109935" y="322231"/>
                </a:cubicBezTo>
                <a:cubicBezTo>
                  <a:pt x="1103559" y="318302"/>
                  <a:pt x="1098535" y="312698"/>
                  <a:pt x="1094864" y="305549"/>
                </a:cubicBezTo>
                <a:cubicBezTo>
                  <a:pt x="1091193" y="298335"/>
                  <a:pt x="1089325" y="290091"/>
                  <a:pt x="1089325" y="280752"/>
                </a:cubicBezTo>
                <a:cubicBezTo>
                  <a:pt x="1089325" y="271413"/>
                  <a:pt x="1091193" y="263362"/>
                  <a:pt x="1094864" y="256213"/>
                </a:cubicBezTo>
                <a:lnTo>
                  <a:pt x="1094928" y="256213"/>
                </a:lnTo>
                <a:cubicBezTo>
                  <a:pt x="1098600" y="249064"/>
                  <a:pt x="1103623" y="243589"/>
                  <a:pt x="1110000" y="239724"/>
                </a:cubicBezTo>
                <a:cubicBezTo>
                  <a:pt x="1116376" y="235860"/>
                  <a:pt x="1123461" y="233992"/>
                  <a:pt x="1131254" y="233992"/>
                </a:cubicBezTo>
                <a:cubicBezTo>
                  <a:pt x="1137180" y="233992"/>
                  <a:pt x="1142848" y="235280"/>
                  <a:pt x="1148194" y="237857"/>
                </a:cubicBezTo>
                <a:cubicBezTo>
                  <a:pt x="1153539" y="240433"/>
                  <a:pt x="1157855" y="243847"/>
                  <a:pt x="1161011" y="248162"/>
                </a:cubicBezTo>
                <a:close/>
                <a:moveTo>
                  <a:pt x="1545975" y="204816"/>
                </a:moveTo>
                <a:lnTo>
                  <a:pt x="1569033" y="204816"/>
                </a:lnTo>
                <a:lnTo>
                  <a:pt x="1569033" y="326611"/>
                </a:lnTo>
                <a:lnTo>
                  <a:pt x="1545975" y="326611"/>
                </a:lnTo>
                <a:close/>
                <a:moveTo>
                  <a:pt x="829118" y="204816"/>
                </a:moveTo>
                <a:lnTo>
                  <a:pt x="852176" y="204816"/>
                </a:lnTo>
                <a:lnTo>
                  <a:pt x="852176" y="326611"/>
                </a:lnTo>
                <a:lnTo>
                  <a:pt x="829118" y="326611"/>
                </a:lnTo>
                <a:close/>
                <a:moveTo>
                  <a:pt x="1708475" y="202691"/>
                </a:moveTo>
                <a:cubicBezTo>
                  <a:pt x="1711567" y="202691"/>
                  <a:pt x="1714143" y="203786"/>
                  <a:pt x="1716269" y="205911"/>
                </a:cubicBezTo>
                <a:cubicBezTo>
                  <a:pt x="1718394" y="208037"/>
                  <a:pt x="1719489" y="210678"/>
                  <a:pt x="1719489" y="213705"/>
                </a:cubicBezTo>
                <a:cubicBezTo>
                  <a:pt x="1719489" y="216732"/>
                  <a:pt x="1718394" y="219373"/>
                  <a:pt x="1716269" y="221434"/>
                </a:cubicBezTo>
                <a:cubicBezTo>
                  <a:pt x="1714143" y="223495"/>
                  <a:pt x="1711503" y="224590"/>
                  <a:pt x="1708475" y="224590"/>
                </a:cubicBezTo>
                <a:cubicBezTo>
                  <a:pt x="1705448" y="224590"/>
                  <a:pt x="1702808" y="223559"/>
                  <a:pt x="1700746" y="221434"/>
                </a:cubicBezTo>
                <a:cubicBezTo>
                  <a:pt x="1698685" y="219373"/>
                  <a:pt x="1697591" y="216796"/>
                  <a:pt x="1697591" y="213705"/>
                </a:cubicBezTo>
                <a:cubicBezTo>
                  <a:pt x="1697591" y="210613"/>
                  <a:pt x="1698621" y="208037"/>
                  <a:pt x="1700746" y="205911"/>
                </a:cubicBezTo>
                <a:cubicBezTo>
                  <a:pt x="1702872" y="203786"/>
                  <a:pt x="1705384" y="202691"/>
                  <a:pt x="1708475" y="202691"/>
                </a:cubicBezTo>
                <a:close/>
                <a:moveTo>
                  <a:pt x="1678011" y="202691"/>
                </a:moveTo>
                <a:cubicBezTo>
                  <a:pt x="1681102" y="202691"/>
                  <a:pt x="1683678" y="203786"/>
                  <a:pt x="1685804" y="205911"/>
                </a:cubicBezTo>
                <a:cubicBezTo>
                  <a:pt x="1687929" y="208037"/>
                  <a:pt x="1689024" y="210678"/>
                  <a:pt x="1689024" y="213705"/>
                </a:cubicBezTo>
                <a:cubicBezTo>
                  <a:pt x="1689024" y="216732"/>
                  <a:pt x="1687929" y="219373"/>
                  <a:pt x="1685804" y="221434"/>
                </a:cubicBezTo>
                <a:cubicBezTo>
                  <a:pt x="1683678" y="223495"/>
                  <a:pt x="1681038" y="224590"/>
                  <a:pt x="1678011" y="224590"/>
                </a:cubicBezTo>
                <a:cubicBezTo>
                  <a:pt x="1674983" y="224590"/>
                  <a:pt x="1672343" y="223559"/>
                  <a:pt x="1670282" y="221434"/>
                </a:cubicBezTo>
                <a:cubicBezTo>
                  <a:pt x="1668221" y="219373"/>
                  <a:pt x="1667126" y="216796"/>
                  <a:pt x="1667126" y="213705"/>
                </a:cubicBezTo>
                <a:cubicBezTo>
                  <a:pt x="1667126" y="210613"/>
                  <a:pt x="1668156" y="208037"/>
                  <a:pt x="1670282" y="205911"/>
                </a:cubicBezTo>
                <a:cubicBezTo>
                  <a:pt x="1672343" y="203786"/>
                  <a:pt x="1674919" y="202691"/>
                  <a:pt x="1678011" y="202691"/>
                </a:cubicBezTo>
                <a:close/>
                <a:moveTo>
                  <a:pt x="1494319" y="202691"/>
                </a:moveTo>
                <a:cubicBezTo>
                  <a:pt x="1497411" y="202691"/>
                  <a:pt x="1499987" y="203786"/>
                  <a:pt x="1502113" y="205911"/>
                </a:cubicBezTo>
                <a:cubicBezTo>
                  <a:pt x="1504238" y="208037"/>
                  <a:pt x="1505333" y="210678"/>
                  <a:pt x="1505333" y="213705"/>
                </a:cubicBezTo>
                <a:cubicBezTo>
                  <a:pt x="1505333" y="216732"/>
                  <a:pt x="1504238" y="219373"/>
                  <a:pt x="1502113" y="221434"/>
                </a:cubicBezTo>
                <a:cubicBezTo>
                  <a:pt x="1499987" y="223495"/>
                  <a:pt x="1497346" y="224590"/>
                  <a:pt x="1494319" y="224590"/>
                </a:cubicBezTo>
                <a:cubicBezTo>
                  <a:pt x="1491292" y="224590"/>
                  <a:pt x="1488652" y="223559"/>
                  <a:pt x="1486590" y="221434"/>
                </a:cubicBezTo>
                <a:cubicBezTo>
                  <a:pt x="1484529" y="219373"/>
                  <a:pt x="1483435" y="216796"/>
                  <a:pt x="1483435" y="213705"/>
                </a:cubicBezTo>
                <a:cubicBezTo>
                  <a:pt x="1483435" y="210613"/>
                  <a:pt x="1484465" y="208037"/>
                  <a:pt x="1486590" y="205911"/>
                </a:cubicBezTo>
                <a:cubicBezTo>
                  <a:pt x="1488716" y="203786"/>
                  <a:pt x="1491228" y="202691"/>
                  <a:pt x="1494319" y="202691"/>
                </a:cubicBezTo>
                <a:close/>
                <a:moveTo>
                  <a:pt x="1463855" y="202691"/>
                </a:moveTo>
                <a:cubicBezTo>
                  <a:pt x="1466946" y="202691"/>
                  <a:pt x="1469522" y="203786"/>
                  <a:pt x="1471648" y="205911"/>
                </a:cubicBezTo>
                <a:cubicBezTo>
                  <a:pt x="1473773" y="208037"/>
                  <a:pt x="1474868" y="210678"/>
                  <a:pt x="1474868" y="213705"/>
                </a:cubicBezTo>
                <a:cubicBezTo>
                  <a:pt x="1474868" y="216732"/>
                  <a:pt x="1473773" y="219373"/>
                  <a:pt x="1471648" y="221434"/>
                </a:cubicBezTo>
                <a:cubicBezTo>
                  <a:pt x="1469522" y="223495"/>
                  <a:pt x="1466882" y="224590"/>
                  <a:pt x="1463855" y="224590"/>
                </a:cubicBezTo>
                <a:cubicBezTo>
                  <a:pt x="1460827" y="224590"/>
                  <a:pt x="1458187" y="223559"/>
                  <a:pt x="1456126" y="221434"/>
                </a:cubicBezTo>
                <a:cubicBezTo>
                  <a:pt x="1454065" y="219373"/>
                  <a:pt x="1452970" y="216796"/>
                  <a:pt x="1452970" y="213705"/>
                </a:cubicBezTo>
                <a:cubicBezTo>
                  <a:pt x="1452970" y="210613"/>
                  <a:pt x="1454000" y="208037"/>
                  <a:pt x="1456126" y="205911"/>
                </a:cubicBezTo>
                <a:cubicBezTo>
                  <a:pt x="1458187" y="203786"/>
                  <a:pt x="1460763" y="202691"/>
                  <a:pt x="1463855" y="202691"/>
                </a:cubicBezTo>
                <a:close/>
                <a:moveTo>
                  <a:pt x="186008" y="202691"/>
                </a:moveTo>
                <a:cubicBezTo>
                  <a:pt x="189100" y="202691"/>
                  <a:pt x="191676" y="203786"/>
                  <a:pt x="193802" y="205911"/>
                </a:cubicBezTo>
                <a:cubicBezTo>
                  <a:pt x="195927" y="208037"/>
                  <a:pt x="197022" y="210678"/>
                  <a:pt x="197022" y="213705"/>
                </a:cubicBezTo>
                <a:cubicBezTo>
                  <a:pt x="197022" y="216732"/>
                  <a:pt x="195927" y="219373"/>
                  <a:pt x="193802" y="221434"/>
                </a:cubicBezTo>
                <a:cubicBezTo>
                  <a:pt x="191676" y="223495"/>
                  <a:pt x="189036" y="224590"/>
                  <a:pt x="186008" y="224590"/>
                </a:cubicBezTo>
                <a:cubicBezTo>
                  <a:pt x="182981" y="224590"/>
                  <a:pt x="180341" y="223559"/>
                  <a:pt x="178279" y="221434"/>
                </a:cubicBezTo>
                <a:cubicBezTo>
                  <a:pt x="176218" y="219373"/>
                  <a:pt x="175123" y="216796"/>
                  <a:pt x="175123" y="213705"/>
                </a:cubicBezTo>
                <a:cubicBezTo>
                  <a:pt x="175123" y="210613"/>
                  <a:pt x="176154" y="208037"/>
                  <a:pt x="178279" y="205911"/>
                </a:cubicBezTo>
                <a:cubicBezTo>
                  <a:pt x="180405" y="203786"/>
                  <a:pt x="182917" y="202691"/>
                  <a:pt x="186008" y="202691"/>
                </a:cubicBezTo>
                <a:close/>
                <a:moveTo>
                  <a:pt x="155544" y="202691"/>
                </a:moveTo>
                <a:cubicBezTo>
                  <a:pt x="158635" y="202691"/>
                  <a:pt x="161211" y="203786"/>
                  <a:pt x="163337" y="205911"/>
                </a:cubicBezTo>
                <a:cubicBezTo>
                  <a:pt x="165462" y="208037"/>
                  <a:pt x="166557" y="210678"/>
                  <a:pt x="166557" y="213705"/>
                </a:cubicBezTo>
                <a:cubicBezTo>
                  <a:pt x="166557" y="216732"/>
                  <a:pt x="165462" y="219373"/>
                  <a:pt x="163337" y="221434"/>
                </a:cubicBezTo>
                <a:cubicBezTo>
                  <a:pt x="161211" y="223495"/>
                  <a:pt x="158571" y="224590"/>
                  <a:pt x="155544" y="224590"/>
                </a:cubicBezTo>
                <a:cubicBezTo>
                  <a:pt x="152516" y="224590"/>
                  <a:pt x="149876" y="223559"/>
                  <a:pt x="147815" y="221434"/>
                </a:cubicBezTo>
                <a:cubicBezTo>
                  <a:pt x="145754" y="219373"/>
                  <a:pt x="144659" y="216796"/>
                  <a:pt x="144659" y="213705"/>
                </a:cubicBezTo>
                <a:cubicBezTo>
                  <a:pt x="144659" y="210613"/>
                  <a:pt x="145689" y="208037"/>
                  <a:pt x="147815" y="205911"/>
                </a:cubicBezTo>
                <a:cubicBezTo>
                  <a:pt x="149876" y="203786"/>
                  <a:pt x="152452" y="202691"/>
                  <a:pt x="155544" y="202691"/>
                </a:cubicBezTo>
                <a:close/>
                <a:moveTo>
                  <a:pt x="2416765" y="200372"/>
                </a:moveTo>
                <a:cubicBezTo>
                  <a:pt x="2414575" y="200372"/>
                  <a:pt x="2412707" y="201080"/>
                  <a:pt x="2411162" y="202562"/>
                </a:cubicBezTo>
                <a:cubicBezTo>
                  <a:pt x="2409616" y="204043"/>
                  <a:pt x="2408843" y="206040"/>
                  <a:pt x="2408843" y="208551"/>
                </a:cubicBezTo>
                <a:cubicBezTo>
                  <a:pt x="2408843" y="210870"/>
                  <a:pt x="2409616" y="212802"/>
                  <a:pt x="2411162" y="214412"/>
                </a:cubicBezTo>
                <a:cubicBezTo>
                  <a:pt x="2412707" y="216023"/>
                  <a:pt x="2414575" y="216796"/>
                  <a:pt x="2416765" y="216796"/>
                </a:cubicBezTo>
                <a:cubicBezTo>
                  <a:pt x="2418955" y="216796"/>
                  <a:pt x="2420823" y="216023"/>
                  <a:pt x="2422369" y="214412"/>
                </a:cubicBezTo>
                <a:cubicBezTo>
                  <a:pt x="2423914" y="212802"/>
                  <a:pt x="2424687" y="210870"/>
                  <a:pt x="2424687" y="208551"/>
                </a:cubicBezTo>
                <a:cubicBezTo>
                  <a:pt x="2424687" y="206040"/>
                  <a:pt x="2423914" y="204043"/>
                  <a:pt x="2422369" y="202562"/>
                </a:cubicBezTo>
                <a:cubicBezTo>
                  <a:pt x="2420823" y="201080"/>
                  <a:pt x="2418955" y="200372"/>
                  <a:pt x="2416765" y="200372"/>
                </a:cubicBezTo>
                <a:close/>
                <a:moveTo>
                  <a:pt x="1632538" y="198762"/>
                </a:moveTo>
                <a:lnTo>
                  <a:pt x="1632538" y="218213"/>
                </a:lnTo>
                <a:cubicBezTo>
                  <a:pt x="1626935" y="218084"/>
                  <a:pt x="1623070" y="219050"/>
                  <a:pt x="1620880" y="220983"/>
                </a:cubicBezTo>
                <a:cubicBezTo>
                  <a:pt x="1618691" y="222915"/>
                  <a:pt x="1617596" y="226522"/>
                  <a:pt x="1617596" y="231674"/>
                </a:cubicBezTo>
                <a:lnTo>
                  <a:pt x="1617596" y="235474"/>
                </a:lnTo>
                <a:lnTo>
                  <a:pt x="1633569" y="235474"/>
                </a:lnTo>
                <a:lnTo>
                  <a:pt x="1633569" y="254410"/>
                </a:lnTo>
                <a:lnTo>
                  <a:pt x="1617596" y="254410"/>
                </a:lnTo>
                <a:lnTo>
                  <a:pt x="1617596" y="326675"/>
                </a:lnTo>
                <a:lnTo>
                  <a:pt x="1594216" y="326675"/>
                </a:lnTo>
                <a:lnTo>
                  <a:pt x="1594216" y="254410"/>
                </a:lnTo>
                <a:lnTo>
                  <a:pt x="1583846" y="254410"/>
                </a:lnTo>
                <a:lnTo>
                  <a:pt x="1583846" y="235474"/>
                </a:lnTo>
                <a:lnTo>
                  <a:pt x="1594216" y="235474"/>
                </a:lnTo>
                <a:lnTo>
                  <a:pt x="1594216" y="230837"/>
                </a:lnTo>
                <a:cubicBezTo>
                  <a:pt x="1594216" y="219630"/>
                  <a:pt x="1597372" y="211386"/>
                  <a:pt x="1603748" y="206169"/>
                </a:cubicBezTo>
                <a:cubicBezTo>
                  <a:pt x="1610124" y="200888"/>
                  <a:pt x="1619721" y="198440"/>
                  <a:pt x="1632538" y="198762"/>
                </a:cubicBezTo>
                <a:close/>
                <a:moveTo>
                  <a:pt x="2416829" y="189680"/>
                </a:moveTo>
                <a:cubicBezTo>
                  <a:pt x="2422175" y="189680"/>
                  <a:pt x="2426877" y="191419"/>
                  <a:pt x="2430548" y="194897"/>
                </a:cubicBezTo>
                <a:cubicBezTo>
                  <a:pt x="2434220" y="198375"/>
                  <a:pt x="2436087" y="202948"/>
                  <a:pt x="2436087" y="208616"/>
                </a:cubicBezTo>
                <a:cubicBezTo>
                  <a:pt x="2436087" y="214284"/>
                  <a:pt x="2434220" y="218921"/>
                  <a:pt x="2430548" y="222335"/>
                </a:cubicBezTo>
                <a:cubicBezTo>
                  <a:pt x="2426877" y="225813"/>
                  <a:pt x="2422304" y="227552"/>
                  <a:pt x="2416829" y="227552"/>
                </a:cubicBezTo>
                <a:cubicBezTo>
                  <a:pt x="2411355" y="227552"/>
                  <a:pt x="2406911" y="225813"/>
                  <a:pt x="2403175" y="222335"/>
                </a:cubicBezTo>
                <a:cubicBezTo>
                  <a:pt x="2399440" y="218857"/>
                  <a:pt x="2397572" y="214284"/>
                  <a:pt x="2397572" y="208616"/>
                </a:cubicBezTo>
                <a:cubicBezTo>
                  <a:pt x="2397572" y="202948"/>
                  <a:pt x="2399440" y="198311"/>
                  <a:pt x="2403175" y="194897"/>
                </a:cubicBezTo>
                <a:cubicBezTo>
                  <a:pt x="2406911" y="191483"/>
                  <a:pt x="2411484" y="189680"/>
                  <a:pt x="2416829" y="189680"/>
                </a:cubicBezTo>
                <a:close/>
                <a:moveTo>
                  <a:pt x="440806" y="60672"/>
                </a:moveTo>
                <a:lnTo>
                  <a:pt x="510623" y="60672"/>
                </a:lnTo>
                <a:lnTo>
                  <a:pt x="510623" y="80123"/>
                </a:lnTo>
                <a:lnTo>
                  <a:pt x="440806" y="80123"/>
                </a:lnTo>
                <a:close/>
                <a:moveTo>
                  <a:pt x="2596720" y="56679"/>
                </a:moveTo>
                <a:cubicBezTo>
                  <a:pt x="2592404" y="56679"/>
                  <a:pt x="2588476" y="57709"/>
                  <a:pt x="2584869" y="59835"/>
                </a:cubicBezTo>
                <a:cubicBezTo>
                  <a:pt x="2581262" y="61896"/>
                  <a:pt x="2578299" y="64988"/>
                  <a:pt x="2576045" y="68981"/>
                </a:cubicBezTo>
                <a:cubicBezTo>
                  <a:pt x="2573790" y="72974"/>
                  <a:pt x="2572696" y="77740"/>
                  <a:pt x="2572696" y="83215"/>
                </a:cubicBezTo>
                <a:cubicBezTo>
                  <a:pt x="2572696" y="88690"/>
                  <a:pt x="2573790" y="93520"/>
                  <a:pt x="2576045" y="97642"/>
                </a:cubicBezTo>
                <a:cubicBezTo>
                  <a:pt x="2578299" y="101764"/>
                  <a:pt x="2581262" y="104920"/>
                  <a:pt x="2584933" y="107110"/>
                </a:cubicBezTo>
                <a:cubicBezTo>
                  <a:pt x="2588604" y="109300"/>
                  <a:pt x="2592533" y="110395"/>
                  <a:pt x="2596720" y="110395"/>
                </a:cubicBezTo>
                <a:cubicBezTo>
                  <a:pt x="2600906" y="110395"/>
                  <a:pt x="2605028" y="109300"/>
                  <a:pt x="2608764" y="107174"/>
                </a:cubicBezTo>
                <a:cubicBezTo>
                  <a:pt x="2612500" y="105049"/>
                  <a:pt x="2615462" y="101957"/>
                  <a:pt x="2617652" y="97964"/>
                </a:cubicBezTo>
                <a:cubicBezTo>
                  <a:pt x="2619842" y="93971"/>
                  <a:pt x="2620937" y="89140"/>
                  <a:pt x="2620937" y="83537"/>
                </a:cubicBezTo>
                <a:cubicBezTo>
                  <a:pt x="2620937" y="77933"/>
                  <a:pt x="2619842" y="73167"/>
                  <a:pt x="2617652" y="69110"/>
                </a:cubicBezTo>
                <a:cubicBezTo>
                  <a:pt x="2615462" y="65116"/>
                  <a:pt x="2612500" y="62025"/>
                  <a:pt x="2608764" y="59899"/>
                </a:cubicBezTo>
                <a:cubicBezTo>
                  <a:pt x="2605028" y="57774"/>
                  <a:pt x="2601035" y="56679"/>
                  <a:pt x="2596720" y="56679"/>
                </a:cubicBezTo>
                <a:close/>
                <a:moveTo>
                  <a:pt x="1407756" y="56679"/>
                </a:moveTo>
                <a:cubicBezTo>
                  <a:pt x="1403440" y="56679"/>
                  <a:pt x="1399511" y="57709"/>
                  <a:pt x="1395905" y="59835"/>
                </a:cubicBezTo>
                <a:cubicBezTo>
                  <a:pt x="1392298" y="61896"/>
                  <a:pt x="1389335" y="64988"/>
                  <a:pt x="1387081" y="68981"/>
                </a:cubicBezTo>
                <a:cubicBezTo>
                  <a:pt x="1384826" y="72974"/>
                  <a:pt x="1383732" y="77740"/>
                  <a:pt x="1383732" y="83215"/>
                </a:cubicBezTo>
                <a:cubicBezTo>
                  <a:pt x="1383732" y="88690"/>
                  <a:pt x="1384826" y="93520"/>
                  <a:pt x="1387081" y="97642"/>
                </a:cubicBezTo>
                <a:cubicBezTo>
                  <a:pt x="1389335" y="101764"/>
                  <a:pt x="1392298" y="104920"/>
                  <a:pt x="1395969" y="107110"/>
                </a:cubicBezTo>
                <a:cubicBezTo>
                  <a:pt x="1399640" y="109300"/>
                  <a:pt x="1403569" y="110395"/>
                  <a:pt x="1407756" y="110395"/>
                </a:cubicBezTo>
                <a:cubicBezTo>
                  <a:pt x="1411942" y="110395"/>
                  <a:pt x="1416064" y="109300"/>
                  <a:pt x="1419800" y="107174"/>
                </a:cubicBezTo>
                <a:cubicBezTo>
                  <a:pt x="1423536" y="105049"/>
                  <a:pt x="1426498" y="101957"/>
                  <a:pt x="1428688" y="97964"/>
                </a:cubicBezTo>
                <a:cubicBezTo>
                  <a:pt x="1430878" y="93971"/>
                  <a:pt x="1431973" y="89140"/>
                  <a:pt x="1431973" y="83537"/>
                </a:cubicBezTo>
                <a:cubicBezTo>
                  <a:pt x="1431973" y="77933"/>
                  <a:pt x="1430878" y="73167"/>
                  <a:pt x="1428688" y="69110"/>
                </a:cubicBezTo>
                <a:cubicBezTo>
                  <a:pt x="1426498" y="65116"/>
                  <a:pt x="1423536" y="62025"/>
                  <a:pt x="1419800" y="59899"/>
                </a:cubicBezTo>
                <a:cubicBezTo>
                  <a:pt x="1416064" y="57774"/>
                  <a:pt x="1412071" y="56679"/>
                  <a:pt x="1407756" y="56679"/>
                </a:cubicBezTo>
                <a:close/>
                <a:moveTo>
                  <a:pt x="1296138" y="56679"/>
                </a:moveTo>
                <a:cubicBezTo>
                  <a:pt x="1291822" y="56679"/>
                  <a:pt x="1287894" y="57709"/>
                  <a:pt x="1284287" y="59835"/>
                </a:cubicBezTo>
                <a:cubicBezTo>
                  <a:pt x="1280680" y="61896"/>
                  <a:pt x="1277717" y="64988"/>
                  <a:pt x="1275463" y="68981"/>
                </a:cubicBezTo>
                <a:cubicBezTo>
                  <a:pt x="1273208" y="72974"/>
                  <a:pt x="1272114" y="77740"/>
                  <a:pt x="1272114" y="83215"/>
                </a:cubicBezTo>
                <a:cubicBezTo>
                  <a:pt x="1272114" y="88690"/>
                  <a:pt x="1273208" y="93520"/>
                  <a:pt x="1275463" y="97642"/>
                </a:cubicBezTo>
                <a:cubicBezTo>
                  <a:pt x="1277717" y="101764"/>
                  <a:pt x="1280680" y="104920"/>
                  <a:pt x="1284351" y="107110"/>
                </a:cubicBezTo>
                <a:cubicBezTo>
                  <a:pt x="1288022" y="109300"/>
                  <a:pt x="1291951" y="110395"/>
                  <a:pt x="1296138" y="110395"/>
                </a:cubicBezTo>
                <a:cubicBezTo>
                  <a:pt x="1300324" y="110395"/>
                  <a:pt x="1304446" y="109300"/>
                  <a:pt x="1308182" y="107174"/>
                </a:cubicBezTo>
                <a:cubicBezTo>
                  <a:pt x="1311918" y="105049"/>
                  <a:pt x="1314880" y="101957"/>
                  <a:pt x="1317070" y="97964"/>
                </a:cubicBezTo>
                <a:cubicBezTo>
                  <a:pt x="1319260" y="93971"/>
                  <a:pt x="1320355" y="89140"/>
                  <a:pt x="1320355" y="83537"/>
                </a:cubicBezTo>
                <a:cubicBezTo>
                  <a:pt x="1320355" y="77933"/>
                  <a:pt x="1319260" y="73167"/>
                  <a:pt x="1317070" y="69110"/>
                </a:cubicBezTo>
                <a:cubicBezTo>
                  <a:pt x="1314880" y="65116"/>
                  <a:pt x="1311918" y="62025"/>
                  <a:pt x="1308182" y="59899"/>
                </a:cubicBezTo>
                <a:cubicBezTo>
                  <a:pt x="1304446" y="57774"/>
                  <a:pt x="1300453" y="56679"/>
                  <a:pt x="1296138" y="56679"/>
                </a:cubicBezTo>
                <a:close/>
                <a:moveTo>
                  <a:pt x="801681" y="56679"/>
                </a:moveTo>
                <a:cubicBezTo>
                  <a:pt x="797365" y="56679"/>
                  <a:pt x="793436" y="57709"/>
                  <a:pt x="789830" y="59835"/>
                </a:cubicBezTo>
                <a:cubicBezTo>
                  <a:pt x="786223" y="61896"/>
                  <a:pt x="783260" y="64987"/>
                  <a:pt x="781006" y="68980"/>
                </a:cubicBezTo>
                <a:cubicBezTo>
                  <a:pt x="778752" y="72974"/>
                  <a:pt x="777657" y="77740"/>
                  <a:pt x="777657" y="83214"/>
                </a:cubicBezTo>
                <a:cubicBezTo>
                  <a:pt x="777657" y="88689"/>
                  <a:pt x="778752" y="93520"/>
                  <a:pt x="781006" y="97642"/>
                </a:cubicBezTo>
                <a:cubicBezTo>
                  <a:pt x="783260" y="101764"/>
                  <a:pt x="786223" y="104920"/>
                  <a:pt x="789894" y="107110"/>
                </a:cubicBezTo>
                <a:cubicBezTo>
                  <a:pt x="793565" y="109300"/>
                  <a:pt x="797494" y="110394"/>
                  <a:pt x="801681" y="110394"/>
                </a:cubicBezTo>
                <a:cubicBezTo>
                  <a:pt x="805867" y="110394"/>
                  <a:pt x="809989" y="109300"/>
                  <a:pt x="813725" y="107174"/>
                </a:cubicBezTo>
                <a:cubicBezTo>
                  <a:pt x="817460" y="105049"/>
                  <a:pt x="820423" y="101957"/>
                  <a:pt x="822613" y="97964"/>
                </a:cubicBezTo>
                <a:cubicBezTo>
                  <a:pt x="824803" y="93971"/>
                  <a:pt x="825898" y="89140"/>
                  <a:pt x="825898" y="83537"/>
                </a:cubicBezTo>
                <a:cubicBezTo>
                  <a:pt x="825898" y="77933"/>
                  <a:pt x="824803" y="73167"/>
                  <a:pt x="822613" y="69109"/>
                </a:cubicBezTo>
                <a:cubicBezTo>
                  <a:pt x="820423" y="65116"/>
                  <a:pt x="817460" y="62024"/>
                  <a:pt x="813725" y="59899"/>
                </a:cubicBezTo>
                <a:cubicBezTo>
                  <a:pt x="809989" y="57774"/>
                  <a:pt x="805996" y="56679"/>
                  <a:pt x="801681" y="56679"/>
                </a:cubicBezTo>
                <a:close/>
                <a:moveTo>
                  <a:pt x="126240" y="56679"/>
                </a:moveTo>
                <a:cubicBezTo>
                  <a:pt x="121924" y="56679"/>
                  <a:pt x="117995" y="57710"/>
                  <a:pt x="114389" y="59835"/>
                </a:cubicBezTo>
                <a:cubicBezTo>
                  <a:pt x="110782" y="61896"/>
                  <a:pt x="107819" y="64988"/>
                  <a:pt x="105565" y="68981"/>
                </a:cubicBezTo>
                <a:cubicBezTo>
                  <a:pt x="103311" y="72974"/>
                  <a:pt x="102216" y="77740"/>
                  <a:pt x="102216" y="83215"/>
                </a:cubicBezTo>
                <a:cubicBezTo>
                  <a:pt x="102216" y="88690"/>
                  <a:pt x="103311" y="93520"/>
                  <a:pt x="105565" y="97642"/>
                </a:cubicBezTo>
                <a:cubicBezTo>
                  <a:pt x="107819" y="101764"/>
                  <a:pt x="110782" y="104920"/>
                  <a:pt x="114453" y="107110"/>
                </a:cubicBezTo>
                <a:cubicBezTo>
                  <a:pt x="118124" y="109300"/>
                  <a:pt x="122053" y="110395"/>
                  <a:pt x="126240" y="110395"/>
                </a:cubicBezTo>
                <a:cubicBezTo>
                  <a:pt x="130426" y="110395"/>
                  <a:pt x="134548" y="109300"/>
                  <a:pt x="138284" y="107175"/>
                </a:cubicBezTo>
                <a:cubicBezTo>
                  <a:pt x="142019" y="105049"/>
                  <a:pt x="144982" y="101958"/>
                  <a:pt x="147172" y="97964"/>
                </a:cubicBezTo>
                <a:cubicBezTo>
                  <a:pt x="149361" y="93971"/>
                  <a:pt x="150457" y="89140"/>
                  <a:pt x="150457" y="83537"/>
                </a:cubicBezTo>
                <a:cubicBezTo>
                  <a:pt x="150457" y="77934"/>
                  <a:pt x="149361" y="73167"/>
                  <a:pt x="147172" y="69110"/>
                </a:cubicBezTo>
                <a:cubicBezTo>
                  <a:pt x="144982" y="65116"/>
                  <a:pt x="142019" y="62025"/>
                  <a:pt x="138284" y="59899"/>
                </a:cubicBezTo>
                <a:cubicBezTo>
                  <a:pt x="134548" y="57774"/>
                  <a:pt x="130555" y="56679"/>
                  <a:pt x="126240" y="56679"/>
                </a:cubicBezTo>
                <a:close/>
                <a:moveTo>
                  <a:pt x="2226698" y="56550"/>
                </a:moveTo>
                <a:cubicBezTo>
                  <a:pt x="2220129" y="56550"/>
                  <a:pt x="2214589" y="58869"/>
                  <a:pt x="2210145" y="63571"/>
                </a:cubicBezTo>
                <a:cubicBezTo>
                  <a:pt x="2205701" y="68272"/>
                  <a:pt x="2203447" y="74906"/>
                  <a:pt x="2203447" y="83537"/>
                </a:cubicBezTo>
                <a:cubicBezTo>
                  <a:pt x="2203447" y="92168"/>
                  <a:pt x="2205637" y="98866"/>
                  <a:pt x="2209952" y="103568"/>
                </a:cubicBezTo>
                <a:cubicBezTo>
                  <a:pt x="2214267" y="108205"/>
                  <a:pt x="2219742" y="110588"/>
                  <a:pt x="2226312" y="110588"/>
                </a:cubicBezTo>
                <a:cubicBezTo>
                  <a:pt x="2230498" y="110588"/>
                  <a:pt x="2234427" y="109558"/>
                  <a:pt x="2238098" y="107561"/>
                </a:cubicBezTo>
                <a:lnTo>
                  <a:pt x="2238098" y="107497"/>
                </a:lnTo>
                <a:cubicBezTo>
                  <a:pt x="2241769" y="105500"/>
                  <a:pt x="2244732" y="102408"/>
                  <a:pt x="2246922" y="98351"/>
                </a:cubicBezTo>
                <a:cubicBezTo>
                  <a:pt x="2249112" y="94293"/>
                  <a:pt x="2250207" y="89334"/>
                  <a:pt x="2250207" y="83537"/>
                </a:cubicBezTo>
                <a:cubicBezTo>
                  <a:pt x="2250207" y="74842"/>
                  <a:pt x="2247952" y="68208"/>
                  <a:pt x="2243380" y="63571"/>
                </a:cubicBezTo>
                <a:cubicBezTo>
                  <a:pt x="2238807" y="58933"/>
                  <a:pt x="2233268" y="56550"/>
                  <a:pt x="2226698" y="56550"/>
                </a:cubicBezTo>
                <a:close/>
                <a:moveTo>
                  <a:pt x="2860404" y="55391"/>
                </a:moveTo>
                <a:cubicBezTo>
                  <a:pt x="2854672" y="55391"/>
                  <a:pt x="2849906" y="57130"/>
                  <a:pt x="2845977" y="60608"/>
                </a:cubicBezTo>
                <a:cubicBezTo>
                  <a:pt x="2842113" y="64086"/>
                  <a:pt x="2839665" y="68852"/>
                  <a:pt x="2838828" y="75035"/>
                </a:cubicBezTo>
                <a:lnTo>
                  <a:pt x="2882110" y="75035"/>
                </a:lnTo>
                <a:lnTo>
                  <a:pt x="2882174" y="74971"/>
                </a:lnTo>
                <a:cubicBezTo>
                  <a:pt x="2882045" y="69045"/>
                  <a:pt x="2879920" y="64279"/>
                  <a:pt x="2875733" y="60737"/>
                </a:cubicBezTo>
                <a:cubicBezTo>
                  <a:pt x="2871547" y="57194"/>
                  <a:pt x="2866459" y="55391"/>
                  <a:pt x="2860404" y="55391"/>
                </a:cubicBezTo>
                <a:close/>
                <a:moveTo>
                  <a:pt x="910787" y="55391"/>
                </a:moveTo>
                <a:cubicBezTo>
                  <a:pt x="905055" y="55391"/>
                  <a:pt x="900289" y="57130"/>
                  <a:pt x="896360" y="60608"/>
                </a:cubicBezTo>
                <a:cubicBezTo>
                  <a:pt x="892496" y="64086"/>
                  <a:pt x="890048" y="68852"/>
                  <a:pt x="889211" y="75035"/>
                </a:cubicBezTo>
                <a:lnTo>
                  <a:pt x="932493" y="75035"/>
                </a:lnTo>
                <a:lnTo>
                  <a:pt x="932557" y="74971"/>
                </a:lnTo>
                <a:cubicBezTo>
                  <a:pt x="932428" y="69045"/>
                  <a:pt x="930303" y="64279"/>
                  <a:pt x="926116" y="60737"/>
                </a:cubicBezTo>
                <a:cubicBezTo>
                  <a:pt x="921930" y="57194"/>
                  <a:pt x="916842" y="55391"/>
                  <a:pt x="910787" y="55391"/>
                </a:cubicBezTo>
                <a:close/>
                <a:moveTo>
                  <a:pt x="1723933" y="38000"/>
                </a:moveTo>
                <a:lnTo>
                  <a:pt x="1749761" y="38000"/>
                </a:lnTo>
                <a:lnTo>
                  <a:pt x="1773269" y="101699"/>
                </a:lnTo>
                <a:lnTo>
                  <a:pt x="1797164" y="38000"/>
                </a:lnTo>
                <a:lnTo>
                  <a:pt x="1821677" y="38000"/>
                </a:lnTo>
                <a:lnTo>
                  <a:pt x="1765218" y="172290"/>
                </a:lnTo>
                <a:lnTo>
                  <a:pt x="1740679" y="172290"/>
                </a:lnTo>
                <a:lnTo>
                  <a:pt x="1760452" y="126883"/>
                </a:lnTo>
                <a:close/>
                <a:moveTo>
                  <a:pt x="2711559" y="37936"/>
                </a:moveTo>
                <a:lnTo>
                  <a:pt x="2734617" y="37936"/>
                </a:lnTo>
                <a:lnTo>
                  <a:pt x="2734617" y="88174"/>
                </a:lnTo>
                <a:cubicBezTo>
                  <a:pt x="2734617" y="95388"/>
                  <a:pt x="2736420" y="100991"/>
                  <a:pt x="2740027" y="104855"/>
                </a:cubicBezTo>
                <a:cubicBezTo>
                  <a:pt x="2743634" y="108720"/>
                  <a:pt x="2748593" y="110717"/>
                  <a:pt x="2754841" y="110717"/>
                </a:cubicBezTo>
                <a:cubicBezTo>
                  <a:pt x="2761088" y="110717"/>
                  <a:pt x="2766177" y="108784"/>
                  <a:pt x="2769848" y="104855"/>
                </a:cubicBezTo>
                <a:cubicBezTo>
                  <a:pt x="2773519" y="100927"/>
                  <a:pt x="2775258" y="95388"/>
                  <a:pt x="2775258" y="88174"/>
                </a:cubicBezTo>
                <a:lnTo>
                  <a:pt x="2775258" y="37936"/>
                </a:lnTo>
                <a:lnTo>
                  <a:pt x="2798445" y="37936"/>
                </a:lnTo>
                <a:lnTo>
                  <a:pt x="2798509" y="37936"/>
                </a:lnTo>
                <a:lnTo>
                  <a:pt x="2798509" y="129137"/>
                </a:lnTo>
                <a:lnTo>
                  <a:pt x="2775322" y="129137"/>
                </a:lnTo>
                <a:lnTo>
                  <a:pt x="2775322" y="117608"/>
                </a:lnTo>
                <a:cubicBezTo>
                  <a:pt x="2772360" y="121537"/>
                  <a:pt x="2768495" y="124693"/>
                  <a:pt x="2763729" y="126883"/>
                </a:cubicBezTo>
                <a:cubicBezTo>
                  <a:pt x="2758963" y="129137"/>
                  <a:pt x="2753746" y="130232"/>
                  <a:pt x="2748142" y="130232"/>
                </a:cubicBezTo>
                <a:cubicBezTo>
                  <a:pt x="2740993" y="130232"/>
                  <a:pt x="2734681" y="128751"/>
                  <a:pt x="2729207" y="125723"/>
                </a:cubicBezTo>
                <a:cubicBezTo>
                  <a:pt x="2723732" y="122696"/>
                  <a:pt x="2719417" y="118252"/>
                  <a:pt x="2716261" y="112391"/>
                </a:cubicBezTo>
                <a:cubicBezTo>
                  <a:pt x="2713105" y="106530"/>
                  <a:pt x="2711559" y="99510"/>
                  <a:pt x="2711559" y="91394"/>
                </a:cubicBezTo>
                <a:close/>
                <a:moveTo>
                  <a:pt x="2509319" y="37936"/>
                </a:moveTo>
                <a:lnTo>
                  <a:pt x="2532377" y="37936"/>
                </a:lnTo>
                <a:lnTo>
                  <a:pt x="2532377" y="129137"/>
                </a:lnTo>
                <a:lnTo>
                  <a:pt x="2509319" y="129137"/>
                </a:lnTo>
                <a:close/>
                <a:moveTo>
                  <a:pt x="2290913" y="37936"/>
                </a:moveTo>
                <a:lnTo>
                  <a:pt x="2313971" y="37936"/>
                </a:lnTo>
                <a:lnTo>
                  <a:pt x="2313971" y="129137"/>
                </a:lnTo>
                <a:lnTo>
                  <a:pt x="2290913" y="129137"/>
                </a:lnTo>
                <a:close/>
                <a:moveTo>
                  <a:pt x="2077595" y="37936"/>
                </a:moveTo>
                <a:lnTo>
                  <a:pt x="2102263" y="37936"/>
                </a:lnTo>
                <a:lnTo>
                  <a:pt x="2125289" y="107786"/>
                </a:lnTo>
                <a:lnTo>
                  <a:pt x="2125257" y="107883"/>
                </a:lnTo>
                <a:lnTo>
                  <a:pt x="2125321" y="107883"/>
                </a:lnTo>
                <a:lnTo>
                  <a:pt x="2125289" y="107786"/>
                </a:lnTo>
                <a:lnTo>
                  <a:pt x="2148314" y="37936"/>
                </a:lnTo>
                <a:lnTo>
                  <a:pt x="2172854" y="37936"/>
                </a:lnTo>
                <a:lnTo>
                  <a:pt x="2139104" y="129137"/>
                </a:lnTo>
                <a:lnTo>
                  <a:pt x="2111151" y="129137"/>
                </a:lnTo>
                <a:close/>
                <a:moveTo>
                  <a:pt x="1932678" y="37936"/>
                </a:moveTo>
                <a:lnTo>
                  <a:pt x="1955736" y="37936"/>
                </a:lnTo>
                <a:lnTo>
                  <a:pt x="1955736" y="129137"/>
                </a:lnTo>
                <a:lnTo>
                  <a:pt x="1932678" y="129137"/>
                </a:lnTo>
                <a:close/>
                <a:moveTo>
                  <a:pt x="1824473" y="37936"/>
                </a:moveTo>
                <a:lnTo>
                  <a:pt x="1849141" y="37936"/>
                </a:lnTo>
                <a:lnTo>
                  <a:pt x="1872167" y="107786"/>
                </a:lnTo>
                <a:lnTo>
                  <a:pt x="1872135" y="107883"/>
                </a:lnTo>
                <a:lnTo>
                  <a:pt x="1872199" y="107883"/>
                </a:lnTo>
                <a:lnTo>
                  <a:pt x="1872167" y="107786"/>
                </a:lnTo>
                <a:lnTo>
                  <a:pt x="1895193" y="37936"/>
                </a:lnTo>
                <a:lnTo>
                  <a:pt x="1919732" y="37936"/>
                </a:lnTo>
                <a:lnTo>
                  <a:pt x="1885982" y="129137"/>
                </a:lnTo>
                <a:lnTo>
                  <a:pt x="1858029" y="129137"/>
                </a:lnTo>
                <a:close/>
                <a:moveTo>
                  <a:pt x="1821704" y="37936"/>
                </a:moveTo>
                <a:lnTo>
                  <a:pt x="1821704" y="38000"/>
                </a:lnTo>
                <a:lnTo>
                  <a:pt x="1821677" y="38000"/>
                </a:lnTo>
                <a:close/>
                <a:moveTo>
                  <a:pt x="650323" y="37936"/>
                </a:moveTo>
                <a:lnTo>
                  <a:pt x="673381" y="37936"/>
                </a:lnTo>
                <a:lnTo>
                  <a:pt x="673381" y="88174"/>
                </a:lnTo>
                <a:cubicBezTo>
                  <a:pt x="673381" y="95388"/>
                  <a:pt x="675184" y="100991"/>
                  <a:pt x="678791" y="104855"/>
                </a:cubicBezTo>
                <a:cubicBezTo>
                  <a:pt x="682398" y="108720"/>
                  <a:pt x="687357" y="110717"/>
                  <a:pt x="693605" y="110717"/>
                </a:cubicBezTo>
                <a:cubicBezTo>
                  <a:pt x="699852" y="110717"/>
                  <a:pt x="704941" y="108784"/>
                  <a:pt x="708612" y="104855"/>
                </a:cubicBezTo>
                <a:cubicBezTo>
                  <a:pt x="712283" y="100927"/>
                  <a:pt x="714022" y="95388"/>
                  <a:pt x="714022" y="88174"/>
                </a:cubicBezTo>
                <a:lnTo>
                  <a:pt x="714022" y="37936"/>
                </a:lnTo>
                <a:lnTo>
                  <a:pt x="737209" y="37936"/>
                </a:lnTo>
                <a:lnTo>
                  <a:pt x="737273" y="37936"/>
                </a:lnTo>
                <a:lnTo>
                  <a:pt x="737273" y="129137"/>
                </a:lnTo>
                <a:lnTo>
                  <a:pt x="714087" y="129137"/>
                </a:lnTo>
                <a:lnTo>
                  <a:pt x="714087" y="117608"/>
                </a:lnTo>
                <a:cubicBezTo>
                  <a:pt x="711124" y="121537"/>
                  <a:pt x="707259" y="124693"/>
                  <a:pt x="702493" y="126883"/>
                </a:cubicBezTo>
                <a:cubicBezTo>
                  <a:pt x="697727" y="129137"/>
                  <a:pt x="692510" y="130232"/>
                  <a:pt x="686907" y="130232"/>
                </a:cubicBezTo>
                <a:cubicBezTo>
                  <a:pt x="679757" y="130232"/>
                  <a:pt x="673445" y="128751"/>
                  <a:pt x="667971" y="125723"/>
                </a:cubicBezTo>
                <a:cubicBezTo>
                  <a:pt x="662496" y="122696"/>
                  <a:pt x="658181" y="118252"/>
                  <a:pt x="655025" y="112391"/>
                </a:cubicBezTo>
                <a:cubicBezTo>
                  <a:pt x="651869" y="106530"/>
                  <a:pt x="650323" y="99510"/>
                  <a:pt x="650323" y="91394"/>
                </a:cubicBezTo>
                <a:close/>
                <a:moveTo>
                  <a:pt x="394755" y="37936"/>
                </a:moveTo>
                <a:lnTo>
                  <a:pt x="417813" y="37936"/>
                </a:lnTo>
                <a:lnTo>
                  <a:pt x="417813" y="129137"/>
                </a:lnTo>
                <a:lnTo>
                  <a:pt x="394755" y="129137"/>
                </a:lnTo>
                <a:close/>
                <a:moveTo>
                  <a:pt x="2387138" y="36648"/>
                </a:moveTo>
                <a:cubicBezTo>
                  <a:pt x="2398023" y="36648"/>
                  <a:pt x="2406782" y="40062"/>
                  <a:pt x="2413481" y="46953"/>
                </a:cubicBezTo>
                <a:lnTo>
                  <a:pt x="2413481" y="46889"/>
                </a:lnTo>
                <a:cubicBezTo>
                  <a:pt x="2420179" y="53716"/>
                  <a:pt x="2423528" y="63313"/>
                  <a:pt x="2423528" y="75615"/>
                </a:cubicBezTo>
                <a:lnTo>
                  <a:pt x="2423528" y="129137"/>
                </a:lnTo>
                <a:lnTo>
                  <a:pt x="2400470" y="129137"/>
                </a:lnTo>
                <a:lnTo>
                  <a:pt x="2400470" y="78771"/>
                </a:lnTo>
                <a:cubicBezTo>
                  <a:pt x="2400470" y="71557"/>
                  <a:pt x="2398667" y="65953"/>
                  <a:pt x="2395060" y="62089"/>
                </a:cubicBezTo>
                <a:cubicBezTo>
                  <a:pt x="2391453" y="58225"/>
                  <a:pt x="2386494" y="56228"/>
                  <a:pt x="2380246" y="56228"/>
                </a:cubicBezTo>
                <a:cubicBezTo>
                  <a:pt x="2373999" y="56228"/>
                  <a:pt x="2368846" y="58160"/>
                  <a:pt x="2365175" y="62089"/>
                </a:cubicBezTo>
                <a:cubicBezTo>
                  <a:pt x="2361504" y="65953"/>
                  <a:pt x="2359636" y="71557"/>
                  <a:pt x="2359636" y="78771"/>
                </a:cubicBezTo>
                <a:lnTo>
                  <a:pt x="2359636" y="129137"/>
                </a:lnTo>
                <a:lnTo>
                  <a:pt x="2336578" y="129137"/>
                </a:lnTo>
                <a:lnTo>
                  <a:pt x="2336578" y="37936"/>
                </a:lnTo>
                <a:lnTo>
                  <a:pt x="2359636" y="37936"/>
                </a:lnTo>
                <a:lnTo>
                  <a:pt x="2359636" y="49272"/>
                </a:lnTo>
                <a:cubicBezTo>
                  <a:pt x="2362727" y="45343"/>
                  <a:pt x="2366656" y="42251"/>
                  <a:pt x="2371423" y="39997"/>
                </a:cubicBezTo>
                <a:cubicBezTo>
                  <a:pt x="2376189" y="37743"/>
                  <a:pt x="2381406" y="36648"/>
                  <a:pt x="2387138" y="36648"/>
                </a:cubicBezTo>
                <a:close/>
                <a:moveTo>
                  <a:pt x="2028967" y="36648"/>
                </a:moveTo>
                <a:cubicBezTo>
                  <a:pt x="2039852" y="36648"/>
                  <a:pt x="2048611" y="40062"/>
                  <a:pt x="2055309" y="46953"/>
                </a:cubicBezTo>
                <a:lnTo>
                  <a:pt x="2055309" y="46889"/>
                </a:lnTo>
                <a:cubicBezTo>
                  <a:pt x="2062008" y="53716"/>
                  <a:pt x="2065357" y="63313"/>
                  <a:pt x="2065357" y="75615"/>
                </a:cubicBezTo>
                <a:lnTo>
                  <a:pt x="2065357" y="129137"/>
                </a:lnTo>
                <a:lnTo>
                  <a:pt x="2042299" y="129137"/>
                </a:lnTo>
                <a:lnTo>
                  <a:pt x="2042299" y="78771"/>
                </a:lnTo>
                <a:cubicBezTo>
                  <a:pt x="2042299" y="71557"/>
                  <a:pt x="2040496" y="65953"/>
                  <a:pt x="2036889" y="62089"/>
                </a:cubicBezTo>
                <a:cubicBezTo>
                  <a:pt x="2033282" y="58225"/>
                  <a:pt x="2028323" y="56228"/>
                  <a:pt x="2022075" y="56228"/>
                </a:cubicBezTo>
                <a:cubicBezTo>
                  <a:pt x="2015828" y="56228"/>
                  <a:pt x="2010675" y="58160"/>
                  <a:pt x="2007004" y="62089"/>
                </a:cubicBezTo>
                <a:cubicBezTo>
                  <a:pt x="2003333" y="65953"/>
                  <a:pt x="2001465" y="71557"/>
                  <a:pt x="2001465" y="78771"/>
                </a:cubicBezTo>
                <a:lnTo>
                  <a:pt x="2001465" y="129137"/>
                </a:lnTo>
                <a:lnTo>
                  <a:pt x="1978407" y="129137"/>
                </a:lnTo>
                <a:lnTo>
                  <a:pt x="1978407" y="37936"/>
                </a:lnTo>
                <a:lnTo>
                  <a:pt x="2001465" y="37936"/>
                </a:lnTo>
                <a:lnTo>
                  <a:pt x="2001465" y="49272"/>
                </a:lnTo>
                <a:cubicBezTo>
                  <a:pt x="2004556" y="45343"/>
                  <a:pt x="2008485" y="42251"/>
                  <a:pt x="2013251" y="39997"/>
                </a:cubicBezTo>
                <a:cubicBezTo>
                  <a:pt x="2018018" y="37743"/>
                  <a:pt x="2023235" y="36648"/>
                  <a:pt x="2028967" y="36648"/>
                </a:cubicBezTo>
                <a:close/>
                <a:moveTo>
                  <a:pt x="1528198" y="36648"/>
                </a:moveTo>
                <a:cubicBezTo>
                  <a:pt x="1539083" y="36648"/>
                  <a:pt x="1547842" y="40062"/>
                  <a:pt x="1554541" y="46953"/>
                </a:cubicBezTo>
                <a:lnTo>
                  <a:pt x="1554541" y="46889"/>
                </a:lnTo>
                <a:cubicBezTo>
                  <a:pt x="1561239" y="53716"/>
                  <a:pt x="1564588" y="63313"/>
                  <a:pt x="1564588" y="75615"/>
                </a:cubicBezTo>
                <a:lnTo>
                  <a:pt x="1564588" y="129137"/>
                </a:lnTo>
                <a:lnTo>
                  <a:pt x="1541530" y="129137"/>
                </a:lnTo>
                <a:lnTo>
                  <a:pt x="1541530" y="78771"/>
                </a:lnTo>
                <a:cubicBezTo>
                  <a:pt x="1541530" y="71557"/>
                  <a:pt x="1539727" y="65953"/>
                  <a:pt x="1536120" y="62089"/>
                </a:cubicBezTo>
                <a:cubicBezTo>
                  <a:pt x="1532513" y="58225"/>
                  <a:pt x="1527554" y="56228"/>
                  <a:pt x="1521306" y="56228"/>
                </a:cubicBezTo>
                <a:cubicBezTo>
                  <a:pt x="1515059" y="56228"/>
                  <a:pt x="1509906" y="58160"/>
                  <a:pt x="1506235" y="62089"/>
                </a:cubicBezTo>
                <a:cubicBezTo>
                  <a:pt x="1502564" y="65953"/>
                  <a:pt x="1500696" y="71557"/>
                  <a:pt x="1500696" y="78771"/>
                </a:cubicBezTo>
                <a:lnTo>
                  <a:pt x="1500696" y="129137"/>
                </a:lnTo>
                <a:lnTo>
                  <a:pt x="1477638" y="129137"/>
                </a:lnTo>
                <a:lnTo>
                  <a:pt x="1477638" y="37936"/>
                </a:lnTo>
                <a:lnTo>
                  <a:pt x="1500696" y="37936"/>
                </a:lnTo>
                <a:lnTo>
                  <a:pt x="1500696" y="49272"/>
                </a:lnTo>
                <a:cubicBezTo>
                  <a:pt x="1503787" y="45343"/>
                  <a:pt x="1507716" y="42251"/>
                  <a:pt x="1512483" y="39997"/>
                </a:cubicBezTo>
                <a:cubicBezTo>
                  <a:pt x="1517249" y="37743"/>
                  <a:pt x="1522466" y="36648"/>
                  <a:pt x="1528198" y="36648"/>
                </a:cubicBezTo>
                <a:close/>
                <a:moveTo>
                  <a:pt x="1023694" y="36648"/>
                </a:moveTo>
                <a:cubicBezTo>
                  <a:pt x="1034579" y="36648"/>
                  <a:pt x="1043338" y="40062"/>
                  <a:pt x="1050037" y="46953"/>
                </a:cubicBezTo>
                <a:lnTo>
                  <a:pt x="1050037" y="46889"/>
                </a:lnTo>
                <a:cubicBezTo>
                  <a:pt x="1056735" y="53716"/>
                  <a:pt x="1060084" y="63313"/>
                  <a:pt x="1060084" y="75615"/>
                </a:cubicBezTo>
                <a:lnTo>
                  <a:pt x="1060084" y="129137"/>
                </a:lnTo>
                <a:lnTo>
                  <a:pt x="1037026" y="129137"/>
                </a:lnTo>
                <a:lnTo>
                  <a:pt x="1037026" y="78771"/>
                </a:lnTo>
                <a:cubicBezTo>
                  <a:pt x="1037026" y="71557"/>
                  <a:pt x="1035223" y="65953"/>
                  <a:pt x="1031616" y="62089"/>
                </a:cubicBezTo>
                <a:cubicBezTo>
                  <a:pt x="1028009" y="58225"/>
                  <a:pt x="1023050" y="56228"/>
                  <a:pt x="1016802" y="56228"/>
                </a:cubicBezTo>
                <a:cubicBezTo>
                  <a:pt x="1010555" y="56228"/>
                  <a:pt x="1005402" y="58160"/>
                  <a:pt x="1001731" y="62089"/>
                </a:cubicBezTo>
                <a:cubicBezTo>
                  <a:pt x="998060" y="65953"/>
                  <a:pt x="996192" y="71557"/>
                  <a:pt x="996192" y="78771"/>
                </a:cubicBezTo>
                <a:lnTo>
                  <a:pt x="996192" y="129137"/>
                </a:lnTo>
                <a:lnTo>
                  <a:pt x="973134" y="129137"/>
                </a:lnTo>
                <a:lnTo>
                  <a:pt x="973134" y="37936"/>
                </a:lnTo>
                <a:lnTo>
                  <a:pt x="996192" y="37936"/>
                </a:lnTo>
                <a:lnTo>
                  <a:pt x="996192" y="49272"/>
                </a:lnTo>
                <a:cubicBezTo>
                  <a:pt x="999283" y="45343"/>
                  <a:pt x="1003212" y="42251"/>
                  <a:pt x="1007979" y="39997"/>
                </a:cubicBezTo>
                <a:cubicBezTo>
                  <a:pt x="1012745" y="37743"/>
                  <a:pt x="1017962" y="36648"/>
                  <a:pt x="1023694" y="36648"/>
                </a:cubicBezTo>
                <a:close/>
                <a:moveTo>
                  <a:pt x="246746" y="36648"/>
                </a:moveTo>
                <a:cubicBezTo>
                  <a:pt x="257631" y="36648"/>
                  <a:pt x="266390" y="40062"/>
                  <a:pt x="273089" y="46953"/>
                </a:cubicBezTo>
                <a:lnTo>
                  <a:pt x="273089" y="46889"/>
                </a:lnTo>
                <a:cubicBezTo>
                  <a:pt x="279787" y="53716"/>
                  <a:pt x="283136" y="63313"/>
                  <a:pt x="283136" y="75615"/>
                </a:cubicBezTo>
                <a:lnTo>
                  <a:pt x="283136" y="129137"/>
                </a:lnTo>
                <a:lnTo>
                  <a:pt x="260078" y="129137"/>
                </a:lnTo>
                <a:lnTo>
                  <a:pt x="260078" y="78771"/>
                </a:lnTo>
                <a:cubicBezTo>
                  <a:pt x="260078" y="71557"/>
                  <a:pt x="258275" y="65953"/>
                  <a:pt x="254668" y="62089"/>
                </a:cubicBezTo>
                <a:cubicBezTo>
                  <a:pt x="251061" y="58225"/>
                  <a:pt x="246102" y="56228"/>
                  <a:pt x="239854" y="56228"/>
                </a:cubicBezTo>
                <a:cubicBezTo>
                  <a:pt x="233607" y="56228"/>
                  <a:pt x="228454" y="58160"/>
                  <a:pt x="224783" y="62089"/>
                </a:cubicBezTo>
                <a:cubicBezTo>
                  <a:pt x="221112" y="65953"/>
                  <a:pt x="219244" y="71557"/>
                  <a:pt x="219244" y="78771"/>
                </a:cubicBezTo>
                <a:lnTo>
                  <a:pt x="219244" y="129137"/>
                </a:lnTo>
                <a:lnTo>
                  <a:pt x="196186" y="129137"/>
                </a:lnTo>
                <a:lnTo>
                  <a:pt x="196186" y="37936"/>
                </a:lnTo>
                <a:lnTo>
                  <a:pt x="219244" y="37936"/>
                </a:lnTo>
                <a:lnTo>
                  <a:pt x="219244" y="49272"/>
                </a:lnTo>
                <a:cubicBezTo>
                  <a:pt x="222335" y="45343"/>
                  <a:pt x="226264" y="42251"/>
                  <a:pt x="231031" y="39997"/>
                </a:cubicBezTo>
                <a:cubicBezTo>
                  <a:pt x="235797" y="37743"/>
                  <a:pt x="241014" y="36648"/>
                  <a:pt x="246746" y="36648"/>
                </a:cubicBezTo>
                <a:close/>
                <a:moveTo>
                  <a:pt x="1131899" y="36584"/>
                </a:moveTo>
                <a:cubicBezTo>
                  <a:pt x="1139048" y="36584"/>
                  <a:pt x="1145424" y="38065"/>
                  <a:pt x="1150963" y="41093"/>
                </a:cubicBezTo>
                <a:cubicBezTo>
                  <a:pt x="1156567" y="44120"/>
                  <a:pt x="1160882" y="48435"/>
                  <a:pt x="1163974" y="54038"/>
                </a:cubicBezTo>
                <a:cubicBezTo>
                  <a:pt x="1166937" y="48757"/>
                  <a:pt x="1171252" y="44571"/>
                  <a:pt x="1176920" y="41350"/>
                </a:cubicBezTo>
                <a:cubicBezTo>
                  <a:pt x="1182588" y="38194"/>
                  <a:pt x="1188706" y="36584"/>
                  <a:pt x="1195276" y="36584"/>
                </a:cubicBezTo>
                <a:cubicBezTo>
                  <a:pt x="1206483" y="36584"/>
                  <a:pt x="1215500" y="39998"/>
                  <a:pt x="1222327" y="46889"/>
                </a:cubicBezTo>
                <a:cubicBezTo>
                  <a:pt x="1229154" y="53716"/>
                  <a:pt x="1232632" y="63313"/>
                  <a:pt x="1232632" y="75615"/>
                </a:cubicBezTo>
                <a:lnTo>
                  <a:pt x="1232632" y="129138"/>
                </a:lnTo>
                <a:lnTo>
                  <a:pt x="1209574" y="129138"/>
                </a:lnTo>
                <a:lnTo>
                  <a:pt x="1209574" y="78771"/>
                </a:lnTo>
                <a:cubicBezTo>
                  <a:pt x="1209574" y="71622"/>
                  <a:pt x="1207771" y="66147"/>
                  <a:pt x="1204164" y="62411"/>
                </a:cubicBezTo>
                <a:cubicBezTo>
                  <a:pt x="1200557" y="58611"/>
                  <a:pt x="1195598" y="56744"/>
                  <a:pt x="1189350" y="56744"/>
                </a:cubicBezTo>
                <a:cubicBezTo>
                  <a:pt x="1183103" y="56744"/>
                  <a:pt x="1178143" y="58611"/>
                  <a:pt x="1174472" y="62411"/>
                </a:cubicBezTo>
                <a:cubicBezTo>
                  <a:pt x="1170801" y="66211"/>
                  <a:pt x="1168933" y="71686"/>
                  <a:pt x="1168933" y="78771"/>
                </a:cubicBezTo>
                <a:lnTo>
                  <a:pt x="1168933" y="129138"/>
                </a:lnTo>
                <a:lnTo>
                  <a:pt x="1145875" y="129138"/>
                </a:lnTo>
                <a:lnTo>
                  <a:pt x="1145875" y="78771"/>
                </a:lnTo>
                <a:cubicBezTo>
                  <a:pt x="1145875" y="71622"/>
                  <a:pt x="1144072" y="66147"/>
                  <a:pt x="1140465" y="62411"/>
                </a:cubicBezTo>
                <a:cubicBezTo>
                  <a:pt x="1136858" y="58611"/>
                  <a:pt x="1131899" y="56744"/>
                  <a:pt x="1125651" y="56744"/>
                </a:cubicBezTo>
                <a:cubicBezTo>
                  <a:pt x="1119404" y="56744"/>
                  <a:pt x="1114251" y="58611"/>
                  <a:pt x="1110580" y="62411"/>
                </a:cubicBezTo>
                <a:cubicBezTo>
                  <a:pt x="1106909" y="66211"/>
                  <a:pt x="1105041" y="71686"/>
                  <a:pt x="1105041" y="78771"/>
                </a:cubicBezTo>
                <a:lnTo>
                  <a:pt x="1105041" y="129138"/>
                </a:lnTo>
                <a:lnTo>
                  <a:pt x="1081983" y="129138"/>
                </a:lnTo>
                <a:lnTo>
                  <a:pt x="1081983" y="37937"/>
                </a:lnTo>
                <a:lnTo>
                  <a:pt x="1105041" y="37937"/>
                </a:lnTo>
                <a:lnTo>
                  <a:pt x="1105041" y="48950"/>
                </a:lnTo>
                <a:cubicBezTo>
                  <a:pt x="1108004" y="45086"/>
                  <a:pt x="1111804" y="42123"/>
                  <a:pt x="1116505" y="39869"/>
                </a:cubicBezTo>
                <a:cubicBezTo>
                  <a:pt x="1121207" y="37615"/>
                  <a:pt x="1126295" y="36584"/>
                  <a:pt x="1131899" y="36584"/>
                </a:cubicBezTo>
                <a:close/>
                <a:moveTo>
                  <a:pt x="2861048" y="36455"/>
                </a:moveTo>
                <a:cubicBezTo>
                  <a:pt x="2870065" y="36455"/>
                  <a:pt x="2877472" y="38323"/>
                  <a:pt x="2884364" y="42058"/>
                </a:cubicBezTo>
                <a:cubicBezTo>
                  <a:pt x="2891191" y="45794"/>
                  <a:pt x="2896537" y="51076"/>
                  <a:pt x="2900337" y="57967"/>
                </a:cubicBezTo>
                <a:cubicBezTo>
                  <a:pt x="2904137" y="64794"/>
                  <a:pt x="2906005" y="72716"/>
                  <a:pt x="2906005" y="81605"/>
                </a:cubicBezTo>
                <a:cubicBezTo>
                  <a:pt x="2906005" y="84889"/>
                  <a:pt x="2905812" y="87852"/>
                  <a:pt x="2905361" y="90493"/>
                </a:cubicBezTo>
                <a:lnTo>
                  <a:pt x="2905361" y="90429"/>
                </a:lnTo>
                <a:lnTo>
                  <a:pt x="2838699" y="90429"/>
                </a:lnTo>
                <a:cubicBezTo>
                  <a:pt x="2839214" y="96998"/>
                  <a:pt x="2841533" y="102151"/>
                  <a:pt x="2845591" y="105886"/>
                </a:cubicBezTo>
                <a:cubicBezTo>
                  <a:pt x="2849648" y="109622"/>
                  <a:pt x="2854672" y="111490"/>
                  <a:pt x="2860598" y="111490"/>
                </a:cubicBezTo>
                <a:cubicBezTo>
                  <a:pt x="2869164" y="111490"/>
                  <a:pt x="2875218" y="107819"/>
                  <a:pt x="2878889" y="100476"/>
                </a:cubicBezTo>
                <a:lnTo>
                  <a:pt x="2903751" y="100476"/>
                </a:lnTo>
                <a:cubicBezTo>
                  <a:pt x="2901110" y="109236"/>
                  <a:pt x="2896086" y="116449"/>
                  <a:pt x="2888615" y="122117"/>
                </a:cubicBezTo>
                <a:cubicBezTo>
                  <a:pt x="2881144" y="127785"/>
                  <a:pt x="2871998" y="130619"/>
                  <a:pt x="2861113" y="130619"/>
                </a:cubicBezTo>
                <a:cubicBezTo>
                  <a:pt x="2852353" y="130619"/>
                  <a:pt x="2844431" y="128687"/>
                  <a:pt x="2837475" y="124758"/>
                </a:cubicBezTo>
                <a:cubicBezTo>
                  <a:pt x="2830519" y="120893"/>
                  <a:pt x="2825045" y="115354"/>
                  <a:pt x="2821180" y="108205"/>
                </a:cubicBezTo>
                <a:cubicBezTo>
                  <a:pt x="2817316" y="101056"/>
                  <a:pt x="2815319" y="92812"/>
                  <a:pt x="2815319" y="83537"/>
                </a:cubicBezTo>
                <a:cubicBezTo>
                  <a:pt x="2815319" y="74262"/>
                  <a:pt x="2817251" y="65825"/>
                  <a:pt x="2821051" y="58676"/>
                </a:cubicBezTo>
                <a:cubicBezTo>
                  <a:pt x="2824916" y="51526"/>
                  <a:pt x="2830262" y="46052"/>
                  <a:pt x="2837153" y="42187"/>
                </a:cubicBezTo>
                <a:cubicBezTo>
                  <a:pt x="2844045" y="38323"/>
                  <a:pt x="2852031" y="36455"/>
                  <a:pt x="2861048" y="36455"/>
                </a:cubicBezTo>
                <a:close/>
                <a:moveTo>
                  <a:pt x="2590794" y="36455"/>
                </a:moveTo>
                <a:cubicBezTo>
                  <a:pt x="2597621" y="36455"/>
                  <a:pt x="2603547" y="37808"/>
                  <a:pt x="2608635" y="40577"/>
                </a:cubicBezTo>
                <a:cubicBezTo>
                  <a:pt x="2613723" y="43347"/>
                  <a:pt x="2617845" y="46760"/>
                  <a:pt x="2620873" y="50947"/>
                </a:cubicBezTo>
                <a:lnTo>
                  <a:pt x="2620873" y="37936"/>
                </a:lnTo>
                <a:lnTo>
                  <a:pt x="2644059" y="37936"/>
                </a:lnTo>
                <a:lnTo>
                  <a:pt x="2644059" y="129137"/>
                </a:lnTo>
                <a:lnTo>
                  <a:pt x="2620873" y="129137"/>
                </a:lnTo>
                <a:lnTo>
                  <a:pt x="2620873" y="115805"/>
                </a:lnTo>
                <a:cubicBezTo>
                  <a:pt x="2617910" y="120056"/>
                  <a:pt x="2613852" y="123598"/>
                  <a:pt x="2608635" y="126432"/>
                </a:cubicBezTo>
                <a:cubicBezTo>
                  <a:pt x="2603418" y="129202"/>
                  <a:pt x="2597428" y="130619"/>
                  <a:pt x="2590601" y="130619"/>
                </a:cubicBezTo>
                <a:cubicBezTo>
                  <a:pt x="2582936" y="130619"/>
                  <a:pt x="2575916" y="128622"/>
                  <a:pt x="2569604" y="124693"/>
                </a:cubicBezTo>
                <a:cubicBezTo>
                  <a:pt x="2563292" y="120764"/>
                  <a:pt x="2558268" y="115161"/>
                  <a:pt x="2554597" y="108012"/>
                </a:cubicBezTo>
                <a:cubicBezTo>
                  <a:pt x="2550926" y="100798"/>
                  <a:pt x="2549058" y="92554"/>
                  <a:pt x="2549058" y="83215"/>
                </a:cubicBezTo>
                <a:cubicBezTo>
                  <a:pt x="2549058" y="73876"/>
                  <a:pt x="2550926" y="65825"/>
                  <a:pt x="2554597" y="58676"/>
                </a:cubicBezTo>
                <a:lnTo>
                  <a:pt x="2554662" y="58676"/>
                </a:lnTo>
                <a:cubicBezTo>
                  <a:pt x="2558333" y="51526"/>
                  <a:pt x="2563356" y="46052"/>
                  <a:pt x="2569669" y="42187"/>
                </a:cubicBezTo>
                <a:cubicBezTo>
                  <a:pt x="2575981" y="38323"/>
                  <a:pt x="2583001" y="36455"/>
                  <a:pt x="2590794" y="36455"/>
                </a:cubicBezTo>
                <a:close/>
                <a:moveTo>
                  <a:pt x="2227020" y="36455"/>
                </a:moveTo>
                <a:cubicBezTo>
                  <a:pt x="2235844" y="36455"/>
                  <a:pt x="2243766" y="38387"/>
                  <a:pt x="2250915" y="42316"/>
                </a:cubicBezTo>
                <a:cubicBezTo>
                  <a:pt x="2258064" y="46181"/>
                  <a:pt x="2263668" y="51720"/>
                  <a:pt x="2267790" y="58869"/>
                </a:cubicBezTo>
                <a:cubicBezTo>
                  <a:pt x="2271912" y="66018"/>
                  <a:pt x="2273973" y="74262"/>
                  <a:pt x="2273973" y="83537"/>
                </a:cubicBezTo>
                <a:cubicBezTo>
                  <a:pt x="2273973" y="92812"/>
                  <a:pt x="2271848" y="101120"/>
                  <a:pt x="2267661" y="108205"/>
                </a:cubicBezTo>
                <a:cubicBezTo>
                  <a:pt x="2263475" y="115290"/>
                  <a:pt x="2257743" y="120829"/>
                  <a:pt x="2250529" y="124758"/>
                </a:cubicBezTo>
                <a:cubicBezTo>
                  <a:pt x="2243315" y="128622"/>
                  <a:pt x="2235329" y="130619"/>
                  <a:pt x="2226440" y="130619"/>
                </a:cubicBezTo>
                <a:cubicBezTo>
                  <a:pt x="2217552" y="130619"/>
                  <a:pt x="2209759" y="128687"/>
                  <a:pt x="2202738" y="124758"/>
                </a:cubicBezTo>
                <a:lnTo>
                  <a:pt x="2202610" y="124758"/>
                </a:lnTo>
                <a:cubicBezTo>
                  <a:pt x="2195589" y="120893"/>
                  <a:pt x="2190050" y="115354"/>
                  <a:pt x="2186057" y="108205"/>
                </a:cubicBezTo>
                <a:cubicBezTo>
                  <a:pt x="2182064" y="101056"/>
                  <a:pt x="2180067" y="92812"/>
                  <a:pt x="2180067" y="83537"/>
                </a:cubicBezTo>
                <a:cubicBezTo>
                  <a:pt x="2180067" y="74262"/>
                  <a:pt x="2182128" y="65954"/>
                  <a:pt x="2186250" y="58869"/>
                </a:cubicBezTo>
                <a:cubicBezTo>
                  <a:pt x="2190372" y="51720"/>
                  <a:pt x="2195976" y="46245"/>
                  <a:pt x="2203125" y="42316"/>
                </a:cubicBezTo>
                <a:cubicBezTo>
                  <a:pt x="2210274" y="38452"/>
                  <a:pt x="2218196" y="36455"/>
                  <a:pt x="2227020" y="36455"/>
                </a:cubicBezTo>
                <a:close/>
                <a:moveTo>
                  <a:pt x="1401830" y="36455"/>
                </a:moveTo>
                <a:cubicBezTo>
                  <a:pt x="1408657" y="36455"/>
                  <a:pt x="1414583" y="37808"/>
                  <a:pt x="1419671" y="40577"/>
                </a:cubicBezTo>
                <a:cubicBezTo>
                  <a:pt x="1424759" y="43347"/>
                  <a:pt x="1428881" y="46760"/>
                  <a:pt x="1431909" y="50947"/>
                </a:cubicBezTo>
                <a:lnTo>
                  <a:pt x="1431909" y="37936"/>
                </a:lnTo>
                <a:lnTo>
                  <a:pt x="1455095" y="37936"/>
                </a:lnTo>
                <a:lnTo>
                  <a:pt x="1455095" y="129137"/>
                </a:lnTo>
                <a:lnTo>
                  <a:pt x="1431909" y="129137"/>
                </a:lnTo>
                <a:lnTo>
                  <a:pt x="1431909" y="115805"/>
                </a:lnTo>
                <a:cubicBezTo>
                  <a:pt x="1428946" y="120056"/>
                  <a:pt x="1424888" y="123598"/>
                  <a:pt x="1419671" y="126432"/>
                </a:cubicBezTo>
                <a:cubicBezTo>
                  <a:pt x="1414454" y="129202"/>
                  <a:pt x="1408464" y="130619"/>
                  <a:pt x="1401637" y="130619"/>
                </a:cubicBezTo>
                <a:cubicBezTo>
                  <a:pt x="1393972" y="130619"/>
                  <a:pt x="1386952" y="128622"/>
                  <a:pt x="1380640" y="124693"/>
                </a:cubicBezTo>
                <a:cubicBezTo>
                  <a:pt x="1374328" y="120764"/>
                  <a:pt x="1369304" y="115161"/>
                  <a:pt x="1365633" y="108012"/>
                </a:cubicBezTo>
                <a:cubicBezTo>
                  <a:pt x="1361962" y="100798"/>
                  <a:pt x="1360094" y="92554"/>
                  <a:pt x="1360094" y="83215"/>
                </a:cubicBezTo>
                <a:cubicBezTo>
                  <a:pt x="1360094" y="73876"/>
                  <a:pt x="1361962" y="65825"/>
                  <a:pt x="1365633" y="58676"/>
                </a:cubicBezTo>
                <a:lnTo>
                  <a:pt x="1365697" y="58676"/>
                </a:lnTo>
                <a:cubicBezTo>
                  <a:pt x="1369369" y="51526"/>
                  <a:pt x="1374392" y="46052"/>
                  <a:pt x="1380704" y="42187"/>
                </a:cubicBezTo>
                <a:cubicBezTo>
                  <a:pt x="1387016" y="38323"/>
                  <a:pt x="1394037" y="36455"/>
                  <a:pt x="1401830" y="36455"/>
                </a:cubicBezTo>
                <a:close/>
                <a:moveTo>
                  <a:pt x="1290212" y="36455"/>
                </a:moveTo>
                <a:cubicBezTo>
                  <a:pt x="1297039" y="36455"/>
                  <a:pt x="1302965" y="37808"/>
                  <a:pt x="1308053" y="40577"/>
                </a:cubicBezTo>
                <a:cubicBezTo>
                  <a:pt x="1313141" y="43347"/>
                  <a:pt x="1317263" y="46760"/>
                  <a:pt x="1320291" y="50947"/>
                </a:cubicBezTo>
                <a:lnTo>
                  <a:pt x="1320291" y="37936"/>
                </a:lnTo>
                <a:lnTo>
                  <a:pt x="1343477" y="37936"/>
                </a:lnTo>
                <a:lnTo>
                  <a:pt x="1343477" y="129137"/>
                </a:lnTo>
                <a:lnTo>
                  <a:pt x="1320291" y="129137"/>
                </a:lnTo>
                <a:lnTo>
                  <a:pt x="1320291" y="115805"/>
                </a:lnTo>
                <a:cubicBezTo>
                  <a:pt x="1317328" y="120056"/>
                  <a:pt x="1313270" y="123598"/>
                  <a:pt x="1308053" y="126432"/>
                </a:cubicBezTo>
                <a:cubicBezTo>
                  <a:pt x="1302836" y="129202"/>
                  <a:pt x="1296846" y="130619"/>
                  <a:pt x="1290019" y="130619"/>
                </a:cubicBezTo>
                <a:cubicBezTo>
                  <a:pt x="1282354" y="130619"/>
                  <a:pt x="1275334" y="128622"/>
                  <a:pt x="1269022" y="124693"/>
                </a:cubicBezTo>
                <a:cubicBezTo>
                  <a:pt x="1262710" y="120764"/>
                  <a:pt x="1257686" y="115161"/>
                  <a:pt x="1254015" y="108012"/>
                </a:cubicBezTo>
                <a:cubicBezTo>
                  <a:pt x="1250344" y="100798"/>
                  <a:pt x="1248476" y="92554"/>
                  <a:pt x="1248476" y="83215"/>
                </a:cubicBezTo>
                <a:cubicBezTo>
                  <a:pt x="1248476" y="73876"/>
                  <a:pt x="1250344" y="65825"/>
                  <a:pt x="1254015" y="58676"/>
                </a:cubicBezTo>
                <a:lnTo>
                  <a:pt x="1254080" y="58676"/>
                </a:lnTo>
                <a:cubicBezTo>
                  <a:pt x="1257751" y="51526"/>
                  <a:pt x="1262774" y="46052"/>
                  <a:pt x="1269086" y="42187"/>
                </a:cubicBezTo>
                <a:cubicBezTo>
                  <a:pt x="1275398" y="38323"/>
                  <a:pt x="1282419" y="36455"/>
                  <a:pt x="1290212" y="36455"/>
                </a:cubicBezTo>
                <a:close/>
                <a:moveTo>
                  <a:pt x="911431" y="36455"/>
                </a:moveTo>
                <a:cubicBezTo>
                  <a:pt x="920448" y="36455"/>
                  <a:pt x="927855" y="38323"/>
                  <a:pt x="934747" y="42058"/>
                </a:cubicBezTo>
                <a:cubicBezTo>
                  <a:pt x="941574" y="45794"/>
                  <a:pt x="946920" y="51076"/>
                  <a:pt x="950720" y="57967"/>
                </a:cubicBezTo>
                <a:cubicBezTo>
                  <a:pt x="954520" y="64794"/>
                  <a:pt x="956388" y="72716"/>
                  <a:pt x="956388" y="81605"/>
                </a:cubicBezTo>
                <a:cubicBezTo>
                  <a:pt x="956388" y="84889"/>
                  <a:pt x="956195" y="87852"/>
                  <a:pt x="955744" y="90493"/>
                </a:cubicBezTo>
                <a:lnTo>
                  <a:pt x="955744" y="90429"/>
                </a:lnTo>
                <a:lnTo>
                  <a:pt x="889082" y="90429"/>
                </a:lnTo>
                <a:cubicBezTo>
                  <a:pt x="889597" y="96998"/>
                  <a:pt x="891916" y="102151"/>
                  <a:pt x="895974" y="105886"/>
                </a:cubicBezTo>
                <a:cubicBezTo>
                  <a:pt x="900031" y="109622"/>
                  <a:pt x="905055" y="111490"/>
                  <a:pt x="910981" y="111490"/>
                </a:cubicBezTo>
                <a:cubicBezTo>
                  <a:pt x="919547" y="111490"/>
                  <a:pt x="925601" y="107819"/>
                  <a:pt x="929272" y="100476"/>
                </a:cubicBezTo>
                <a:lnTo>
                  <a:pt x="954134" y="100476"/>
                </a:lnTo>
                <a:cubicBezTo>
                  <a:pt x="951493" y="109236"/>
                  <a:pt x="946469" y="116449"/>
                  <a:pt x="938998" y="122117"/>
                </a:cubicBezTo>
                <a:cubicBezTo>
                  <a:pt x="931527" y="127785"/>
                  <a:pt x="922381" y="130619"/>
                  <a:pt x="911496" y="130619"/>
                </a:cubicBezTo>
                <a:cubicBezTo>
                  <a:pt x="902736" y="130619"/>
                  <a:pt x="894814" y="128687"/>
                  <a:pt x="887858" y="124758"/>
                </a:cubicBezTo>
                <a:cubicBezTo>
                  <a:pt x="880902" y="120893"/>
                  <a:pt x="875428" y="115354"/>
                  <a:pt x="871563" y="108205"/>
                </a:cubicBezTo>
                <a:cubicBezTo>
                  <a:pt x="867699" y="101056"/>
                  <a:pt x="865702" y="92812"/>
                  <a:pt x="865702" y="83537"/>
                </a:cubicBezTo>
                <a:cubicBezTo>
                  <a:pt x="865702" y="74262"/>
                  <a:pt x="867634" y="65825"/>
                  <a:pt x="871434" y="58676"/>
                </a:cubicBezTo>
                <a:cubicBezTo>
                  <a:pt x="875299" y="51526"/>
                  <a:pt x="880645" y="46052"/>
                  <a:pt x="887536" y="42187"/>
                </a:cubicBezTo>
                <a:cubicBezTo>
                  <a:pt x="894428" y="38323"/>
                  <a:pt x="902414" y="36455"/>
                  <a:pt x="911431" y="36455"/>
                </a:cubicBezTo>
                <a:close/>
                <a:moveTo>
                  <a:pt x="338269" y="36455"/>
                </a:moveTo>
                <a:cubicBezTo>
                  <a:pt x="349154" y="36455"/>
                  <a:pt x="357784" y="39160"/>
                  <a:pt x="364289" y="44635"/>
                </a:cubicBezTo>
                <a:cubicBezTo>
                  <a:pt x="370730" y="50045"/>
                  <a:pt x="374337" y="57387"/>
                  <a:pt x="374981" y="66598"/>
                </a:cubicBezTo>
                <a:lnTo>
                  <a:pt x="352954" y="66598"/>
                </a:lnTo>
                <a:cubicBezTo>
                  <a:pt x="352632" y="62991"/>
                  <a:pt x="351086" y="60093"/>
                  <a:pt x="348445" y="57967"/>
                </a:cubicBezTo>
                <a:cubicBezTo>
                  <a:pt x="345740" y="55842"/>
                  <a:pt x="342133" y="54747"/>
                  <a:pt x="337689" y="54747"/>
                </a:cubicBezTo>
                <a:cubicBezTo>
                  <a:pt x="333503" y="54747"/>
                  <a:pt x="330282" y="55520"/>
                  <a:pt x="328028" y="57065"/>
                </a:cubicBezTo>
                <a:cubicBezTo>
                  <a:pt x="325774" y="58611"/>
                  <a:pt x="324679" y="60737"/>
                  <a:pt x="324679" y="63506"/>
                </a:cubicBezTo>
                <a:cubicBezTo>
                  <a:pt x="324679" y="66598"/>
                  <a:pt x="326224" y="68916"/>
                  <a:pt x="329316" y="70527"/>
                </a:cubicBezTo>
                <a:cubicBezTo>
                  <a:pt x="332408" y="72137"/>
                  <a:pt x="337174" y="73747"/>
                  <a:pt x="343615" y="75357"/>
                </a:cubicBezTo>
                <a:cubicBezTo>
                  <a:pt x="350184" y="77032"/>
                  <a:pt x="355659" y="78706"/>
                  <a:pt x="359910" y="80445"/>
                </a:cubicBezTo>
                <a:cubicBezTo>
                  <a:pt x="364161" y="82184"/>
                  <a:pt x="367896" y="84889"/>
                  <a:pt x="371052" y="88625"/>
                </a:cubicBezTo>
                <a:cubicBezTo>
                  <a:pt x="374208" y="92296"/>
                  <a:pt x="375818" y="97127"/>
                  <a:pt x="375883" y="103181"/>
                </a:cubicBezTo>
                <a:cubicBezTo>
                  <a:pt x="375883" y="108463"/>
                  <a:pt x="374401" y="113164"/>
                  <a:pt x="371503" y="117351"/>
                </a:cubicBezTo>
                <a:cubicBezTo>
                  <a:pt x="368605" y="121537"/>
                  <a:pt x="364418" y="124758"/>
                  <a:pt x="359008" y="127141"/>
                </a:cubicBezTo>
                <a:cubicBezTo>
                  <a:pt x="353598" y="129524"/>
                  <a:pt x="347221" y="130683"/>
                  <a:pt x="340008" y="130683"/>
                </a:cubicBezTo>
                <a:cubicBezTo>
                  <a:pt x="332794" y="130683"/>
                  <a:pt x="325838" y="129331"/>
                  <a:pt x="319913" y="126626"/>
                </a:cubicBezTo>
                <a:lnTo>
                  <a:pt x="319848" y="126561"/>
                </a:lnTo>
                <a:cubicBezTo>
                  <a:pt x="313923" y="123856"/>
                  <a:pt x="309221" y="120249"/>
                  <a:pt x="305743" y="115612"/>
                </a:cubicBezTo>
                <a:cubicBezTo>
                  <a:pt x="302265" y="110975"/>
                  <a:pt x="300397" y="105886"/>
                  <a:pt x="300075" y="100283"/>
                </a:cubicBezTo>
                <a:lnTo>
                  <a:pt x="323262" y="100283"/>
                </a:lnTo>
                <a:cubicBezTo>
                  <a:pt x="323713" y="103825"/>
                  <a:pt x="325452" y="106724"/>
                  <a:pt x="328414" y="108978"/>
                </a:cubicBezTo>
                <a:cubicBezTo>
                  <a:pt x="331377" y="111232"/>
                  <a:pt x="335177" y="112456"/>
                  <a:pt x="339686" y="112456"/>
                </a:cubicBezTo>
                <a:cubicBezTo>
                  <a:pt x="344194" y="112456"/>
                  <a:pt x="347479" y="111554"/>
                  <a:pt x="349991" y="109815"/>
                </a:cubicBezTo>
                <a:cubicBezTo>
                  <a:pt x="352438" y="108076"/>
                  <a:pt x="353727" y="105822"/>
                  <a:pt x="353727" y="103052"/>
                </a:cubicBezTo>
                <a:cubicBezTo>
                  <a:pt x="353727" y="100090"/>
                  <a:pt x="352245" y="97835"/>
                  <a:pt x="349218" y="96354"/>
                </a:cubicBezTo>
                <a:cubicBezTo>
                  <a:pt x="346191" y="94873"/>
                  <a:pt x="341425" y="93262"/>
                  <a:pt x="334791" y="91523"/>
                </a:cubicBezTo>
                <a:cubicBezTo>
                  <a:pt x="327963" y="89849"/>
                  <a:pt x="322424" y="88174"/>
                  <a:pt x="318109" y="86435"/>
                </a:cubicBezTo>
                <a:cubicBezTo>
                  <a:pt x="313794" y="84696"/>
                  <a:pt x="310058" y="81991"/>
                  <a:pt x="306902" y="78384"/>
                </a:cubicBezTo>
                <a:cubicBezTo>
                  <a:pt x="303746" y="74777"/>
                  <a:pt x="302200" y="69883"/>
                  <a:pt x="302200" y="63764"/>
                </a:cubicBezTo>
                <a:cubicBezTo>
                  <a:pt x="302200" y="58740"/>
                  <a:pt x="303682" y="54103"/>
                  <a:pt x="306579" y="49916"/>
                </a:cubicBezTo>
                <a:cubicBezTo>
                  <a:pt x="309479" y="45730"/>
                  <a:pt x="313665" y="42445"/>
                  <a:pt x="319075" y="40062"/>
                </a:cubicBezTo>
                <a:cubicBezTo>
                  <a:pt x="324485" y="37679"/>
                  <a:pt x="330926" y="36455"/>
                  <a:pt x="338269" y="36455"/>
                </a:cubicBezTo>
                <a:close/>
                <a:moveTo>
                  <a:pt x="120314" y="36455"/>
                </a:moveTo>
                <a:cubicBezTo>
                  <a:pt x="127141" y="36455"/>
                  <a:pt x="133067" y="37808"/>
                  <a:pt x="138155" y="40577"/>
                </a:cubicBezTo>
                <a:cubicBezTo>
                  <a:pt x="143243" y="43347"/>
                  <a:pt x="147365" y="46760"/>
                  <a:pt x="150392" y="50947"/>
                </a:cubicBezTo>
                <a:lnTo>
                  <a:pt x="150392" y="37936"/>
                </a:lnTo>
                <a:lnTo>
                  <a:pt x="173579" y="37936"/>
                </a:lnTo>
                <a:lnTo>
                  <a:pt x="173579" y="129138"/>
                </a:lnTo>
                <a:lnTo>
                  <a:pt x="150392" y="129138"/>
                </a:lnTo>
                <a:lnTo>
                  <a:pt x="150392" y="115805"/>
                </a:lnTo>
                <a:cubicBezTo>
                  <a:pt x="147430" y="120056"/>
                  <a:pt x="143372" y="123598"/>
                  <a:pt x="138155" y="126432"/>
                </a:cubicBezTo>
                <a:cubicBezTo>
                  <a:pt x="132938" y="129202"/>
                  <a:pt x="126948" y="130619"/>
                  <a:pt x="120121" y="130619"/>
                </a:cubicBezTo>
                <a:cubicBezTo>
                  <a:pt x="112455" y="130619"/>
                  <a:pt x="105436" y="128622"/>
                  <a:pt x="99124" y="124693"/>
                </a:cubicBezTo>
                <a:cubicBezTo>
                  <a:pt x="92812" y="120765"/>
                  <a:pt x="87788" y="115161"/>
                  <a:pt x="84117" y="108012"/>
                </a:cubicBezTo>
                <a:cubicBezTo>
                  <a:pt x="80446" y="100798"/>
                  <a:pt x="78578" y="92554"/>
                  <a:pt x="78578" y="83215"/>
                </a:cubicBezTo>
                <a:cubicBezTo>
                  <a:pt x="78578" y="73876"/>
                  <a:pt x="80446" y="65825"/>
                  <a:pt x="84117" y="58676"/>
                </a:cubicBezTo>
                <a:lnTo>
                  <a:pt x="84181" y="58676"/>
                </a:lnTo>
                <a:cubicBezTo>
                  <a:pt x="87853" y="51526"/>
                  <a:pt x="92876" y="46052"/>
                  <a:pt x="99188" y="42187"/>
                </a:cubicBezTo>
                <a:cubicBezTo>
                  <a:pt x="105500" y="38323"/>
                  <a:pt x="112521" y="36455"/>
                  <a:pt x="120314" y="36455"/>
                </a:cubicBezTo>
                <a:close/>
                <a:moveTo>
                  <a:pt x="2449098" y="15393"/>
                </a:moveTo>
                <a:lnTo>
                  <a:pt x="2472285" y="15393"/>
                </a:lnTo>
                <a:lnTo>
                  <a:pt x="2472285" y="37936"/>
                </a:lnTo>
                <a:lnTo>
                  <a:pt x="2492702" y="37936"/>
                </a:lnTo>
                <a:lnTo>
                  <a:pt x="2492702" y="56871"/>
                </a:lnTo>
                <a:lnTo>
                  <a:pt x="2472285" y="56871"/>
                </a:lnTo>
                <a:lnTo>
                  <a:pt x="2472285" y="100991"/>
                </a:lnTo>
                <a:cubicBezTo>
                  <a:pt x="2472285" y="104082"/>
                  <a:pt x="2473058" y="106272"/>
                  <a:pt x="2474539" y="107689"/>
                </a:cubicBezTo>
                <a:cubicBezTo>
                  <a:pt x="2476020" y="109042"/>
                  <a:pt x="2478532" y="109750"/>
                  <a:pt x="2482010" y="109750"/>
                </a:cubicBezTo>
                <a:lnTo>
                  <a:pt x="2492702" y="109750"/>
                </a:lnTo>
                <a:lnTo>
                  <a:pt x="2492702" y="129201"/>
                </a:lnTo>
                <a:lnTo>
                  <a:pt x="2478210" y="129201"/>
                </a:lnTo>
                <a:cubicBezTo>
                  <a:pt x="2458759" y="129201"/>
                  <a:pt x="2449098" y="119733"/>
                  <a:pt x="2449098" y="100862"/>
                </a:cubicBezTo>
                <a:lnTo>
                  <a:pt x="2449098" y="56936"/>
                </a:lnTo>
                <a:lnTo>
                  <a:pt x="2438213" y="56936"/>
                </a:lnTo>
                <a:lnTo>
                  <a:pt x="2438213" y="38000"/>
                </a:lnTo>
                <a:lnTo>
                  <a:pt x="2449098" y="38000"/>
                </a:lnTo>
                <a:close/>
                <a:moveTo>
                  <a:pt x="536128" y="14234"/>
                </a:moveTo>
                <a:lnTo>
                  <a:pt x="559186" y="14234"/>
                </a:lnTo>
                <a:lnTo>
                  <a:pt x="559186" y="85340"/>
                </a:lnTo>
                <a:cubicBezTo>
                  <a:pt x="559186" y="93133"/>
                  <a:pt x="561183" y="99059"/>
                  <a:pt x="565305" y="103181"/>
                </a:cubicBezTo>
                <a:cubicBezTo>
                  <a:pt x="569362" y="107303"/>
                  <a:pt x="575095" y="109364"/>
                  <a:pt x="582437" y="109364"/>
                </a:cubicBezTo>
                <a:cubicBezTo>
                  <a:pt x="589780" y="109364"/>
                  <a:pt x="595641" y="107303"/>
                  <a:pt x="599698" y="103181"/>
                </a:cubicBezTo>
                <a:cubicBezTo>
                  <a:pt x="603756" y="99059"/>
                  <a:pt x="605817" y="93133"/>
                  <a:pt x="605817" y="85340"/>
                </a:cubicBezTo>
                <a:lnTo>
                  <a:pt x="605817" y="14234"/>
                </a:lnTo>
                <a:lnTo>
                  <a:pt x="629004" y="14234"/>
                </a:lnTo>
                <a:lnTo>
                  <a:pt x="629004" y="85147"/>
                </a:lnTo>
                <a:cubicBezTo>
                  <a:pt x="629004" y="94937"/>
                  <a:pt x="626878" y="103181"/>
                  <a:pt x="622692" y="109944"/>
                </a:cubicBezTo>
                <a:cubicBezTo>
                  <a:pt x="618441" y="116706"/>
                  <a:pt x="612837" y="121795"/>
                  <a:pt x="605753" y="125144"/>
                </a:cubicBezTo>
                <a:cubicBezTo>
                  <a:pt x="598668" y="128557"/>
                  <a:pt x="590810" y="130232"/>
                  <a:pt x="582115" y="130232"/>
                </a:cubicBezTo>
                <a:cubicBezTo>
                  <a:pt x="573420" y="130232"/>
                  <a:pt x="565820" y="128557"/>
                  <a:pt x="558799" y="125144"/>
                </a:cubicBezTo>
                <a:cubicBezTo>
                  <a:pt x="551843" y="121730"/>
                  <a:pt x="546304" y="116642"/>
                  <a:pt x="542247" y="109944"/>
                </a:cubicBezTo>
                <a:cubicBezTo>
                  <a:pt x="538189" y="103181"/>
                  <a:pt x="536128" y="94937"/>
                  <a:pt x="536128" y="85147"/>
                </a:cubicBezTo>
                <a:close/>
                <a:moveTo>
                  <a:pt x="9082" y="14234"/>
                </a:moveTo>
                <a:lnTo>
                  <a:pt x="32140" y="14234"/>
                </a:lnTo>
                <a:lnTo>
                  <a:pt x="32140" y="110845"/>
                </a:lnTo>
                <a:lnTo>
                  <a:pt x="69947" y="110845"/>
                </a:lnTo>
                <a:lnTo>
                  <a:pt x="69947" y="129137"/>
                </a:lnTo>
                <a:lnTo>
                  <a:pt x="9082" y="129137"/>
                </a:lnTo>
                <a:close/>
                <a:moveTo>
                  <a:pt x="2666667" y="7278"/>
                </a:moveTo>
                <a:lnTo>
                  <a:pt x="2689725" y="7278"/>
                </a:lnTo>
                <a:lnTo>
                  <a:pt x="2689725" y="129137"/>
                </a:lnTo>
                <a:lnTo>
                  <a:pt x="2666667" y="129137"/>
                </a:lnTo>
                <a:close/>
                <a:moveTo>
                  <a:pt x="1625647" y="7278"/>
                </a:moveTo>
                <a:lnTo>
                  <a:pt x="1648705" y="7278"/>
                </a:lnTo>
                <a:lnTo>
                  <a:pt x="1648705" y="49272"/>
                </a:lnTo>
                <a:cubicBezTo>
                  <a:pt x="1651668" y="45343"/>
                  <a:pt x="1655596" y="42251"/>
                  <a:pt x="1660556" y="39997"/>
                </a:cubicBezTo>
                <a:cubicBezTo>
                  <a:pt x="1665515" y="37743"/>
                  <a:pt x="1670990" y="36648"/>
                  <a:pt x="1677044" y="36648"/>
                </a:cubicBezTo>
                <a:cubicBezTo>
                  <a:pt x="1683936" y="36648"/>
                  <a:pt x="1690119" y="38129"/>
                  <a:pt x="1695465" y="41156"/>
                </a:cubicBezTo>
                <a:cubicBezTo>
                  <a:pt x="1700811" y="44184"/>
                  <a:pt x="1705062" y="48628"/>
                  <a:pt x="1708089" y="54489"/>
                </a:cubicBezTo>
                <a:cubicBezTo>
                  <a:pt x="1711116" y="60350"/>
                  <a:pt x="1712597" y="67435"/>
                  <a:pt x="1712597" y="75614"/>
                </a:cubicBezTo>
                <a:lnTo>
                  <a:pt x="1712597" y="129137"/>
                </a:lnTo>
                <a:lnTo>
                  <a:pt x="1689539" y="129137"/>
                </a:lnTo>
                <a:lnTo>
                  <a:pt x="1689539" y="78770"/>
                </a:lnTo>
                <a:cubicBezTo>
                  <a:pt x="1689539" y="71557"/>
                  <a:pt x="1687736" y="65953"/>
                  <a:pt x="1684129" y="62089"/>
                </a:cubicBezTo>
                <a:cubicBezTo>
                  <a:pt x="1680522" y="58224"/>
                  <a:pt x="1675563" y="56228"/>
                  <a:pt x="1669315" y="56228"/>
                </a:cubicBezTo>
                <a:cubicBezTo>
                  <a:pt x="1663068" y="56228"/>
                  <a:pt x="1657915" y="58160"/>
                  <a:pt x="1654244" y="62089"/>
                </a:cubicBezTo>
                <a:cubicBezTo>
                  <a:pt x="1650573" y="65953"/>
                  <a:pt x="1648705" y="71557"/>
                  <a:pt x="1648705" y="78770"/>
                </a:cubicBezTo>
                <a:lnTo>
                  <a:pt x="1648705" y="129137"/>
                </a:lnTo>
                <a:lnTo>
                  <a:pt x="1625647" y="129137"/>
                </a:lnTo>
                <a:close/>
                <a:moveTo>
                  <a:pt x="825705" y="7278"/>
                </a:moveTo>
                <a:lnTo>
                  <a:pt x="849085" y="7278"/>
                </a:lnTo>
                <a:lnTo>
                  <a:pt x="849085" y="129137"/>
                </a:lnTo>
                <a:lnTo>
                  <a:pt x="825705" y="129137"/>
                </a:lnTo>
                <a:lnTo>
                  <a:pt x="825705" y="115611"/>
                </a:lnTo>
                <a:cubicBezTo>
                  <a:pt x="822871" y="120120"/>
                  <a:pt x="818877" y="123727"/>
                  <a:pt x="813660" y="126496"/>
                </a:cubicBezTo>
                <a:cubicBezTo>
                  <a:pt x="808508" y="129266"/>
                  <a:pt x="802518" y="130618"/>
                  <a:pt x="795691" y="130618"/>
                </a:cubicBezTo>
                <a:cubicBezTo>
                  <a:pt x="788026" y="130618"/>
                  <a:pt x="781006" y="128622"/>
                  <a:pt x="774629" y="124693"/>
                </a:cubicBezTo>
                <a:cubicBezTo>
                  <a:pt x="768253" y="120764"/>
                  <a:pt x="763229" y="115161"/>
                  <a:pt x="759558" y="108011"/>
                </a:cubicBezTo>
                <a:cubicBezTo>
                  <a:pt x="755887" y="100798"/>
                  <a:pt x="754019" y="92554"/>
                  <a:pt x="754019" y="83214"/>
                </a:cubicBezTo>
                <a:cubicBezTo>
                  <a:pt x="754019" y="73875"/>
                  <a:pt x="755887" y="65824"/>
                  <a:pt x="759558" y="58675"/>
                </a:cubicBezTo>
                <a:lnTo>
                  <a:pt x="759622" y="58675"/>
                </a:lnTo>
                <a:cubicBezTo>
                  <a:pt x="763294" y="51526"/>
                  <a:pt x="768317" y="46051"/>
                  <a:pt x="774694" y="42187"/>
                </a:cubicBezTo>
                <a:cubicBezTo>
                  <a:pt x="781070" y="38322"/>
                  <a:pt x="788155" y="36455"/>
                  <a:pt x="795948" y="36455"/>
                </a:cubicBezTo>
                <a:cubicBezTo>
                  <a:pt x="801874" y="36455"/>
                  <a:pt x="807542" y="37743"/>
                  <a:pt x="812888" y="40319"/>
                </a:cubicBezTo>
                <a:cubicBezTo>
                  <a:pt x="818233" y="42895"/>
                  <a:pt x="822549" y="46309"/>
                  <a:pt x="825705" y="50624"/>
                </a:cubicBezTo>
                <a:close/>
                <a:moveTo>
                  <a:pt x="144531" y="5153"/>
                </a:moveTo>
                <a:cubicBezTo>
                  <a:pt x="147623" y="5153"/>
                  <a:pt x="150199" y="6248"/>
                  <a:pt x="152325" y="8373"/>
                </a:cubicBezTo>
                <a:cubicBezTo>
                  <a:pt x="154450" y="10499"/>
                  <a:pt x="155545" y="13140"/>
                  <a:pt x="155545" y="16167"/>
                </a:cubicBezTo>
                <a:cubicBezTo>
                  <a:pt x="155545" y="19194"/>
                  <a:pt x="154450" y="21835"/>
                  <a:pt x="152325" y="23896"/>
                </a:cubicBezTo>
                <a:cubicBezTo>
                  <a:pt x="150199" y="25957"/>
                  <a:pt x="147559" y="27052"/>
                  <a:pt x="144531" y="27052"/>
                </a:cubicBezTo>
                <a:cubicBezTo>
                  <a:pt x="141504" y="27052"/>
                  <a:pt x="138863" y="26021"/>
                  <a:pt x="136802" y="23896"/>
                </a:cubicBezTo>
                <a:cubicBezTo>
                  <a:pt x="134741" y="21835"/>
                  <a:pt x="133646" y="19258"/>
                  <a:pt x="133646" y="16167"/>
                </a:cubicBezTo>
                <a:cubicBezTo>
                  <a:pt x="133646" y="13075"/>
                  <a:pt x="134677" y="10499"/>
                  <a:pt x="136802" y="8373"/>
                </a:cubicBezTo>
                <a:cubicBezTo>
                  <a:pt x="138928" y="6248"/>
                  <a:pt x="141440" y="5153"/>
                  <a:pt x="144531" y="5153"/>
                </a:cubicBezTo>
                <a:close/>
                <a:moveTo>
                  <a:pt x="114067" y="5153"/>
                </a:moveTo>
                <a:cubicBezTo>
                  <a:pt x="117158" y="5153"/>
                  <a:pt x="119734" y="6248"/>
                  <a:pt x="121860" y="8373"/>
                </a:cubicBezTo>
                <a:cubicBezTo>
                  <a:pt x="123985" y="10499"/>
                  <a:pt x="125080" y="13140"/>
                  <a:pt x="125080" y="16167"/>
                </a:cubicBezTo>
                <a:cubicBezTo>
                  <a:pt x="125080" y="19194"/>
                  <a:pt x="123985" y="21835"/>
                  <a:pt x="121860" y="23896"/>
                </a:cubicBezTo>
                <a:cubicBezTo>
                  <a:pt x="119734" y="25957"/>
                  <a:pt x="117094" y="27052"/>
                  <a:pt x="114067" y="27052"/>
                </a:cubicBezTo>
                <a:cubicBezTo>
                  <a:pt x="111039" y="27052"/>
                  <a:pt x="108399" y="26021"/>
                  <a:pt x="106338" y="23896"/>
                </a:cubicBezTo>
                <a:cubicBezTo>
                  <a:pt x="104277" y="21835"/>
                  <a:pt x="103182" y="19258"/>
                  <a:pt x="103182" y="16167"/>
                </a:cubicBezTo>
                <a:cubicBezTo>
                  <a:pt x="103182" y="13075"/>
                  <a:pt x="104212" y="10499"/>
                  <a:pt x="106338" y="8373"/>
                </a:cubicBezTo>
                <a:cubicBezTo>
                  <a:pt x="108399" y="6248"/>
                  <a:pt x="110975" y="5153"/>
                  <a:pt x="114067" y="5153"/>
                </a:cubicBezTo>
                <a:close/>
                <a:moveTo>
                  <a:pt x="2520977" y="0"/>
                </a:moveTo>
                <a:cubicBezTo>
                  <a:pt x="2525034" y="0"/>
                  <a:pt x="2528384" y="1288"/>
                  <a:pt x="2531089" y="3864"/>
                </a:cubicBezTo>
                <a:cubicBezTo>
                  <a:pt x="2533794" y="6441"/>
                  <a:pt x="2535146" y="9661"/>
                  <a:pt x="2535146" y="13526"/>
                </a:cubicBezTo>
                <a:cubicBezTo>
                  <a:pt x="2535146" y="17390"/>
                  <a:pt x="2533794" y="20546"/>
                  <a:pt x="2531089" y="23187"/>
                </a:cubicBezTo>
                <a:cubicBezTo>
                  <a:pt x="2528384" y="25763"/>
                  <a:pt x="2525034" y="27051"/>
                  <a:pt x="2520977" y="27051"/>
                </a:cubicBezTo>
                <a:cubicBezTo>
                  <a:pt x="2516919" y="27051"/>
                  <a:pt x="2513570" y="25763"/>
                  <a:pt x="2510865" y="23187"/>
                </a:cubicBezTo>
                <a:cubicBezTo>
                  <a:pt x="2508160" y="20610"/>
                  <a:pt x="2506807" y="17390"/>
                  <a:pt x="2506807" y="13526"/>
                </a:cubicBezTo>
                <a:cubicBezTo>
                  <a:pt x="2506807" y="9661"/>
                  <a:pt x="2508160" y="6505"/>
                  <a:pt x="2510865" y="3864"/>
                </a:cubicBezTo>
                <a:cubicBezTo>
                  <a:pt x="2513570" y="1288"/>
                  <a:pt x="2516919" y="0"/>
                  <a:pt x="2520977" y="0"/>
                </a:cubicBezTo>
                <a:close/>
                <a:moveTo>
                  <a:pt x="2302571" y="0"/>
                </a:moveTo>
                <a:cubicBezTo>
                  <a:pt x="2306628" y="0"/>
                  <a:pt x="2309978" y="1288"/>
                  <a:pt x="2312683" y="3864"/>
                </a:cubicBezTo>
                <a:cubicBezTo>
                  <a:pt x="2315388" y="6441"/>
                  <a:pt x="2316740" y="9661"/>
                  <a:pt x="2316740" y="13526"/>
                </a:cubicBezTo>
                <a:cubicBezTo>
                  <a:pt x="2316740" y="17390"/>
                  <a:pt x="2315388" y="20546"/>
                  <a:pt x="2312683" y="23187"/>
                </a:cubicBezTo>
                <a:cubicBezTo>
                  <a:pt x="2309978" y="25763"/>
                  <a:pt x="2306628" y="27051"/>
                  <a:pt x="2302571" y="27051"/>
                </a:cubicBezTo>
                <a:cubicBezTo>
                  <a:pt x="2298513" y="27051"/>
                  <a:pt x="2295164" y="25763"/>
                  <a:pt x="2292459" y="23187"/>
                </a:cubicBezTo>
                <a:cubicBezTo>
                  <a:pt x="2289754" y="20610"/>
                  <a:pt x="2288401" y="17390"/>
                  <a:pt x="2288401" y="13526"/>
                </a:cubicBezTo>
                <a:cubicBezTo>
                  <a:pt x="2288401" y="9661"/>
                  <a:pt x="2289754" y="6505"/>
                  <a:pt x="2292459" y="3864"/>
                </a:cubicBezTo>
                <a:cubicBezTo>
                  <a:pt x="2295164" y="1288"/>
                  <a:pt x="2298513" y="0"/>
                  <a:pt x="2302571" y="0"/>
                </a:cubicBezTo>
                <a:close/>
                <a:moveTo>
                  <a:pt x="1944336" y="0"/>
                </a:moveTo>
                <a:cubicBezTo>
                  <a:pt x="1948393" y="0"/>
                  <a:pt x="1951743" y="1288"/>
                  <a:pt x="1954448" y="3864"/>
                </a:cubicBezTo>
                <a:cubicBezTo>
                  <a:pt x="1957153" y="6441"/>
                  <a:pt x="1958505" y="9661"/>
                  <a:pt x="1958505" y="13526"/>
                </a:cubicBezTo>
                <a:cubicBezTo>
                  <a:pt x="1958505" y="17390"/>
                  <a:pt x="1957153" y="20546"/>
                  <a:pt x="1954448" y="23187"/>
                </a:cubicBezTo>
                <a:cubicBezTo>
                  <a:pt x="1951743" y="25763"/>
                  <a:pt x="1948393" y="27051"/>
                  <a:pt x="1944336" y="27051"/>
                </a:cubicBezTo>
                <a:cubicBezTo>
                  <a:pt x="1940278" y="27051"/>
                  <a:pt x="1936929" y="25763"/>
                  <a:pt x="1934224" y="23187"/>
                </a:cubicBezTo>
                <a:cubicBezTo>
                  <a:pt x="1931519" y="20610"/>
                  <a:pt x="1930166" y="17390"/>
                  <a:pt x="1930166" y="13526"/>
                </a:cubicBezTo>
                <a:cubicBezTo>
                  <a:pt x="1930166" y="9661"/>
                  <a:pt x="1931519" y="6505"/>
                  <a:pt x="1934224" y="3864"/>
                </a:cubicBezTo>
                <a:cubicBezTo>
                  <a:pt x="1936929" y="1288"/>
                  <a:pt x="1940278" y="0"/>
                  <a:pt x="1944336" y="0"/>
                </a:cubicBezTo>
                <a:close/>
                <a:moveTo>
                  <a:pt x="406413" y="0"/>
                </a:moveTo>
                <a:cubicBezTo>
                  <a:pt x="410470" y="0"/>
                  <a:pt x="413820" y="1288"/>
                  <a:pt x="416525" y="3864"/>
                </a:cubicBezTo>
                <a:cubicBezTo>
                  <a:pt x="419230" y="6441"/>
                  <a:pt x="420582" y="9661"/>
                  <a:pt x="420582" y="13526"/>
                </a:cubicBezTo>
                <a:cubicBezTo>
                  <a:pt x="420582" y="17390"/>
                  <a:pt x="419230" y="20546"/>
                  <a:pt x="416525" y="23187"/>
                </a:cubicBezTo>
                <a:cubicBezTo>
                  <a:pt x="413820" y="25763"/>
                  <a:pt x="410470" y="27051"/>
                  <a:pt x="406413" y="27051"/>
                </a:cubicBezTo>
                <a:cubicBezTo>
                  <a:pt x="402355" y="27051"/>
                  <a:pt x="399006" y="25763"/>
                  <a:pt x="396301" y="23187"/>
                </a:cubicBezTo>
                <a:cubicBezTo>
                  <a:pt x="393596" y="20610"/>
                  <a:pt x="392243" y="17390"/>
                  <a:pt x="392243" y="13526"/>
                </a:cubicBezTo>
                <a:cubicBezTo>
                  <a:pt x="392243" y="9661"/>
                  <a:pt x="393596" y="6505"/>
                  <a:pt x="396301" y="3864"/>
                </a:cubicBezTo>
                <a:cubicBezTo>
                  <a:pt x="399006" y="1288"/>
                  <a:pt x="402355" y="0"/>
                  <a:pt x="406413" y="0"/>
                </a:cubicBezTo>
                <a:close/>
              </a:path>
            </a:pathLst>
          </a:custGeom>
          <a:solidFill>
            <a:schemeClr val="bg1"/>
          </a:solidFill>
          <a:ln w="6420" cap="flat">
            <a:noFill/>
            <a:prstDash val="solid"/>
            <a:miter/>
          </a:ln>
        </p:spPr>
        <p:txBody>
          <a:bodyPr rtlCol="0" anchor="ctr"/>
          <a:lstStyle/>
          <a:p>
            <a:endParaRPr lang="fi-FI"/>
          </a:p>
        </p:txBody>
      </p:sp>
      <p:sp>
        <p:nvSpPr>
          <p:cNvPr id="6" name="Vapaamuotoinen: Muoto 5">
            <a:extLst>
              <a:ext uri="{FF2B5EF4-FFF2-40B4-BE49-F238E27FC236}">
                <a16:creationId xmlns:a16="http://schemas.microsoft.com/office/drawing/2014/main" id="{FE930FAB-353D-01CF-88CD-2DAFE2B54AC8}"/>
              </a:ext>
              <a:ext uri="{C183D7F6-B498-43B3-948B-1728B52AA6E4}">
                <adec:decorative xmlns:adec="http://schemas.microsoft.com/office/drawing/2017/decorative" val="1"/>
              </a:ext>
            </a:extLst>
          </p:cNvPr>
          <p:cNvSpPr>
            <a:spLocks/>
          </p:cNvSpPr>
          <p:nvPr userDrawn="1"/>
        </p:nvSpPr>
        <p:spPr>
          <a:xfrm>
            <a:off x="5239076" y="5500152"/>
            <a:ext cx="1045838" cy="640619"/>
          </a:xfrm>
          <a:custGeom>
            <a:avLst/>
            <a:gdLst>
              <a:gd name="connsiteX0" fmla="*/ 913944 w 1048413"/>
              <a:gd name="connsiteY0" fmla="*/ 294748 h 642196"/>
              <a:gd name="connsiteX1" fmla="*/ 920827 w 1048413"/>
              <a:gd name="connsiteY1" fmla="*/ 326723 h 642196"/>
              <a:gd name="connsiteX2" fmla="*/ 887413 w 1048413"/>
              <a:gd name="connsiteY2" fmla="*/ 515005 h 642196"/>
              <a:gd name="connsiteX3" fmla="*/ 853686 w 1048413"/>
              <a:gd name="connsiteY3" fmla="*/ 538219 h 642196"/>
              <a:gd name="connsiteX4" fmla="*/ 672412 w 1048413"/>
              <a:gd name="connsiteY4" fmla="*/ 590906 h 642196"/>
              <a:gd name="connsiteX5" fmla="*/ 653452 w 1048413"/>
              <a:gd name="connsiteY5" fmla="*/ 592032 h 642196"/>
              <a:gd name="connsiteX6" fmla="*/ 213689 w 1048413"/>
              <a:gd name="connsiteY6" fmla="*/ 596913 h 642196"/>
              <a:gd name="connsiteX7" fmla="*/ 176458 w 1048413"/>
              <a:gd name="connsiteY7" fmla="*/ 608677 h 642196"/>
              <a:gd name="connsiteX8" fmla="*/ 43804 w 1048413"/>
              <a:gd name="connsiteY8" fmla="*/ 638211 h 642196"/>
              <a:gd name="connsiteX9" fmla="*/ 3256 w 1048413"/>
              <a:gd name="connsiteY9" fmla="*/ 563124 h 642196"/>
              <a:gd name="connsiteX10" fmla="*/ 299978 w 1048413"/>
              <a:gd name="connsiteY10" fmla="*/ 391110 h 642196"/>
              <a:gd name="connsiteX11" fmla="*/ 345280 w 1048413"/>
              <a:gd name="connsiteY11" fmla="*/ 369773 h 642196"/>
              <a:gd name="connsiteX12" fmla="*/ 548330 w 1048413"/>
              <a:gd name="connsiteY12" fmla="*/ 261021 h 642196"/>
              <a:gd name="connsiteX13" fmla="*/ 582620 w 1048413"/>
              <a:gd name="connsiteY13" fmla="*/ 249883 h 642196"/>
              <a:gd name="connsiteX14" fmla="*/ 746186 w 1048413"/>
              <a:gd name="connsiteY14" fmla="*/ 177361 h 642196"/>
              <a:gd name="connsiteX15" fmla="*/ 762642 w 1048413"/>
              <a:gd name="connsiteY15" fmla="*/ 145261 h 642196"/>
              <a:gd name="connsiteX16" fmla="*/ 902368 w 1048413"/>
              <a:gd name="connsiteY16" fmla="*/ 13670 h 642196"/>
              <a:gd name="connsiteX17" fmla="*/ 914382 w 1048413"/>
              <a:gd name="connsiteY17" fmla="*/ 4660 h 642196"/>
              <a:gd name="connsiteX18" fmla="*/ 945981 w 1048413"/>
              <a:gd name="connsiteY18" fmla="*/ 8039 h 642196"/>
              <a:gd name="connsiteX19" fmla="*/ 945981 w 1048413"/>
              <a:gd name="connsiteY19" fmla="*/ 8039 h 642196"/>
              <a:gd name="connsiteX20" fmla="*/ 1048413 w 1048413"/>
              <a:gd name="connsiteY20" fmla="*/ 121796 h 642196"/>
              <a:gd name="connsiteX21" fmla="*/ 914006 w 1048413"/>
              <a:gd name="connsiteY21" fmla="*/ 294748 h 642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48413" h="642196">
                <a:moveTo>
                  <a:pt x="913944" y="294748"/>
                </a:moveTo>
                <a:cubicBezTo>
                  <a:pt x="913193" y="305761"/>
                  <a:pt x="915633" y="316961"/>
                  <a:pt x="920827" y="326723"/>
                </a:cubicBezTo>
                <a:cubicBezTo>
                  <a:pt x="981898" y="440480"/>
                  <a:pt x="1046035" y="477336"/>
                  <a:pt x="887413" y="515005"/>
                </a:cubicBezTo>
                <a:cubicBezTo>
                  <a:pt x="873647" y="518259"/>
                  <a:pt x="861758" y="526644"/>
                  <a:pt x="853686" y="538219"/>
                </a:cubicBezTo>
                <a:cubicBezTo>
                  <a:pt x="817456" y="589905"/>
                  <a:pt x="731669" y="596976"/>
                  <a:pt x="672412" y="590906"/>
                </a:cubicBezTo>
                <a:cubicBezTo>
                  <a:pt x="666030" y="590280"/>
                  <a:pt x="659710" y="590718"/>
                  <a:pt x="653452" y="592032"/>
                </a:cubicBezTo>
                <a:cubicBezTo>
                  <a:pt x="547829" y="615935"/>
                  <a:pt x="329387" y="602920"/>
                  <a:pt x="213689" y="596913"/>
                </a:cubicBezTo>
                <a:cubicBezTo>
                  <a:pt x="200299" y="596225"/>
                  <a:pt x="187284" y="600668"/>
                  <a:pt x="176458" y="608677"/>
                </a:cubicBezTo>
                <a:cubicBezTo>
                  <a:pt x="138789" y="636584"/>
                  <a:pt x="92173" y="649286"/>
                  <a:pt x="43804" y="638211"/>
                </a:cubicBezTo>
                <a:cubicBezTo>
                  <a:pt x="10765" y="630702"/>
                  <a:pt x="-7944" y="595098"/>
                  <a:pt x="3256" y="563124"/>
                </a:cubicBezTo>
                <a:cubicBezTo>
                  <a:pt x="52439" y="423961"/>
                  <a:pt x="142231" y="584273"/>
                  <a:pt x="299978" y="391110"/>
                </a:cubicBezTo>
                <a:cubicBezTo>
                  <a:pt x="310990" y="377469"/>
                  <a:pt x="327823" y="368897"/>
                  <a:pt x="345280" y="369773"/>
                </a:cubicBezTo>
                <a:cubicBezTo>
                  <a:pt x="407040" y="372902"/>
                  <a:pt x="499585" y="297063"/>
                  <a:pt x="548330" y="261021"/>
                </a:cubicBezTo>
                <a:cubicBezTo>
                  <a:pt x="558216" y="253700"/>
                  <a:pt x="570293" y="249758"/>
                  <a:pt x="582620" y="249883"/>
                </a:cubicBezTo>
                <a:cubicBezTo>
                  <a:pt x="659522" y="250008"/>
                  <a:pt x="731919" y="267091"/>
                  <a:pt x="746186" y="177361"/>
                </a:cubicBezTo>
                <a:cubicBezTo>
                  <a:pt x="748188" y="165097"/>
                  <a:pt x="753694" y="153708"/>
                  <a:pt x="762642" y="145261"/>
                </a:cubicBezTo>
                <a:cubicBezTo>
                  <a:pt x="793866" y="115852"/>
                  <a:pt x="867577" y="46521"/>
                  <a:pt x="902368" y="13670"/>
                </a:cubicBezTo>
                <a:lnTo>
                  <a:pt x="914382" y="4660"/>
                </a:lnTo>
                <a:cubicBezTo>
                  <a:pt x="924206" y="-2662"/>
                  <a:pt x="937972" y="-1222"/>
                  <a:pt x="945981" y="8039"/>
                </a:cubicBezTo>
                <a:lnTo>
                  <a:pt x="945981" y="8039"/>
                </a:lnTo>
                <a:cubicBezTo>
                  <a:pt x="945981" y="8039"/>
                  <a:pt x="1048413" y="121796"/>
                  <a:pt x="1048413" y="121796"/>
                </a:cubicBezTo>
                <a:cubicBezTo>
                  <a:pt x="962876" y="150768"/>
                  <a:pt x="921703" y="184494"/>
                  <a:pt x="914006" y="294748"/>
                </a:cubicBezTo>
                <a:close/>
              </a:path>
            </a:pathLst>
          </a:custGeom>
          <a:solidFill>
            <a:srgbClr val="F3A0BA"/>
          </a:solidFill>
          <a:ln w="6252" cap="flat">
            <a:noFill/>
            <a:prstDash val="solid"/>
            <a:miter/>
          </a:ln>
        </p:spPr>
        <p:txBody>
          <a:bodyPr rtlCol="0" anchor="ctr"/>
          <a:lstStyle/>
          <a:p>
            <a:endParaRPr lang="fi-FI" sz="3200"/>
          </a:p>
        </p:txBody>
      </p:sp>
      <p:sp>
        <p:nvSpPr>
          <p:cNvPr id="10" name="Vapaamuotoinen: Muoto 9">
            <a:extLst>
              <a:ext uri="{FF2B5EF4-FFF2-40B4-BE49-F238E27FC236}">
                <a16:creationId xmlns:a16="http://schemas.microsoft.com/office/drawing/2014/main" id="{46D10D98-7B30-08F9-5297-3E32BD356BE0}"/>
              </a:ext>
              <a:ext uri="{C183D7F6-B498-43B3-948B-1728B52AA6E4}">
                <adec:decorative xmlns:adec="http://schemas.microsoft.com/office/drawing/2017/decorative" val="1"/>
              </a:ext>
            </a:extLst>
          </p:cNvPr>
          <p:cNvSpPr>
            <a:spLocks/>
          </p:cNvSpPr>
          <p:nvPr/>
        </p:nvSpPr>
        <p:spPr>
          <a:xfrm>
            <a:off x="4915428" y="3799004"/>
            <a:ext cx="3419590" cy="1801983"/>
          </a:xfrm>
          <a:custGeom>
            <a:avLst/>
            <a:gdLst>
              <a:gd name="connsiteX0" fmla="*/ 3007891 w 3428006"/>
              <a:gd name="connsiteY0" fmla="*/ 1268855 h 1806419"/>
              <a:gd name="connsiteX1" fmla="*/ 3118207 w 3428006"/>
              <a:gd name="connsiteY1" fmla="*/ 1349824 h 1806419"/>
              <a:gd name="connsiteX2" fmla="*/ 3117957 w 3428006"/>
              <a:gd name="connsiteY2" fmla="*/ 1355957 h 1806419"/>
              <a:gd name="connsiteX3" fmla="*/ 2918349 w 3428006"/>
              <a:gd name="connsiteY3" fmla="*/ 1477098 h 1806419"/>
              <a:gd name="connsiteX4" fmla="*/ 2893758 w 3428006"/>
              <a:gd name="connsiteY4" fmla="*/ 1514204 h 1806419"/>
              <a:gd name="connsiteX5" fmla="*/ 2194817 w 3428006"/>
              <a:gd name="connsiteY5" fmla="*/ 1631841 h 1806419"/>
              <a:gd name="connsiteX6" fmla="*/ 1772888 w 3428006"/>
              <a:gd name="connsiteY6" fmla="*/ 1679897 h 1806419"/>
              <a:gd name="connsiteX7" fmla="*/ 1778332 w 3428006"/>
              <a:gd name="connsiteY7" fmla="*/ 1593421 h 1806419"/>
              <a:gd name="connsiteX8" fmla="*/ 1985261 w 3428006"/>
              <a:gd name="connsiteY8" fmla="*/ 1490676 h 1806419"/>
              <a:gd name="connsiteX9" fmla="*/ 1955663 w 3428006"/>
              <a:gd name="connsiteY9" fmla="*/ 1438365 h 1806419"/>
              <a:gd name="connsiteX10" fmla="*/ 2095389 w 3428006"/>
              <a:gd name="connsiteY10" fmla="*/ 1057171 h 1806419"/>
              <a:gd name="connsiteX11" fmla="*/ 2129867 w 3428006"/>
              <a:gd name="connsiteY11" fmla="*/ 1027699 h 1806419"/>
              <a:gd name="connsiteX12" fmla="*/ 2187809 w 3428006"/>
              <a:gd name="connsiteY12" fmla="*/ 1009678 h 1806419"/>
              <a:gd name="connsiteX13" fmla="*/ 2228357 w 3428006"/>
              <a:gd name="connsiteY13" fmla="*/ 951422 h 1806419"/>
              <a:gd name="connsiteX14" fmla="*/ 2110657 w 3428006"/>
              <a:gd name="connsiteY14" fmla="*/ 835975 h 1806419"/>
              <a:gd name="connsiteX15" fmla="*/ 2068044 w 3428006"/>
              <a:gd name="connsiteY15" fmla="*/ 856624 h 1806419"/>
              <a:gd name="connsiteX16" fmla="*/ 1938769 w 3428006"/>
              <a:gd name="connsiteY16" fmla="*/ 1249270 h 1806419"/>
              <a:gd name="connsiteX17" fmla="*/ 1904792 w 3428006"/>
              <a:gd name="connsiteY17" fmla="*/ 1278429 h 1806419"/>
              <a:gd name="connsiteX18" fmla="*/ 1692919 w 3428006"/>
              <a:gd name="connsiteY18" fmla="*/ 1608063 h 1806419"/>
              <a:gd name="connsiteX19" fmla="*/ 1659067 w 3428006"/>
              <a:gd name="connsiteY19" fmla="*/ 1645169 h 1806419"/>
              <a:gd name="connsiteX20" fmla="*/ 1430676 w 3428006"/>
              <a:gd name="connsiteY20" fmla="*/ 1800288 h 1806419"/>
              <a:gd name="connsiteX21" fmla="*/ 1424294 w 3428006"/>
              <a:gd name="connsiteY21" fmla="*/ 1806420 h 1806419"/>
              <a:gd name="connsiteX22" fmla="*/ 1313289 w 3428006"/>
              <a:gd name="connsiteY22" fmla="*/ 1682963 h 1806419"/>
              <a:gd name="connsiteX23" fmla="*/ 1254783 w 3428006"/>
              <a:gd name="connsiteY23" fmla="*/ 1670699 h 1806419"/>
              <a:gd name="connsiteX24" fmla="*/ 1219117 w 3428006"/>
              <a:gd name="connsiteY24" fmla="*/ 1686780 h 1806419"/>
              <a:gd name="connsiteX25" fmla="*/ 1219117 w 3428006"/>
              <a:gd name="connsiteY25" fmla="*/ 1686780 h 1806419"/>
              <a:gd name="connsiteX26" fmla="*/ 1153352 w 3428006"/>
              <a:gd name="connsiteY26" fmla="*/ 1731270 h 1806419"/>
              <a:gd name="connsiteX27" fmla="*/ 1073134 w 3428006"/>
              <a:gd name="connsiteY27" fmla="*/ 1722009 h 1806419"/>
              <a:gd name="connsiteX28" fmla="*/ 1060432 w 3428006"/>
              <a:gd name="connsiteY28" fmla="*/ 1706366 h 1806419"/>
              <a:gd name="connsiteX29" fmla="*/ 1064374 w 3428006"/>
              <a:gd name="connsiteY29" fmla="*/ 1628838 h 1806419"/>
              <a:gd name="connsiteX30" fmla="*/ 1032524 w 3428006"/>
              <a:gd name="connsiteY30" fmla="*/ 1474970 h 1806419"/>
              <a:gd name="connsiteX31" fmla="*/ 960628 w 3428006"/>
              <a:gd name="connsiteY31" fmla="*/ 1511763 h 1806419"/>
              <a:gd name="connsiteX32" fmla="*/ 909881 w 3428006"/>
              <a:gd name="connsiteY32" fmla="*/ 1524904 h 1806419"/>
              <a:gd name="connsiteX33" fmla="*/ 867894 w 3428006"/>
              <a:gd name="connsiteY33" fmla="*/ 1454697 h 1806419"/>
              <a:gd name="connsiteX34" fmla="*/ 889545 w 3428006"/>
              <a:gd name="connsiteY34" fmla="*/ 1368972 h 1806419"/>
              <a:gd name="connsiteX35" fmla="*/ 797437 w 3428006"/>
              <a:gd name="connsiteY35" fmla="*/ 1309465 h 1806419"/>
              <a:gd name="connsiteX36" fmla="*/ 795748 w 3428006"/>
              <a:gd name="connsiteY36" fmla="*/ 1310716 h 1806419"/>
              <a:gd name="connsiteX37" fmla="*/ 774160 w 3428006"/>
              <a:gd name="connsiteY37" fmla="*/ 1350075 h 1806419"/>
              <a:gd name="connsiteX38" fmla="*/ 741247 w 3428006"/>
              <a:gd name="connsiteY38" fmla="*/ 1671763 h 1806419"/>
              <a:gd name="connsiteX39" fmla="*/ 674168 w 3428006"/>
              <a:gd name="connsiteY39" fmla="*/ 1722885 h 1806419"/>
              <a:gd name="connsiteX40" fmla="*/ 596453 w 3428006"/>
              <a:gd name="connsiteY40" fmla="*/ 1709870 h 1806419"/>
              <a:gd name="connsiteX41" fmla="*/ 587505 w 3428006"/>
              <a:gd name="connsiteY41" fmla="*/ 1709119 h 1806419"/>
              <a:gd name="connsiteX42" fmla="*/ 224519 w 3428006"/>
              <a:gd name="connsiteY42" fmla="*/ 1749854 h 1806419"/>
              <a:gd name="connsiteX43" fmla="*/ 200115 w 3428006"/>
              <a:gd name="connsiteY43" fmla="*/ 1733585 h 1806419"/>
              <a:gd name="connsiteX44" fmla="*/ 21532 w 3428006"/>
              <a:gd name="connsiteY44" fmla="*/ 1363215 h 1806419"/>
              <a:gd name="connsiteX45" fmla="*/ 3386 w 3428006"/>
              <a:gd name="connsiteY45" fmla="*/ 1298953 h 1806419"/>
              <a:gd name="connsiteX46" fmla="*/ 127906 w 3428006"/>
              <a:gd name="connsiteY46" fmla="*/ 1348636 h 1806419"/>
              <a:gd name="connsiteX47" fmla="*/ 201555 w 3428006"/>
              <a:gd name="connsiteY47" fmla="*/ 1350513 h 1806419"/>
              <a:gd name="connsiteX48" fmla="*/ 266255 w 3428006"/>
              <a:gd name="connsiteY48" fmla="*/ 1299704 h 1806419"/>
              <a:gd name="connsiteX49" fmla="*/ 292849 w 3428006"/>
              <a:gd name="connsiteY49" fmla="*/ 1288065 h 1806419"/>
              <a:gd name="connsiteX50" fmla="*/ 450908 w 3428006"/>
              <a:gd name="connsiteY50" fmla="*/ 1370036 h 1806419"/>
              <a:gd name="connsiteX51" fmla="*/ 533442 w 3428006"/>
              <a:gd name="connsiteY51" fmla="*/ 1387431 h 1806419"/>
              <a:gd name="connsiteX52" fmla="*/ 540513 w 3428006"/>
              <a:gd name="connsiteY52" fmla="*/ 1071875 h 1806419"/>
              <a:gd name="connsiteX53" fmla="*/ 548209 w 3428006"/>
              <a:gd name="connsiteY53" fmla="*/ 1011868 h 1806419"/>
              <a:gd name="connsiteX54" fmla="*/ 854379 w 3428006"/>
              <a:gd name="connsiteY54" fmla="*/ 1009490 h 1806419"/>
              <a:gd name="connsiteX55" fmla="*/ 901997 w 3428006"/>
              <a:gd name="connsiteY55" fmla="*/ 1001669 h 1806419"/>
              <a:gd name="connsiteX56" fmla="*/ 974269 w 3428006"/>
              <a:gd name="connsiteY56" fmla="*/ 952987 h 1806419"/>
              <a:gd name="connsiteX57" fmla="*/ 988347 w 3428006"/>
              <a:gd name="connsiteY57" fmla="*/ 870453 h 1806419"/>
              <a:gd name="connsiteX58" fmla="*/ 876592 w 3428006"/>
              <a:gd name="connsiteY58" fmla="*/ 925142 h 1806419"/>
              <a:gd name="connsiteX59" fmla="*/ 847808 w 3428006"/>
              <a:gd name="connsiteY59" fmla="*/ 955052 h 1806419"/>
              <a:gd name="connsiteX60" fmla="*/ 700512 w 3428006"/>
              <a:gd name="connsiteY60" fmla="*/ 850743 h 1806419"/>
              <a:gd name="connsiteX61" fmla="*/ 635623 w 3428006"/>
              <a:gd name="connsiteY61" fmla="*/ 817516 h 1806419"/>
              <a:gd name="connsiteX62" fmla="*/ 579183 w 3428006"/>
              <a:gd name="connsiteY62" fmla="*/ 817954 h 1806419"/>
              <a:gd name="connsiteX63" fmla="*/ 550211 w 3428006"/>
              <a:gd name="connsiteY63" fmla="*/ 721905 h 1806419"/>
              <a:gd name="connsiteX64" fmla="*/ 595452 w 3428006"/>
              <a:gd name="connsiteY64" fmla="*/ 673974 h 1806419"/>
              <a:gd name="connsiteX65" fmla="*/ 669413 w 3428006"/>
              <a:gd name="connsiteY65" fmla="*/ 665401 h 1806419"/>
              <a:gd name="connsiteX66" fmla="*/ 1005930 w 3428006"/>
              <a:gd name="connsiteY66" fmla="*/ 644752 h 1806419"/>
              <a:gd name="connsiteX67" fmla="*/ 1036341 w 3428006"/>
              <a:gd name="connsiteY67" fmla="*/ 630360 h 1806419"/>
              <a:gd name="connsiteX68" fmla="*/ 1423855 w 3428006"/>
              <a:gd name="connsiteY68" fmla="*/ 231645 h 1806419"/>
              <a:gd name="connsiteX69" fmla="*/ 1494188 w 3428006"/>
              <a:gd name="connsiteY69" fmla="*/ 189158 h 1806419"/>
              <a:gd name="connsiteX70" fmla="*/ 1623401 w 3428006"/>
              <a:gd name="connsiteY70" fmla="*/ 275196 h 1806419"/>
              <a:gd name="connsiteX71" fmla="*/ 1714319 w 3428006"/>
              <a:gd name="connsiteY71" fmla="*/ 261242 h 1806419"/>
              <a:gd name="connsiteX72" fmla="*/ 1715133 w 3428006"/>
              <a:gd name="connsiteY72" fmla="*/ 259803 h 1806419"/>
              <a:gd name="connsiteX73" fmla="*/ 1765254 w 3428006"/>
              <a:gd name="connsiteY73" fmla="*/ 229580 h 1806419"/>
              <a:gd name="connsiteX74" fmla="*/ 2020051 w 3428006"/>
              <a:gd name="connsiteY74" fmla="*/ 193976 h 1806419"/>
              <a:gd name="connsiteX75" fmla="*/ 2041952 w 3428006"/>
              <a:gd name="connsiteY75" fmla="*/ 183276 h 1806419"/>
              <a:gd name="connsiteX76" fmla="*/ 2258329 w 3428006"/>
              <a:gd name="connsiteY76" fmla="*/ 12765 h 1806419"/>
              <a:gd name="connsiteX77" fmla="*/ 2308200 w 3428006"/>
              <a:gd name="connsiteY77" fmla="*/ 2127 h 1806419"/>
              <a:gd name="connsiteX78" fmla="*/ 2441355 w 3428006"/>
              <a:gd name="connsiteY78" fmla="*/ 35354 h 1806419"/>
              <a:gd name="connsiteX79" fmla="*/ 2441230 w 3428006"/>
              <a:gd name="connsiteY79" fmla="*/ 50246 h 1806419"/>
              <a:gd name="connsiteX80" fmla="*/ 2405689 w 3428006"/>
              <a:gd name="connsiteY80" fmla="*/ 94923 h 1806419"/>
              <a:gd name="connsiteX81" fmla="*/ 2403999 w 3428006"/>
              <a:gd name="connsiteY81" fmla="*/ 125021 h 1806419"/>
              <a:gd name="connsiteX82" fmla="*/ 2468699 w 3428006"/>
              <a:gd name="connsiteY82" fmla="*/ 227203 h 1806419"/>
              <a:gd name="connsiteX83" fmla="*/ 2498297 w 3428006"/>
              <a:gd name="connsiteY83" fmla="*/ 238215 h 1806419"/>
              <a:gd name="connsiteX84" fmla="*/ 2672687 w 3428006"/>
              <a:gd name="connsiteY84" fmla="*/ 184966 h 1806419"/>
              <a:gd name="connsiteX85" fmla="*/ 2826867 w 3428006"/>
              <a:gd name="connsiteY85" fmla="*/ 218693 h 1806419"/>
              <a:gd name="connsiteX86" fmla="*/ 2847579 w 3428006"/>
              <a:gd name="connsiteY86" fmla="*/ 214500 h 1806419"/>
              <a:gd name="connsiteX87" fmla="*/ 3012396 w 3428006"/>
              <a:gd name="connsiteY87" fmla="*/ 96988 h 1806419"/>
              <a:gd name="connsiteX88" fmla="*/ 3164073 w 3428006"/>
              <a:gd name="connsiteY88" fmla="*/ 94798 h 1806419"/>
              <a:gd name="connsiteX89" fmla="*/ 3176275 w 3428006"/>
              <a:gd name="connsiteY89" fmla="*/ 91544 h 1806419"/>
              <a:gd name="connsiteX90" fmla="*/ 3342782 w 3428006"/>
              <a:gd name="connsiteY90" fmla="*/ 0 h 1806419"/>
              <a:gd name="connsiteX91" fmla="*/ 3355797 w 3428006"/>
              <a:gd name="connsiteY91" fmla="*/ 121892 h 1806419"/>
              <a:gd name="connsiteX92" fmla="*/ 3331206 w 3428006"/>
              <a:gd name="connsiteY92" fmla="*/ 214813 h 1806419"/>
              <a:gd name="connsiteX93" fmla="*/ 3333709 w 3428006"/>
              <a:gd name="connsiteY93" fmla="*/ 234398 h 1806419"/>
              <a:gd name="connsiteX94" fmla="*/ 3428006 w 3428006"/>
              <a:gd name="connsiteY94" fmla="*/ 399216 h 1806419"/>
              <a:gd name="connsiteX95" fmla="*/ 3239348 w 3428006"/>
              <a:gd name="connsiteY95" fmla="*/ 370995 h 1806419"/>
              <a:gd name="connsiteX96" fmla="*/ 3223705 w 3428006"/>
              <a:gd name="connsiteY96" fmla="*/ 373498 h 1806419"/>
              <a:gd name="connsiteX97" fmla="*/ 3067836 w 3428006"/>
              <a:gd name="connsiteY97" fmla="*/ 452027 h 1806419"/>
              <a:gd name="connsiteX98" fmla="*/ 3054320 w 3428006"/>
              <a:gd name="connsiteY98" fmla="*/ 481437 h 1806419"/>
              <a:gd name="connsiteX99" fmla="*/ 3095368 w 3428006"/>
              <a:gd name="connsiteY99" fmla="*/ 650697 h 1806419"/>
              <a:gd name="connsiteX100" fmla="*/ 3096307 w 3428006"/>
              <a:gd name="connsiteY100" fmla="*/ 653825 h 1806419"/>
              <a:gd name="connsiteX101" fmla="*/ 3166013 w 3428006"/>
              <a:gd name="connsiteY101" fmla="*/ 843859 h 1806419"/>
              <a:gd name="connsiteX102" fmla="*/ 3169892 w 3428006"/>
              <a:gd name="connsiteY102" fmla="*/ 850867 h 1806419"/>
              <a:gd name="connsiteX103" fmla="*/ 3233154 w 3428006"/>
              <a:gd name="connsiteY103" fmla="*/ 932650 h 1806419"/>
              <a:gd name="connsiteX104" fmla="*/ 2971161 w 3428006"/>
              <a:gd name="connsiteY104" fmla="*/ 947981 h 1806419"/>
              <a:gd name="connsiteX105" fmla="*/ 2951263 w 3428006"/>
              <a:gd name="connsiteY105" fmla="*/ 958994 h 1806419"/>
              <a:gd name="connsiteX106" fmla="*/ 2881744 w 3428006"/>
              <a:gd name="connsiteY106" fmla="*/ 1058798 h 1806419"/>
              <a:gd name="connsiteX107" fmla="*/ 2877239 w 3428006"/>
              <a:gd name="connsiteY107" fmla="*/ 1076694 h 1806419"/>
              <a:gd name="connsiteX108" fmla="*/ 2892319 w 3428006"/>
              <a:gd name="connsiteY108" fmla="*/ 1203717 h 1806419"/>
              <a:gd name="connsiteX109" fmla="*/ 2907649 w 3428006"/>
              <a:gd name="connsiteY109" fmla="*/ 1224428 h 1806419"/>
              <a:gd name="connsiteX110" fmla="*/ 3007891 w 3428006"/>
              <a:gd name="connsiteY110" fmla="*/ 1268605 h 1806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3428006" h="1806419">
                <a:moveTo>
                  <a:pt x="3007891" y="1268855"/>
                </a:moveTo>
                <a:lnTo>
                  <a:pt x="3118207" y="1349824"/>
                </a:lnTo>
                <a:lnTo>
                  <a:pt x="3117957" y="1355957"/>
                </a:lnTo>
                <a:cubicBezTo>
                  <a:pt x="3073217" y="1383113"/>
                  <a:pt x="2965967" y="1448189"/>
                  <a:pt x="2918349" y="1477098"/>
                </a:cubicBezTo>
                <a:cubicBezTo>
                  <a:pt x="2905021" y="1485233"/>
                  <a:pt x="2896761" y="1498873"/>
                  <a:pt x="2893758" y="1514204"/>
                </a:cubicBezTo>
                <a:cubicBezTo>
                  <a:pt x="2860719" y="1678833"/>
                  <a:pt x="2283796" y="1602870"/>
                  <a:pt x="2194817" y="1631841"/>
                </a:cubicBezTo>
                <a:cubicBezTo>
                  <a:pt x="2051776" y="1663378"/>
                  <a:pt x="1893654" y="1806232"/>
                  <a:pt x="1772888" y="1679897"/>
                </a:cubicBezTo>
                <a:cubicBezTo>
                  <a:pt x="1748922" y="1654806"/>
                  <a:pt x="1751237" y="1615009"/>
                  <a:pt x="1778332" y="1593421"/>
                </a:cubicBezTo>
                <a:cubicBezTo>
                  <a:pt x="1912738" y="1486547"/>
                  <a:pt x="1975311" y="1721696"/>
                  <a:pt x="1985261" y="1490676"/>
                </a:cubicBezTo>
                <a:cubicBezTo>
                  <a:pt x="1986199" y="1469026"/>
                  <a:pt x="1974310" y="1449316"/>
                  <a:pt x="1955663" y="1438365"/>
                </a:cubicBezTo>
                <a:cubicBezTo>
                  <a:pt x="1837338" y="1368659"/>
                  <a:pt x="2046519" y="1157913"/>
                  <a:pt x="2095389" y="1057171"/>
                </a:cubicBezTo>
                <a:cubicBezTo>
                  <a:pt x="2102272" y="1042904"/>
                  <a:pt x="2114849" y="1032392"/>
                  <a:pt x="2129867" y="1027699"/>
                </a:cubicBezTo>
                <a:cubicBezTo>
                  <a:pt x="2146511" y="1022505"/>
                  <a:pt x="2168599" y="1015622"/>
                  <a:pt x="2187809" y="1009678"/>
                </a:cubicBezTo>
                <a:cubicBezTo>
                  <a:pt x="2213026" y="1001731"/>
                  <a:pt x="2229608" y="977828"/>
                  <a:pt x="2228357" y="951422"/>
                </a:cubicBezTo>
                <a:cubicBezTo>
                  <a:pt x="2223851" y="860379"/>
                  <a:pt x="2220034" y="832158"/>
                  <a:pt x="2110657" y="835975"/>
                </a:cubicBezTo>
                <a:cubicBezTo>
                  <a:pt x="2094200" y="836601"/>
                  <a:pt x="2078807" y="844110"/>
                  <a:pt x="2068044" y="856624"/>
                </a:cubicBezTo>
                <a:cubicBezTo>
                  <a:pt x="1953223" y="989529"/>
                  <a:pt x="2009476" y="1100534"/>
                  <a:pt x="1938769" y="1249270"/>
                </a:cubicBezTo>
                <a:cubicBezTo>
                  <a:pt x="1932073" y="1263224"/>
                  <a:pt x="1919496" y="1273360"/>
                  <a:pt x="1904792" y="1278429"/>
                </a:cubicBezTo>
                <a:cubicBezTo>
                  <a:pt x="1779771" y="1321792"/>
                  <a:pt x="1728085" y="1489801"/>
                  <a:pt x="1692919" y="1608063"/>
                </a:cubicBezTo>
                <a:cubicBezTo>
                  <a:pt x="1687788" y="1624958"/>
                  <a:pt x="1675399" y="1638474"/>
                  <a:pt x="1659067" y="1645169"/>
                </a:cubicBezTo>
                <a:cubicBezTo>
                  <a:pt x="1584981" y="1675767"/>
                  <a:pt x="1481861" y="1743534"/>
                  <a:pt x="1430676" y="1800288"/>
                </a:cubicBezTo>
                <a:cubicBezTo>
                  <a:pt x="1428674" y="1802478"/>
                  <a:pt x="1426609" y="1804543"/>
                  <a:pt x="1424294" y="1806420"/>
                </a:cubicBezTo>
                <a:lnTo>
                  <a:pt x="1313289" y="1682963"/>
                </a:lnTo>
                <a:cubicBezTo>
                  <a:pt x="1298522" y="1666569"/>
                  <a:pt x="1274869" y="1661626"/>
                  <a:pt x="1254783" y="1670699"/>
                </a:cubicBezTo>
                <a:lnTo>
                  <a:pt x="1219117" y="1686780"/>
                </a:lnTo>
                <a:lnTo>
                  <a:pt x="1219117" y="1686780"/>
                </a:lnTo>
                <a:cubicBezTo>
                  <a:pt x="1200595" y="1695040"/>
                  <a:pt x="1175378" y="1714187"/>
                  <a:pt x="1153352" y="1731270"/>
                </a:cubicBezTo>
                <a:cubicBezTo>
                  <a:pt x="1128574" y="1750417"/>
                  <a:pt x="1093032" y="1746350"/>
                  <a:pt x="1073134" y="1722009"/>
                </a:cubicBezTo>
                <a:cubicBezTo>
                  <a:pt x="1068942" y="1716878"/>
                  <a:pt x="1064561" y="1711622"/>
                  <a:pt x="1060432" y="1706366"/>
                </a:cubicBezTo>
                <a:cubicBezTo>
                  <a:pt x="1041660" y="1683339"/>
                  <a:pt x="1043349" y="1649799"/>
                  <a:pt x="1064374" y="1628838"/>
                </a:cubicBezTo>
                <a:cubicBezTo>
                  <a:pt x="1180822" y="1512765"/>
                  <a:pt x="1153478" y="1515581"/>
                  <a:pt x="1032524" y="1474970"/>
                </a:cubicBezTo>
                <a:cubicBezTo>
                  <a:pt x="1002552" y="1464896"/>
                  <a:pt x="971453" y="1481979"/>
                  <a:pt x="960628" y="1511763"/>
                </a:cubicBezTo>
                <a:cubicBezTo>
                  <a:pt x="953432" y="1531349"/>
                  <a:pt x="935911" y="1531474"/>
                  <a:pt x="909881" y="1524904"/>
                </a:cubicBezTo>
                <a:cubicBezTo>
                  <a:pt x="878845" y="1517082"/>
                  <a:pt x="860073" y="1485608"/>
                  <a:pt x="867894" y="1454697"/>
                </a:cubicBezTo>
                <a:cubicBezTo>
                  <a:pt x="874027" y="1430294"/>
                  <a:pt x="881723" y="1400008"/>
                  <a:pt x="889545" y="1368972"/>
                </a:cubicBezTo>
                <a:cubicBezTo>
                  <a:pt x="903186" y="1315222"/>
                  <a:pt x="840863" y="1274987"/>
                  <a:pt x="797437" y="1309465"/>
                </a:cubicBezTo>
                <a:lnTo>
                  <a:pt x="795748" y="1310716"/>
                </a:lnTo>
                <a:cubicBezTo>
                  <a:pt x="783546" y="1320415"/>
                  <a:pt x="775850" y="1334682"/>
                  <a:pt x="774160" y="1350075"/>
                </a:cubicBezTo>
                <a:lnTo>
                  <a:pt x="741247" y="1671763"/>
                </a:lnTo>
                <a:cubicBezTo>
                  <a:pt x="737930" y="1704864"/>
                  <a:pt x="707207" y="1728454"/>
                  <a:pt x="674168" y="1722885"/>
                </a:cubicBezTo>
                <a:lnTo>
                  <a:pt x="596453" y="1709870"/>
                </a:lnTo>
                <a:cubicBezTo>
                  <a:pt x="593449" y="1709432"/>
                  <a:pt x="590383" y="1709119"/>
                  <a:pt x="587505" y="1709119"/>
                </a:cubicBezTo>
                <a:cubicBezTo>
                  <a:pt x="355171" y="1705802"/>
                  <a:pt x="448405" y="1828633"/>
                  <a:pt x="224519" y="1749854"/>
                </a:cubicBezTo>
                <a:cubicBezTo>
                  <a:pt x="215133" y="1746600"/>
                  <a:pt x="206686" y="1740968"/>
                  <a:pt x="200115" y="1733585"/>
                </a:cubicBezTo>
                <a:cubicBezTo>
                  <a:pt x="67836" y="1586288"/>
                  <a:pt x="214695" y="1518647"/>
                  <a:pt x="21532" y="1363215"/>
                </a:cubicBezTo>
                <a:cubicBezTo>
                  <a:pt x="2447" y="1347885"/>
                  <a:pt x="-4936" y="1321980"/>
                  <a:pt x="3386" y="1298953"/>
                </a:cubicBezTo>
                <a:cubicBezTo>
                  <a:pt x="25286" y="1239258"/>
                  <a:pt x="79099" y="1306587"/>
                  <a:pt x="127906" y="1348636"/>
                </a:cubicBezTo>
                <a:cubicBezTo>
                  <a:pt x="148931" y="1366782"/>
                  <a:pt x="179654" y="1367595"/>
                  <a:pt x="201555" y="1350513"/>
                </a:cubicBezTo>
                <a:cubicBezTo>
                  <a:pt x="223455" y="1333305"/>
                  <a:pt x="251112" y="1311530"/>
                  <a:pt x="266255" y="1299704"/>
                </a:cubicBezTo>
                <a:cubicBezTo>
                  <a:pt x="273952" y="1293634"/>
                  <a:pt x="283150" y="1289692"/>
                  <a:pt x="292849" y="1288065"/>
                </a:cubicBezTo>
                <a:cubicBezTo>
                  <a:pt x="378386" y="1274111"/>
                  <a:pt x="415867" y="1310967"/>
                  <a:pt x="450908" y="1370036"/>
                </a:cubicBezTo>
                <a:cubicBezTo>
                  <a:pt x="467865" y="1398694"/>
                  <a:pt x="506222" y="1406703"/>
                  <a:pt x="533442" y="1387431"/>
                </a:cubicBezTo>
                <a:cubicBezTo>
                  <a:pt x="684305" y="1280744"/>
                  <a:pt x="611032" y="1226181"/>
                  <a:pt x="540513" y="1071875"/>
                </a:cubicBezTo>
                <a:cubicBezTo>
                  <a:pt x="531565" y="1052102"/>
                  <a:pt x="534380" y="1028638"/>
                  <a:pt x="548209" y="1011868"/>
                </a:cubicBezTo>
                <a:cubicBezTo>
                  <a:pt x="626363" y="917508"/>
                  <a:pt x="749882" y="980018"/>
                  <a:pt x="854379" y="1009490"/>
                </a:cubicBezTo>
                <a:cubicBezTo>
                  <a:pt x="870648" y="1014058"/>
                  <a:pt x="888043" y="1011179"/>
                  <a:pt x="901997" y="1001669"/>
                </a:cubicBezTo>
                <a:cubicBezTo>
                  <a:pt x="921081" y="988841"/>
                  <a:pt x="949615" y="969569"/>
                  <a:pt x="974269" y="952987"/>
                </a:cubicBezTo>
                <a:cubicBezTo>
                  <a:pt x="1001550" y="934528"/>
                  <a:pt x="1007995" y="896921"/>
                  <a:pt x="988347" y="870453"/>
                </a:cubicBezTo>
                <a:cubicBezTo>
                  <a:pt x="929091" y="790422"/>
                  <a:pt x="923209" y="814638"/>
                  <a:pt x="876592" y="925142"/>
                </a:cubicBezTo>
                <a:cubicBezTo>
                  <a:pt x="870960" y="938282"/>
                  <a:pt x="860886" y="949295"/>
                  <a:pt x="847808" y="955052"/>
                </a:cubicBezTo>
                <a:cubicBezTo>
                  <a:pt x="775412" y="987339"/>
                  <a:pt x="729170" y="917007"/>
                  <a:pt x="700512" y="850743"/>
                </a:cubicBezTo>
                <a:cubicBezTo>
                  <a:pt x="689687" y="825400"/>
                  <a:pt x="662592" y="812197"/>
                  <a:pt x="635623" y="817516"/>
                </a:cubicBezTo>
                <a:cubicBezTo>
                  <a:pt x="616351" y="821271"/>
                  <a:pt x="597266" y="822084"/>
                  <a:pt x="579183" y="817954"/>
                </a:cubicBezTo>
                <a:cubicBezTo>
                  <a:pt x="535632" y="808130"/>
                  <a:pt x="519613" y="754380"/>
                  <a:pt x="550211" y="721905"/>
                </a:cubicBezTo>
                <a:cubicBezTo>
                  <a:pt x="564603" y="706574"/>
                  <a:pt x="580809" y="689429"/>
                  <a:pt x="595452" y="673974"/>
                </a:cubicBezTo>
                <a:cubicBezTo>
                  <a:pt x="614724" y="653450"/>
                  <a:pt x="645447" y="650759"/>
                  <a:pt x="669413" y="665401"/>
                </a:cubicBezTo>
                <a:cubicBezTo>
                  <a:pt x="746816" y="712519"/>
                  <a:pt x="926525" y="656516"/>
                  <a:pt x="1005930" y="644752"/>
                </a:cubicBezTo>
                <a:cubicBezTo>
                  <a:pt x="1017256" y="643063"/>
                  <a:pt x="1027831" y="638182"/>
                  <a:pt x="1036341" y="630360"/>
                </a:cubicBezTo>
                <a:cubicBezTo>
                  <a:pt x="1114557" y="558714"/>
                  <a:pt x="1391818" y="349095"/>
                  <a:pt x="1423855" y="231645"/>
                </a:cubicBezTo>
                <a:cubicBezTo>
                  <a:pt x="1432428" y="200609"/>
                  <a:pt x="1463151" y="180523"/>
                  <a:pt x="1494188" y="189158"/>
                </a:cubicBezTo>
                <a:cubicBezTo>
                  <a:pt x="1540679" y="202298"/>
                  <a:pt x="1585857" y="238841"/>
                  <a:pt x="1623401" y="275196"/>
                </a:cubicBezTo>
                <a:cubicBezTo>
                  <a:pt x="1650808" y="301852"/>
                  <a:pt x="1696111" y="294907"/>
                  <a:pt x="1714319" y="261242"/>
                </a:cubicBezTo>
                <a:cubicBezTo>
                  <a:pt x="1714632" y="260742"/>
                  <a:pt x="1714820" y="260304"/>
                  <a:pt x="1715133" y="259803"/>
                </a:cubicBezTo>
                <a:cubicBezTo>
                  <a:pt x="1725145" y="241344"/>
                  <a:pt x="1744292" y="229893"/>
                  <a:pt x="1765254" y="229580"/>
                </a:cubicBezTo>
                <a:cubicBezTo>
                  <a:pt x="1840654" y="228517"/>
                  <a:pt x="1954349" y="210120"/>
                  <a:pt x="2020051" y="193976"/>
                </a:cubicBezTo>
                <a:cubicBezTo>
                  <a:pt x="2028060" y="191974"/>
                  <a:pt x="2035444" y="188345"/>
                  <a:pt x="2041952" y="183276"/>
                </a:cubicBezTo>
                <a:cubicBezTo>
                  <a:pt x="2078119" y="154806"/>
                  <a:pt x="2206581" y="53562"/>
                  <a:pt x="2258329" y="12765"/>
                </a:cubicBezTo>
                <a:cubicBezTo>
                  <a:pt x="2272408" y="1627"/>
                  <a:pt x="2290930" y="-2440"/>
                  <a:pt x="2308200" y="2127"/>
                </a:cubicBezTo>
                <a:cubicBezTo>
                  <a:pt x="2351313" y="13391"/>
                  <a:pt x="2397053" y="29222"/>
                  <a:pt x="2441355" y="35354"/>
                </a:cubicBezTo>
                <a:lnTo>
                  <a:pt x="2441230" y="50246"/>
                </a:lnTo>
                <a:lnTo>
                  <a:pt x="2405689" y="94923"/>
                </a:lnTo>
                <a:cubicBezTo>
                  <a:pt x="2398805" y="103558"/>
                  <a:pt x="2398180" y="115635"/>
                  <a:pt x="2403999" y="125021"/>
                </a:cubicBezTo>
                <a:lnTo>
                  <a:pt x="2468699" y="227203"/>
                </a:lnTo>
                <a:cubicBezTo>
                  <a:pt x="2474957" y="237089"/>
                  <a:pt x="2487033" y="241594"/>
                  <a:pt x="2498297" y="238215"/>
                </a:cubicBezTo>
                <a:lnTo>
                  <a:pt x="2672687" y="184966"/>
                </a:lnTo>
                <a:lnTo>
                  <a:pt x="2826867" y="218693"/>
                </a:lnTo>
                <a:cubicBezTo>
                  <a:pt x="2834063" y="220257"/>
                  <a:pt x="2841572" y="218818"/>
                  <a:pt x="2847579" y="214500"/>
                </a:cubicBezTo>
                <a:lnTo>
                  <a:pt x="3012396" y="96988"/>
                </a:lnTo>
                <a:lnTo>
                  <a:pt x="3164073" y="94798"/>
                </a:lnTo>
                <a:cubicBezTo>
                  <a:pt x="3168328" y="94673"/>
                  <a:pt x="3172521" y="93672"/>
                  <a:pt x="3176275" y="91544"/>
                </a:cubicBezTo>
                <a:lnTo>
                  <a:pt x="3342782" y="0"/>
                </a:lnTo>
                <a:lnTo>
                  <a:pt x="3355797" y="121892"/>
                </a:lnTo>
                <a:lnTo>
                  <a:pt x="3331206" y="214813"/>
                </a:lnTo>
                <a:cubicBezTo>
                  <a:pt x="3329454" y="221383"/>
                  <a:pt x="3330392" y="228454"/>
                  <a:pt x="3333709" y="234398"/>
                </a:cubicBezTo>
                <a:lnTo>
                  <a:pt x="3428006" y="399216"/>
                </a:lnTo>
                <a:lnTo>
                  <a:pt x="3239348" y="370995"/>
                </a:lnTo>
                <a:cubicBezTo>
                  <a:pt x="3234030" y="370182"/>
                  <a:pt x="3228648" y="370995"/>
                  <a:pt x="3223705" y="373498"/>
                </a:cubicBezTo>
                <a:lnTo>
                  <a:pt x="3067836" y="452027"/>
                </a:lnTo>
                <a:cubicBezTo>
                  <a:pt x="3057011" y="457471"/>
                  <a:pt x="3051379" y="469610"/>
                  <a:pt x="3054320" y="481437"/>
                </a:cubicBezTo>
                <a:lnTo>
                  <a:pt x="3095368" y="650697"/>
                </a:lnTo>
                <a:lnTo>
                  <a:pt x="3096307" y="653825"/>
                </a:lnTo>
                <a:lnTo>
                  <a:pt x="3166013" y="843859"/>
                </a:lnTo>
                <a:cubicBezTo>
                  <a:pt x="3166951" y="846362"/>
                  <a:pt x="3168203" y="848740"/>
                  <a:pt x="3169892" y="850867"/>
                </a:cubicBezTo>
                <a:lnTo>
                  <a:pt x="3233154" y="932650"/>
                </a:lnTo>
                <a:lnTo>
                  <a:pt x="2971161" y="947981"/>
                </a:lnTo>
                <a:cubicBezTo>
                  <a:pt x="2963151" y="948419"/>
                  <a:pt x="2955830" y="952486"/>
                  <a:pt x="2951263" y="958994"/>
                </a:cubicBezTo>
                <a:lnTo>
                  <a:pt x="2881744" y="1058798"/>
                </a:lnTo>
                <a:cubicBezTo>
                  <a:pt x="2878115" y="1063991"/>
                  <a:pt x="2876550" y="1070374"/>
                  <a:pt x="2877239" y="1076694"/>
                </a:cubicBezTo>
                <a:lnTo>
                  <a:pt x="2892319" y="1203717"/>
                </a:lnTo>
                <a:cubicBezTo>
                  <a:pt x="2893383" y="1212790"/>
                  <a:pt x="2899202" y="1220674"/>
                  <a:pt x="2907649" y="1224428"/>
                </a:cubicBezTo>
                <a:lnTo>
                  <a:pt x="3007891" y="1268605"/>
                </a:lnTo>
                <a:close/>
              </a:path>
            </a:pathLst>
          </a:custGeom>
          <a:solidFill>
            <a:srgbClr val="F3A0BA"/>
          </a:solidFill>
          <a:ln w="6252" cap="flat">
            <a:noFill/>
            <a:prstDash val="solid"/>
            <a:miter/>
          </a:ln>
        </p:spPr>
        <p:txBody>
          <a:bodyPr rtlCol="0" anchor="ctr"/>
          <a:lstStyle/>
          <a:p>
            <a:endParaRPr lang="fi-FI" sz="3200"/>
          </a:p>
        </p:txBody>
      </p:sp>
      <p:sp>
        <p:nvSpPr>
          <p:cNvPr id="12" name="Vapaamuotoinen: Muoto 11">
            <a:extLst>
              <a:ext uri="{FF2B5EF4-FFF2-40B4-BE49-F238E27FC236}">
                <a16:creationId xmlns:a16="http://schemas.microsoft.com/office/drawing/2014/main" id="{0E825527-AB82-D73E-3325-7C9037E01C49}"/>
              </a:ext>
              <a:ext uri="{C183D7F6-B498-43B3-948B-1728B52AA6E4}">
                <adec:decorative xmlns:adec="http://schemas.microsoft.com/office/drawing/2017/decorative" val="1"/>
              </a:ext>
            </a:extLst>
          </p:cNvPr>
          <p:cNvSpPr>
            <a:spLocks/>
          </p:cNvSpPr>
          <p:nvPr/>
        </p:nvSpPr>
        <p:spPr>
          <a:xfrm>
            <a:off x="7838408" y="4138627"/>
            <a:ext cx="1558923" cy="964192"/>
          </a:xfrm>
          <a:custGeom>
            <a:avLst/>
            <a:gdLst>
              <a:gd name="connsiteX0" fmla="*/ 1555252 w 1562760"/>
              <a:gd name="connsiteY0" fmla="*/ 550955 h 966565"/>
              <a:gd name="connsiteX1" fmla="*/ 1562761 w 1562760"/>
              <a:gd name="connsiteY1" fmla="*/ 577924 h 966565"/>
              <a:gd name="connsiteX2" fmla="*/ 1501815 w 1562760"/>
              <a:gd name="connsiteY2" fmla="*/ 585245 h 966565"/>
              <a:gd name="connsiteX3" fmla="*/ 1343755 w 1562760"/>
              <a:gd name="connsiteY3" fmla="*/ 543384 h 966565"/>
              <a:gd name="connsiteX4" fmla="*/ 1304710 w 1562760"/>
              <a:gd name="connsiteY4" fmla="*/ 638620 h 966565"/>
              <a:gd name="connsiteX5" fmla="*/ 859753 w 1562760"/>
              <a:gd name="connsiteY5" fmla="*/ 733606 h 966565"/>
              <a:gd name="connsiteX6" fmla="*/ 809632 w 1562760"/>
              <a:gd name="connsiteY6" fmla="*/ 708389 h 966565"/>
              <a:gd name="connsiteX7" fmla="*/ 375438 w 1562760"/>
              <a:gd name="connsiteY7" fmla="*/ 814763 h 966565"/>
              <a:gd name="connsiteX8" fmla="*/ 348469 w 1562760"/>
              <a:gd name="connsiteY8" fmla="*/ 818079 h 966565"/>
              <a:gd name="connsiteX9" fmla="*/ 217629 w 1562760"/>
              <a:gd name="connsiteY9" fmla="*/ 966565 h 966565"/>
              <a:gd name="connsiteX10" fmla="*/ 106186 w 1562760"/>
              <a:gd name="connsiteY10" fmla="*/ 884782 h 966565"/>
              <a:gd name="connsiteX11" fmla="*/ 101306 w 1562760"/>
              <a:gd name="connsiteY11" fmla="*/ 881841 h 966565"/>
              <a:gd name="connsiteX12" fmla="*/ 12202 w 1562760"/>
              <a:gd name="connsiteY12" fmla="*/ 842545 h 966565"/>
              <a:gd name="connsiteX13" fmla="*/ 0 w 1562760"/>
              <a:gd name="connsiteY13" fmla="*/ 740239 h 966565"/>
              <a:gd name="connsiteX14" fmla="*/ 56566 w 1562760"/>
              <a:gd name="connsiteY14" fmla="*/ 658956 h 966565"/>
              <a:gd name="connsiteX15" fmla="*/ 355227 w 1562760"/>
              <a:gd name="connsiteY15" fmla="*/ 641561 h 966565"/>
              <a:gd name="connsiteX16" fmla="*/ 377441 w 1562760"/>
              <a:gd name="connsiteY16" fmla="*/ 626356 h 966565"/>
              <a:gd name="connsiteX17" fmla="*/ 374312 w 1562760"/>
              <a:gd name="connsiteY17" fmla="*/ 599574 h 966565"/>
              <a:gd name="connsiteX18" fmla="*/ 283393 w 1562760"/>
              <a:gd name="connsiteY18" fmla="*/ 481937 h 966565"/>
              <a:gd name="connsiteX19" fmla="*/ 215439 w 1562760"/>
              <a:gd name="connsiteY19" fmla="*/ 296721 h 966565"/>
              <a:gd name="connsiteX20" fmla="*/ 179585 w 1562760"/>
              <a:gd name="connsiteY20" fmla="*/ 148986 h 966565"/>
              <a:gd name="connsiteX21" fmla="*/ 309611 w 1562760"/>
              <a:gd name="connsiteY21" fmla="*/ 83472 h 966565"/>
              <a:gd name="connsiteX22" fmla="*/ 543196 w 1562760"/>
              <a:gd name="connsiteY22" fmla="*/ 118451 h 966565"/>
              <a:gd name="connsiteX23" fmla="*/ 544010 w 1562760"/>
              <a:gd name="connsiteY23" fmla="*/ 118451 h 966565"/>
              <a:gd name="connsiteX24" fmla="*/ 547013 w 1562760"/>
              <a:gd name="connsiteY24" fmla="*/ 118764 h 966565"/>
              <a:gd name="connsiteX25" fmla="*/ 550267 w 1562760"/>
              <a:gd name="connsiteY25" fmla="*/ 118576 h 966565"/>
              <a:gd name="connsiteX26" fmla="*/ 794677 w 1562760"/>
              <a:gd name="connsiteY26" fmla="*/ 88353 h 966565"/>
              <a:gd name="connsiteX27" fmla="*/ 809382 w 1562760"/>
              <a:gd name="connsiteY27" fmla="*/ 81470 h 966565"/>
              <a:gd name="connsiteX28" fmla="*/ 895732 w 1562760"/>
              <a:gd name="connsiteY28" fmla="*/ 0 h 966565"/>
              <a:gd name="connsiteX29" fmla="*/ 1052540 w 1562760"/>
              <a:gd name="connsiteY29" fmla="*/ 49808 h 966565"/>
              <a:gd name="connsiteX30" fmla="*/ 1119869 w 1562760"/>
              <a:gd name="connsiteY30" fmla="*/ 111880 h 966565"/>
              <a:gd name="connsiteX31" fmla="*/ 1134011 w 1562760"/>
              <a:gd name="connsiteY31" fmla="*/ 118576 h 966565"/>
              <a:gd name="connsiteX32" fmla="*/ 1348698 w 1562760"/>
              <a:gd name="connsiteY32" fmla="*/ 147109 h 966565"/>
              <a:gd name="connsiteX33" fmla="*/ 1555315 w 1562760"/>
              <a:gd name="connsiteY33" fmla="*/ 550893 h 96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562760" h="966565">
                <a:moveTo>
                  <a:pt x="1555252" y="550955"/>
                </a:moveTo>
                <a:lnTo>
                  <a:pt x="1562761" y="577924"/>
                </a:lnTo>
                <a:cubicBezTo>
                  <a:pt x="1545553" y="591565"/>
                  <a:pt x="1522339" y="595445"/>
                  <a:pt x="1501815" y="585245"/>
                </a:cubicBezTo>
                <a:cubicBezTo>
                  <a:pt x="1449629" y="559590"/>
                  <a:pt x="1396880" y="540255"/>
                  <a:pt x="1343755" y="543384"/>
                </a:cubicBezTo>
                <a:cubicBezTo>
                  <a:pt x="1296763" y="546074"/>
                  <a:pt x="1274800" y="602265"/>
                  <a:pt x="1304710" y="638620"/>
                </a:cubicBezTo>
                <a:cubicBezTo>
                  <a:pt x="1400008" y="754130"/>
                  <a:pt x="1000292" y="728600"/>
                  <a:pt x="859753" y="733606"/>
                </a:cubicBezTo>
                <a:cubicBezTo>
                  <a:pt x="839855" y="734357"/>
                  <a:pt x="821020" y="724846"/>
                  <a:pt x="809632" y="708389"/>
                </a:cubicBezTo>
                <a:cubicBezTo>
                  <a:pt x="726911" y="589125"/>
                  <a:pt x="777657" y="857876"/>
                  <a:pt x="375438" y="814763"/>
                </a:cubicBezTo>
                <a:cubicBezTo>
                  <a:pt x="366240" y="813824"/>
                  <a:pt x="356979" y="814888"/>
                  <a:pt x="348469" y="818079"/>
                </a:cubicBezTo>
                <a:cubicBezTo>
                  <a:pt x="287836" y="841106"/>
                  <a:pt x="239279" y="904242"/>
                  <a:pt x="217629" y="966565"/>
                </a:cubicBezTo>
                <a:lnTo>
                  <a:pt x="106186" y="884782"/>
                </a:lnTo>
                <a:cubicBezTo>
                  <a:pt x="104747" y="883656"/>
                  <a:pt x="103058" y="882717"/>
                  <a:pt x="101306" y="881841"/>
                </a:cubicBezTo>
                <a:lnTo>
                  <a:pt x="12202" y="842545"/>
                </a:lnTo>
                <a:lnTo>
                  <a:pt x="0" y="740239"/>
                </a:lnTo>
                <a:lnTo>
                  <a:pt x="56566" y="658956"/>
                </a:lnTo>
                <a:lnTo>
                  <a:pt x="355227" y="641561"/>
                </a:lnTo>
                <a:cubicBezTo>
                  <a:pt x="364801" y="640935"/>
                  <a:pt x="373373" y="635116"/>
                  <a:pt x="377441" y="626356"/>
                </a:cubicBezTo>
                <a:cubicBezTo>
                  <a:pt x="381382" y="617595"/>
                  <a:pt x="380256" y="607271"/>
                  <a:pt x="374312" y="599574"/>
                </a:cubicBezTo>
                <a:lnTo>
                  <a:pt x="283393" y="481937"/>
                </a:lnTo>
                <a:lnTo>
                  <a:pt x="215439" y="296721"/>
                </a:lnTo>
                <a:lnTo>
                  <a:pt x="179585" y="148986"/>
                </a:lnTo>
                <a:lnTo>
                  <a:pt x="309611" y="83472"/>
                </a:lnTo>
                <a:lnTo>
                  <a:pt x="543196" y="118451"/>
                </a:lnTo>
                <a:cubicBezTo>
                  <a:pt x="543196" y="118451"/>
                  <a:pt x="543822" y="118451"/>
                  <a:pt x="544010" y="118451"/>
                </a:cubicBezTo>
                <a:cubicBezTo>
                  <a:pt x="545074" y="118638"/>
                  <a:pt x="546012" y="118764"/>
                  <a:pt x="547013" y="118764"/>
                </a:cubicBezTo>
                <a:cubicBezTo>
                  <a:pt x="548014" y="118764"/>
                  <a:pt x="549203" y="118638"/>
                  <a:pt x="550267" y="118576"/>
                </a:cubicBezTo>
                <a:lnTo>
                  <a:pt x="794677" y="88353"/>
                </a:lnTo>
                <a:cubicBezTo>
                  <a:pt x="800184" y="87727"/>
                  <a:pt x="805314" y="85349"/>
                  <a:pt x="809382" y="81470"/>
                </a:cubicBezTo>
                <a:lnTo>
                  <a:pt x="895732" y="0"/>
                </a:lnTo>
                <a:lnTo>
                  <a:pt x="1052540" y="49808"/>
                </a:lnTo>
                <a:lnTo>
                  <a:pt x="1119869" y="111880"/>
                </a:lnTo>
                <a:cubicBezTo>
                  <a:pt x="1123811" y="115510"/>
                  <a:pt x="1128754" y="117825"/>
                  <a:pt x="1134011" y="118576"/>
                </a:cubicBezTo>
                <a:lnTo>
                  <a:pt x="1348698" y="147109"/>
                </a:lnTo>
                <a:lnTo>
                  <a:pt x="1555315" y="550893"/>
                </a:lnTo>
                <a:close/>
              </a:path>
            </a:pathLst>
          </a:custGeom>
          <a:solidFill>
            <a:srgbClr val="F3A0BA"/>
          </a:solidFill>
          <a:ln w="6252" cap="flat">
            <a:noFill/>
            <a:prstDash val="solid"/>
            <a:miter/>
          </a:ln>
        </p:spPr>
        <p:txBody>
          <a:bodyPr rtlCol="0" anchor="ctr"/>
          <a:lstStyle/>
          <a:p>
            <a:endParaRPr lang="fi-FI" sz="3200"/>
          </a:p>
        </p:txBody>
      </p:sp>
      <p:sp>
        <p:nvSpPr>
          <p:cNvPr id="13" name="Vapaamuotoinen: Muoto 12">
            <a:extLst>
              <a:ext uri="{FF2B5EF4-FFF2-40B4-BE49-F238E27FC236}">
                <a16:creationId xmlns:a16="http://schemas.microsoft.com/office/drawing/2014/main" id="{7D0D8F31-36E9-CD80-DE1C-609D2FD903AE}"/>
              </a:ext>
              <a:ext uri="{C183D7F6-B498-43B3-948B-1728B52AA6E4}">
                <adec:decorative xmlns:adec="http://schemas.microsoft.com/office/drawing/2017/decorative" val="1"/>
              </a:ext>
            </a:extLst>
          </p:cNvPr>
          <p:cNvSpPr>
            <a:spLocks/>
          </p:cNvSpPr>
          <p:nvPr/>
        </p:nvSpPr>
        <p:spPr>
          <a:xfrm>
            <a:off x="7327401" y="1012010"/>
            <a:ext cx="2160064" cy="3191407"/>
          </a:xfrm>
          <a:custGeom>
            <a:avLst/>
            <a:gdLst>
              <a:gd name="connsiteX0" fmla="*/ 2165256 w 2165381"/>
              <a:gd name="connsiteY0" fmla="*/ 2205104 h 3199263"/>
              <a:gd name="connsiteX1" fmla="*/ 2012828 w 2165381"/>
              <a:gd name="connsiteY1" fmla="*/ 2381685 h 3199263"/>
              <a:gd name="connsiteX2" fmla="*/ 1942496 w 2165381"/>
              <a:gd name="connsiteY2" fmla="*/ 2381685 h 3199263"/>
              <a:gd name="connsiteX3" fmla="*/ 1923662 w 2165381"/>
              <a:gd name="connsiteY3" fmla="*/ 2389820 h 3199263"/>
              <a:gd name="connsiteX4" fmla="*/ 1735818 w 2165381"/>
              <a:gd name="connsiteY4" fmla="*/ 2588614 h 3199263"/>
              <a:gd name="connsiteX5" fmla="*/ 1557172 w 2165381"/>
              <a:gd name="connsiteY5" fmla="*/ 2588614 h 3199263"/>
              <a:gd name="connsiteX6" fmla="*/ 1541967 w 2165381"/>
              <a:gd name="connsiteY6" fmla="*/ 2593495 h 3199263"/>
              <a:gd name="connsiteX7" fmla="*/ 1349242 w 2165381"/>
              <a:gd name="connsiteY7" fmla="*/ 2731343 h 3199263"/>
              <a:gd name="connsiteX8" fmla="*/ 1340169 w 2165381"/>
              <a:gd name="connsiteY8" fmla="*/ 2743107 h 3199263"/>
              <a:gd name="connsiteX9" fmla="*/ 1274967 w 2165381"/>
              <a:gd name="connsiteY9" fmla="*/ 2911365 h 3199263"/>
              <a:gd name="connsiteX10" fmla="*/ 1273215 w 2165381"/>
              <a:gd name="connsiteY10" fmla="*/ 2921565 h 3199263"/>
              <a:gd name="connsiteX11" fmla="*/ 1278972 w 2165381"/>
              <a:gd name="connsiteY11" fmla="*/ 3105780 h 3199263"/>
              <a:gd name="connsiteX12" fmla="*/ 1304940 w 2165381"/>
              <a:gd name="connsiteY12" fmla="*/ 3130997 h 3199263"/>
              <a:gd name="connsiteX13" fmla="*/ 1335788 w 2165381"/>
              <a:gd name="connsiteY13" fmla="*/ 3130997 h 3199263"/>
              <a:gd name="connsiteX14" fmla="*/ 1292237 w 2165381"/>
              <a:gd name="connsiteY14" fmla="*/ 3172170 h 3199263"/>
              <a:gd name="connsiteX15" fmla="*/ 1073483 w 2165381"/>
              <a:gd name="connsiteY15" fmla="*/ 3199264 h 3199263"/>
              <a:gd name="connsiteX16" fmla="*/ 966482 w 2165381"/>
              <a:gd name="connsiteY16" fmla="*/ 3012045 h 3199263"/>
              <a:gd name="connsiteX17" fmla="*/ 989635 w 2165381"/>
              <a:gd name="connsiteY17" fmla="*/ 2924819 h 3199263"/>
              <a:gd name="connsiteX18" fmla="*/ 990385 w 2165381"/>
              <a:gd name="connsiteY18" fmla="*/ 2915308 h 3199263"/>
              <a:gd name="connsiteX19" fmla="*/ 972802 w 2165381"/>
              <a:gd name="connsiteY19" fmla="*/ 2749740 h 3199263"/>
              <a:gd name="connsiteX20" fmla="*/ 958974 w 2165381"/>
              <a:gd name="connsiteY20" fmla="*/ 2729403 h 3199263"/>
              <a:gd name="connsiteX21" fmla="*/ 934382 w 2165381"/>
              <a:gd name="connsiteY21" fmla="*/ 2729591 h 3199263"/>
              <a:gd name="connsiteX22" fmla="*/ 739155 w 2165381"/>
              <a:gd name="connsiteY22" fmla="*/ 2836904 h 3199263"/>
              <a:gd name="connsiteX23" fmla="*/ 585914 w 2165381"/>
              <a:gd name="connsiteY23" fmla="*/ 2839094 h 3199263"/>
              <a:gd name="connsiteX24" fmla="*/ 571209 w 2165381"/>
              <a:gd name="connsiteY24" fmla="*/ 2843974 h 3199263"/>
              <a:gd name="connsiteX25" fmla="*/ 409082 w 2165381"/>
              <a:gd name="connsiteY25" fmla="*/ 2959421 h 3199263"/>
              <a:gd name="connsiteX26" fmla="*/ 259470 w 2165381"/>
              <a:gd name="connsiteY26" fmla="*/ 2926696 h 3199263"/>
              <a:gd name="connsiteX27" fmla="*/ 246267 w 2165381"/>
              <a:gd name="connsiteY27" fmla="*/ 2927196 h 3199263"/>
              <a:gd name="connsiteX28" fmla="*/ 84391 w 2165381"/>
              <a:gd name="connsiteY28" fmla="*/ 2976567 h 3199263"/>
              <a:gd name="connsiteX29" fmla="*/ 40340 w 2165381"/>
              <a:gd name="connsiteY29" fmla="*/ 2906798 h 3199263"/>
              <a:gd name="connsiteX30" fmla="*/ 69937 w 2165381"/>
              <a:gd name="connsiteY30" fmla="*/ 2869629 h 3199263"/>
              <a:gd name="connsiteX31" fmla="*/ 75568 w 2165381"/>
              <a:gd name="connsiteY31" fmla="*/ 2853673 h 3199263"/>
              <a:gd name="connsiteX32" fmla="*/ 75756 w 2165381"/>
              <a:gd name="connsiteY32" fmla="*/ 2831272 h 3199263"/>
              <a:gd name="connsiteX33" fmla="*/ 136827 w 2165381"/>
              <a:gd name="connsiteY33" fmla="*/ 2812312 h 3199263"/>
              <a:gd name="connsiteX34" fmla="*/ 163295 w 2165381"/>
              <a:gd name="connsiteY34" fmla="*/ 2758062 h 3199263"/>
              <a:gd name="connsiteX35" fmla="*/ 45783 w 2165381"/>
              <a:gd name="connsiteY35" fmla="*/ 2432307 h 3199263"/>
              <a:gd name="connsiteX36" fmla="*/ 103601 w 2165381"/>
              <a:gd name="connsiteY36" fmla="*/ 2374364 h 3199263"/>
              <a:gd name="connsiteX37" fmla="*/ 181629 w 2165381"/>
              <a:gd name="connsiteY37" fmla="*/ 2199973 h 3199263"/>
              <a:gd name="connsiteX38" fmla="*/ 247581 w 2165381"/>
              <a:gd name="connsiteY38" fmla="*/ 2195405 h 3199263"/>
              <a:gd name="connsiteX39" fmla="*/ 403638 w 2165381"/>
              <a:gd name="connsiteY39" fmla="*/ 2120193 h 3199263"/>
              <a:gd name="connsiteX40" fmla="*/ 424913 w 2165381"/>
              <a:gd name="connsiteY40" fmla="*/ 2080521 h 3199263"/>
              <a:gd name="connsiteX41" fmla="*/ 455199 w 2165381"/>
              <a:gd name="connsiteY41" fmla="*/ 1752263 h 3199263"/>
              <a:gd name="connsiteX42" fmla="*/ 474909 w 2165381"/>
              <a:gd name="connsiteY42" fmla="*/ 1714031 h 3199263"/>
              <a:gd name="connsiteX43" fmla="*/ 597740 w 2165381"/>
              <a:gd name="connsiteY43" fmla="*/ 1258750 h 3199263"/>
              <a:gd name="connsiteX44" fmla="*/ 539484 w 2165381"/>
              <a:gd name="connsiteY44" fmla="*/ 1213134 h 3199263"/>
              <a:gd name="connsiteX45" fmla="*/ 419344 w 2165381"/>
              <a:gd name="connsiteY45" fmla="*/ 996945 h 3199263"/>
              <a:gd name="connsiteX46" fmla="*/ 475597 w 2165381"/>
              <a:gd name="connsiteY46" fmla="*/ 965158 h 3199263"/>
              <a:gd name="connsiteX47" fmla="*/ 819499 w 2165381"/>
              <a:gd name="connsiteY47" fmla="*/ 897641 h 3199263"/>
              <a:gd name="connsiteX48" fmla="*/ 843965 w 2165381"/>
              <a:gd name="connsiteY48" fmla="*/ 833879 h 3199263"/>
              <a:gd name="connsiteX49" fmla="*/ 789464 w 2165381"/>
              <a:gd name="connsiteY49" fmla="*/ 633208 h 3199263"/>
              <a:gd name="connsiteX50" fmla="*/ 836956 w 2165381"/>
              <a:gd name="connsiteY50" fmla="*/ 560936 h 3199263"/>
              <a:gd name="connsiteX51" fmla="*/ 857918 w 2165381"/>
              <a:gd name="connsiteY51" fmla="*/ 557807 h 3199263"/>
              <a:gd name="connsiteX52" fmla="*/ 907539 w 2165381"/>
              <a:gd name="connsiteY52" fmla="*/ 503869 h 3199263"/>
              <a:gd name="connsiteX53" fmla="*/ 978997 w 2165381"/>
              <a:gd name="connsiteY53" fmla="*/ 291121 h 3199263"/>
              <a:gd name="connsiteX54" fmla="*/ 950839 w 2165381"/>
              <a:gd name="connsiteY54" fmla="*/ 210402 h 3199263"/>
              <a:gd name="connsiteX55" fmla="*/ 919678 w 2165381"/>
              <a:gd name="connsiteY55" fmla="*/ 26938 h 3199263"/>
              <a:gd name="connsiteX56" fmla="*/ 986130 w 2165381"/>
              <a:gd name="connsiteY56" fmla="*/ 2660 h 3199263"/>
              <a:gd name="connsiteX57" fmla="*/ 1081429 w 2165381"/>
              <a:gd name="connsiteY57" fmla="*/ 24435 h 3199263"/>
              <a:gd name="connsiteX58" fmla="*/ 1181546 w 2165381"/>
              <a:gd name="connsiteY58" fmla="*/ 91513 h 3199263"/>
              <a:gd name="connsiteX59" fmla="*/ 1287795 w 2165381"/>
              <a:gd name="connsiteY59" fmla="*/ 164036 h 3199263"/>
              <a:gd name="connsiteX60" fmla="*/ 1514372 w 2165381"/>
              <a:gd name="connsiteY60" fmla="*/ 594162 h 3199263"/>
              <a:gd name="connsiteX61" fmla="*/ 1517375 w 2165381"/>
              <a:gd name="connsiteY61" fmla="*/ 598668 h 3199263"/>
              <a:gd name="connsiteX62" fmla="*/ 1681254 w 2165381"/>
              <a:gd name="connsiteY62" fmla="*/ 796398 h 3199263"/>
              <a:gd name="connsiteX63" fmla="*/ 1745454 w 2165381"/>
              <a:gd name="connsiteY63" fmla="*/ 1005204 h 3199263"/>
              <a:gd name="connsiteX64" fmla="*/ 1645650 w 2165381"/>
              <a:gd name="connsiteY64" fmla="*/ 1352046 h 3199263"/>
              <a:gd name="connsiteX65" fmla="*/ 1644711 w 2165381"/>
              <a:gd name="connsiteY65" fmla="*/ 1361620 h 3199263"/>
              <a:gd name="connsiteX66" fmla="*/ 1658853 w 2165381"/>
              <a:gd name="connsiteY66" fmla="*/ 1511858 h 3199263"/>
              <a:gd name="connsiteX67" fmla="*/ 1664359 w 2165381"/>
              <a:gd name="connsiteY67" fmla="*/ 1525624 h 3199263"/>
              <a:gd name="connsiteX68" fmla="*/ 1860025 w 2165381"/>
              <a:gd name="connsiteY68" fmla="*/ 1770848 h 3199263"/>
              <a:gd name="connsiteX69" fmla="*/ 1862841 w 2165381"/>
              <a:gd name="connsiteY69" fmla="*/ 2161428 h 3199263"/>
              <a:gd name="connsiteX70" fmla="*/ 1875668 w 2165381"/>
              <a:gd name="connsiteY70" fmla="*/ 2183704 h 3199263"/>
              <a:gd name="connsiteX71" fmla="*/ 1901386 w 2165381"/>
              <a:gd name="connsiteY71" fmla="*/ 2184142 h 3199263"/>
              <a:gd name="connsiteX72" fmla="*/ 2036919 w 2165381"/>
              <a:gd name="connsiteY72" fmla="*/ 2109993 h 3199263"/>
              <a:gd name="connsiteX73" fmla="*/ 2165381 w 2165381"/>
              <a:gd name="connsiteY73" fmla="*/ 2205229 h 3199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2165381" h="3199263">
                <a:moveTo>
                  <a:pt x="2165256" y="2205104"/>
                </a:moveTo>
                <a:lnTo>
                  <a:pt x="2012828" y="2381685"/>
                </a:lnTo>
                <a:lnTo>
                  <a:pt x="1942496" y="2381685"/>
                </a:lnTo>
                <a:cubicBezTo>
                  <a:pt x="1935426" y="2381685"/>
                  <a:pt x="1928542" y="2384626"/>
                  <a:pt x="1923662" y="2389820"/>
                </a:cubicBezTo>
                <a:lnTo>
                  <a:pt x="1735818" y="2588614"/>
                </a:lnTo>
                <a:lnTo>
                  <a:pt x="1557172" y="2588614"/>
                </a:lnTo>
                <a:cubicBezTo>
                  <a:pt x="1551665" y="2588614"/>
                  <a:pt x="1546472" y="2590303"/>
                  <a:pt x="1541967" y="2593495"/>
                </a:cubicBezTo>
                <a:lnTo>
                  <a:pt x="1349242" y="2731343"/>
                </a:lnTo>
                <a:cubicBezTo>
                  <a:pt x="1345174" y="2734284"/>
                  <a:pt x="1341920" y="2738351"/>
                  <a:pt x="1340169" y="2743107"/>
                </a:cubicBezTo>
                <a:lnTo>
                  <a:pt x="1274967" y="2911365"/>
                </a:lnTo>
                <a:cubicBezTo>
                  <a:pt x="1273716" y="2914619"/>
                  <a:pt x="1273090" y="2918061"/>
                  <a:pt x="1273215" y="2921565"/>
                </a:cubicBezTo>
                <a:lnTo>
                  <a:pt x="1278972" y="3105780"/>
                </a:lnTo>
                <a:cubicBezTo>
                  <a:pt x="1279410" y="3119859"/>
                  <a:pt x="1290861" y="3130997"/>
                  <a:pt x="1304940" y="3130997"/>
                </a:cubicBezTo>
                <a:lnTo>
                  <a:pt x="1335788" y="3130997"/>
                </a:lnTo>
                <a:lnTo>
                  <a:pt x="1292237" y="3172170"/>
                </a:lnTo>
                <a:lnTo>
                  <a:pt x="1073483" y="3199264"/>
                </a:lnTo>
                <a:lnTo>
                  <a:pt x="966482" y="3012045"/>
                </a:lnTo>
                <a:lnTo>
                  <a:pt x="989635" y="2924819"/>
                </a:lnTo>
                <a:cubicBezTo>
                  <a:pt x="990448" y="2921690"/>
                  <a:pt x="990698" y="2918561"/>
                  <a:pt x="990385" y="2915308"/>
                </a:cubicBezTo>
                <a:lnTo>
                  <a:pt x="972802" y="2749740"/>
                </a:lnTo>
                <a:cubicBezTo>
                  <a:pt x="971864" y="2740979"/>
                  <a:pt x="966670" y="2733408"/>
                  <a:pt x="958974" y="2729403"/>
                </a:cubicBezTo>
                <a:cubicBezTo>
                  <a:pt x="951277" y="2725336"/>
                  <a:pt x="942017" y="2725461"/>
                  <a:pt x="934382" y="2729591"/>
                </a:cubicBezTo>
                <a:lnTo>
                  <a:pt x="739155" y="2836904"/>
                </a:lnTo>
                <a:lnTo>
                  <a:pt x="585914" y="2839094"/>
                </a:lnTo>
                <a:cubicBezTo>
                  <a:pt x="580595" y="2839219"/>
                  <a:pt x="575526" y="2840846"/>
                  <a:pt x="571209" y="2843974"/>
                </a:cubicBezTo>
                <a:lnTo>
                  <a:pt x="409082" y="2959421"/>
                </a:lnTo>
                <a:lnTo>
                  <a:pt x="259470" y="2926696"/>
                </a:lnTo>
                <a:cubicBezTo>
                  <a:pt x="255090" y="2925632"/>
                  <a:pt x="250522" y="2925882"/>
                  <a:pt x="246267" y="2927196"/>
                </a:cubicBezTo>
                <a:lnTo>
                  <a:pt x="84391" y="2976567"/>
                </a:lnTo>
                <a:lnTo>
                  <a:pt x="40340" y="2906798"/>
                </a:lnTo>
                <a:lnTo>
                  <a:pt x="69937" y="2869629"/>
                </a:lnTo>
                <a:cubicBezTo>
                  <a:pt x="73566" y="2865124"/>
                  <a:pt x="75568" y="2859555"/>
                  <a:pt x="75568" y="2853673"/>
                </a:cubicBezTo>
                <a:lnTo>
                  <a:pt x="75756" y="2831272"/>
                </a:lnTo>
                <a:cubicBezTo>
                  <a:pt x="97093" y="2829520"/>
                  <a:pt x="117617" y="2823763"/>
                  <a:pt x="136827" y="2812312"/>
                </a:cubicBezTo>
                <a:cubicBezTo>
                  <a:pt x="155474" y="2801175"/>
                  <a:pt x="165611" y="2779587"/>
                  <a:pt x="163295" y="2758062"/>
                </a:cubicBezTo>
                <a:cubicBezTo>
                  <a:pt x="132072" y="2471540"/>
                  <a:pt x="-95381" y="2431681"/>
                  <a:pt x="45783" y="2432307"/>
                </a:cubicBezTo>
                <a:cubicBezTo>
                  <a:pt x="77633" y="2432432"/>
                  <a:pt x="103914" y="2406339"/>
                  <a:pt x="103601" y="2374364"/>
                </a:cubicBezTo>
                <a:cubicBezTo>
                  <a:pt x="102662" y="2300716"/>
                  <a:pt x="121121" y="2247591"/>
                  <a:pt x="181629" y="2199973"/>
                </a:cubicBezTo>
                <a:cubicBezTo>
                  <a:pt x="200464" y="2185081"/>
                  <a:pt x="227370" y="2182578"/>
                  <a:pt x="247581" y="2195405"/>
                </a:cubicBezTo>
                <a:cubicBezTo>
                  <a:pt x="297389" y="2226942"/>
                  <a:pt x="357460" y="2156547"/>
                  <a:pt x="403638" y="2120193"/>
                </a:cubicBezTo>
                <a:cubicBezTo>
                  <a:pt x="415903" y="2110494"/>
                  <a:pt x="423412" y="2096102"/>
                  <a:pt x="424913" y="2080521"/>
                </a:cubicBezTo>
                <a:cubicBezTo>
                  <a:pt x="431483" y="2010189"/>
                  <a:pt x="449004" y="1819779"/>
                  <a:pt x="455199" y="1752263"/>
                </a:cubicBezTo>
                <a:cubicBezTo>
                  <a:pt x="456575" y="1737371"/>
                  <a:pt x="463646" y="1723793"/>
                  <a:pt x="474909" y="1714031"/>
                </a:cubicBezTo>
                <a:cubicBezTo>
                  <a:pt x="592296" y="1611912"/>
                  <a:pt x="628275" y="1411678"/>
                  <a:pt x="597740" y="1258750"/>
                </a:cubicBezTo>
                <a:cubicBezTo>
                  <a:pt x="592233" y="1231468"/>
                  <a:pt x="567329" y="1212258"/>
                  <a:pt x="539484" y="1213134"/>
                </a:cubicBezTo>
                <a:cubicBezTo>
                  <a:pt x="272485" y="1220518"/>
                  <a:pt x="305837" y="1223647"/>
                  <a:pt x="419344" y="996945"/>
                </a:cubicBezTo>
                <a:cubicBezTo>
                  <a:pt x="429857" y="975920"/>
                  <a:pt x="452132" y="963593"/>
                  <a:pt x="475597" y="965158"/>
                </a:cubicBezTo>
                <a:cubicBezTo>
                  <a:pt x="580094" y="972353"/>
                  <a:pt x="730707" y="953894"/>
                  <a:pt x="819499" y="897641"/>
                </a:cubicBezTo>
                <a:cubicBezTo>
                  <a:pt x="840836" y="884126"/>
                  <a:pt x="850660" y="858158"/>
                  <a:pt x="843965" y="833879"/>
                </a:cubicBezTo>
                <a:cubicBezTo>
                  <a:pt x="830449" y="783884"/>
                  <a:pt x="805920" y="693966"/>
                  <a:pt x="789464" y="633208"/>
                </a:cubicBezTo>
                <a:cubicBezTo>
                  <a:pt x="780265" y="599794"/>
                  <a:pt x="802604" y="565879"/>
                  <a:pt x="836956" y="560936"/>
                </a:cubicBezTo>
                <a:lnTo>
                  <a:pt x="857918" y="557807"/>
                </a:lnTo>
                <a:cubicBezTo>
                  <a:pt x="885200" y="553865"/>
                  <a:pt x="906600" y="531339"/>
                  <a:pt x="907539" y="503869"/>
                </a:cubicBezTo>
                <a:cubicBezTo>
                  <a:pt x="909917" y="437167"/>
                  <a:pt x="945270" y="354257"/>
                  <a:pt x="978997" y="291121"/>
                </a:cubicBezTo>
                <a:cubicBezTo>
                  <a:pt x="995016" y="261149"/>
                  <a:pt x="982126" y="223730"/>
                  <a:pt x="950839" y="210402"/>
                </a:cubicBezTo>
                <a:cubicBezTo>
                  <a:pt x="830386" y="158717"/>
                  <a:pt x="848220" y="140007"/>
                  <a:pt x="919678" y="26938"/>
                </a:cubicBezTo>
                <a:cubicBezTo>
                  <a:pt x="933757" y="4662"/>
                  <a:pt x="960913" y="-5162"/>
                  <a:pt x="986130" y="2660"/>
                </a:cubicBezTo>
                <a:cubicBezTo>
                  <a:pt x="1014664" y="11608"/>
                  <a:pt x="1047202" y="18929"/>
                  <a:pt x="1081429" y="24435"/>
                </a:cubicBezTo>
                <a:lnTo>
                  <a:pt x="1181546" y="91513"/>
                </a:lnTo>
                <a:lnTo>
                  <a:pt x="1287795" y="164036"/>
                </a:lnTo>
                <a:lnTo>
                  <a:pt x="1514372" y="594162"/>
                </a:lnTo>
                <a:cubicBezTo>
                  <a:pt x="1515185" y="595727"/>
                  <a:pt x="1516249" y="597166"/>
                  <a:pt x="1517375" y="598668"/>
                </a:cubicBezTo>
                <a:lnTo>
                  <a:pt x="1681254" y="796398"/>
                </a:lnTo>
                <a:lnTo>
                  <a:pt x="1745454" y="1005204"/>
                </a:lnTo>
                <a:lnTo>
                  <a:pt x="1645650" y="1352046"/>
                </a:lnTo>
                <a:cubicBezTo>
                  <a:pt x="1644711" y="1355175"/>
                  <a:pt x="1644398" y="1358429"/>
                  <a:pt x="1644711" y="1361620"/>
                </a:cubicBezTo>
                <a:lnTo>
                  <a:pt x="1658853" y="1511858"/>
                </a:lnTo>
                <a:cubicBezTo>
                  <a:pt x="1659291" y="1516864"/>
                  <a:pt x="1661231" y="1521619"/>
                  <a:pt x="1664359" y="1525624"/>
                </a:cubicBezTo>
                <a:lnTo>
                  <a:pt x="1860025" y="1770848"/>
                </a:lnTo>
                <a:lnTo>
                  <a:pt x="1862841" y="2161428"/>
                </a:lnTo>
                <a:cubicBezTo>
                  <a:pt x="1862841" y="2170626"/>
                  <a:pt x="1867722" y="2179011"/>
                  <a:pt x="1875668" y="2183704"/>
                </a:cubicBezTo>
                <a:cubicBezTo>
                  <a:pt x="1883615" y="2188272"/>
                  <a:pt x="1893251" y="2188522"/>
                  <a:pt x="1901386" y="2184142"/>
                </a:cubicBezTo>
                <a:lnTo>
                  <a:pt x="2036919" y="2109993"/>
                </a:lnTo>
                <a:lnTo>
                  <a:pt x="2165381" y="2205229"/>
                </a:lnTo>
                <a:close/>
              </a:path>
            </a:pathLst>
          </a:custGeom>
          <a:solidFill>
            <a:srgbClr val="F3A0BA"/>
          </a:solidFill>
          <a:ln w="6252" cap="flat">
            <a:noFill/>
            <a:prstDash val="solid"/>
            <a:miter/>
          </a:ln>
        </p:spPr>
        <p:txBody>
          <a:bodyPr rtlCol="0" anchor="ctr"/>
          <a:lstStyle/>
          <a:p>
            <a:endParaRPr lang="fi-FI" sz="3200"/>
          </a:p>
        </p:txBody>
      </p:sp>
      <p:sp>
        <p:nvSpPr>
          <p:cNvPr id="14" name="Vapaamuotoinen: Muoto 13">
            <a:extLst>
              <a:ext uri="{FF2B5EF4-FFF2-40B4-BE49-F238E27FC236}">
                <a16:creationId xmlns:a16="http://schemas.microsoft.com/office/drawing/2014/main" id="{AFED0D1C-C55D-7C3E-8669-A2977D6845A7}"/>
              </a:ext>
              <a:ext uri="{C183D7F6-B498-43B3-948B-1728B52AA6E4}">
                <adec:decorative xmlns:adec="http://schemas.microsoft.com/office/drawing/2017/decorative" val="1"/>
              </a:ext>
            </a:extLst>
          </p:cNvPr>
          <p:cNvSpPr>
            <a:spLocks/>
          </p:cNvSpPr>
          <p:nvPr/>
        </p:nvSpPr>
        <p:spPr>
          <a:xfrm>
            <a:off x="8649486" y="3258140"/>
            <a:ext cx="991781" cy="1417668"/>
          </a:xfrm>
          <a:custGeom>
            <a:avLst/>
            <a:gdLst>
              <a:gd name="connsiteX0" fmla="*/ 815263 w 994222"/>
              <a:gd name="connsiteY0" fmla="*/ 610775 h 1421157"/>
              <a:gd name="connsiteX1" fmla="*/ 994222 w 994222"/>
              <a:gd name="connsiteY1" fmla="*/ 1052916 h 1421157"/>
              <a:gd name="connsiteX2" fmla="*/ 965126 w 994222"/>
              <a:gd name="connsiteY2" fmla="*/ 1240009 h 1421157"/>
              <a:gd name="connsiteX3" fmla="*/ 924391 w 994222"/>
              <a:gd name="connsiteY3" fmla="*/ 1363153 h 1421157"/>
              <a:gd name="connsiteX4" fmla="*/ 879901 w 994222"/>
              <a:gd name="connsiteY4" fmla="*/ 1399820 h 1421157"/>
              <a:gd name="connsiteX5" fmla="*/ 792800 w 994222"/>
              <a:gd name="connsiteY5" fmla="*/ 1421158 h 1421157"/>
              <a:gd name="connsiteX6" fmla="*/ 791673 w 994222"/>
              <a:gd name="connsiteY6" fmla="*/ 1417091 h 1421157"/>
              <a:gd name="connsiteX7" fmla="*/ 789671 w 994222"/>
              <a:gd name="connsiteY7" fmla="*/ 1412210 h 1421157"/>
              <a:gd name="connsiteX8" fmla="*/ 575672 w 994222"/>
              <a:gd name="connsiteY8" fmla="*/ 993909 h 1421157"/>
              <a:gd name="connsiteX9" fmla="*/ 555961 w 994222"/>
              <a:gd name="connsiteY9" fmla="*/ 979956 h 1421157"/>
              <a:gd name="connsiteX10" fmla="*/ 335954 w 994222"/>
              <a:gd name="connsiteY10" fmla="*/ 950671 h 1421157"/>
              <a:gd name="connsiteX11" fmla="*/ 270440 w 994222"/>
              <a:gd name="connsiteY11" fmla="*/ 890163 h 1421157"/>
              <a:gd name="connsiteX12" fmla="*/ 260616 w 994222"/>
              <a:gd name="connsiteY12" fmla="*/ 884532 h 1421157"/>
              <a:gd name="connsiteX13" fmla="*/ 83723 w 994222"/>
              <a:gd name="connsiteY13" fmla="*/ 828404 h 1421157"/>
              <a:gd name="connsiteX14" fmla="*/ 83597 w 994222"/>
              <a:gd name="connsiteY14" fmla="*/ 828404 h 1421157"/>
              <a:gd name="connsiteX15" fmla="*/ 79092 w 994222"/>
              <a:gd name="connsiteY15" fmla="*/ 827465 h 1421157"/>
              <a:gd name="connsiteX16" fmla="*/ 77403 w 994222"/>
              <a:gd name="connsiteY16" fmla="*/ 827340 h 1421157"/>
              <a:gd name="connsiteX17" fmla="*/ 75713 w 994222"/>
              <a:gd name="connsiteY17" fmla="*/ 827152 h 1421157"/>
              <a:gd name="connsiteX18" fmla="*/ 4693 w 994222"/>
              <a:gd name="connsiteY18" fmla="*/ 827152 h 1421157"/>
              <a:gd name="connsiteX19" fmla="*/ 0 w 994222"/>
              <a:gd name="connsiteY19" fmla="*/ 673473 h 1421157"/>
              <a:gd name="connsiteX20" fmla="*/ 60445 w 994222"/>
              <a:gd name="connsiteY20" fmla="*/ 517416 h 1421157"/>
              <a:gd name="connsiteX21" fmla="*/ 240030 w 994222"/>
              <a:gd name="connsiteY21" fmla="*/ 388954 h 1421157"/>
              <a:gd name="connsiteX22" fmla="*/ 421492 w 994222"/>
              <a:gd name="connsiteY22" fmla="*/ 388954 h 1421157"/>
              <a:gd name="connsiteX23" fmla="*/ 440451 w 994222"/>
              <a:gd name="connsiteY23" fmla="*/ 380819 h 1421157"/>
              <a:gd name="connsiteX24" fmla="*/ 628295 w 994222"/>
              <a:gd name="connsiteY24" fmla="*/ 182025 h 1421157"/>
              <a:gd name="connsiteX25" fmla="*/ 699253 w 994222"/>
              <a:gd name="connsiteY25" fmla="*/ 182025 h 1421157"/>
              <a:gd name="connsiteX26" fmla="*/ 719026 w 994222"/>
              <a:gd name="connsiteY26" fmla="*/ 172952 h 1421157"/>
              <a:gd name="connsiteX27" fmla="*/ 868200 w 994222"/>
              <a:gd name="connsiteY27" fmla="*/ 0 h 1421157"/>
              <a:gd name="connsiteX28" fmla="*/ 957304 w 994222"/>
              <a:gd name="connsiteY28" fmla="*/ 251293 h 1421157"/>
              <a:gd name="connsiteX29" fmla="*/ 815201 w 994222"/>
              <a:gd name="connsiteY29" fmla="*/ 590814 h 1421157"/>
              <a:gd name="connsiteX30" fmla="*/ 815076 w 994222"/>
              <a:gd name="connsiteY30" fmla="*/ 610712 h 1421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94222" h="1421157">
                <a:moveTo>
                  <a:pt x="815263" y="610775"/>
                </a:moveTo>
                <a:lnTo>
                  <a:pt x="994222" y="1052916"/>
                </a:lnTo>
                <a:lnTo>
                  <a:pt x="965126" y="1240009"/>
                </a:lnTo>
                <a:cubicBezTo>
                  <a:pt x="952736" y="1265038"/>
                  <a:pt x="944414" y="1310091"/>
                  <a:pt x="924391" y="1363153"/>
                </a:cubicBezTo>
                <a:cubicBezTo>
                  <a:pt x="917070" y="1382425"/>
                  <a:pt x="900238" y="1396504"/>
                  <a:pt x="879901" y="1399820"/>
                </a:cubicBezTo>
                <a:cubicBezTo>
                  <a:pt x="849178" y="1404951"/>
                  <a:pt x="817203" y="1409206"/>
                  <a:pt x="792800" y="1421158"/>
                </a:cubicBezTo>
                <a:lnTo>
                  <a:pt x="791673" y="1417091"/>
                </a:lnTo>
                <a:cubicBezTo>
                  <a:pt x="791173" y="1415401"/>
                  <a:pt x="790547" y="1413774"/>
                  <a:pt x="789671" y="1412210"/>
                </a:cubicBezTo>
                <a:lnTo>
                  <a:pt x="575672" y="993909"/>
                </a:lnTo>
                <a:cubicBezTo>
                  <a:pt x="571792" y="986275"/>
                  <a:pt x="564408" y="981019"/>
                  <a:pt x="555961" y="979956"/>
                </a:cubicBezTo>
                <a:lnTo>
                  <a:pt x="335954" y="950671"/>
                </a:lnTo>
                <a:lnTo>
                  <a:pt x="270440" y="890163"/>
                </a:lnTo>
                <a:cubicBezTo>
                  <a:pt x="267624" y="887660"/>
                  <a:pt x="264308" y="885658"/>
                  <a:pt x="260616" y="884532"/>
                </a:cubicBezTo>
                <a:lnTo>
                  <a:pt x="83723" y="828404"/>
                </a:lnTo>
                <a:lnTo>
                  <a:pt x="83597" y="828404"/>
                </a:lnTo>
                <a:cubicBezTo>
                  <a:pt x="82158" y="827903"/>
                  <a:pt x="80656" y="827653"/>
                  <a:pt x="79092" y="827465"/>
                </a:cubicBezTo>
                <a:cubicBezTo>
                  <a:pt x="78592" y="827340"/>
                  <a:pt x="78028" y="827340"/>
                  <a:pt x="77403" y="827340"/>
                </a:cubicBezTo>
                <a:cubicBezTo>
                  <a:pt x="76902" y="827215"/>
                  <a:pt x="76339" y="827152"/>
                  <a:pt x="75713" y="827152"/>
                </a:cubicBezTo>
                <a:lnTo>
                  <a:pt x="4693" y="827152"/>
                </a:lnTo>
                <a:lnTo>
                  <a:pt x="0" y="673473"/>
                </a:lnTo>
                <a:lnTo>
                  <a:pt x="60445" y="517416"/>
                </a:lnTo>
                <a:lnTo>
                  <a:pt x="240030" y="388954"/>
                </a:lnTo>
                <a:lnTo>
                  <a:pt x="421492" y="388954"/>
                </a:lnTo>
                <a:cubicBezTo>
                  <a:pt x="428687" y="388954"/>
                  <a:pt x="435571" y="386013"/>
                  <a:pt x="440451" y="380819"/>
                </a:cubicBezTo>
                <a:lnTo>
                  <a:pt x="628295" y="182025"/>
                </a:lnTo>
                <a:lnTo>
                  <a:pt x="699253" y="182025"/>
                </a:lnTo>
                <a:cubicBezTo>
                  <a:pt x="706887" y="182025"/>
                  <a:pt x="714020" y="178708"/>
                  <a:pt x="719026" y="172952"/>
                </a:cubicBezTo>
                <a:lnTo>
                  <a:pt x="868200" y="0"/>
                </a:lnTo>
                <a:lnTo>
                  <a:pt x="957304" y="251293"/>
                </a:lnTo>
                <a:lnTo>
                  <a:pt x="815201" y="590814"/>
                </a:lnTo>
                <a:cubicBezTo>
                  <a:pt x="812510" y="597197"/>
                  <a:pt x="812510" y="604267"/>
                  <a:pt x="815076" y="610712"/>
                </a:cubicBezTo>
                <a:close/>
              </a:path>
            </a:pathLst>
          </a:custGeom>
          <a:solidFill>
            <a:srgbClr val="F3A0BA"/>
          </a:solidFill>
          <a:ln w="6252" cap="flat">
            <a:noFill/>
            <a:prstDash val="solid"/>
            <a:miter/>
          </a:ln>
        </p:spPr>
        <p:txBody>
          <a:bodyPr rtlCol="0" anchor="ctr"/>
          <a:lstStyle/>
          <a:p>
            <a:endParaRPr lang="fi-FI" sz="3200"/>
          </a:p>
        </p:txBody>
      </p:sp>
      <p:sp>
        <p:nvSpPr>
          <p:cNvPr id="15" name="Vapaamuotoinen: Muoto 14">
            <a:extLst>
              <a:ext uri="{FF2B5EF4-FFF2-40B4-BE49-F238E27FC236}">
                <a16:creationId xmlns:a16="http://schemas.microsoft.com/office/drawing/2014/main" id="{0F4428EA-75B7-7D61-36E7-0D5592393AD3}"/>
              </a:ext>
              <a:ext uri="{C183D7F6-B498-43B3-948B-1728B52AA6E4}">
                <adec:decorative xmlns:adec="http://schemas.microsoft.com/office/drawing/2017/decorative" val="1"/>
              </a:ext>
            </a:extLst>
          </p:cNvPr>
          <p:cNvSpPr>
            <a:spLocks/>
          </p:cNvSpPr>
          <p:nvPr/>
        </p:nvSpPr>
        <p:spPr>
          <a:xfrm>
            <a:off x="8534759" y="1041297"/>
            <a:ext cx="1447754" cy="990926"/>
          </a:xfrm>
          <a:custGeom>
            <a:avLst/>
            <a:gdLst>
              <a:gd name="connsiteX0" fmla="*/ 1451256 w 1451318"/>
              <a:gd name="connsiteY0" fmla="*/ 839499 h 993365"/>
              <a:gd name="connsiteX1" fmla="*/ 927144 w 1451318"/>
              <a:gd name="connsiteY1" fmla="*/ 993366 h 993365"/>
              <a:gd name="connsiteX2" fmla="*/ 821583 w 1451318"/>
              <a:gd name="connsiteY2" fmla="*/ 841564 h 993365"/>
              <a:gd name="connsiteX3" fmla="*/ 802123 w 1451318"/>
              <a:gd name="connsiteY3" fmla="*/ 830426 h 993365"/>
              <a:gd name="connsiteX4" fmla="*/ 781161 w 1451318"/>
              <a:gd name="connsiteY4" fmla="*/ 838748 h 993365"/>
              <a:gd name="connsiteX5" fmla="*/ 678354 w 1451318"/>
              <a:gd name="connsiteY5" fmla="*/ 949377 h 993365"/>
              <a:gd name="connsiteX6" fmla="*/ 581491 w 1451318"/>
              <a:gd name="connsiteY6" fmla="*/ 949377 h 993365"/>
              <a:gd name="connsiteX7" fmla="*/ 519105 w 1451318"/>
              <a:gd name="connsiteY7" fmla="*/ 746766 h 993365"/>
              <a:gd name="connsiteX8" fmla="*/ 514287 w 1451318"/>
              <a:gd name="connsiteY8" fmla="*/ 737818 h 993365"/>
              <a:gd name="connsiteX9" fmla="*/ 348719 w 1451318"/>
              <a:gd name="connsiteY9" fmla="*/ 538085 h 993365"/>
              <a:gd name="connsiteX10" fmla="*/ 120453 w 1451318"/>
              <a:gd name="connsiteY10" fmla="*/ 104579 h 993365"/>
              <a:gd name="connsiteX11" fmla="*/ 112005 w 1451318"/>
              <a:gd name="connsiteY11" fmla="*/ 95193 h 993365"/>
              <a:gd name="connsiteX12" fmla="*/ 0 w 1451318"/>
              <a:gd name="connsiteY12" fmla="*/ 18729 h 993365"/>
              <a:gd name="connsiteX13" fmla="*/ 938 w 1451318"/>
              <a:gd name="connsiteY13" fmla="*/ 7716 h 993365"/>
              <a:gd name="connsiteX14" fmla="*/ 147735 w 1451318"/>
              <a:gd name="connsiteY14" fmla="*/ 645 h 993365"/>
              <a:gd name="connsiteX15" fmla="*/ 192850 w 1451318"/>
              <a:gd name="connsiteY15" fmla="*/ 13473 h 993365"/>
              <a:gd name="connsiteX16" fmla="*/ 459348 w 1451318"/>
              <a:gd name="connsiteY16" fmla="*/ 115342 h 993365"/>
              <a:gd name="connsiteX17" fmla="*/ 495516 w 1451318"/>
              <a:gd name="connsiteY17" fmla="*/ 109210 h 993365"/>
              <a:gd name="connsiteX18" fmla="*/ 711392 w 1451318"/>
              <a:gd name="connsiteY18" fmla="*/ 120473 h 993365"/>
              <a:gd name="connsiteX19" fmla="*/ 746058 w 1451318"/>
              <a:gd name="connsiteY19" fmla="*/ 171532 h 993365"/>
              <a:gd name="connsiteX20" fmla="*/ 862819 w 1451318"/>
              <a:gd name="connsiteY20" fmla="*/ 402677 h 993365"/>
              <a:gd name="connsiteX21" fmla="*/ 960245 w 1451318"/>
              <a:gd name="connsiteY21" fmla="*/ 396607 h 993365"/>
              <a:gd name="connsiteX22" fmla="*/ 1256716 w 1451318"/>
              <a:gd name="connsiteY22" fmla="*/ 278282 h 993365"/>
              <a:gd name="connsiteX23" fmla="*/ 1276427 w 1451318"/>
              <a:gd name="connsiteY23" fmla="*/ 342169 h 993365"/>
              <a:gd name="connsiteX24" fmla="*/ 1278742 w 1451318"/>
              <a:gd name="connsiteY24" fmla="*/ 395606 h 993365"/>
              <a:gd name="connsiteX25" fmla="*/ 1277928 w 1451318"/>
              <a:gd name="connsiteY25" fmla="*/ 395919 h 993365"/>
              <a:gd name="connsiteX26" fmla="*/ 1338123 w 1451318"/>
              <a:gd name="connsiteY26" fmla="*/ 555856 h 993365"/>
              <a:gd name="connsiteX27" fmla="*/ 1339813 w 1451318"/>
              <a:gd name="connsiteY27" fmla="*/ 562301 h 993365"/>
              <a:gd name="connsiteX28" fmla="*/ 1351702 w 1451318"/>
              <a:gd name="connsiteY28" fmla="*/ 591960 h 993365"/>
              <a:gd name="connsiteX29" fmla="*/ 1359523 w 1451318"/>
              <a:gd name="connsiteY29" fmla="*/ 611233 h 993365"/>
              <a:gd name="connsiteX30" fmla="*/ 1451318 w 1451318"/>
              <a:gd name="connsiteY30" fmla="*/ 839499 h 993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451318" h="993365">
                <a:moveTo>
                  <a:pt x="1451256" y="839499"/>
                </a:moveTo>
                <a:lnTo>
                  <a:pt x="927144" y="993366"/>
                </a:lnTo>
                <a:lnTo>
                  <a:pt x="821583" y="841564"/>
                </a:lnTo>
                <a:cubicBezTo>
                  <a:pt x="817078" y="835119"/>
                  <a:pt x="809945" y="831052"/>
                  <a:pt x="802123" y="830426"/>
                </a:cubicBezTo>
                <a:cubicBezTo>
                  <a:pt x="794302" y="829800"/>
                  <a:pt x="786480" y="832929"/>
                  <a:pt x="781161" y="838748"/>
                </a:cubicBezTo>
                <a:lnTo>
                  <a:pt x="678354" y="949377"/>
                </a:lnTo>
                <a:lnTo>
                  <a:pt x="581491" y="949377"/>
                </a:lnTo>
                <a:lnTo>
                  <a:pt x="519105" y="746766"/>
                </a:lnTo>
                <a:cubicBezTo>
                  <a:pt x="518167" y="743449"/>
                  <a:pt x="516477" y="740383"/>
                  <a:pt x="514287" y="737818"/>
                </a:cubicBezTo>
                <a:lnTo>
                  <a:pt x="348719" y="538085"/>
                </a:lnTo>
                <a:lnTo>
                  <a:pt x="120453" y="104579"/>
                </a:lnTo>
                <a:cubicBezTo>
                  <a:pt x="118451" y="100825"/>
                  <a:pt x="115572" y="97571"/>
                  <a:pt x="112005" y="95193"/>
                </a:cubicBezTo>
                <a:lnTo>
                  <a:pt x="0" y="18729"/>
                </a:lnTo>
                <a:lnTo>
                  <a:pt x="938" y="7716"/>
                </a:lnTo>
                <a:cubicBezTo>
                  <a:pt x="54188" y="9593"/>
                  <a:pt x="105561" y="7278"/>
                  <a:pt x="147735" y="645"/>
                </a:cubicBezTo>
                <a:cubicBezTo>
                  <a:pt x="163879" y="-1857"/>
                  <a:pt x="180210" y="3023"/>
                  <a:pt x="192850" y="13473"/>
                </a:cubicBezTo>
                <a:cubicBezTo>
                  <a:pt x="256737" y="66159"/>
                  <a:pt x="378942" y="102952"/>
                  <a:pt x="459348" y="115342"/>
                </a:cubicBezTo>
                <a:cubicBezTo>
                  <a:pt x="471738" y="117219"/>
                  <a:pt x="484377" y="114904"/>
                  <a:pt x="495516" y="109210"/>
                </a:cubicBezTo>
                <a:cubicBezTo>
                  <a:pt x="559402" y="76797"/>
                  <a:pt x="644064" y="90688"/>
                  <a:pt x="711392" y="120473"/>
                </a:cubicBezTo>
                <a:cubicBezTo>
                  <a:pt x="731729" y="129546"/>
                  <a:pt x="745682" y="149256"/>
                  <a:pt x="746058" y="171532"/>
                </a:cubicBezTo>
                <a:cubicBezTo>
                  <a:pt x="747184" y="235482"/>
                  <a:pt x="811697" y="332157"/>
                  <a:pt x="862819" y="402677"/>
                </a:cubicBezTo>
                <a:cubicBezTo>
                  <a:pt x="887723" y="436967"/>
                  <a:pt x="939909" y="433713"/>
                  <a:pt x="960245" y="396607"/>
                </a:cubicBezTo>
                <a:cubicBezTo>
                  <a:pt x="1040151" y="251063"/>
                  <a:pt x="1080072" y="145001"/>
                  <a:pt x="1256716" y="278282"/>
                </a:cubicBezTo>
                <a:cubicBezTo>
                  <a:pt x="1276427" y="293049"/>
                  <a:pt x="1283185" y="318516"/>
                  <a:pt x="1276427" y="342169"/>
                </a:cubicBezTo>
                <a:cubicBezTo>
                  <a:pt x="1271734" y="358500"/>
                  <a:pt x="1273423" y="376647"/>
                  <a:pt x="1278742" y="395606"/>
                </a:cubicBezTo>
                <a:lnTo>
                  <a:pt x="1277928" y="395919"/>
                </a:lnTo>
                <a:lnTo>
                  <a:pt x="1338123" y="555856"/>
                </a:lnTo>
                <a:cubicBezTo>
                  <a:pt x="1338436" y="558046"/>
                  <a:pt x="1338937" y="560236"/>
                  <a:pt x="1339813" y="562301"/>
                </a:cubicBezTo>
                <a:lnTo>
                  <a:pt x="1351702" y="591960"/>
                </a:lnTo>
                <a:lnTo>
                  <a:pt x="1359523" y="611233"/>
                </a:lnTo>
                <a:lnTo>
                  <a:pt x="1451318" y="839499"/>
                </a:lnTo>
                <a:close/>
              </a:path>
            </a:pathLst>
          </a:custGeom>
          <a:solidFill>
            <a:srgbClr val="F3A0BA"/>
          </a:solidFill>
          <a:ln w="6252" cap="flat">
            <a:noFill/>
            <a:prstDash val="solid"/>
            <a:miter/>
          </a:ln>
        </p:spPr>
        <p:txBody>
          <a:bodyPr rtlCol="0" anchor="ctr"/>
          <a:lstStyle/>
          <a:p>
            <a:endParaRPr lang="fi-FI" sz="3200"/>
          </a:p>
        </p:txBody>
      </p:sp>
      <p:sp>
        <p:nvSpPr>
          <p:cNvPr id="16" name="Vapaamuotoinen: Muoto 15">
            <a:extLst>
              <a:ext uri="{FF2B5EF4-FFF2-40B4-BE49-F238E27FC236}">
                <a16:creationId xmlns:a16="http://schemas.microsoft.com/office/drawing/2014/main" id="{3F265C7D-4080-0DFC-9164-7C21D21140CC}"/>
              </a:ext>
              <a:ext uri="{C183D7F6-B498-43B3-948B-1728B52AA6E4}">
                <adec:decorative xmlns:adec="http://schemas.microsoft.com/office/drawing/2017/decorative" val="1"/>
              </a:ext>
            </a:extLst>
          </p:cNvPr>
          <p:cNvSpPr>
            <a:spLocks/>
          </p:cNvSpPr>
          <p:nvPr/>
        </p:nvSpPr>
        <p:spPr>
          <a:xfrm>
            <a:off x="9514930" y="3218692"/>
            <a:ext cx="976556" cy="1915220"/>
          </a:xfrm>
          <a:custGeom>
            <a:avLst/>
            <a:gdLst>
              <a:gd name="connsiteX0" fmla="*/ 909937 w 978960"/>
              <a:gd name="connsiteY0" fmla="*/ 1187385 h 1919934"/>
              <a:gd name="connsiteX1" fmla="*/ 924954 w 978960"/>
              <a:gd name="connsiteY1" fmla="*/ 1247393 h 1919934"/>
              <a:gd name="connsiteX2" fmla="*/ 747935 w 978960"/>
              <a:gd name="connsiteY2" fmla="*/ 1612631 h 1919934"/>
              <a:gd name="connsiteX3" fmla="*/ 712331 w 978960"/>
              <a:gd name="connsiteY3" fmla="*/ 1666506 h 1919934"/>
              <a:gd name="connsiteX4" fmla="*/ 613653 w 978960"/>
              <a:gd name="connsiteY4" fmla="*/ 1894335 h 1919934"/>
              <a:gd name="connsiteX5" fmla="*/ 554146 w 978960"/>
              <a:gd name="connsiteY5" fmla="*/ 1918801 h 1919934"/>
              <a:gd name="connsiteX6" fmla="*/ 410604 w 978960"/>
              <a:gd name="connsiteY6" fmla="*/ 1738653 h 1919934"/>
              <a:gd name="connsiteX7" fmla="*/ 333827 w 978960"/>
              <a:gd name="connsiteY7" fmla="*/ 1664191 h 1919934"/>
              <a:gd name="connsiteX8" fmla="*/ 236714 w 978960"/>
              <a:gd name="connsiteY8" fmla="*/ 1674829 h 1919934"/>
              <a:gd name="connsiteX9" fmla="*/ 192663 w 978960"/>
              <a:gd name="connsiteY9" fmla="*/ 1598177 h 1919934"/>
              <a:gd name="connsiteX10" fmla="*/ 238841 w 978960"/>
              <a:gd name="connsiteY10" fmla="*/ 1351139 h 1919934"/>
              <a:gd name="connsiteX11" fmla="*/ 151740 w 978960"/>
              <a:gd name="connsiteY11" fmla="*/ 1269981 h 1919934"/>
              <a:gd name="connsiteX12" fmla="*/ 179272 w 978960"/>
              <a:gd name="connsiteY12" fmla="*/ 1093401 h 1919934"/>
              <a:gd name="connsiteX13" fmla="*/ 177707 w 978960"/>
              <a:gd name="connsiteY13" fmla="*/ 1079635 h 1919934"/>
              <a:gd name="connsiteX14" fmla="*/ 0 w 978960"/>
              <a:gd name="connsiteY14" fmla="*/ 640622 h 1919934"/>
              <a:gd name="connsiteX15" fmla="*/ 138975 w 978960"/>
              <a:gd name="connsiteY15" fmla="*/ 308297 h 1919934"/>
              <a:gd name="connsiteX16" fmla="*/ 224074 w 978960"/>
              <a:gd name="connsiteY16" fmla="*/ 245662 h 1919934"/>
              <a:gd name="connsiteX17" fmla="*/ 231082 w 978960"/>
              <a:gd name="connsiteY17" fmla="*/ 237965 h 1919934"/>
              <a:gd name="connsiteX18" fmla="*/ 343401 w 978960"/>
              <a:gd name="connsiteY18" fmla="*/ 47931 h 1919934"/>
              <a:gd name="connsiteX19" fmla="*/ 421930 w 978960"/>
              <a:gd name="connsiteY19" fmla="*/ 0 h 1919934"/>
              <a:gd name="connsiteX20" fmla="*/ 517979 w 978960"/>
              <a:gd name="connsiteY20" fmla="*/ 71959 h 1919934"/>
              <a:gd name="connsiteX21" fmla="*/ 528116 w 978960"/>
              <a:gd name="connsiteY21" fmla="*/ 76527 h 1919934"/>
              <a:gd name="connsiteX22" fmla="*/ 628859 w 978960"/>
              <a:gd name="connsiteY22" fmla="*/ 98490 h 1919934"/>
              <a:gd name="connsiteX23" fmla="*/ 593630 w 978960"/>
              <a:gd name="connsiteY23" fmla="*/ 246100 h 1919934"/>
              <a:gd name="connsiteX24" fmla="*/ 595820 w 978960"/>
              <a:gd name="connsiteY24" fmla="*/ 263933 h 1919934"/>
              <a:gd name="connsiteX25" fmla="*/ 655515 w 978960"/>
              <a:gd name="connsiteY25" fmla="*/ 381007 h 1919934"/>
              <a:gd name="connsiteX26" fmla="*/ 596258 w 978960"/>
              <a:gd name="connsiteY26" fmla="*/ 487256 h 1919934"/>
              <a:gd name="connsiteX27" fmla="*/ 600013 w 978960"/>
              <a:gd name="connsiteY27" fmla="*/ 517792 h 1919934"/>
              <a:gd name="connsiteX28" fmla="*/ 812323 w 978960"/>
              <a:gd name="connsiteY28" fmla="*/ 744494 h 1919934"/>
              <a:gd name="connsiteX29" fmla="*/ 825651 w 978960"/>
              <a:gd name="connsiteY29" fmla="*/ 767520 h 1919934"/>
              <a:gd name="connsiteX30" fmla="*/ 825651 w 978960"/>
              <a:gd name="connsiteY30" fmla="*/ 767645 h 1919934"/>
              <a:gd name="connsiteX31" fmla="*/ 845424 w 978960"/>
              <a:gd name="connsiteY31" fmla="*/ 801936 h 1919934"/>
              <a:gd name="connsiteX32" fmla="*/ 846050 w 978960"/>
              <a:gd name="connsiteY32" fmla="*/ 802874 h 1919934"/>
              <a:gd name="connsiteX33" fmla="*/ 851994 w 978960"/>
              <a:gd name="connsiteY33" fmla="*/ 811196 h 1919934"/>
              <a:gd name="connsiteX34" fmla="*/ 852182 w 978960"/>
              <a:gd name="connsiteY34" fmla="*/ 811384 h 1919934"/>
              <a:gd name="connsiteX35" fmla="*/ 960621 w 978960"/>
              <a:gd name="connsiteY35" fmla="*/ 928896 h 1919934"/>
              <a:gd name="connsiteX36" fmla="*/ 975951 w 978960"/>
              <a:gd name="connsiteY36" fmla="*/ 989342 h 1919934"/>
              <a:gd name="connsiteX37" fmla="*/ 909999 w 978960"/>
              <a:gd name="connsiteY37" fmla="*/ 1187260 h 191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978960" h="1919934">
                <a:moveTo>
                  <a:pt x="909937" y="1187385"/>
                </a:moveTo>
                <a:cubicBezTo>
                  <a:pt x="902866" y="1208660"/>
                  <a:pt x="908873" y="1231749"/>
                  <a:pt x="924954" y="1247393"/>
                </a:cubicBezTo>
                <a:cubicBezTo>
                  <a:pt x="1052666" y="1372413"/>
                  <a:pt x="745119" y="1453070"/>
                  <a:pt x="747935" y="1612631"/>
                </a:cubicBezTo>
                <a:cubicBezTo>
                  <a:pt x="748373" y="1636159"/>
                  <a:pt x="733981" y="1657308"/>
                  <a:pt x="712331" y="1666506"/>
                </a:cubicBezTo>
                <a:cubicBezTo>
                  <a:pt x="595632" y="1716127"/>
                  <a:pt x="711705" y="1750292"/>
                  <a:pt x="613653" y="1894335"/>
                </a:cubicBezTo>
                <a:cubicBezTo>
                  <a:pt x="600513" y="1913607"/>
                  <a:pt x="577111" y="1923431"/>
                  <a:pt x="554146" y="1918801"/>
                </a:cubicBezTo>
                <a:cubicBezTo>
                  <a:pt x="368993" y="1882133"/>
                  <a:pt x="374124" y="1830448"/>
                  <a:pt x="410604" y="1738653"/>
                </a:cubicBezTo>
                <a:cubicBezTo>
                  <a:pt x="429689" y="1690597"/>
                  <a:pt x="380819" y="1642604"/>
                  <a:pt x="333827" y="1664191"/>
                </a:cubicBezTo>
                <a:cubicBezTo>
                  <a:pt x="305794" y="1677019"/>
                  <a:pt x="274758" y="1681774"/>
                  <a:pt x="236714" y="1674829"/>
                </a:cubicBezTo>
                <a:cubicBezTo>
                  <a:pt x="201485" y="1668384"/>
                  <a:pt x="180461" y="1631779"/>
                  <a:pt x="192663" y="1598177"/>
                </a:cubicBezTo>
                <a:cubicBezTo>
                  <a:pt x="221634" y="1517958"/>
                  <a:pt x="272756" y="1396880"/>
                  <a:pt x="238841" y="1351139"/>
                </a:cubicBezTo>
                <a:cubicBezTo>
                  <a:pt x="199858" y="1309340"/>
                  <a:pt x="172138" y="1283310"/>
                  <a:pt x="151740" y="1269981"/>
                </a:cubicBezTo>
                <a:lnTo>
                  <a:pt x="179272" y="1093401"/>
                </a:lnTo>
                <a:cubicBezTo>
                  <a:pt x="180023" y="1088708"/>
                  <a:pt x="179459" y="1083889"/>
                  <a:pt x="177707" y="1079635"/>
                </a:cubicBezTo>
                <a:lnTo>
                  <a:pt x="0" y="640622"/>
                </a:lnTo>
                <a:lnTo>
                  <a:pt x="138975" y="308297"/>
                </a:lnTo>
                <a:lnTo>
                  <a:pt x="224074" y="245662"/>
                </a:lnTo>
                <a:cubicBezTo>
                  <a:pt x="226890" y="243597"/>
                  <a:pt x="229268" y="240969"/>
                  <a:pt x="231082" y="237965"/>
                </a:cubicBezTo>
                <a:lnTo>
                  <a:pt x="343401" y="47931"/>
                </a:lnTo>
                <a:lnTo>
                  <a:pt x="421930" y="0"/>
                </a:lnTo>
                <a:lnTo>
                  <a:pt x="517979" y="71959"/>
                </a:lnTo>
                <a:cubicBezTo>
                  <a:pt x="520983" y="74274"/>
                  <a:pt x="524424" y="75838"/>
                  <a:pt x="528116" y="76527"/>
                </a:cubicBezTo>
                <a:lnTo>
                  <a:pt x="628859" y="98490"/>
                </a:lnTo>
                <a:lnTo>
                  <a:pt x="593630" y="246100"/>
                </a:lnTo>
                <a:cubicBezTo>
                  <a:pt x="592191" y="252169"/>
                  <a:pt x="593004" y="258364"/>
                  <a:pt x="595820" y="263933"/>
                </a:cubicBezTo>
                <a:lnTo>
                  <a:pt x="655515" y="381007"/>
                </a:lnTo>
                <a:lnTo>
                  <a:pt x="596258" y="487256"/>
                </a:lnTo>
                <a:cubicBezTo>
                  <a:pt x="590752" y="497143"/>
                  <a:pt x="592191" y="509469"/>
                  <a:pt x="600013" y="517792"/>
                </a:cubicBezTo>
                <a:lnTo>
                  <a:pt x="812323" y="744494"/>
                </a:lnTo>
                <a:lnTo>
                  <a:pt x="825651" y="767520"/>
                </a:lnTo>
                <a:lnTo>
                  <a:pt x="825651" y="767645"/>
                </a:lnTo>
                <a:cubicBezTo>
                  <a:pt x="829405" y="776906"/>
                  <a:pt x="836163" y="788670"/>
                  <a:pt x="845424" y="801936"/>
                </a:cubicBezTo>
                <a:lnTo>
                  <a:pt x="846050" y="802874"/>
                </a:lnTo>
                <a:cubicBezTo>
                  <a:pt x="847927" y="805565"/>
                  <a:pt x="849929" y="808381"/>
                  <a:pt x="851994" y="811196"/>
                </a:cubicBezTo>
                <a:cubicBezTo>
                  <a:pt x="851994" y="811321"/>
                  <a:pt x="852119" y="811384"/>
                  <a:pt x="852182" y="811384"/>
                </a:cubicBezTo>
                <a:cubicBezTo>
                  <a:pt x="877524" y="845424"/>
                  <a:pt x="916694" y="888161"/>
                  <a:pt x="960621" y="928896"/>
                </a:cubicBezTo>
                <a:cubicBezTo>
                  <a:pt x="977203" y="944226"/>
                  <a:pt x="983147" y="967942"/>
                  <a:pt x="975951" y="989342"/>
                </a:cubicBezTo>
                <a:cubicBezTo>
                  <a:pt x="958744" y="1040777"/>
                  <a:pt x="927395" y="1135011"/>
                  <a:pt x="909999" y="1187260"/>
                </a:cubicBezTo>
                <a:close/>
              </a:path>
            </a:pathLst>
          </a:custGeom>
          <a:solidFill>
            <a:srgbClr val="F3A0BA"/>
          </a:solidFill>
          <a:ln w="6252" cap="flat">
            <a:noFill/>
            <a:prstDash val="solid"/>
            <a:miter/>
          </a:ln>
        </p:spPr>
        <p:txBody>
          <a:bodyPr rtlCol="0" anchor="ctr"/>
          <a:lstStyle/>
          <a:p>
            <a:endParaRPr lang="fi-FI" sz="3200"/>
          </a:p>
        </p:txBody>
      </p:sp>
      <p:sp>
        <p:nvSpPr>
          <p:cNvPr id="17" name="Vapaamuotoinen: Muoto 16">
            <a:extLst>
              <a:ext uri="{FF2B5EF4-FFF2-40B4-BE49-F238E27FC236}">
                <a16:creationId xmlns:a16="http://schemas.microsoft.com/office/drawing/2014/main" id="{61B00908-D7B3-53B8-7D2B-372EB36651F5}"/>
              </a:ext>
              <a:ext uri="{C183D7F6-B498-43B3-948B-1728B52AA6E4}">
                <adec:decorative xmlns:adec="http://schemas.microsoft.com/office/drawing/2017/decorative" val="1"/>
              </a:ext>
            </a:extLst>
          </p:cNvPr>
          <p:cNvSpPr>
            <a:spLocks/>
          </p:cNvSpPr>
          <p:nvPr/>
        </p:nvSpPr>
        <p:spPr>
          <a:xfrm>
            <a:off x="9020257" y="1492059"/>
            <a:ext cx="1516413" cy="1975748"/>
          </a:xfrm>
          <a:custGeom>
            <a:avLst/>
            <a:gdLst>
              <a:gd name="connsiteX0" fmla="*/ 1023632 w 1520145"/>
              <a:gd name="connsiteY0" fmla="*/ 394824 h 1980611"/>
              <a:gd name="connsiteX1" fmla="*/ 906307 w 1520145"/>
              <a:gd name="connsiteY1" fmla="*/ 103109 h 1980611"/>
              <a:gd name="connsiteX2" fmla="*/ 911125 w 1520145"/>
              <a:gd name="connsiteY2" fmla="*/ 95162 h 1980611"/>
              <a:gd name="connsiteX3" fmla="*/ 913003 w 1520145"/>
              <a:gd name="connsiteY3" fmla="*/ 95037 h 1980611"/>
              <a:gd name="connsiteX4" fmla="*/ 1287627 w 1520145"/>
              <a:gd name="connsiteY4" fmla="*/ 19511 h 1980611"/>
              <a:gd name="connsiteX5" fmla="*/ 1380235 w 1520145"/>
              <a:gd name="connsiteY5" fmla="*/ 27020 h 1980611"/>
              <a:gd name="connsiteX6" fmla="*/ 1328800 w 1520145"/>
              <a:gd name="connsiteY6" fmla="*/ 382059 h 1980611"/>
              <a:gd name="connsiteX7" fmla="*/ 1295762 w 1520145"/>
              <a:gd name="connsiteY7" fmla="*/ 409654 h 1980611"/>
              <a:gd name="connsiteX8" fmla="*/ 1254276 w 1520145"/>
              <a:gd name="connsiteY8" fmla="*/ 622590 h 1980611"/>
              <a:gd name="connsiteX9" fmla="*/ 1296888 w 1520145"/>
              <a:gd name="connsiteY9" fmla="*/ 672898 h 1980611"/>
              <a:gd name="connsiteX10" fmla="*/ 1480352 w 1520145"/>
              <a:gd name="connsiteY10" fmla="*/ 1272786 h 1980611"/>
              <a:gd name="connsiteX11" fmla="*/ 1488925 w 1520145"/>
              <a:gd name="connsiteY11" fmla="*/ 1284424 h 1980611"/>
              <a:gd name="connsiteX12" fmla="*/ 1488111 w 1520145"/>
              <a:gd name="connsiteY12" fmla="*/ 1285551 h 1980611"/>
              <a:gd name="connsiteX13" fmla="*/ 1485421 w 1520145"/>
              <a:gd name="connsiteY13" fmla="*/ 1290744 h 1980611"/>
              <a:gd name="connsiteX14" fmla="*/ 1393939 w 1520145"/>
              <a:gd name="connsiteY14" fmla="*/ 1514192 h 1980611"/>
              <a:gd name="connsiteX15" fmla="*/ 1301518 w 1520145"/>
              <a:gd name="connsiteY15" fmla="*/ 1576515 h 1980611"/>
              <a:gd name="connsiteX16" fmla="*/ 1126940 w 1520145"/>
              <a:gd name="connsiteY16" fmla="*/ 1509812 h 1980611"/>
              <a:gd name="connsiteX17" fmla="*/ 1101410 w 1520145"/>
              <a:gd name="connsiteY17" fmla="*/ 1513692 h 1980611"/>
              <a:gd name="connsiteX18" fmla="*/ 1091836 w 1520145"/>
              <a:gd name="connsiteY18" fmla="*/ 1537782 h 1980611"/>
              <a:gd name="connsiteX19" fmla="*/ 1125188 w 1520145"/>
              <a:gd name="connsiteY19" fmla="*/ 1776123 h 1980611"/>
              <a:gd name="connsiteX20" fmla="*/ 1040589 w 1520145"/>
              <a:gd name="connsiteY20" fmla="*/ 1757664 h 1980611"/>
              <a:gd name="connsiteX21" fmla="*/ 934966 w 1520145"/>
              <a:gd name="connsiteY21" fmla="*/ 1678509 h 1980611"/>
              <a:gd name="connsiteX22" fmla="*/ 905807 w 1520145"/>
              <a:gd name="connsiteY22" fmla="*/ 1677132 h 1980611"/>
              <a:gd name="connsiteX23" fmla="*/ 806754 w 1520145"/>
              <a:gd name="connsiteY23" fmla="*/ 1737640 h 1980611"/>
              <a:gd name="connsiteX24" fmla="*/ 797868 w 1520145"/>
              <a:gd name="connsiteY24" fmla="*/ 1746589 h 1980611"/>
              <a:gd name="connsiteX25" fmla="*/ 684862 w 1520145"/>
              <a:gd name="connsiteY25" fmla="*/ 1937561 h 1980611"/>
              <a:gd name="connsiteX26" fmla="*/ 626543 w 1520145"/>
              <a:gd name="connsiteY26" fmla="*/ 1980611 h 1980611"/>
              <a:gd name="connsiteX27" fmla="*/ 530994 w 1520145"/>
              <a:gd name="connsiteY27" fmla="*/ 1710797 h 1980611"/>
              <a:gd name="connsiteX28" fmla="*/ 529868 w 1520145"/>
              <a:gd name="connsiteY28" fmla="*/ 1708419 h 1980611"/>
              <a:gd name="connsiteX29" fmla="*/ 528930 w 1520145"/>
              <a:gd name="connsiteY29" fmla="*/ 1706354 h 1980611"/>
              <a:gd name="connsiteX30" fmla="*/ 526739 w 1520145"/>
              <a:gd name="connsiteY30" fmla="*/ 1703413 h 1980611"/>
              <a:gd name="connsiteX31" fmla="*/ 525801 w 1520145"/>
              <a:gd name="connsiteY31" fmla="*/ 1702037 h 1980611"/>
              <a:gd name="connsiteX32" fmla="*/ 522234 w 1520145"/>
              <a:gd name="connsiteY32" fmla="*/ 1698783 h 1980611"/>
              <a:gd name="connsiteX33" fmla="*/ 521922 w 1520145"/>
              <a:gd name="connsiteY33" fmla="*/ 1698470 h 1980611"/>
              <a:gd name="connsiteX34" fmla="*/ 357542 w 1520145"/>
              <a:gd name="connsiteY34" fmla="*/ 1576703 h 1980611"/>
              <a:gd name="connsiteX35" fmla="*/ 329510 w 1520145"/>
              <a:gd name="connsiteY35" fmla="*/ 1574701 h 1980611"/>
              <a:gd name="connsiteX36" fmla="*/ 217629 w 1520145"/>
              <a:gd name="connsiteY36" fmla="*/ 1635959 h 1980611"/>
              <a:gd name="connsiteX37" fmla="*/ 215001 w 1520145"/>
              <a:gd name="connsiteY37" fmla="*/ 1279982 h 1980611"/>
              <a:gd name="connsiteX38" fmla="*/ 209369 w 1520145"/>
              <a:gd name="connsiteY38" fmla="*/ 1263963 h 1980611"/>
              <a:gd name="connsiteX39" fmla="*/ 13015 w 1520145"/>
              <a:gd name="connsiteY39" fmla="*/ 1017801 h 1980611"/>
              <a:gd name="connsiteX40" fmla="*/ 0 w 1520145"/>
              <a:gd name="connsiteY40" fmla="*/ 880203 h 1980611"/>
              <a:gd name="connsiteX41" fmla="*/ 95236 w 1520145"/>
              <a:gd name="connsiteY41" fmla="*/ 549567 h 1980611"/>
              <a:gd name="connsiteX42" fmla="*/ 203175 w 1520145"/>
              <a:gd name="connsiteY42" fmla="*/ 549567 h 1980611"/>
              <a:gd name="connsiteX43" fmla="*/ 222259 w 1520145"/>
              <a:gd name="connsiteY43" fmla="*/ 541245 h 1980611"/>
              <a:gd name="connsiteX44" fmla="*/ 310800 w 1520145"/>
              <a:gd name="connsiteY44" fmla="*/ 445946 h 1980611"/>
              <a:gd name="connsiteX45" fmla="*/ 408539 w 1520145"/>
              <a:gd name="connsiteY45" fmla="*/ 586610 h 1980611"/>
              <a:gd name="connsiteX46" fmla="*/ 437323 w 1520145"/>
              <a:gd name="connsiteY46" fmla="*/ 596810 h 1980611"/>
              <a:gd name="connsiteX47" fmla="*/ 1006987 w 1520145"/>
              <a:gd name="connsiteY47" fmla="*/ 429615 h 1980611"/>
              <a:gd name="connsiteX48" fmla="*/ 1023131 w 1520145"/>
              <a:gd name="connsiteY48" fmla="*/ 415974 h 1980611"/>
              <a:gd name="connsiteX49" fmla="*/ 1023882 w 1520145"/>
              <a:gd name="connsiteY49" fmla="*/ 394824 h 1980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520145" h="1980611">
                <a:moveTo>
                  <a:pt x="1023632" y="394824"/>
                </a:moveTo>
                <a:lnTo>
                  <a:pt x="906307" y="103109"/>
                </a:lnTo>
                <a:lnTo>
                  <a:pt x="911125" y="95162"/>
                </a:lnTo>
                <a:cubicBezTo>
                  <a:pt x="911751" y="95162"/>
                  <a:pt x="912377" y="95162"/>
                  <a:pt x="913003" y="95037"/>
                </a:cubicBezTo>
                <a:cubicBezTo>
                  <a:pt x="1025634" y="83461"/>
                  <a:pt x="1207909" y="107239"/>
                  <a:pt x="1287627" y="19511"/>
                </a:cubicBezTo>
                <a:cubicBezTo>
                  <a:pt x="1313783" y="-9147"/>
                  <a:pt x="1359586" y="-5893"/>
                  <a:pt x="1380235" y="27020"/>
                </a:cubicBezTo>
                <a:cubicBezTo>
                  <a:pt x="1499625" y="218055"/>
                  <a:pt x="1646108" y="278626"/>
                  <a:pt x="1328800" y="382059"/>
                </a:cubicBezTo>
                <a:cubicBezTo>
                  <a:pt x="1314659" y="386627"/>
                  <a:pt x="1303083" y="396764"/>
                  <a:pt x="1295762" y="409654"/>
                </a:cubicBezTo>
                <a:cubicBezTo>
                  <a:pt x="1241511" y="505265"/>
                  <a:pt x="1114988" y="583732"/>
                  <a:pt x="1254276" y="622590"/>
                </a:cubicBezTo>
                <a:cubicBezTo>
                  <a:pt x="1277615" y="629035"/>
                  <a:pt x="1294573" y="648870"/>
                  <a:pt x="1296888" y="672898"/>
                </a:cubicBezTo>
                <a:cubicBezTo>
                  <a:pt x="1313157" y="850731"/>
                  <a:pt x="1396880" y="1120546"/>
                  <a:pt x="1480352" y="1272786"/>
                </a:cubicBezTo>
                <a:cubicBezTo>
                  <a:pt x="1482730" y="1277041"/>
                  <a:pt x="1485546" y="1281045"/>
                  <a:pt x="1488925" y="1284424"/>
                </a:cubicBezTo>
                <a:lnTo>
                  <a:pt x="1488111" y="1285551"/>
                </a:lnTo>
                <a:cubicBezTo>
                  <a:pt x="1487047" y="1287240"/>
                  <a:pt x="1486109" y="1288867"/>
                  <a:pt x="1485421" y="1290744"/>
                </a:cubicBezTo>
                <a:lnTo>
                  <a:pt x="1393939" y="1514192"/>
                </a:lnTo>
                <a:lnTo>
                  <a:pt x="1301518" y="1576515"/>
                </a:lnTo>
                <a:lnTo>
                  <a:pt x="1126940" y="1509812"/>
                </a:lnTo>
                <a:cubicBezTo>
                  <a:pt x="1118367" y="1506496"/>
                  <a:pt x="1108606" y="1507935"/>
                  <a:pt x="1101410" y="1513692"/>
                </a:cubicBezTo>
                <a:cubicBezTo>
                  <a:pt x="1094214" y="1519511"/>
                  <a:pt x="1090585" y="1528584"/>
                  <a:pt x="1091836" y="1537782"/>
                </a:cubicBezTo>
                <a:lnTo>
                  <a:pt x="1125188" y="1776123"/>
                </a:lnTo>
                <a:lnTo>
                  <a:pt x="1040589" y="1757664"/>
                </a:lnTo>
                <a:lnTo>
                  <a:pt x="934966" y="1678509"/>
                </a:lnTo>
                <a:cubicBezTo>
                  <a:pt x="926518" y="1672127"/>
                  <a:pt x="914943" y="1671501"/>
                  <a:pt x="905807" y="1677132"/>
                </a:cubicBezTo>
                <a:lnTo>
                  <a:pt x="806754" y="1737640"/>
                </a:lnTo>
                <a:cubicBezTo>
                  <a:pt x="803125" y="1739956"/>
                  <a:pt x="800058" y="1742959"/>
                  <a:pt x="797868" y="1746589"/>
                </a:cubicBezTo>
                <a:lnTo>
                  <a:pt x="684862" y="1937561"/>
                </a:lnTo>
                <a:lnTo>
                  <a:pt x="626543" y="1980611"/>
                </a:lnTo>
                <a:lnTo>
                  <a:pt x="530994" y="1710797"/>
                </a:lnTo>
                <a:cubicBezTo>
                  <a:pt x="530682" y="1709983"/>
                  <a:pt x="530244" y="1709107"/>
                  <a:pt x="529868" y="1708419"/>
                </a:cubicBezTo>
                <a:cubicBezTo>
                  <a:pt x="529555" y="1707668"/>
                  <a:pt x="529243" y="1706980"/>
                  <a:pt x="528930" y="1706354"/>
                </a:cubicBezTo>
                <a:cubicBezTo>
                  <a:pt x="528304" y="1705290"/>
                  <a:pt x="527490" y="1704352"/>
                  <a:pt x="526739" y="1703413"/>
                </a:cubicBezTo>
                <a:cubicBezTo>
                  <a:pt x="526427" y="1702975"/>
                  <a:pt x="526114" y="1702474"/>
                  <a:pt x="525801" y="1702037"/>
                </a:cubicBezTo>
                <a:cubicBezTo>
                  <a:pt x="524737" y="1700910"/>
                  <a:pt x="523486" y="1699721"/>
                  <a:pt x="522234" y="1698783"/>
                </a:cubicBezTo>
                <a:lnTo>
                  <a:pt x="521922" y="1698470"/>
                </a:lnTo>
                <a:lnTo>
                  <a:pt x="357542" y="1576703"/>
                </a:lnTo>
                <a:cubicBezTo>
                  <a:pt x="349408" y="1570571"/>
                  <a:pt x="338458" y="1569820"/>
                  <a:pt x="329510" y="1574701"/>
                </a:cubicBezTo>
                <a:lnTo>
                  <a:pt x="217629" y="1635959"/>
                </a:lnTo>
                <a:lnTo>
                  <a:pt x="215001" y="1279982"/>
                </a:lnTo>
                <a:cubicBezTo>
                  <a:pt x="215001" y="1274162"/>
                  <a:pt x="212999" y="1268531"/>
                  <a:pt x="209369" y="1263963"/>
                </a:cubicBezTo>
                <a:lnTo>
                  <a:pt x="13015" y="1017801"/>
                </a:lnTo>
                <a:lnTo>
                  <a:pt x="0" y="880203"/>
                </a:lnTo>
                <a:lnTo>
                  <a:pt x="95236" y="549567"/>
                </a:lnTo>
                <a:lnTo>
                  <a:pt x="203175" y="549567"/>
                </a:lnTo>
                <a:cubicBezTo>
                  <a:pt x="210496" y="549567"/>
                  <a:pt x="217316" y="546564"/>
                  <a:pt x="222259" y="541245"/>
                </a:cubicBezTo>
                <a:lnTo>
                  <a:pt x="310800" y="445946"/>
                </a:lnTo>
                <a:lnTo>
                  <a:pt x="408539" y="586610"/>
                </a:lnTo>
                <a:cubicBezTo>
                  <a:pt x="414984" y="595871"/>
                  <a:pt x="426560" y="599938"/>
                  <a:pt x="437323" y="596810"/>
                </a:cubicBezTo>
                <a:lnTo>
                  <a:pt x="1006987" y="429615"/>
                </a:lnTo>
                <a:cubicBezTo>
                  <a:pt x="1014058" y="427550"/>
                  <a:pt x="1019877" y="422544"/>
                  <a:pt x="1023131" y="415974"/>
                </a:cubicBezTo>
                <a:cubicBezTo>
                  <a:pt x="1026260" y="409278"/>
                  <a:pt x="1026573" y="401707"/>
                  <a:pt x="1023882" y="394824"/>
                </a:cubicBezTo>
                <a:close/>
              </a:path>
            </a:pathLst>
          </a:custGeom>
          <a:solidFill>
            <a:srgbClr val="F3A0BA"/>
          </a:solidFill>
          <a:ln w="6252" cap="flat">
            <a:noFill/>
            <a:prstDash val="solid"/>
            <a:miter/>
          </a:ln>
        </p:spPr>
        <p:txBody>
          <a:bodyPr rtlCol="0" anchor="ctr"/>
          <a:lstStyle/>
          <a:p>
            <a:endParaRPr lang="fi-FI" sz="3200"/>
          </a:p>
        </p:txBody>
      </p:sp>
      <p:sp>
        <p:nvSpPr>
          <p:cNvPr id="18" name="Vapaamuotoinen: Muoto 17">
            <a:extLst>
              <a:ext uri="{FF2B5EF4-FFF2-40B4-BE49-F238E27FC236}">
                <a16:creationId xmlns:a16="http://schemas.microsoft.com/office/drawing/2014/main" id="{E0B3BFA4-A5AB-040F-2532-8807B4F941BE}"/>
              </a:ext>
              <a:ext uri="{C183D7F6-B498-43B3-948B-1728B52AA6E4}">
                <adec:decorative xmlns:adec="http://schemas.microsoft.com/office/drawing/2017/decorative" val="1"/>
              </a:ext>
            </a:extLst>
          </p:cNvPr>
          <p:cNvSpPr>
            <a:spLocks/>
          </p:cNvSpPr>
          <p:nvPr/>
        </p:nvSpPr>
        <p:spPr>
          <a:xfrm>
            <a:off x="10710636" y="3667674"/>
            <a:ext cx="150993" cy="82331"/>
          </a:xfrm>
          <a:custGeom>
            <a:avLst/>
            <a:gdLst>
              <a:gd name="connsiteX0" fmla="*/ 59570 w 151364"/>
              <a:gd name="connsiteY0" fmla="*/ 0 h 82533"/>
              <a:gd name="connsiteX1" fmla="*/ 151364 w 151364"/>
              <a:gd name="connsiteY1" fmla="*/ 30223 h 82533"/>
              <a:gd name="connsiteX2" fmla="*/ 105811 w 151364"/>
              <a:gd name="connsiteY2" fmla="*/ 82534 h 82533"/>
              <a:gd name="connsiteX3" fmla="*/ 0 w 151364"/>
              <a:gd name="connsiteY3" fmla="*/ 52749 h 82533"/>
              <a:gd name="connsiteX4" fmla="*/ 59570 w 151364"/>
              <a:gd name="connsiteY4" fmla="*/ 0 h 825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64" h="82533">
                <a:moveTo>
                  <a:pt x="59570" y="0"/>
                </a:moveTo>
                <a:lnTo>
                  <a:pt x="151364" y="30223"/>
                </a:lnTo>
                <a:lnTo>
                  <a:pt x="105811" y="82534"/>
                </a:lnTo>
                <a:lnTo>
                  <a:pt x="0" y="52749"/>
                </a:lnTo>
                <a:lnTo>
                  <a:pt x="59570" y="0"/>
                </a:lnTo>
                <a:close/>
              </a:path>
            </a:pathLst>
          </a:custGeom>
          <a:solidFill>
            <a:srgbClr val="F3A0BA"/>
          </a:solidFill>
          <a:ln w="6252" cap="flat">
            <a:noFill/>
            <a:prstDash val="solid"/>
            <a:miter/>
          </a:ln>
        </p:spPr>
        <p:txBody>
          <a:bodyPr rtlCol="0" anchor="ctr"/>
          <a:lstStyle/>
          <a:p>
            <a:endParaRPr lang="fi-FI" sz="3200"/>
          </a:p>
        </p:txBody>
      </p:sp>
      <p:sp>
        <p:nvSpPr>
          <p:cNvPr id="20" name="Vapaamuotoinen: Muoto 19">
            <a:extLst>
              <a:ext uri="{FF2B5EF4-FFF2-40B4-BE49-F238E27FC236}">
                <a16:creationId xmlns:a16="http://schemas.microsoft.com/office/drawing/2014/main" id="{BFB4FAE3-CECD-4BAE-FE17-1CC3B96F4B00}"/>
              </a:ext>
              <a:ext uri="{C183D7F6-B498-43B3-948B-1728B52AA6E4}">
                <adec:decorative xmlns:adec="http://schemas.microsoft.com/office/drawing/2017/decorative" val="1"/>
              </a:ext>
            </a:extLst>
          </p:cNvPr>
          <p:cNvSpPr>
            <a:spLocks/>
          </p:cNvSpPr>
          <p:nvPr/>
        </p:nvSpPr>
        <p:spPr>
          <a:xfrm>
            <a:off x="10159909" y="2792741"/>
            <a:ext cx="1006483" cy="1420867"/>
          </a:xfrm>
          <a:custGeom>
            <a:avLst/>
            <a:gdLst>
              <a:gd name="connsiteX0" fmla="*/ 991407 w 1008960"/>
              <a:gd name="connsiteY0" fmla="*/ 776468 h 1424364"/>
              <a:gd name="connsiteX1" fmla="*/ 915881 w 1008960"/>
              <a:gd name="connsiteY1" fmla="*/ 733981 h 1424364"/>
              <a:gd name="connsiteX2" fmla="*/ 887848 w 1008960"/>
              <a:gd name="connsiteY2" fmla="*/ 743805 h 1424364"/>
              <a:gd name="connsiteX3" fmla="*/ 813699 w 1008960"/>
              <a:gd name="connsiteY3" fmla="*/ 706512 h 1424364"/>
              <a:gd name="connsiteX4" fmla="*/ 790047 w 1008960"/>
              <a:gd name="connsiteY4" fmla="*/ 394523 h 1424364"/>
              <a:gd name="connsiteX5" fmla="*/ 791611 w 1008960"/>
              <a:gd name="connsiteY5" fmla="*/ 371684 h 1424364"/>
              <a:gd name="connsiteX6" fmla="*/ 396650 w 1008960"/>
              <a:gd name="connsiteY6" fmla="*/ 0 h 1424364"/>
              <a:gd name="connsiteX7" fmla="*/ 389955 w 1008960"/>
              <a:gd name="connsiteY7" fmla="*/ 9511 h 1424364"/>
              <a:gd name="connsiteX8" fmla="*/ 296596 w 1008960"/>
              <a:gd name="connsiteY8" fmla="*/ 237590 h 1424364"/>
              <a:gd name="connsiteX9" fmla="*/ 287022 w 1008960"/>
              <a:gd name="connsiteY9" fmla="*/ 249353 h 1424364"/>
              <a:gd name="connsiteX10" fmla="*/ 176894 w 1008960"/>
              <a:gd name="connsiteY10" fmla="*/ 323753 h 1424364"/>
              <a:gd name="connsiteX11" fmla="*/ 153054 w 1008960"/>
              <a:gd name="connsiteY11" fmla="*/ 326443 h 1424364"/>
              <a:gd name="connsiteX12" fmla="*/ 7008 w 1008960"/>
              <a:gd name="connsiteY12" fmla="*/ 270628 h 1424364"/>
              <a:gd name="connsiteX13" fmla="*/ 39421 w 1008960"/>
              <a:gd name="connsiteY13" fmla="*/ 502336 h 1424364"/>
              <a:gd name="connsiteX14" fmla="*/ 39421 w 1008960"/>
              <a:gd name="connsiteY14" fmla="*/ 503400 h 1424364"/>
              <a:gd name="connsiteX15" fmla="*/ 39546 w 1008960"/>
              <a:gd name="connsiteY15" fmla="*/ 507780 h 1424364"/>
              <a:gd name="connsiteX16" fmla="*/ 39358 w 1008960"/>
              <a:gd name="connsiteY16" fmla="*/ 509970 h 1424364"/>
              <a:gd name="connsiteX17" fmla="*/ 39045 w 1008960"/>
              <a:gd name="connsiteY17" fmla="*/ 511972 h 1424364"/>
              <a:gd name="connsiteX18" fmla="*/ 0 w 1008960"/>
              <a:gd name="connsiteY18" fmla="*/ 676164 h 1424364"/>
              <a:gd name="connsiteX19" fmla="*/ 61697 w 1008960"/>
              <a:gd name="connsiteY19" fmla="*/ 796992 h 1424364"/>
              <a:gd name="connsiteX20" fmla="*/ 61259 w 1008960"/>
              <a:gd name="connsiteY20" fmla="*/ 821583 h 1424364"/>
              <a:gd name="connsiteX21" fmla="*/ 4505 w 1008960"/>
              <a:gd name="connsiteY21" fmla="*/ 923390 h 1424364"/>
              <a:gd name="connsiteX22" fmla="*/ 205865 w 1008960"/>
              <a:gd name="connsiteY22" fmla="*/ 1138390 h 1424364"/>
              <a:gd name="connsiteX23" fmla="*/ 209432 w 1008960"/>
              <a:gd name="connsiteY23" fmla="*/ 1143209 h 1424364"/>
              <a:gd name="connsiteX24" fmla="*/ 234211 w 1008960"/>
              <a:gd name="connsiteY24" fmla="*/ 1186134 h 1424364"/>
              <a:gd name="connsiteX25" fmla="*/ 358919 w 1008960"/>
              <a:gd name="connsiteY25" fmla="*/ 1263536 h 1424364"/>
              <a:gd name="connsiteX26" fmla="*/ 381507 w 1008960"/>
              <a:gd name="connsiteY26" fmla="*/ 1294760 h 1424364"/>
              <a:gd name="connsiteX27" fmla="*/ 533936 w 1008960"/>
              <a:gd name="connsiteY27" fmla="*/ 1422910 h 1424364"/>
              <a:gd name="connsiteX28" fmla="*/ 593505 w 1008960"/>
              <a:gd name="connsiteY28" fmla="*/ 1400822 h 1424364"/>
              <a:gd name="connsiteX29" fmla="*/ 627482 w 1008960"/>
              <a:gd name="connsiteY29" fmla="*/ 1354643 h 1424364"/>
              <a:gd name="connsiteX30" fmla="*/ 685300 w 1008960"/>
              <a:gd name="connsiteY30" fmla="*/ 1332242 h 1424364"/>
              <a:gd name="connsiteX31" fmla="*/ 953237 w 1008960"/>
              <a:gd name="connsiteY31" fmla="*/ 1218922 h 1424364"/>
              <a:gd name="connsiteX32" fmla="*/ 978892 w 1008960"/>
              <a:gd name="connsiteY32" fmla="*/ 1187260 h 1424364"/>
              <a:gd name="connsiteX33" fmla="*/ 991469 w 1008960"/>
              <a:gd name="connsiteY33" fmla="*/ 776719 h 1424364"/>
              <a:gd name="connsiteX34" fmla="*/ 768459 w 1008960"/>
              <a:gd name="connsiteY34" fmla="*/ 912001 h 1424364"/>
              <a:gd name="connsiteX35" fmla="*/ 686363 w 1008960"/>
              <a:gd name="connsiteY35" fmla="*/ 1006299 h 1424364"/>
              <a:gd name="connsiteX36" fmla="*/ 666778 w 1008960"/>
              <a:gd name="connsiteY36" fmla="*/ 1015247 h 1424364"/>
              <a:gd name="connsiteX37" fmla="*/ 659707 w 1008960"/>
              <a:gd name="connsiteY37" fmla="*/ 1014183 h 1424364"/>
              <a:gd name="connsiteX38" fmla="*/ 492074 w 1008960"/>
              <a:gd name="connsiteY38" fmla="*/ 967066 h 1424364"/>
              <a:gd name="connsiteX39" fmla="*/ 473740 w 1008960"/>
              <a:gd name="connsiteY39" fmla="*/ 947793 h 1424364"/>
              <a:gd name="connsiteX40" fmla="*/ 481875 w 1008960"/>
              <a:gd name="connsiteY40" fmla="*/ 922451 h 1424364"/>
              <a:gd name="connsiteX41" fmla="*/ 588374 w 1008960"/>
              <a:gd name="connsiteY41" fmla="*/ 828154 h 1424364"/>
              <a:gd name="connsiteX42" fmla="*/ 613779 w 1008960"/>
              <a:gd name="connsiteY42" fmla="*/ 822835 h 1424364"/>
              <a:gd name="connsiteX43" fmla="*/ 757008 w 1008960"/>
              <a:gd name="connsiteY43" fmla="*/ 870015 h 1424364"/>
              <a:gd name="connsiteX44" fmla="*/ 773965 w 1008960"/>
              <a:gd name="connsiteY44" fmla="*/ 887848 h 1424364"/>
              <a:gd name="connsiteX45" fmla="*/ 768459 w 1008960"/>
              <a:gd name="connsiteY45" fmla="*/ 911939 h 1424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008960" h="1424364">
                <a:moveTo>
                  <a:pt x="991407" y="776468"/>
                </a:moveTo>
                <a:cubicBezTo>
                  <a:pt x="984211" y="742491"/>
                  <a:pt x="948669" y="722593"/>
                  <a:pt x="915881" y="733981"/>
                </a:cubicBezTo>
                <a:cubicBezTo>
                  <a:pt x="906620" y="737235"/>
                  <a:pt x="897046" y="740551"/>
                  <a:pt x="887848" y="743805"/>
                </a:cubicBezTo>
                <a:cubicBezTo>
                  <a:pt x="857000" y="754442"/>
                  <a:pt x="823273" y="737673"/>
                  <a:pt x="813699" y="706512"/>
                </a:cubicBezTo>
                <a:cubicBezTo>
                  <a:pt x="784415" y="611276"/>
                  <a:pt x="767207" y="479372"/>
                  <a:pt x="790047" y="394523"/>
                </a:cubicBezTo>
                <a:cubicBezTo>
                  <a:pt x="792049" y="387014"/>
                  <a:pt x="792737" y="379317"/>
                  <a:pt x="791611" y="371684"/>
                </a:cubicBezTo>
                <a:cubicBezTo>
                  <a:pt x="753692" y="122893"/>
                  <a:pt x="627232" y="28408"/>
                  <a:pt x="396650" y="0"/>
                </a:cubicBezTo>
                <a:lnTo>
                  <a:pt x="389955" y="9511"/>
                </a:lnTo>
                <a:lnTo>
                  <a:pt x="296596" y="237590"/>
                </a:lnTo>
                <a:cubicBezTo>
                  <a:pt x="294594" y="242408"/>
                  <a:pt x="291277" y="246475"/>
                  <a:pt x="287022" y="249353"/>
                </a:cubicBezTo>
                <a:lnTo>
                  <a:pt x="176894" y="323753"/>
                </a:lnTo>
                <a:cubicBezTo>
                  <a:pt x="169823" y="328446"/>
                  <a:pt x="160938" y="329509"/>
                  <a:pt x="153054" y="326443"/>
                </a:cubicBezTo>
                <a:lnTo>
                  <a:pt x="7008" y="270628"/>
                </a:lnTo>
                <a:lnTo>
                  <a:pt x="39421" y="502336"/>
                </a:lnTo>
                <a:cubicBezTo>
                  <a:pt x="39421" y="502336"/>
                  <a:pt x="39421" y="502962"/>
                  <a:pt x="39421" y="503400"/>
                </a:cubicBezTo>
                <a:cubicBezTo>
                  <a:pt x="39609" y="504839"/>
                  <a:pt x="39609" y="506341"/>
                  <a:pt x="39546" y="507780"/>
                </a:cubicBezTo>
                <a:cubicBezTo>
                  <a:pt x="39546" y="508531"/>
                  <a:pt x="39421" y="509219"/>
                  <a:pt x="39358" y="509970"/>
                </a:cubicBezTo>
                <a:cubicBezTo>
                  <a:pt x="39171" y="510596"/>
                  <a:pt x="39171" y="511347"/>
                  <a:pt x="39045" y="511972"/>
                </a:cubicBezTo>
                <a:lnTo>
                  <a:pt x="0" y="676164"/>
                </a:lnTo>
                <a:lnTo>
                  <a:pt x="61697" y="796992"/>
                </a:lnTo>
                <a:cubicBezTo>
                  <a:pt x="65639" y="804814"/>
                  <a:pt x="65576" y="813949"/>
                  <a:pt x="61259" y="821583"/>
                </a:cubicBezTo>
                <a:lnTo>
                  <a:pt x="4505" y="923390"/>
                </a:lnTo>
                <a:lnTo>
                  <a:pt x="205865" y="1138390"/>
                </a:lnTo>
                <a:cubicBezTo>
                  <a:pt x="207242" y="1139830"/>
                  <a:pt x="208368" y="1141394"/>
                  <a:pt x="209432" y="1143209"/>
                </a:cubicBezTo>
                <a:lnTo>
                  <a:pt x="234211" y="1186134"/>
                </a:lnTo>
                <a:cubicBezTo>
                  <a:pt x="263182" y="1200525"/>
                  <a:pt x="303917" y="1225430"/>
                  <a:pt x="358919" y="1263536"/>
                </a:cubicBezTo>
                <a:cubicBezTo>
                  <a:pt x="369744" y="1271045"/>
                  <a:pt x="377691" y="1282183"/>
                  <a:pt x="381507" y="1294760"/>
                </a:cubicBezTo>
                <a:cubicBezTo>
                  <a:pt x="405786" y="1374165"/>
                  <a:pt x="457158" y="1405202"/>
                  <a:pt x="533936" y="1422910"/>
                </a:cubicBezTo>
                <a:cubicBezTo>
                  <a:pt x="556462" y="1428041"/>
                  <a:pt x="579864" y="1419343"/>
                  <a:pt x="593505" y="1400822"/>
                </a:cubicBezTo>
                <a:cubicBezTo>
                  <a:pt x="603892" y="1386680"/>
                  <a:pt x="616532" y="1369472"/>
                  <a:pt x="627482" y="1354643"/>
                </a:cubicBezTo>
                <a:cubicBezTo>
                  <a:pt x="640810" y="1336622"/>
                  <a:pt x="663399" y="1327361"/>
                  <a:pt x="685300" y="1332242"/>
                </a:cubicBezTo>
                <a:cubicBezTo>
                  <a:pt x="771900" y="1351389"/>
                  <a:pt x="879151" y="1263349"/>
                  <a:pt x="953237" y="1218922"/>
                </a:cubicBezTo>
                <a:cubicBezTo>
                  <a:pt x="965189" y="1211726"/>
                  <a:pt x="974574" y="1200713"/>
                  <a:pt x="978892" y="1187260"/>
                </a:cubicBezTo>
                <a:cubicBezTo>
                  <a:pt x="1014934" y="1075692"/>
                  <a:pt x="1017875" y="901489"/>
                  <a:pt x="991469" y="776719"/>
                </a:cubicBezTo>
                <a:close/>
                <a:moveTo>
                  <a:pt x="768459" y="912001"/>
                </a:moveTo>
                <a:lnTo>
                  <a:pt x="686363" y="1006299"/>
                </a:lnTo>
                <a:cubicBezTo>
                  <a:pt x="681357" y="1012056"/>
                  <a:pt x="674161" y="1015247"/>
                  <a:pt x="666778" y="1015247"/>
                </a:cubicBezTo>
                <a:cubicBezTo>
                  <a:pt x="664400" y="1015247"/>
                  <a:pt x="661960" y="1014934"/>
                  <a:pt x="659707" y="1014183"/>
                </a:cubicBezTo>
                <a:lnTo>
                  <a:pt x="492074" y="967066"/>
                </a:lnTo>
                <a:cubicBezTo>
                  <a:pt x="482876" y="964438"/>
                  <a:pt x="475805" y="957054"/>
                  <a:pt x="473740" y="947793"/>
                </a:cubicBezTo>
                <a:cubicBezTo>
                  <a:pt x="471550" y="938532"/>
                  <a:pt x="474679" y="928708"/>
                  <a:pt x="481875" y="922451"/>
                </a:cubicBezTo>
                <a:lnTo>
                  <a:pt x="588374" y="828154"/>
                </a:lnTo>
                <a:cubicBezTo>
                  <a:pt x="595382" y="822021"/>
                  <a:pt x="604956" y="820019"/>
                  <a:pt x="613779" y="822835"/>
                </a:cubicBezTo>
                <a:lnTo>
                  <a:pt x="757008" y="870015"/>
                </a:lnTo>
                <a:cubicBezTo>
                  <a:pt x="765268" y="872706"/>
                  <a:pt x="771588" y="879526"/>
                  <a:pt x="773965" y="887848"/>
                </a:cubicBezTo>
                <a:cubicBezTo>
                  <a:pt x="776281" y="896296"/>
                  <a:pt x="774153" y="905243"/>
                  <a:pt x="768459" y="911939"/>
                </a:cubicBezTo>
                <a:close/>
              </a:path>
            </a:pathLst>
          </a:custGeom>
          <a:solidFill>
            <a:srgbClr val="F3A0BA"/>
          </a:solidFill>
          <a:ln w="6252" cap="flat">
            <a:noFill/>
            <a:prstDash val="solid"/>
            <a:miter/>
          </a:ln>
        </p:spPr>
        <p:txBody>
          <a:bodyPr rtlCol="0" anchor="ctr"/>
          <a:lstStyle/>
          <a:p>
            <a:endParaRPr lang="fi-FI" sz="3200"/>
          </a:p>
        </p:txBody>
      </p:sp>
      <p:sp>
        <p:nvSpPr>
          <p:cNvPr id="21" name="Vapaamuotoinen: Muoto 20">
            <a:extLst>
              <a:ext uri="{FF2B5EF4-FFF2-40B4-BE49-F238E27FC236}">
                <a16:creationId xmlns:a16="http://schemas.microsoft.com/office/drawing/2014/main" id="{619D5CC2-9AA5-F26B-AC09-BBADA2F3C5AE}"/>
              </a:ext>
              <a:ext uri="{C183D7F6-B498-43B3-948B-1728B52AA6E4}">
                <adec:decorative xmlns:adec="http://schemas.microsoft.com/office/drawing/2017/decorative" val="1"/>
              </a:ext>
            </a:extLst>
          </p:cNvPr>
          <p:cNvSpPr>
            <a:spLocks/>
          </p:cNvSpPr>
          <p:nvPr/>
        </p:nvSpPr>
        <p:spPr>
          <a:xfrm>
            <a:off x="6631093" y="5743594"/>
            <a:ext cx="152844" cy="113890"/>
          </a:xfrm>
          <a:custGeom>
            <a:avLst/>
            <a:gdLst>
              <a:gd name="connsiteX0" fmla="*/ 0 w 153220"/>
              <a:gd name="connsiteY0" fmla="*/ 4027 h 114170"/>
              <a:gd name="connsiteX1" fmla="*/ 0 w 153220"/>
              <a:gd name="connsiteY1" fmla="*/ 109525 h 114170"/>
              <a:gd name="connsiteX2" fmla="*/ 3379 w 153220"/>
              <a:gd name="connsiteY2" fmla="*/ 113593 h 114170"/>
              <a:gd name="connsiteX3" fmla="*/ 150238 w 153220"/>
              <a:gd name="connsiteY3" fmla="*/ 87124 h 114170"/>
              <a:gd name="connsiteX4" fmla="*/ 152803 w 153220"/>
              <a:gd name="connsiteY4" fmla="*/ 81305 h 114170"/>
              <a:gd name="connsiteX5" fmla="*/ 4568 w 153220"/>
              <a:gd name="connsiteY5" fmla="*/ 22 h 114170"/>
              <a:gd name="connsiteX6" fmla="*/ 0 w 153220"/>
              <a:gd name="connsiteY6" fmla="*/ 4027 h 114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3220" h="114170">
                <a:moveTo>
                  <a:pt x="0" y="4027"/>
                </a:moveTo>
                <a:lnTo>
                  <a:pt x="0" y="109525"/>
                </a:lnTo>
                <a:cubicBezTo>
                  <a:pt x="0" y="111528"/>
                  <a:pt x="1377" y="113342"/>
                  <a:pt x="3379" y="113593"/>
                </a:cubicBezTo>
                <a:cubicBezTo>
                  <a:pt x="36793" y="117973"/>
                  <a:pt x="116135" y="96322"/>
                  <a:pt x="150238" y="87124"/>
                </a:cubicBezTo>
                <a:cubicBezTo>
                  <a:pt x="152678" y="86436"/>
                  <a:pt x="153930" y="83620"/>
                  <a:pt x="152803" y="81305"/>
                </a:cubicBezTo>
                <a:cubicBezTo>
                  <a:pt x="106875" y="-12367"/>
                  <a:pt x="98177" y="9722"/>
                  <a:pt x="4568" y="22"/>
                </a:cubicBezTo>
                <a:cubicBezTo>
                  <a:pt x="2190" y="-228"/>
                  <a:pt x="0" y="1649"/>
                  <a:pt x="0" y="4027"/>
                </a:cubicBezTo>
                <a:close/>
              </a:path>
            </a:pathLst>
          </a:custGeom>
          <a:solidFill>
            <a:srgbClr val="F3A0BA"/>
          </a:solidFill>
          <a:ln w="6252" cap="flat">
            <a:noFill/>
            <a:prstDash val="solid"/>
            <a:miter/>
          </a:ln>
        </p:spPr>
        <p:txBody>
          <a:bodyPr rtlCol="0" anchor="ctr"/>
          <a:lstStyle/>
          <a:p>
            <a:endParaRPr lang="fi-FI" sz="3200"/>
          </a:p>
        </p:txBody>
      </p:sp>
      <p:sp>
        <p:nvSpPr>
          <p:cNvPr id="22" name="Vapaamuotoinen: Muoto 21">
            <a:extLst>
              <a:ext uri="{FF2B5EF4-FFF2-40B4-BE49-F238E27FC236}">
                <a16:creationId xmlns:a16="http://schemas.microsoft.com/office/drawing/2014/main" id="{DC4C091D-564D-3AC2-E119-809C80772E45}"/>
              </a:ext>
              <a:ext uri="{C183D7F6-B498-43B3-948B-1728B52AA6E4}">
                <adec:decorative xmlns:adec="http://schemas.microsoft.com/office/drawing/2017/decorative" val="1"/>
              </a:ext>
            </a:extLst>
          </p:cNvPr>
          <p:cNvSpPr>
            <a:spLocks/>
          </p:cNvSpPr>
          <p:nvPr/>
        </p:nvSpPr>
        <p:spPr>
          <a:xfrm>
            <a:off x="6808812" y="5560520"/>
            <a:ext cx="192433" cy="133896"/>
          </a:xfrm>
          <a:custGeom>
            <a:avLst/>
            <a:gdLst>
              <a:gd name="connsiteX0" fmla="*/ 1366 w 192907"/>
              <a:gd name="connsiteY0" fmla="*/ 24674 h 134226"/>
              <a:gd name="connsiteX1" fmla="*/ 123070 w 192907"/>
              <a:gd name="connsiteY1" fmla="*/ 133176 h 134226"/>
              <a:gd name="connsiteX2" fmla="*/ 129390 w 192907"/>
              <a:gd name="connsiteY2" fmla="*/ 131987 h 134226"/>
              <a:gd name="connsiteX3" fmla="*/ 192464 w 192907"/>
              <a:gd name="connsiteY3" fmla="*/ 5902 h 134226"/>
              <a:gd name="connsiteX4" fmla="*/ 188459 w 192907"/>
              <a:gd name="connsiteY4" fmla="*/ 21 h 134226"/>
              <a:gd name="connsiteX5" fmla="*/ 3681 w 192907"/>
              <a:gd name="connsiteY5" fmla="*/ 17604 h 134226"/>
              <a:gd name="connsiteX6" fmla="*/ 1366 w 192907"/>
              <a:gd name="connsiteY6" fmla="*/ 24674 h 134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2907" h="134226">
                <a:moveTo>
                  <a:pt x="1366" y="24674"/>
                </a:moveTo>
                <a:lnTo>
                  <a:pt x="123070" y="133176"/>
                </a:lnTo>
                <a:cubicBezTo>
                  <a:pt x="125073" y="134991"/>
                  <a:pt x="128202" y="134365"/>
                  <a:pt x="129390" y="131987"/>
                </a:cubicBezTo>
                <a:lnTo>
                  <a:pt x="192464" y="5902"/>
                </a:lnTo>
                <a:cubicBezTo>
                  <a:pt x="193903" y="3024"/>
                  <a:pt x="191651" y="-293"/>
                  <a:pt x="188459" y="21"/>
                </a:cubicBezTo>
                <a:lnTo>
                  <a:pt x="3681" y="17604"/>
                </a:lnTo>
                <a:cubicBezTo>
                  <a:pt x="115" y="17916"/>
                  <a:pt x="-1262" y="22359"/>
                  <a:pt x="1366" y="24674"/>
                </a:cubicBezTo>
                <a:close/>
              </a:path>
            </a:pathLst>
          </a:custGeom>
          <a:solidFill>
            <a:srgbClr val="F3A0BA"/>
          </a:solidFill>
          <a:ln w="6252" cap="flat">
            <a:noFill/>
            <a:prstDash val="solid"/>
            <a:miter/>
          </a:ln>
        </p:spPr>
        <p:txBody>
          <a:bodyPr rtlCol="0" anchor="ctr"/>
          <a:lstStyle/>
          <a:p>
            <a:endParaRPr lang="fi-FI" sz="3200"/>
          </a:p>
        </p:txBody>
      </p:sp>
      <p:sp>
        <p:nvSpPr>
          <p:cNvPr id="23" name="Vapaamuotoinen: Muoto 22">
            <a:extLst>
              <a:ext uri="{FF2B5EF4-FFF2-40B4-BE49-F238E27FC236}">
                <a16:creationId xmlns:a16="http://schemas.microsoft.com/office/drawing/2014/main" id="{FC0865BB-6DF0-EC34-AEE4-7E39A10DB210}"/>
              </a:ext>
              <a:ext uri="{C183D7F6-B498-43B3-948B-1728B52AA6E4}">
                <adec:decorative xmlns:adec="http://schemas.microsoft.com/office/drawing/2017/decorative" val="1"/>
              </a:ext>
            </a:extLst>
          </p:cNvPr>
          <p:cNvSpPr>
            <a:spLocks/>
          </p:cNvSpPr>
          <p:nvPr/>
        </p:nvSpPr>
        <p:spPr>
          <a:xfrm>
            <a:off x="7782990" y="5422344"/>
            <a:ext cx="113551" cy="82013"/>
          </a:xfrm>
          <a:custGeom>
            <a:avLst/>
            <a:gdLst>
              <a:gd name="connsiteX0" fmla="*/ 866 w 113830"/>
              <a:gd name="connsiteY0" fmla="*/ 53249 h 82215"/>
              <a:gd name="connsiteX1" fmla="*/ 20890 w 113830"/>
              <a:gd name="connsiteY1" fmla="*/ 80531 h 82215"/>
              <a:gd name="connsiteX2" fmla="*/ 26834 w 113830"/>
              <a:gd name="connsiteY2" fmla="*/ 81219 h 82215"/>
              <a:gd name="connsiteX3" fmla="*/ 112371 w 113830"/>
              <a:gd name="connsiteY3" fmla="*/ 7195 h 82215"/>
              <a:gd name="connsiteX4" fmla="*/ 108054 w 113830"/>
              <a:gd name="connsiteY4" fmla="*/ 375 h 82215"/>
              <a:gd name="connsiteX5" fmla="*/ 2431 w 113830"/>
              <a:gd name="connsiteY5" fmla="*/ 47116 h 82215"/>
              <a:gd name="connsiteX6" fmla="*/ 804 w 113830"/>
              <a:gd name="connsiteY6" fmla="*/ 53249 h 8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3830" h="82215">
                <a:moveTo>
                  <a:pt x="866" y="53249"/>
                </a:moveTo>
                <a:lnTo>
                  <a:pt x="20890" y="80531"/>
                </a:lnTo>
                <a:cubicBezTo>
                  <a:pt x="22266" y="82470"/>
                  <a:pt x="25019" y="82783"/>
                  <a:pt x="26834" y="81219"/>
                </a:cubicBezTo>
                <a:lnTo>
                  <a:pt x="112371" y="7195"/>
                </a:lnTo>
                <a:cubicBezTo>
                  <a:pt x="115938" y="4129"/>
                  <a:pt x="112371" y="-1502"/>
                  <a:pt x="108054" y="375"/>
                </a:cubicBezTo>
                <a:lnTo>
                  <a:pt x="2431" y="47116"/>
                </a:lnTo>
                <a:cubicBezTo>
                  <a:pt x="53" y="48180"/>
                  <a:pt x="-761" y="51121"/>
                  <a:pt x="804" y="53249"/>
                </a:cubicBezTo>
                <a:close/>
              </a:path>
            </a:pathLst>
          </a:custGeom>
          <a:solidFill>
            <a:srgbClr val="F3A0BA"/>
          </a:solidFill>
          <a:ln w="6252" cap="flat">
            <a:noFill/>
            <a:prstDash val="solid"/>
            <a:miter/>
          </a:ln>
        </p:spPr>
        <p:txBody>
          <a:bodyPr rtlCol="0" anchor="ctr"/>
          <a:lstStyle/>
          <a:p>
            <a:endParaRPr lang="fi-FI" sz="3200"/>
          </a:p>
        </p:txBody>
      </p:sp>
      <p:sp>
        <p:nvSpPr>
          <p:cNvPr id="24" name="Vapaamuotoinen: Muoto 23">
            <a:extLst>
              <a:ext uri="{FF2B5EF4-FFF2-40B4-BE49-F238E27FC236}">
                <a16:creationId xmlns:a16="http://schemas.microsoft.com/office/drawing/2014/main" id="{2DE2D7DB-A5A9-09BB-DF7D-C32C09D8283F}"/>
              </a:ext>
              <a:ext uri="{C183D7F6-B498-43B3-948B-1728B52AA6E4}">
                <adec:decorative xmlns:adec="http://schemas.microsoft.com/office/drawing/2017/decorative" val="1"/>
              </a:ext>
            </a:extLst>
          </p:cNvPr>
          <p:cNvSpPr>
            <a:spLocks/>
          </p:cNvSpPr>
          <p:nvPr/>
        </p:nvSpPr>
        <p:spPr>
          <a:xfrm>
            <a:off x="8100302" y="5169561"/>
            <a:ext cx="264226" cy="184424"/>
          </a:xfrm>
          <a:custGeom>
            <a:avLst/>
            <a:gdLst>
              <a:gd name="connsiteX0" fmla="*/ 153698 w 264877"/>
              <a:gd name="connsiteY0" fmla="*/ 1173 h 184878"/>
              <a:gd name="connsiteX1" fmla="*/ 1333 w 264877"/>
              <a:gd name="connsiteY1" fmla="*/ 139647 h 184878"/>
              <a:gd name="connsiteX2" fmla="*/ 1583 w 264877"/>
              <a:gd name="connsiteY2" fmla="*/ 145842 h 184878"/>
              <a:gd name="connsiteX3" fmla="*/ 50641 w 264877"/>
              <a:gd name="connsiteY3" fmla="*/ 184011 h 184878"/>
              <a:gd name="connsiteX4" fmla="*/ 53769 w 264877"/>
              <a:gd name="connsiteY4" fmla="*/ 184824 h 184878"/>
              <a:gd name="connsiteX5" fmla="*/ 261449 w 264877"/>
              <a:gd name="connsiteY5" fmla="*/ 151160 h 184878"/>
              <a:gd name="connsiteX6" fmla="*/ 264077 w 264877"/>
              <a:gd name="connsiteY6" fmla="*/ 144715 h 184878"/>
              <a:gd name="connsiteX7" fmla="*/ 159643 w 264877"/>
              <a:gd name="connsiteY7" fmla="*/ 1674 h 184878"/>
              <a:gd name="connsiteX8" fmla="*/ 153636 w 264877"/>
              <a:gd name="connsiteY8" fmla="*/ 1048 h 184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4877" h="184878">
                <a:moveTo>
                  <a:pt x="153698" y="1173"/>
                </a:moveTo>
                <a:lnTo>
                  <a:pt x="1333" y="139647"/>
                </a:lnTo>
                <a:cubicBezTo>
                  <a:pt x="-544" y="141336"/>
                  <a:pt x="-419" y="144340"/>
                  <a:pt x="1583" y="145842"/>
                </a:cubicBezTo>
                <a:lnTo>
                  <a:pt x="50641" y="184011"/>
                </a:lnTo>
                <a:cubicBezTo>
                  <a:pt x="51517" y="184700"/>
                  <a:pt x="52643" y="185012"/>
                  <a:pt x="53769" y="184824"/>
                </a:cubicBezTo>
                <a:lnTo>
                  <a:pt x="261449" y="151160"/>
                </a:lnTo>
                <a:cubicBezTo>
                  <a:pt x="264452" y="150660"/>
                  <a:pt x="265891" y="147218"/>
                  <a:pt x="264077" y="144715"/>
                </a:cubicBezTo>
                <a:lnTo>
                  <a:pt x="159643" y="1674"/>
                </a:lnTo>
                <a:cubicBezTo>
                  <a:pt x="158204" y="-266"/>
                  <a:pt x="155388" y="-579"/>
                  <a:pt x="153636" y="1048"/>
                </a:cubicBezTo>
                <a:close/>
              </a:path>
            </a:pathLst>
          </a:custGeom>
          <a:solidFill>
            <a:srgbClr val="F3A0BA"/>
          </a:solidFill>
          <a:ln w="6252" cap="flat">
            <a:noFill/>
            <a:prstDash val="solid"/>
            <a:miter/>
          </a:ln>
        </p:spPr>
        <p:txBody>
          <a:bodyPr rtlCol="0" anchor="ctr"/>
          <a:lstStyle/>
          <a:p>
            <a:endParaRPr lang="fi-FI" sz="3200"/>
          </a:p>
        </p:txBody>
      </p:sp>
      <p:sp>
        <p:nvSpPr>
          <p:cNvPr id="25" name="Vapaamuotoinen: Muoto 24">
            <a:extLst>
              <a:ext uri="{FF2B5EF4-FFF2-40B4-BE49-F238E27FC236}">
                <a16:creationId xmlns:a16="http://schemas.microsoft.com/office/drawing/2014/main" id="{1B60B01E-E2E6-D978-FC6A-ACE3D13F0726}"/>
              </a:ext>
              <a:ext uri="{C183D7F6-B498-43B3-948B-1728B52AA6E4}">
                <adec:decorative xmlns:adec="http://schemas.microsoft.com/office/drawing/2017/decorative" val="1"/>
              </a:ext>
            </a:extLst>
          </p:cNvPr>
          <p:cNvSpPr>
            <a:spLocks/>
          </p:cNvSpPr>
          <p:nvPr/>
        </p:nvSpPr>
        <p:spPr>
          <a:xfrm>
            <a:off x="8358213" y="5119969"/>
            <a:ext cx="143694" cy="88531"/>
          </a:xfrm>
          <a:custGeom>
            <a:avLst/>
            <a:gdLst>
              <a:gd name="connsiteX0" fmla="*/ 149 w 144047"/>
              <a:gd name="connsiteY0" fmla="*/ 5272 h 88748"/>
              <a:gd name="connsiteX1" fmla="*/ 95197 w 144047"/>
              <a:gd name="connsiteY1" fmla="*/ 88745 h 88748"/>
              <a:gd name="connsiteX2" fmla="*/ 98827 w 144047"/>
              <a:gd name="connsiteY2" fmla="*/ 86930 h 88748"/>
              <a:gd name="connsiteX3" fmla="*/ 143379 w 144047"/>
              <a:gd name="connsiteY3" fmla="*/ 18413 h 88748"/>
              <a:gd name="connsiteX4" fmla="*/ 140312 w 144047"/>
              <a:gd name="connsiteY4" fmla="*/ 12155 h 88748"/>
              <a:gd name="connsiteX5" fmla="*/ 4404 w 144047"/>
              <a:gd name="connsiteY5" fmla="*/ 16 h 88748"/>
              <a:gd name="connsiteX6" fmla="*/ 149 w 144047"/>
              <a:gd name="connsiteY6" fmla="*/ 5147 h 88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047" h="88748">
                <a:moveTo>
                  <a:pt x="149" y="5272"/>
                </a:moveTo>
                <a:cubicBezTo>
                  <a:pt x="20673" y="84302"/>
                  <a:pt x="5780" y="84615"/>
                  <a:pt x="95197" y="88745"/>
                </a:cubicBezTo>
                <a:cubicBezTo>
                  <a:pt x="96636" y="88807"/>
                  <a:pt x="98013" y="88181"/>
                  <a:pt x="98827" y="86930"/>
                </a:cubicBezTo>
                <a:cubicBezTo>
                  <a:pt x="105084" y="77356"/>
                  <a:pt x="133242" y="34056"/>
                  <a:pt x="143379" y="18413"/>
                </a:cubicBezTo>
                <a:cubicBezTo>
                  <a:pt x="145068" y="15847"/>
                  <a:pt x="143379" y="12468"/>
                  <a:pt x="140312" y="12155"/>
                </a:cubicBezTo>
                <a:lnTo>
                  <a:pt x="4404" y="16"/>
                </a:lnTo>
                <a:cubicBezTo>
                  <a:pt x="1588" y="-234"/>
                  <a:pt x="-602" y="2457"/>
                  <a:pt x="149" y="5147"/>
                </a:cubicBezTo>
                <a:close/>
              </a:path>
            </a:pathLst>
          </a:custGeom>
          <a:solidFill>
            <a:srgbClr val="F3A0BA"/>
          </a:solidFill>
          <a:ln w="6252" cap="flat">
            <a:noFill/>
            <a:prstDash val="solid"/>
            <a:miter/>
          </a:ln>
        </p:spPr>
        <p:txBody>
          <a:bodyPr rtlCol="0" anchor="ctr"/>
          <a:lstStyle/>
          <a:p>
            <a:endParaRPr lang="fi-FI" sz="3200"/>
          </a:p>
        </p:txBody>
      </p:sp>
      <p:grpSp>
        <p:nvGrpSpPr>
          <p:cNvPr id="551" name="Ryhmä 550">
            <a:extLst>
              <a:ext uri="{FF2B5EF4-FFF2-40B4-BE49-F238E27FC236}">
                <a16:creationId xmlns:a16="http://schemas.microsoft.com/office/drawing/2014/main" id="{8139C47B-41C4-3ED9-8572-2BC85527CA44}"/>
              </a:ext>
              <a:ext uri="{C183D7F6-B498-43B3-948B-1728B52AA6E4}">
                <adec:decorative xmlns:adec="http://schemas.microsoft.com/office/drawing/2017/decorative" val="1"/>
              </a:ext>
            </a:extLst>
          </p:cNvPr>
          <p:cNvGrpSpPr/>
          <p:nvPr userDrawn="1"/>
        </p:nvGrpSpPr>
        <p:grpSpPr>
          <a:xfrm>
            <a:off x="10325196" y="3225197"/>
            <a:ext cx="490226" cy="290083"/>
            <a:chOff x="2740142" y="2145139"/>
            <a:chExt cx="705040" cy="417195"/>
          </a:xfrm>
          <a:solidFill>
            <a:schemeClr val="accent1"/>
          </a:solidFill>
        </p:grpSpPr>
        <p:sp>
          <p:nvSpPr>
            <p:cNvPr id="542" name="Vapaamuotoinen: Muoto 541">
              <a:extLst>
                <a:ext uri="{FF2B5EF4-FFF2-40B4-BE49-F238E27FC236}">
                  <a16:creationId xmlns:a16="http://schemas.microsoft.com/office/drawing/2014/main" id="{0D6819B2-18D5-5C4F-92CC-A7EF84CA5DCD}"/>
                </a:ext>
              </a:extLst>
            </p:cNvPr>
            <p:cNvSpPr/>
            <p:nvPr/>
          </p:nvSpPr>
          <p:spPr>
            <a:xfrm>
              <a:off x="2740142" y="2145139"/>
              <a:ext cx="102393" cy="167163"/>
            </a:xfrm>
            <a:custGeom>
              <a:avLst/>
              <a:gdLst>
                <a:gd name="connsiteX0" fmla="*/ 40767 w 102393"/>
                <a:gd name="connsiteY0" fmla="*/ 32671 h 167163"/>
                <a:gd name="connsiteX1" fmla="*/ 40767 w 102393"/>
                <a:gd name="connsiteY1" fmla="*/ 66485 h 167163"/>
                <a:gd name="connsiteX2" fmla="*/ 95250 w 102393"/>
                <a:gd name="connsiteY2" fmla="*/ 66485 h 167163"/>
                <a:gd name="connsiteX3" fmla="*/ 95250 w 102393"/>
                <a:gd name="connsiteY3" fmla="*/ 97917 h 167163"/>
                <a:gd name="connsiteX4" fmla="*/ 40767 w 102393"/>
                <a:gd name="connsiteY4" fmla="*/ 97917 h 167163"/>
                <a:gd name="connsiteX5" fmla="*/ 40767 w 102393"/>
                <a:gd name="connsiteY5" fmla="*/ 134588 h 167163"/>
                <a:gd name="connsiteX6" fmla="*/ 102394 w 102393"/>
                <a:gd name="connsiteY6" fmla="*/ 134588 h 167163"/>
                <a:gd name="connsiteX7" fmla="*/ 102394 w 102393"/>
                <a:gd name="connsiteY7" fmla="*/ 167164 h 167163"/>
                <a:gd name="connsiteX8" fmla="*/ 0 w 102393"/>
                <a:gd name="connsiteY8" fmla="*/ 167164 h 167163"/>
                <a:gd name="connsiteX9" fmla="*/ 0 w 102393"/>
                <a:gd name="connsiteY9" fmla="*/ 0 h 167163"/>
                <a:gd name="connsiteX10" fmla="*/ 102394 w 102393"/>
                <a:gd name="connsiteY10" fmla="*/ 0 h 167163"/>
                <a:gd name="connsiteX11" fmla="*/ 102394 w 102393"/>
                <a:gd name="connsiteY11" fmla="*/ 32575 h 167163"/>
                <a:gd name="connsiteX12" fmla="*/ 40767 w 102393"/>
                <a:gd name="connsiteY12" fmla="*/ 32575 h 16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2393" h="167163">
                  <a:moveTo>
                    <a:pt x="40767" y="32671"/>
                  </a:moveTo>
                  <a:lnTo>
                    <a:pt x="40767" y="66485"/>
                  </a:lnTo>
                  <a:lnTo>
                    <a:pt x="95250" y="66485"/>
                  </a:lnTo>
                  <a:lnTo>
                    <a:pt x="95250" y="97917"/>
                  </a:lnTo>
                  <a:lnTo>
                    <a:pt x="40767" y="97917"/>
                  </a:lnTo>
                  <a:lnTo>
                    <a:pt x="40767" y="134588"/>
                  </a:lnTo>
                  <a:lnTo>
                    <a:pt x="102394" y="134588"/>
                  </a:lnTo>
                  <a:lnTo>
                    <a:pt x="102394" y="167164"/>
                  </a:lnTo>
                  <a:lnTo>
                    <a:pt x="0" y="167164"/>
                  </a:lnTo>
                  <a:lnTo>
                    <a:pt x="0" y="0"/>
                  </a:lnTo>
                  <a:lnTo>
                    <a:pt x="102394" y="0"/>
                  </a:lnTo>
                  <a:lnTo>
                    <a:pt x="102394" y="32575"/>
                  </a:lnTo>
                  <a:lnTo>
                    <a:pt x="40767" y="32575"/>
                  </a:lnTo>
                  <a:close/>
                </a:path>
              </a:pathLst>
            </a:custGeom>
            <a:grpFill/>
            <a:ln w="9525" cap="flat">
              <a:noFill/>
              <a:prstDash val="solid"/>
              <a:miter/>
            </a:ln>
          </p:spPr>
          <p:txBody>
            <a:bodyPr rtlCol="0" anchor="ctr"/>
            <a:lstStyle/>
            <a:p>
              <a:endParaRPr lang="fi-FI" sz="3200"/>
            </a:p>
          </p:txBody>
        </p:sp>
        <p:sp>
          <p:nvSpPr>
            <p:cNvPr id="543" name="Vapaamuotoinen: Muoto 542">
              <a:extLst>
                <a:ext uri="{FF2B5EF4-FFF2-40B4-BE49-F238E27FC236}">
                  <a16:creationId xmlns:a16="http://schemas.microsoft.com/office/drawing/2014/main" id="{0AFA5EE3-BC11-FA8A-3EA2-F214592925A1}"/>
                </a:ext>
              </a:extLst>
            </p:cNvPr>
            <p:cNvSpPr/>
            <p:nvPr/>
          </p:nvSpPr>
          <p:spPr>
            <a:xfrm>
              <a:off x="2861776" y="2177620"/>
              <a:ext cx="115061" cy="136779"/>
            </a:xfrm>
            <a:custGeom>
              <a:avLst/>
              <a:gdLst>
                <a:gd name="connsiteX0" fmla="*/ 30290 w 115061"/>
                <a:gd name="connsiteY0" fmla="*/ 130683 h 136779"/>
                <a:gd name="connsiteX1" fmla="*/ 8858 w 115061"/>
                <a:gd name="connsiteY1" fmla="*/ 114395 h 136779"/>
                <a:gd name="connsiteX2" fmla="*/ 0 w 115061"/>
                <a:gd name="connsiteY2" fmla="*/ 91154 h 136779"/>
                <a:gd name="connsiteX3" fmla="*/ 40291 w 115061"/>
                <a:gd name="connsiteY3" fmla="*/ 91154 h 136779"/>
                <a:gd name="connsiteX4" fmla="*/ 46672 w 115061"/>
                <a:gd name="connsiteY4" fmla="*/ 102394 h 136779"/>
                <a:gd name="connsiteX5" fmla="*/ 60674 w 115061"/>
                <a:gd name="connsiteY5" fmla="*/ 106680 h 136779"/>
                <a:gd name="connsiteX6" fmla="*/ 72485 w 115061"/>
                <a:gd name="connsiteY6" fmla="*/ 103727 h 136779"/>
                <a:gd name="connsiteX7" fmla="*/ 76676 w 115061"/>
                <a:gd name="connsiteY7" fmla="*/ 96012 h 136779"/>
                <a:gd name="connsiteX8" fmla="*/ 70771 w 115061"/>
                <a:gd name="connsiteY8" fmla="*/ 87535 h 136779"/>
                <a:gd name="connsiteX9" fmla="*/ 51435 w 115061"/>
                <a:gd name="connsiteY9" fmla="*/ 81439 h 136779"/>
                <a:gd name="connsiteX10" fmla="*/ 27622 w 115061"/>
                <a:gd name="connsiteY10" fmla="*/ 74390 h 136779"/>
                <a:gd name="connsiteX11" fmla="*/ 11240 w 115061"/>
                <a:gd name="connsiteY11" fmla="*/ 62675 h 136779"/>
                <a:gd name="connsiteX12" fmla="*/ 4382 w 115061"/>
                <a:gd name="connsiteY12" fmla="*/ 41148 h 136779"/>
                <a:gd name="connsiteX13" fmla="*/ 10668 w 115061"/>
                <a:gd name="connsiteY13" fmla="*/ 20288 h 136779"/>
                <a:gd name="connsiteX14" fmla="*/ 29242 w 115061"/>
                <a:gd name="connsiteY14" fmla="*/ 5429 h 136779"/>
                <a:gd name="connsiteX15" fmla="*/ 58388 w 115061"/>
                <a:gd name="connsiteY15" fmla="*/ 0 h 136779"/>
                <a:gd name="connsiteX16" fmla="*/ 97822 w 115061"/>
                <a:gd name="connsiteY16" fmla="*/ 12383 h 136779"/>
                <a:gd name="connsiteX17" fmla="*/ 114395 w 115061"/>
                <a:gd name="connsiteY17" fmla="*/ 45244 h 136779"/>
                <a:gd name="connsiteX18" fmla="*/ 76771 w 115061"/>
                <a:gd name="connsiteY18" fmla="*/ 45244 h 136779"/>
                <a:gd name="connsiteX19" fmla="*/ 70676 w 115061"/>
                <a:gd name="connsiteY19" fmla="*/ 34290 h 136779"/>
                <a:gd name="connsiteX20" fmla="*/ 57245 w 115061"/>
                <a:gd name="connsiteY20" fmla="*/ 30290 h 136779"/>
                <a:gd name="connsiteX21" fmla="*/ 46292 w 115061"/>
                <a:gd name="connsiteY21" fmla="*/ 33052 h 136779"/>
                <a:gd name="connsiteX22" fmla="*/ 42482 w 115061"/>
                <a:gd name="connsiteY22" fmla="*/ 40577 h 136779"/>
                <a:gd name="connsiteX23" fmla="*/ 48578 w 115061"/>
                <a:gd name="connsiteY23" fmla="*/ 49149 h 136779"/>
                <a:gd name="connsiteX24" fmla="*/ 67532 w 115061"/>
                <a:gd name="connsiteY24" fmla="*/ 54864 h 136779"/>
                <a:gd name="connsiteX25" fmla="*/ 91535 w 115061"/>
                <a:gd name="connsiteY25" fmla="*/ 62389 h 136779"/>
                <a:gd name="connsiteX26" fmla="*/ 107823 w 115061"/>
                <a:gd name="connsiteY26" fmla="*/ 74295 h 136779"/>
                <a:gd name="connsiteX27" fmla="*/ 115062 w 115061"/>
                <a:gd name="connsiteY27" fmla="*/ 96298 h 136779"/>
                <a:gd name="connsiteX28" fmla="*/ 108490 w 115061"/>
                <a:gd name="connsiteY28" fmla="*/ 117157 h 136779"/>
                <a:gd name="connsiteX29" fmla="*/ 89630 w 115061"/>
                <a:gd name="connsiteY29" fmla="*/ 131540 h 136779"/>
                <a:gd name="connsiteX30" fmla="*/ 61151 w 115061"/>
                <a:gd name="connsiteY30" fmla="*/ 136779 h 136779"/>
                <a:gd name="connsiteX31" fmla="*/ 30194 w 115061"/>
                <a:gd name="connsiteY31" fmla="*/ 130874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15061" h="136779">
                  <a:moveTo>
                    <a:pt x="30290" y="130683"/>
                  </a:moveTo>
                  <a:cubicBezTo>
                    <a:pt x="21241" y="126682"/>
                    <a:pt x="14097" y="121253"/>
                    <a:pt x="8858" y="114395"/>
                  </a:cubicBezTo>
                  <a:cubicBezTo>
                    <a:pt x="3620" y="107537"/>
                    <a:pt x="667" y="99727"/>
                    <a:pt x="0" y="91154"/>
                  </a:cubicBezTo>
                  <a:lnTo>
                    <a:pt x="40291" y="91154"/>
                  </a:lnTo>
                  <a:cubicBezTo>
                    <a:pt x="40767" y="95726"/>
                    <a:pt x="42863" y="99536"/>
                    <a:pt x="46672" y="102394"/>
                  </a:cubicBezTo>
                  <a:cubicBezTo>
                    <a:pt x="50483" y="105251"/>
                    <a:pt x="55150" y="106680"/>
                    <a:pt x="60674" y="106680"/>
                  </a:cubicBezTo>
                  <a:cubicBezTo>
                    <a:pt x="65723" y="106680"/>
                    <a:pt x="69723" y="105728"/>
                    <a:pt x="72485" y="103727"/>
                  </a:cubicBezTo>
                  <a:cubicBezTo>
                    <a:pt x="75248" y="101727"/>
                    <a:pt x="76676" y="99155"/>
                    <a:pt x="76676" y="96012"/>
                  </a:cubicBezTo>
                  <a:cubicBezTo>
                    <a:pt x="76676" y="92202"/>
                    <a:pt x="74676" y="89344"/>
                    <a:pt x="70771" y="87535"/>
                  </a:cubicBezTo>
                  <a:cubicBezTo>
                    <a:pt x="66770" y="85725"/>
                    <a:pt x="60389" y="83725"/>
                    <a:pt x="51435" y="81439"/>
                  </a:cubicBezTo>
                  <a:cubicBezTo>
                    <a:pt x="41910" y="79248"/>
                    <a:pt x="34004" y="76867"/>
                    <a:pt x="27622" y="74390"/>
                  </a:cubicBezTo>
                  <a:cubicBezTo>
                    <a:pt x="21241" y="71914"/>
                    <a:pt x="15811" y="68009"/>
                    <a:pt x="11240" y="62675"/>
                  </a:cubicBezTo>
                  <a:cubicBezTo>
                    <a:pt x="6668" y="57340"/>
                    <a:pt x="4382" y="50197"/>
                    <a:pt x="4382" y="41148"/>
                  </a:cubicBezTo>
                  <a:cubicBezTo>
                    <a:pt x="4382" y="33528"/>
                    <a:pt x="6477" y="26575"/>
                    <a:pt x="10668" y="20288"/>
                  </a:cubicBezTo>
                  <a:cubicBezTo>
                    <a:pt x="14859" y="14002"/>
                    <a:pt x="21050" y="9049"/>
                    <a:pt x="29242" y="5429"/>
                  </a:cubicBezTo>
                  <a:cubicBezTo>
                    <a:pt x="37433" y="1810"/>
                    <a:pt x="47149" y="0"/>
                    <a:pt x="58388" y="0"/>
                  </a:cubicBezTo>
                  <a:cubicBezTo>
                    <a:pt x="75057" y="0"/>
                    <a:pt x="88202" y="4096"/>
                    <a:pt x="97822" y="12383"/>
                  </a:cubicBezTo>
                  <a:cubicBezTo>
                    <a:pt x="107442" y="20669"/>
                    <a:pt x="112967" y="31623"/>
                    <a:pt x="114395" y="45244"/>
                  </a:cubicBezTo>
                  <a:lnTo>
                    <a:pt x="76771" y="45244"/>
                  </a:lnTo>
                  <a:cubicBezTo>
                    <a:pt x="76105" y="40672"/>
                    <a:pt x="74105" y="36957"/>
                    <a:pt x="70676" y="34290"/>
                  </a:cubicBezTo>
                  <a:cubicBezTo>
                    <a:pt x="67246" y="31623"/>
                    <a:pt x="62770" y="30290"/>
                    <a:pt x="57245" y="30290"/>
                  </a:cubicBezTo>
                  <a:cubicBezTo>
                    <a:pt x="52483" y="30290"/>
                    <a:pt x="48863" y="31242"/>
                    <a:pt x="46292" y="33052"/>
                  </a:cubicBezTo>
                  <a:cubicBezTo>
                    <a:pt x="43720" y="34862"/>
                    <a:pt x="42482" y="37338"/>
                    <a:pt x="42482" y="40577"/>
                  </a:cubicBezTo>
                  <a:cubicBezTo>
                    <a:pt x="42482" y="44387"/>
                    <a:pt x="44482" y="47244"/>
                    <a:pt x="48578" y="49149"/>
                  </a:cubicBezTo>
                  <a:cubicBezTo>
                    <a:pt x="52673" y="51054"/>
                    <a:pt x="58960" y="52959"/>
                    <a:pt x="67532" y="54864"/>
                  </a:cubicBezTo>
                  <a:cubicBezTo>
                    <a:pt x="77343" y="57436"/>
                    <a:pt x="85439" y="59912"/>
                    <a:pt x="91535" y="62389"/>
                  </a:cubicBezTo>
                  <a:cubicBezTo>
                    <a:pt x="97727" y="64865"/>
                    <a:pt x="103156" y="68771"/>
                    <a:pt x="107823" y="74295"/>
                  </a:cubicBezTo>
                  <a:cubicBezTo>
                    <a:pt x="112490" y="79820"/>
                    <a:pt x="114967" y="87154"/>
                    <a:pt x="115062" y="96298"/>
                  </a:cubicBezTo>
                  <a:cubicBezTo>
                    <a:pt x="115062" y="104108"/>
                    <a:pt x="112871" y="111062"/>
                    <a:pt x="108490" y="117157"/>
                  </a:cubicBezTo>
                  <a:cubicBezTo>
                    <a:pt x="104108" y="123254"/>
                    <a:pt x="97822" y="128111"/>
                    <a:pt x="89630" y="131540"/>
                  </a:cubicBezTo>
                  <a:cubicBezTo>
                    <a:pt x="81439" y="134969"/>
                    <a:pt x="72009" y="136779"/>
                    <a:pt x="61151" y="136779"/>
                  </a:cubicBezTo>
                  <a:cubicBezTo>
                    <a:pt x="49530" y="136779"/>
                    <a:pt x="39243" y="134779"/>
                    <a:pt x="30194" y="130874"/>
                  </a:cubicBezTo>
                  <a:close/>
                </a:path>
              </a:pathLst>
            </a:custGeom>
            <a:grpFill/>
            <a:ln w="9525" cap="flat">
              <a:noFill/>
              <a:prstDash val="solid"/>
              <a:miter/>
            </a:ln>
          </p:spPr>
          <p:txBody>
            <a:bodyPr rtlCol="0" anchor="ctr"/>
            <a:lstStyle/>
            <a:p>
              <a:endParaRPr lang="fi-FI" sz="3200"/>
            </a:p>
          </p:txBody>
        </p:sp>
        <p:sp>
          <p:nvSpPr>
            <p:cNvPr id="544" name="Vapaamuotoinen: Muoto 543">
              <a:extLst>
                <a:ext uri="{FF2B5EF4-FFF2-40B4-BE49-F238E27FC236}">
                  <a16:creationId xmlns:a16="http://schemas.microsoft.com/office/drawing/2014/main" id="{3C6B3235-EE53-6C96-FA93-E87FD07AD212}"/>
                </a:ext>
              </a:extLst>
            </p:cNvPr>
            <p:cNvSpPr/>
            <p:nvPr/>
          </p:nvSpPr>
          <p:spPr>
            <a:xfrm>
              <a:off x="3001794" y="2177524"/>
              <a:ext cx="140208" cy="198119"/>
            </a:xfrm>
            <a:custGeom>
              <a:avLst/>
              <a:gdLst>
                <a:gd name="connsiteX0" fmla="*/ 57245 w 140208"/>
                <a:gd name="connsiteY0" fmla="*/ 5715 h 198119"/>
                <a:gd name="connsiteX1" fmla="*/ 81724 w 140208"/>
                <a:gd name="connsiteY1" fmla="*/ 0 h 198119"/>
                <a:gd name="connsiteX2" fmla="*/ 111443 w 140208"/>
                <a:gd name="connsiteY2" fmla="*/ 8382 h 198119"/>
                <a:gd name="connsiteX3" fmla="*/ 132493 w 140208"/>
                <a:gd name="connsiteY3" fmla="*/ 32195 h 198119"/>
                <a:gd name="connsiteX4" fmla="*/ 140208 w 140208"/>
                <a:gd name="connsiteY4" fmla="*/ 68104 h 198119"/>
                <a:gd name="connsiteX5" fmla="*/ 132493 w 140208"/>
                <a:gd name="connsiteY5" fmla="*/ 104204 h 198119"/>
                <a:gd name="connsiteX6" fmla="*/ 111443 w 140208"/>
                <a:gd name="connsiteY6" fmla="*/ 128207 h 198119"/>
                <a:gd name="connsiteX7" fmla="*/ 81724 w 140208"/>
                <a:gd name="connsiteY7" fmla="*/ 136684 h 198119"/>
                <a:gd name="connsiteX8" fmla="*/ 57341 w 140208"/>
                <a:gd name="connsiteY8" fmla="*/ 130969 h 198119"/>
                <a:gd name="connsiteX9" fmla="*/ 40767 w 140208"/>
                <a:gd name="connsiteY9" fmla="*/ 116205 h 198119"/>
                <a:gd name="connsiteX10" fmla="*/ 40767 w 140208"/>
                <a:gd name="connsiteY10" fmla="*/ 198120 h 198119"/>
                <a:gd name="connsiteX11" fmla="*/ 0 w 140208"/>
                <a:gd name="connsiteY11" fmla="*/ 198120 h 198119"/>
                <a:gd name="connsiteX12" fmla="*/ 0 w 140208"/>
                <a:gd name="connsiteY12" fmla="*/ 1905 h 198119"/>
                <a:gd name="connsiteX13" fmla="*/ 40767 w 140208"/>
                <a:gd name="connsiteY13" fmla="*/ 1905 h 198119"/>
                <a:gd name="connsiteX14" fmla="*/ 40767 w 140208"/>
                <a:gd name="connsiteY14" fmla="*/ 20765 h 198119"/>
                <a:gd name="connsiteX15" fmla="*/ 57150 w 140208"/>
                <a:gd name="connsiteY15" fmla="*/ 5715 h 198119"/>
                <a:gd name="connsiteX16" fmla="*/ 90488 w 140208"/>
                <a:gd name="connsiteY16" fmla="*/ 44196 h 198119"/>
                <a:gd name="connsiteX17" fmla="*/ 69628 w 140208"/>
                <a:gd name="connsiteY17" fmla="*/ 35528 h 198119"/>
                <a:gd name="connsiteX18" fmla="*/ 49054 w 140208"/>
                <a:gd name="connsiteY18" fmla="*/ 44291 h 198119"/>
                <a:gd name="connsiteX19" fmla="*/ 40576 w 140208"/>
                <a:gd name="connsiteY19" fmla="*/ 68390 h 198119"/>
                <a:gd name="connsiteX20" fmla="*/ 49054 w 140208"/>
                <a:gd name="connsiteY20" fmla="*/ 92393 h 198119"/>
                <a:gd name="connsiteX21" fmla="*/ 69628 w 140208"/>
                <a:gd name="connsiteY21" fmla="*/ 101251 h 198119"/>
                <a:gd name="connsiteX22" fmla="*/ 90297 w 140208"/>
                <a:gd name="connsiteY22" fmla="*/ 92297 h 198119"/>
                <a:gd name="connsiteX23" fmla="*/ 98870 w 140208"/>
                <a:gd name="connsiteY23" fmla="*/ 68104 h 198119"/>
                <a:gd name="connsiteX24" fmla="*/ 90392 w 140208"/>
                <a:gd name="connsiteY24" fmla="*/ 44196 h 198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8" h="198119">
                  <a:moveTo>
                    <a:pt x="57245" y="5715"/>
                  </a:moveTo>
                  <a:cubicBezTo>
                    <a:pt x="64198" y="1905"/>
                    <a:pt x="72390" y="0"/>
                    <a:pt x="81724" y="0"/>
                  </a:cubicBezTo>
                  <a:cubicBezTo>
                    <a:pt x="92678" y="0"/>
                    <a:pt x="102584" y="2762"/>
                    <a:pt x="111443" y="8382"/>
                  </a:cubicBezTo>
                  <a:cubicBezTo>
                    <a:pt x="120301" y="13907"/>
                    <a:pt x="127349" y="21908"/>
                    <a:pt x="132493" y="32195"/>
                  </a:cubicBezTo>
                  <a:cubicBezTo>
                    <a:pt x="137636" y="42482"/>
                    <a:pt x="140208" y="54483"/>
                    <a:pt x="140208" y="68104"/>
                  </a:cubicBezTo>
                  <a:cubicBezTo>
                    <a:pt x="140208" y="81725"/>
                    <a:pt x="137636" y="93821"/>
                    <a:pt x="132493" y="104204"/>
                  </a:cubicBezTo>
                  <a:cubicBezTo>
                    <a:pt x="127349" y="114586"/>
                    <a:pt x="120301" y="122587"/>
                    <a:pt x="111443" y="128207"/>
                  </a:cubicBezTo>
                  <a:cubicBezTo>
                    <a:pt x="102584" y="133826"/>
                    <a:pt x="92678" y="136684"/>
                    <a:pt x="81724" y="136684"/>
                  </a:cubicBezTo>
                  <a:cubicBezTo>
                    <a:pt x="72485" y="136684"/>
                    <a:pt x="64389" y="134779"/>
                    <a:pt x="57341" y="130969"/>
                  </a:cubicBezTo>
                  <a:cubicBezTo>
                    <a:pt x="50292" y="127159"/>
                    <a:pt x="44768" y="122206"/>
                    <a:pt x="40767" y="116205"/>
                  </a:cubicBezTo>
                  <a:lnTo>
                    <a:pt x="40767" y="198120"/>
                  </a:lnTo>
                  <a:lnTo>
                    <a:pt x="0" y="198120"/>
                  </a:lnTo>
                  <a:lnTo>
                    <a:pt x="0" y="1905"/>
                  </a:lnTo>
                  <a:lnTo>
                    <a:pt x="40767" y="1905"/>
                  </a:lnTo>
                  <a:lnTo>
                    <a:pt x="40767" y="20765"/>
                  </a:lnTo>
                  <a:cubicBezTo>
                    <a:pt x="44768" y="14573"/>
                    <a:pt x="50197" y="9620"/>
                    <a:pt x="57150" y="5715"/>
                  </a:cubicBezTo>
                  <a:close/>
                  <a:moveTo>
                    <a:pt x="90488" y="44196"/>
                  </a:moveTo>
                  <a:cubicBezTo>
                    <a:pt x="84868" y="38386"/>
                    <a:pt x="77915" y="35528"/>
                    <a:pt x="69628" y="35528"/>
                  </a:cubicBezTo>
                  <a:cubicBezTo>
                    <a:pt x="61341" y="35528"/>
                    <a:pt x="54673" y="38481"/>
                    <a:pt x="49054" y="44291"/>
                  </a:cubicBezTo>
                  <a:cubicBezTo>
                    <a:pt x="43434" y="50197"/>
                    <a:pt x="40576" y="58198"/>
                    <a:pt x="40576" y="68390"/>
                  </a:cubicBezTo>
                  <a:cubicBezTo>
                    <a:pt x="40576" y="78581"/>
                    <a:pt x="43339" y="86582"/>
                    <a:pt x="49054" y="92393"/>
                  </a:cubicBezTo>
                  <a:cubicBezTo>
                    <a:pt x="54673" y="98298"/>
                    <a:pt x="61531" y="101251"/>
                    <a:pt x="69628" y="101251"/>
                  </a:cubicBezTo>
                  <a:cubicBezTo>
                    <a:pt x="77724" y="101251"/>
                    <a:pt x="84677" y="98298"/>
                    <a:pt x="90297" y="92297"/>
                  </a:cubicBezTo>
                  <a:cubicBezTo>
                    <a:pt x="95917" y="86296"/>
                    <a:pt x="98870" y="78296"/>
                    <a:pt x="98870" y="68104"/>
                  </a:cubicBezTo>
                  <a:cubicBezTo>
                    <a:pt x="98870" y="57912"/>
                    <a:pt x="96012" y="50006"/>
                    <a:pt x="90392" y="44196"/>
                  </a:cubicBezTo>
                  <a:close/>
                </a:path>
              </a:pathLst>
            </a:custGeom>
            <a:grpFill/>
            <a:ln w="9525" cap="flat">
              <a:noFill/>
              <a:prstDash val="solid"/>
              <a:miter/>
            </a:ln>
          </p:spPr>
          <p:txBody>
            <a:bodyPr rtlCol="0" anchor="ctr"/>
            <a:lstStyle/>
            <a:p>
              <a:endParaRPr lang="fi-FI" sz="3200"/>
            </a:p>
          </p:txBody>
        </p:sp>
        <p:sp>
          <p:nvSpPr>
            <p:cNvPr id="545" name="Vapaamuotoinen: Muoto 544">
              <a:extLst>
                <a:ext uri="{FF2B5EF4-FFF2-40B4-BE49-F238E27FC236}">
                  <a16:creationId xmlns:a16="http://schemas.microsoft.com/office/drawing/2014/main" id="{1CE706FB-1B06-1796-BD31-863EC4AE003C}"/>
                </a:ext>
              </a:extLst>
            </p:cNvPr>
            <p:cNvSpPr/>
            <p:nvPr/>
          </p:nvSpPr>
          <p:spPr>
            <a:xfrm>
              <a:off x="3155432" y="2177524"/>
              <a:ext cx="138112" cy="136779"/>
            </a:xfrm>
            <a:custGeom>
              <a:avLst/>
              <a:gdLst>
                <a:gd name="connsiteX0" fmla="*/ 33433 w 138112"/>
                <a:gd name="connsiteY0" fmla="*/ 128397 h 136779"/>
                <a:gd name="connsiteX1" fmla="*/ 8953 w 138112"/>
                <a:gd name="connsiteY1" fmla="*/ 104584 h 136779"/>
                <a:gd name="connsiteX2" fmla="*/ 0 w 138112"/>
                <a:gd name="connsiteY2" fmla="*/ 68390 h 136779"/>
                <a:gd name="connsiteX3" fmla="*/ 9049 w 138112"/>
                <a:gd name="connsiteY3" fmla="*/ 32290 h 136779"/>
                <a:gd name="connsiteX4" fmla="*/ 33814 w 138112"/>
                <a:gd name="connsiteY4" fmla="*/ 8382 h 136779"/>
                <a:gd name="connsiteX5" fmla="*/ 69056 w 138112"/>
                <a:gd name="connsiteY5" fmla="*/ 0 h 136779"/>
                <a:gd name="connsiteX6" fmla="*/ 104299 w 138112"/>
                <a:gd name="connsiteY6" fmla="*/ 8382 h 136779"/>
                <a:gd name="connsiteX7" fmla="*/ 129064 w 138112"/>
                <a:gd name="connsiteY7" fmla="*/ 32290 h 136779"/>
                <a:gd name="connsiteX8" fmla="*/ 138113 w 138112"/>
                <a:gd name="connsiteY8" fmla="*/ 68390 h 136779"/>
                <a:gd name="connsiteX9" fmla="*/ 128968 w 138112"/>
                <a:gd name="connsiteY9" fmla="*/ 104489 h 136779"/>
                <a:gd name="connsiteX10" fmla="*/ 104013 w 138112"/>
                <a:gd name="connsiteY10" fmla="*/ 128397 h 136779"/>
                <a:gd name="connsiteX11" fmla="*/ 68675 w 138112"/>
                <a:gd name="connsiteY11" fmla="*/ 136779 h 136779"/>
                <a:gd name="connsiteX12" fmla="*/ 33528 w 138112"/>
                <a:gd name="connsiteY12" fmla="*/ 128397 h 136779"/>
                <a:gd name="connsiteX13" fmla="*/ 88487 w 138112"/>
                <a:gd name="connsiteY13" fmla="*/ 92964 h 136779"/>
                <a:gd name="connsiteX14" fmla="*/ 96679 w 138112"/>
                <a:gd name="connsiteY14" fmla="*/ 68390 h 136779"/>
                <a:gd name="connsiteX15" fmla="*/ 88678 w 138112"/>
                <a:gd name="connsiteY15" fmla="*/ 43815 h 136779"/>
                <a:gd name="connsiteX16" fmla="*/ 69056 w 138112"/>
                <a:gd name="connsiteY16" fmla="*/ 35243 h 136779"/>
                <a:gd name="connsiteX17" fmla="*/ 49244 w 138112"/>
                <a:gd name="connsiteY17" fmla="*/ 43720 h 136779"/>
                <a:gd name="connsiteX18" fmla="*/ 41434 w 138112"/>
                <a:gd name="connsiteY18" fmla="*/ 68390 h 136779"/>
                <a:gd name="connsiteX19" fmla="*/ 49149 w 138112"/>
                <a:gd name="connsiteY19" fmla="*/ 92964 h 136779"/>
                <a:gd name="connsiteX20" fmla="*/ 68580 w 138112"/>
                <a:gd name="connsiteY20" fmla="*/ 101537 h 136779"/>
                <a:gd name="connsiteX21" fmla="*/ 88487 w 138112"/>
                <a:gd name="connsiteY21" fmla="*/ 92964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8112" h="136779">
                  <a:moveTo>
                    <a:pt x="33433" y="128397"/>
                  </a:moveTo>
                  <a:cubicBezTo>
                    <a:pt x="23050" y="122873"/>
                    <a:pt x="14859" y="114871"/>
                    <a:pt x="8953" y="104584"/>
                  </a:cubicBezTo>
                  <a:cubicBezTo>
                    <a:pt x="3048" y="94298"/>
                    <a:pt x="0" y="82201"/>
                    <a:pt x="0" y="68390"/>
                  </a:cubicBezTo>
                  <a:cubicBezTo>
                    <a:pt x="0" y="54578"/>
                    <a:pt x="3048" y="42672"/>
                    <a:pt x="9049" y="32290"/>
                  </a:cubicBezTo>
                  <a:cubicBezTo>
                    <a:pt x="15049" y="21908"/>
                    <a:pt x="23336" y="13907"/>
                    <a:pt x="33814" y="8382"/>
                  </a:cubicBezTo>
                  <a:cubicBezTo>
                    <a:pt x="44291" y="2858"/>
                    <a:pt x="56007" y="0"/>
                    <a:pt x="69056" y="0"/>
                  </a:cubicBezTo>
                  <a:cubicBezTo>
                    <a:pt x="82105" y="0"/>
                    <a:pt x="93821" y="2762"/>
                    <a:pt x="104299" y="8382"/>
                  </a:cubicBezTo>
                  <a:cubicBezTo>
                    <a:pt x="114776" y="13907"/>
                    <a:pt x="123063" y="21908"/>
                    <a:pt x="129064" y="32290"/>
                  </a:cubicBezTo>
                  <a:cubicBezTo>
                    <a:pt x="135065" y="42672"/>
                    <a:pt x="138113" y="54673"/>
                    <a:pt x="138113" y="68390"/>
                  </a:cubicBezTo>
                  <a:cubicBezTo>
                    <a:pt x="138113" y="82106"/>
                    <a:pt x="135065" y="94107"/>
                    <a:pt x="128968" y="104489"/>
                  </a:cubicBezTo>
                  <a:cubicBezTo>
                    <a:pt x="122872" y="114871"/>
                    <a:pt x="114490" y="122873"/>
                    <a:pt x="104013" y="128397"/>
                  </a:cubicBezTo>
                  <a:cubicBezTo>
                    <a:pt x="93440" y="133922"/>
                    <a:pt x="81629" y="136779"/>
                    <a:pt x="68675" y="136779"/>
                  </a:cubicBezTo>
                  <a:cubicBezTo>
                    <a:pt x="55721" y="136779"/>
                    <a:pt x="43910" y="134017"/>
                    <a:pt x="33528" y="128397"/>
                  </a:cubicBezTo>
                  <a:close/>
                  <a:moveTo>
                    <a:pt x="88487" y="92964"/>
                  </a:moveTo>
                  <a:cubicBezTo>
                    <a:pt x="93916" y="87249"/>
                    <a:pt x="96679" y="79058"/>
                    <a:pt x="96679" y="68390"/>
                  </a:cubicBezTo>
                  <a:cubicBezTo>
                    <a:pt x="96679" y="57722"/>
                    <a:pt x="94012" y="49530"/>
                    <a:pt x="88678" y="43815"/>
                  </a:cubicBezTo>
                  <a:cubicBezTo>
                    <a:pt x="83344" y="38100"/>
                    <a:pt x="76771" y="35243"/>
                    <a:pt x="69056" y="35243"/>
                  </a:cubicBezTo>
                  <a:cubicBezTo>
                    <a:pt x="61341" y="35243"/>
                    <a:pt x="54483" y="38100"/>
                    <a:pt x="49244" y="43720"/>
                  </a:cubicBezTo>
                  <a:cubicBezTo>
                    <a:pt x="44005" y="49340"/>
                    <a:pt x="41434" y="57531"/>
                    <a:pt x="41434" y="68390"/>
                  </a:cubicBezTo>
                  <a:cubicBezTo>
                    <a:pt x="41434" y="79248"/>
                    <a:pt x="44005" y="87154"/>
                    <a:pt x="49149" y="92964"/>
                  </a:cubicBezTo>
                  <a:cubicBezTo>
                    <a:pt x="54292" y="98679"/>
                    <a:pt x="60769" y="101537"/>
                    <a:pt x="68580" y="101537"/>
                  </a:cubicBezTo>
                  <a:cubicBezTo>
                    <a:pt x="76390" y="101537"/>
                    <a:pt x="82963" y="98679"/>
                    <a:pt x="88487" y="92964"/>
                  </a:cubicBezTo>
                  <a:close/>
                </a:path>
              </a:pathLst>
            </a:custGeom>
            <a:grpFill/>
            <a:ln w="9525" cap="flat">
              <a:noFill/>
              <a:prstDash val="solid"/>
              <a:miter/>
            </a:ln>
          </p:spPr>
          <p:txBody>
            <a:bodyPr rtlCol="0" anchor="ctr"/>
            <a:lstStyle/>
            <a:p>
              <a:endParaRPr lang="fi-FI" sz="3200"/>
            </a:p>
          </p:txBody>
        </p:sp>
        <p:sp>
          <p:nvSpPr>
            <p:cNvPr id="546" name="Vapaamuotoinen: Muoto 545">
              <a:extLst>
                <a:ext uri="{FF2B5EF4-FFF2-40B4-BE49-F238E27FC236}">
                  <a16:creationId xmlns:a16="http://schemas.microsoft.com/office/drawing/2014/main" id="{667EC422-5233-4806-219C-D4AABB5E6A59}"/>
                </a:ext>
              </a:extLst>
            </p:cNvPr>
            <p:cNvSpPr/>
            <p:nvPr/>
          </p:nvSpPr>
          <p:spPr>
            <a:xfrm>
              <a:off x="3307070" y="2177524"/>
              <a:ext cx="138112" cy="136779"/>
            </a:xfrm>
            <a:custGeom>
              <a:avLst/>
              <a:gdLst>
                <a:gd name="connsiteX0" fmla="*/ 33528 w 138112"/>
                <a:gd name="connsiteY0" fmla="*/ 128397 h 136779"/>
                <a:gd name="connsiteX1" fmla="*/ 8953 w 138112"/>
                <a:gd name="connsiteY1" fmla="*/ 104584 h 136779"/>
                <a:gd name="connsiteX2" fmla="*/ 0 w 138112"/>
                <a:gd name="connsiteY2" fmla="*/ 68390 h 136779"/>
                <a:gd name="connsiteX3" fmla="*/ 9049 w 138112"/>
                <a:gd name="connsiteY3" fmla="*/ 32290 h 136779"/>
                <a:gd name="connsiteX4" fmla="*/ 33814 w 138112"/>
                <a:gd name="connsiteY4" fmla="*/ 8382 h 136779"/>
                <a:gd name="connsiteX5" fmla="*/ 69056 w 138112"/>
                <a:gd name="connsiteY5" fmla="*/ 0 h 136779"/>
                <a:gd name="connsiteX6" fmla="*/ 104299 w 138112"/>
                <a:gd name="connsiteY6" fmla="*/ 8382 h 136779"/>
                <a:gd name="connsiteX7" fmla="*/ 129064 w 138112"/>
                <a:gd name="connsiteY7" fmla="*/ 32290 h 136779"/>
                <a:gd name="connsiteX8" fmla="*/ 138113 w 138112"/>
                <a:gd name="connsiteY8" fmla="*/ 68390 h 136779"/>
                <a:gd name="connsiteX9" fmla="*/ 128969 w 138112"/>
                <a:gd name="connsiteY9" fmla="*/ 104489 h 136779"/>
                <a:gd name="connsiteX10" fmla="*/ 104013 w 138112"/>
                <a:gd name="connsiteY10" fmla="*/ 128397 h 136779"/>
                <a:gd name="connsiteX11" fmla="*/ 68675 w 138112"/>
                <a:gd name="connsiteY11" fmla="*/ 136779 h 136779"/>
                <a:gd name="connsiteX12" fmla="*/ 33528 w 138112"/>
                <a:gd name="connsiteY12" fmla="*/ 128397 h 136779"/>
                <a:gd name="connsiteX13" fmla="*/ 88487 w 138112"/>
                <a:gd name="connsiteY13" fmla="*/ 92964 h 136779"/>
                <a:gd name="connsiteX14" fmla="*/ 96679 w 138112"/>
                <a:gd name="connsiteY14" fmla="*/ 68390 h 136779"/>
                <a:gd name="connsiteX15" fmla="*/ 88678 w 138112"/>
                <a:gd name="connsiteY15" fmla="*/ 43815 h 136779"/>
                <a:gd name="connsiteX16" fmla="*/ 69056 w 138112"/>
                <a:gd name="connsiteY16" fmla="*/ 35243 h 136779"/>
                <a:gd name="connsiteX17" fmla="*/ 49340 w 138112"/>
                <a:gd name="connsiteY17" fmla="*/ 43720 h 136779"/>
                <a:gd name="connsiteX18" fmla="*/ 41434 w 138112"/>
                <a:gd name="connsiteY18" fmla="*/ 68390 h 136779"/>
                <a:gd name="connsiteX19" fmla="*/ 49149 w 138112"/>
                <a:gd name="connsiteY19" fmla="*/ 92964 h 136779"/>
                <a:gd name="connsiteX20" fmla="*/ 68580 w 138112"/>
                <a:gd name="connsiteY20" fmla="*/ 101537 h 136779"/>
                <a:gd name="connsiteX21" fmla="*/ 88487 w 138112"/>
                <a:gd name="connsiteY21" fmla="*/ 92964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8112" h="136779">
                  <a:moveTo>
                    <a:pt x="33528" y="128397"/>
                  </a:moveTo>
                  <a:cubicBezTo>
                    <a:pt x="23146" y="122873"/>
                    <a:pt x="14954" y="114871"/>
                    <a:pt x="8953" y="104584"/>
                  </a:cubicBezTo>
                  <a:cubicBezTo>
                    <a:pt x="3048" y="94298"/>
                    <a:pt x="0" y="82201"/>
                    <a:pt x="0" y="68390"/>
                  </a:cubicBezTo>
                  <a:cubicBezTo>
                    <a:pt x="0" y="54578"/>
                    <a:pt x="3048" y="42672"/>
                    <a:pt x="9049" y="32290"/>
                  </a:cubicBezTo>
                  <a:cubicBezTo>
                    <a:pt x="15050" y="21908"/>
                    <a:pt x="23336" y="13907"/>
                    <a:pt x="33814" y="8382"/>
                  </a:cubicBezTo>
                  <a:cubicBezTo>
                    <a:pt x="44291" y="2858"/>
                    <a:pt x="56007" y="0"/>
                    <a:pt x="69056" y="0"/>
                  </a:cubicBezTo>
                  <a:cubicBezTo>
                    <a:pt x="82106" y="0"/>
                    <a:pt x="93821" y="2762"/>
                    <a:pt x="104299" y="8382"/>
                  </a:cubicBezTo>
                  <a:cubicBezTo>
                    <a:pt x="114776" y="13907"/>
                    <a:pt x="123063" y="21908"/>
                    <a:pt x="129064" y="32290"/>
                  </a:cubicBezTo>
                  <a:cubicBezTo>
                    <a:pt x="135065" y="42672"/>
                    <a:pt x="138113" y="54673"/>
                    <a:pt x="138113" y="68390"/>
                  </a:cubicBezTo>
                  <a:cubicBezTo>
                    <a:pt x="138113" y="82106"/>
                    <a:pt x="135065" y="94107"/>
                    <a:pt x="128969" y="104489"/>
                  </a:cubicBezTo>
                  <a:cubicBezTo>
                    <a:pt x="122873" y="114871"/>
                    <a:pt x="114490" y="122873"/>
                    <a:pt x="104013" y="128397"/>
                  </a:cubicBezTo>
                  <a:cubicBezTo>
                    <a:pt x="93440" y="133922"/>
                    <a:pt x="81629" y="136779"/>
                    <a:pt x="68675" y="136779"/>
                  </a:cubicBezTo>
                  <a:cubicBezTo>
                    <a:pt x="55721" y="136779"/>
                    <a:pt x="43910" y="134017"/>
                    <a:pt x="33528" y="128397"/>
                  </a:cubicBezTo>
                  <a:close/>
                  <a:moveTo>
                    <a:pt x="88487" y="92964"/>
                  </a:moveTo>
                  <a:cubicBezTo>
                    <a:pt x="94012" y="87249"/>
                    <a:pt x="96679" y="79058"/>
                    <a:pt x="96679" y="68390"/>
                  </a:cubicBezTo>
                  <a:cubicBezTo>
                    <a:pt x="96679" y="57722"/>
                    <a:pt x="94012" y="49530"/>
                    <a:pt x="88678" y="43815"/>
                  </a:cubicBezTo>
                  <a:cubicBezTo>
                    <a:pt x="83344" y="38100"/>
                    <a:pt x="76771" y="35243"/>
                    <a:pt x="69056" y="35243"/>
                  </a:cubicBezTo>
                  <a:cubicBezTo>
                    <a:pt x="61341" y="35243"/>
                    <a:pt x="54483" y="38100"/>
                    <a:pt x="49340" y="43720"/>
                  </a:cubicBezTo>
                  <a:cubicBezTo>
                    <a:pt x="44101" y="49340"/>
                    <a:pt x="41434" y="57531"/>
                    <a:pt x="41434" y="68390"/>
                  </a:cubicBezTo>
                  <a:cubicBezTo>
                    <a:pt x="41434" y="79248"/>
                    <a:pt x="44006" y="87154"/>
                    <a:pt x="49149" y="92964"/>
                  </a:cubicBezTo>
                  <a:cubicBezTo>
                    <a:pt x="54292" y="98679"/>
                    <a:pt x="60769" y="101537"/>
                    <a:pt x="68580" y="101537"/>
                  </a:cubicBezTo>
                  <a:cubicBezTo>
                    <a:pt x="76390" y="101537"/>
                    <a:pt x="82963" y="98679"/>
                    <a:pt x="88487" y="92964"/>
                  </a:cubicBezTo>
                  <a:close/>
                </a:path>
              </a:pathLst>
            </a:custGeom>
            <a:grpFill/>
            <a:ln w="9525" cap="flat">
              <a:noFill/>
              <a:prstDash val="solid"/>
              <a:miter/>
            </a:ln>
          </p:spPr>
          <p:txBody>
            <a:bodyPr rtlCol="0" anchor="ctr"/>
            <a:lstStyle/>
            <a:p>
              <a:endParaRPr lang="fi-FI" sz="3200"/>
            </a:p>
          </p:txBody>
        </p:sp>
        <p:sp>
          <p:nvSpPr>
            <p:cNvPr id="547" name="Vapaamuotoinen: Muoto 546">
              <a:extLst>
                <a:ext uri="{FF2B5EF4-FFF2-40B4-BE49-F238E27FC236}">
                  <a16:creationId xmlns:a16="http://schemas.microsoft.com/office/drawing/2014/main" id="{A96A4E33-5035-1650-ADCB-06EE881C9119}"/>
                </a:ext>
              </a:extLst>
            </p:cNvPr>
            <p:cNvSpPr/>
            <p:nvPr/>
          </p:nvSpPr>
          <p:spPr>
            <a:xfrm>
              <a:off x="2741857" y="2393647"/>
              <a:ext cx="96393" cy="166401"/>
            </a:xfrm>
            <a:custGeom>
              <a:avLst/>
              <a:gdLst>
                <a:gd name="connsiteX0" fmla="*/ 33338 w 96393"/>
                <a:gd name="connsiteY0" fmla="*/ 27051 h 166401"/>
                <a:gd name="connsiteX1" fmla="*/ 33338 w 96393"/>
                <a:gd name="connsiteY1" fmla="*/ 68770 h 166401"/>
                <a:gd name="connsiteX2" fmla="*/ 89345 w 96393"/>
                <a:gd name="connsiteY2" fmla="*/ 68770 h 166401"/>
                <a:gd name="connsiteX3" fmla="*/ 89345 w 96393"/>
                <a:gd name="connsiteY3" fmla="*/ 95250 h 166401"/>
                <a:gd name="connsiteX4" fmla="*/ 33338 w 96393"/>
                <a:gd name="connsiteY4" fmla="*/ 95250 h 166401"/>
                <a:gd name="connsiteX5" fmla="*/ 33338 w 96393"/>
                <a:gd name="connsiteY5" fmla="*/ 139256 h 166401"/>
                <a:gd name="connsiteX6" fmla="*/ 96393 w 96393"/>
                <a:gd name="connsiteY6" fmla="*/ 139256 h 166401"/>
                <a:gd name="connsiteX7" fmla="*/ 96393 w 96393"/>
                <a:gd name="connsiteY7" fmla="*/ 166402 h 166401"/>
                <a:gd name="connsiteX8" fmla="*/ 0 w 96393"/>
                <a:gd name="connsiteY8" fmla="*/ 166402 h 166401"/>
                <a:gd name="connsiteX9" fmla="*/ 0 w 96393"/>
                <a:gd name="connsiteY9" fmla="*/ 0 h 166401"/>
                <a:gd name="connsiteX10" fmla="*/ 96393 w 96393"/>
                <a:gd name="connsiteY10" fmla="*/ 0 h 166401"/>
                <a:gd name="connsiteX11" fmla="*/ 96393 w 96393"/>
                <a:gd name="connsiteY11" fmla="*/ 27146 h 166401"/>
                <a:gd name="connsiteX12" fmla="*/ 33338 w 96393"/>
                <a:gd name="connsiteY12" fmla="*/ 27146 h 166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6393" h="166401">
                  <a:moveTo>
                    <a:pt x="33338" y="27051"/>
                  </a:moveTo>
                  <a:lnTo>
                    <a:pt x="33338" y="68770"/>
                  </a:lnTo>
                  <a:lnTo>
                    <a:pt x="89345" y="68770"/>
                  </a:lnTo>
                  <a:lnTo>
                    <a:pt x="89345" y="95250"/>
                  </a:lnTo>
                  <a:lnTo>
                    <a:pt x="33338" y="95250"/>
                  </a:lnTo>
                  <a:lnTo>
                    <a:pt x="33338" y="139256"/>
                  </a:lnTo>
                  <a:lnTo>
                    <a:pt x="96393" y="139256"/>
                  </a:lnTo>
                  <a:lnTo>
                    <a:pt x="96393" y="166402"/>
                  </a:lnTo>
                  <a:lnTo>
                    <a:pt x="0" y="166402"/>
                  </a:lnTo>
                  <a:lnTo>
                    <a:pt x="0" y="0"/>
                  </a:lnTo>
                  <a:lnTo>
                    <a:pt x="96393" y="0"/>
                  </a:lnTo>
                  <a:lnTo>
                    <a:pt x="96393" y="27146"/>
                  </a:lnTo>
                  <a:lnTo>
                    <a:pt x="33338" y="27146"/>
                  </a:lnTo>
                  <a:close/>
                </a:path>
              </a:pathLst>
            </a:custGeom>
            <a:grpFill/>
            <a:ln w="9525" cap="flat">
              <a:noFill/>
              <a:prstDash val="solid"/>
              <a:miter/>
            </a:ln>
          </p:spPr>
          <p:txBody>
            <a:bodyPr rtlCol="0" anchor="ctr"/>
            <a:lstStyle/>
            <a:p>
              <a:endParaRPr lang="fi-FI" sz="3200"/>
            </a:p>
          </p:txBody>
        </p:sp>
        <p:sp>
          <p:nvSpPr>
            <p:cNvPr id="548" name="Vapaamuotoinen: Muoto 547">
              <a:extLst>
                <a:ext uri="{FF2B5EF4-FFF2-40B4-BE49-F238E27FC236}">
                  <a16:creationId xmlns:a16="http://schemas.microsoft.com/office/drawing/2014/main" id="{6364A681-00A9-F83D-567B-D00D536B5E1D}"/>
                </a:ext>
              </a:extLst>
            </p:cNvPr>
            <p:cNvSpPr/>
            <p:nvPr/>
          </p:nvSpPr>
          <p:spPr>
            <a:xfrm>
              <a:off x="2861395" y="2425937"/>
              <a:ext cx="109347" cy="136397"/>
            </a:xfrm>
            <a:custGeom>
              <a:avLst/>
              <a:gdLst>
                <a:gd name="connsiteX0" fmla="*/ 28575 w 109347"/>
                <a:gd name="connsiteY0" fmla="*/ 130302 h 136397"/>
                <a:gd name="connsiteX1" fmla="*/ 8192 w 109347"/>
                <a:gd name="connsiteY1" fmla="*/ 114490 h 136397"/>
                <a:gd name="connsiteX2" fmla="*/ 0 w 109347"/>
                <a:gd name="connsiteY2" fmla="*/ 92297 h 136397"/>
                <a:gd name="connsiteX3" fmla="*/ 33623 w 109347"/>
                <a:gd name="connsiteY3" fmla="*/ 92297 h 136397"/>
                <a:gd name="connsiteX4" fmla="*/ 41148 w 109347"/>
                <a:gd name="connsiteY4" fmla="*/ 104965 h 136397"/>
                <a:gd name="connsiteX5" fmla="*/ 57436 w 109347"/>
                <a:gd name="connsiteY5" fmla="*/ 110014 h 136397"/>
                <a:gd name="connsiteX6" fmla="*/ 72295 w 109347"/>
                <a:gd name="connsiteY6" fmla="*/ 106204 h 136397"/>
                <a:gd name="connsiteX7" fmla="*/ 77629 w 109347"/>
                <a:gd name="connsiteY7" fmla="*/ 96393 h 136397"/>
                <a:gd name="connsiteX8" fmla="*/ 71057 w 109347"/>
                <a:gd name="connsiteY8" fmla="*/ 86773 h 136397"/>
                <a:gd name="connsiteX9" fmla="*/ 50197 w 109347"/>
                <a:gd name="connsiteY9" fmla="*/ 79724 h 136397"/>
                <a:gd name="connsiteX10" fmla="*/ 26003 w 109347"/>
                <a:gd name="connsiteY10" fmla="*/ 72390 h 136397"/>
                <a:gd name="connsiteX11" fmla="*/ 9811 w 109347"/>
                <a:gd name="connsiteY11" fmla="*/ 60674 h 136397"/>
                <a:gd name="connsiteX12" fmla="*/ 3048 w 109347"/>
                <a:gd name="connsiteY12" fmla="*/ 39529 h 136397"/>
                <a:gd name="connsiteX13" fmla="*/ 9335 w 109347"/>
                <a:gd name="connsiteY13" fmla="*/ 19526 h 136397"/>
                <a:gd name="connsiteX14" fmla="*/ 27432 w 109347"/>
                <a:gd name="connsiteY14" fmla="*/ 5239 h 136397"/>
                <a:gd name="connsiteX15" fmla="*/ 55150 w 109347"/>
                <a:gd name="connsiteY15" fmla="*/ 0 h 136397"/>
                <a:gd name="connsiteX16" fmla="*/ 92774 w 109347"/>
                <a:gd name="connsiteY16" fmla="*/ 11811 h 136397"/>
                <a:gd name="connsiteX17" fmla="*/ 108204 w 109347"/>
                <a:gd name="connsiteY17" fmla="*/ 43624 h 136397"/>
                <a:gd name="connsiteX18" fmla="*/ 76295 w 109347"/>
                <a:gd name="connsiteY18" fmla="*/ 43624 h 136397"/>
                <a:gd name="connsiteX19" fmla="*/ 69723 w 109347"/>
                <a:gd name="connsiteY19" fmla="*/ 31147 h 136397"/>
                <a:gd name="connsiteX20" fmla="*/ 54102 w 109347"/>
                <a:gd name="connsiteY20" fmla="*/ 26479 h 136397"/>
                <a:gd name="connsiteX21" fmla="*/ 40196 w 109347"/>
                <a:gd name="connsiteY21" fmla="*/ 29813 h 136397"/>
                <a:gd name="connsiteX22" fmla="*/ 35338 w 109347"/>
                <a:gd name="connsiteY22" fmla="*/ 39148 h 136397"/>
                <a:gd name="connsiteX23" fmla="*/ 42005 w 109347"/>
                <a:gd name="connsiteY23" fmla="*/ 49244 h 136397"/>
                <a:gd name="connsiteX24" fmla="*/ 62675 w 109347"/>
                <a:gd name="connsiteY24" fmla="*/ 56293 h 136397"/>
                <a:gd name="connsiteX25" fmla="*/ 86201 w 109347"/>
                <a:gd name="connsiteY25" fmla="*/ 63722 h 136397"/>
                <a:gd name="connsiteX26" fmla="*/ 102299 w 109347"/>
                <a:gd name="connsiteY26" fmla="*/ 75533 h 136397"/>
                <a:gd name="connsiteX27" fmla="*/ 109347 w 109347"/>
                <a:gd name="connsiteY27" fmla="*/ 96583 h 136397"/>
                <a:gd name="connsiteX28" fmla="*/ 103061 w 109347"/>
                <a:gd name="connsiteY28" fmla="*/ 117062 h 136397"/>
                <a:gd name="connsiteX29" fmla="*/ 84963 w 109347"/>
                <a:gd name="connsiteY29" fmla="*/ 131254 h 136397"/>
                <a:gd name="connsiteX30" fmla="*/ 57436 w 109347"/>
                <a:gd name="connsiteY30" fmla="*/ 136398 h 136397"/>
                <a:gd name="connsiteX31" fmla="*/ 28385 w 109347"/>
                <a:gd name="connsiteY31" fmla="*/ 130588 h 136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9347" h="136397">
                  <a:moveTo>
                    <a:pt x="28575" y="130302"/>
                  </a:moveTo>
                  <a:cubicBezTo>
                    <a:pt x="20002" y="126397"/>
                    <a:pt x="13240" y="121158"/>
                    <a:pt x="8192" y="114490"/>
                  </a:cubicBezTo>
                  <a:cubicBezTo>
                    <a:pt x="3143" y="107823"/>
                    <a:pt x="476" y="100489"/>
                    <a:pt x="0" y="92297"/>
                  </a:cubicBezTo>
                  <a:lnTo>
                    <a:pt x="33623" y="92297"/>
                  </a:lnTo>
                  <a:cubicBezTo>
                    <a:pt x="34290" y="97345"/>
                    <a:pt x="36766" y="101632"/>
                    <a:pt x="41148" y="104965"/>
                  </a:cubicBezTo>
                  <a:cubicBezTo>
                    <a:pt x="45529" y="108299"/>
                    <a:pt x="50959" y="110014"/>
                    <a:pt x="57436" y="110014"/>
                  </a:cubicBezTo>
                  <a:cubicBezTo>
                    <a:pt x="63913" y="110014"/>
                    <a:pt x="68771" y="108775"/>
                    <a:pt x="72295" y="106204"/>
                  </a:cubicBezTo>
                  <a:cubicBezTo>
                    <a:pt x="75819" y="103632"/>
                    <a:pt x="77629" y="100393"/>
                    <a:pt x="77629" y="96393"/>
                  </a:cubicBezTo>
                  <a:cubicBezTo>
                    <a:pt x="77629" y="92107"/>
                    <a:pt x="75438" y="88868"/>
                    <a:pt x="71057" y="86773"/>
                  </a:cubicBezTo>
                  <a:cubicBezTo>
                    <a:pt x="66675" y="84582"/>
                    <a:pt x="59722" y="82296"/>
                    <a:pt x="50197" y="79724"/>
                  </a:cubicBezTo>
                  <a:cubicBezTo>
                    <a:pt x="40386" y="77343"/>
                    <a:pt x="32290" y="74866"/>
                    <a:pt x="26003" y="72390"/>
                  </a:cubicBezTo>
                  <a:cubicBezTo>
                    <a:pt x="19717" y="69818"/>
                    <a:pt x="14288" y="66008"/>
                    <a:pt x="9811" y="60674"/>
                  </a:cubicBezTo>
                  <a:cubicBezTo>
                    <a:pt x="5334" y="55435"/>
                    <a:pt x="3048" y="48387"/>
                    <a:pt x="3048" y="39529"/>
                  </a:cubicBezTo>
                  <a:cubicBezTo>
                    <a:pt x="3048" y="32194"/>
                    <a:pt x="5143" y="25527"/>
                    <a:pt x="9335" y="19526"/>
                  </a:cubicBezTo>
                  <a:cubicBezTo>
                    <a:pt x="13526" y="13525"/>
                    <a:pt x="19622" y="8763"/>
                    <a:pt x="27432" y="5239"/>
                  </a:cubicBezTo>
                  <a:cubicBezTo>
                    <a:pt x="35338" y="1714"/>
                    <a:pt x="44577" y="0"/>
                    <a:pt x="55150" y="0"/>
                  </a:cubicBezTo>
                  <a:cubicBezTo>
                    <a:pt x="70866" y="0"/>
                    <a:pt x="83439" y="3905"/>
                    <a:pt x="92774" y="11811"/>
                  </a:cubicBezTo>
                  <a:cubicBezTo>
                    <a:pt x="102108" y="19621"/>
                    <a:pt x="107347" y="30289"/>
                    <a:pt x="108204" y="43624"/>
                  </a:cubicBezTo>
                  <a:lnTo>
                    <a:pt x="76295" y="43624"/>
                  </a:lnTo>
                  <a:cubicBezTo>
                    <a:pt x="75819" y="38386"/>
                    <a:pt x="73628" y="34195"/>
                    <a:pt x="69723" y="31147"/>
                  </a:cubicBezTo>
                  <a:cubicBezTo>
                    <a:pt x="65818" y="28003"/>
                    <a:pt x="60579" y="26479"/>
                    <a:pt x="54102" y="26479"/>
                  </a:cubicBezTo>
                  <a:cubicBezTo>
                    <a:pt x="48101" y="26479"/>
                    <a:pt x="43434" y="27622"/>
                    <a:pt x="40196" y="29813"/>
                  </a:cubicBezTo>
                  <a:cubicBezTo>
                    <a:pt x="36957" y="32004"/>
                    <a:pt x="35338" y="35147"/>
                    <a:pt x="35338" y="39148"/>
                  </a:cubicBezTo>
                  <a:cubicBezTo>
                    <a:pt x="35338" y="43624"/>
                    <a:pt x="37528" y="46958"/>
                    <a:pt x="42005" y="49244"/>
                  </a:cubicBezTo>
                  <a:cubicBezTo>
                    <a:pt x="46482" y="51530"/>
                    <a:pt x="53340" y="53912"/>
                    <a:pt x="62675" y="56293"/>
                  </a:cubicBezTo>
                  <a:cubicBezTo>
                    <a:pt x="72200" y="58674"/>
                    <a:pt x="80105" y="61150"/>
                    <a:pt x="86201" y="63722"/>
                  </a:cubicBezTo>
                  <a:cubicBezTo>
                    <a:pt x="92393" y="66294"/>
                    <a:pt x="97727" y="70199"/>
                    <a:pt x="102299" y="75533"/>
                  </a:cubicBezTo>
                  <a:cubicBezTo>
                    <a:pt x="106871" y="80867"/>
                    <a:pt x="109157" y="87916"/>
                    <a:pt x="109347" y="96583"/>
                  </a:cubicBezTo>
                  <a:cubicBezTo>
                    <a:pt x="109347" y="104203"/>
                    <a:pt x="107252" y="111062"/>
                    <a:pt x="103061" y="117062"/>
                  </a:cubicBezTo>
                  <a:cubicBezTo>
                    <a:pt x="98870" y="123063"/>
                    <a:pt x="92774" y="127825"/>
                    <a:pt x="84963" y="131254"/>
                  </a:cubicBezTo>
                  <a:cubicBezTo>
                    <a:pt x="77057" y="134684"/>
                    <a:pt x="67913" y="136398"/>
                    <a:pt x="57436" y="136398"/>
                  </a:cubicBezTo>
                  <a:cubicBezTo>
                    <a:pt x="46958" y="136398"/>
                    <a:pt x="36957" y="134398"/>
                    <a:pt x="28385" y="130588"/>
                  </a:cubicBezTo>
                  <a:close/>
                </a:path>
              </a:pathLst>
            </a:custGeom>
            <a:grpFill/>
            <a:ln w="9525" cap="flat">
              <a:noFill/>
              <a:prstDash val="solid"/>
              <a:miter/>
            </a:ln>
          </p:spPr>
          <p:txBody>
            <a:bodyPr rtlCol="0" anchor="ctr"/>
            <a:lstStyle/>
            <a:p>
              <a:endParaRPr lang="fi-FI" sz="3200"/>
            </a:p>
          </p:txBody>
        </p:sp>
        <p:sp>
          <p:nvSpPr>
            <p:cNvPr id="549" name="Vapaamuotoinen: Muoto 548">
              <a:extLst>
                <a:ext uri="{FF2B5EF4-FFF2-40B4-BE49-F238E27FC236}">
                  <a16:creationId xmlns:a16="http://schemas.microsoft.com/office/drawing/2014/main" id="{6D41E43D-D81F-671D-7A7F-55CCF272DEB3}"/>
                </a:ext>
              </a:extLst>
            </p:cNvPr>
            <p:cNvSpPr/>
            <p:nvPr/>
          </p:nvSpPr>
          <p:spPr>
            <a:xfrm>
              <a:off x="2998270" y="2383836"/>
              <a:ext cx="137159" cy="178403"/>
            </a:xfrm>
            <a:custGeom>
              <a:avLst/>
              <a:gdLst>
                <a:gd name="connsiteX0" fmla="*/ 51054 w 137159"/>
                <a:gd name="connsiteY0" fmla="*/ 48006 h 178403"/>
                <a:gd name="connsiteX1" fmla="*/ 76867 w 137159"/>
                <a:gd name="connsiteY1" fmla="*/ 42101 h 178403"/>
                <a:gd name="connsiteX2" fmla="*/ 107442 w 137159"/>
                <a:gd name="connsiteY2" fmla="*/ 50482 h 178403"/>
                <a:gd name="connsiteX3" fmla="*/ 129159 w 137159"/>
                <a:gd name="connsiteY3" fmla="*/ 74200 h 178403"/>
                <a:gd name="connsiteX4" fmla="*/ 137160 w 137159"/>
                <a:gd name="connsiteY4" fmla="*/ 109823 h 178403"/>
                <a:gd name="connsiteX5" fmla="*/ 129159 w 137159"/>
                <a:gd name="connsiteY5" fmla="*/ 145637 h 178403"/>
                <a:gd name="connsiteX6" fmla="*/ 107442 w 137159"/>
                <a:gd name="connsiteY6" fmla="*/ 169831 h 178403"/>
                <a:gd name="connsiteX7" fmla="*/ 76867 w 137159"/>
                <a:gd name="connsiteY7" fmla="*/ 178403 h 178403"/>
                <a:gd name="connsiteX8" fmla="*/ 51054 w 137159"/>
                <a:gd name="connsiteY8" fmla="*/ 172593 h 178403"/>
                <a:gd name="connsiteX9" fmla="*/ 33338 w 137159"/>
                <a:gd name="connsiteY9" fmla="*/ 157448 h 178403"/>
                <a:gd name="connsiteX10" fmla="*/ 33338 w 137159"/>
                <a:gd name="connsiteY10" fmla="*/ 176213 h 178403"/>
                <a:gd name="connsiteX11" fmla="*/ 0 w 137159"/>
                <a:gd name="connsiteY11" fmla="*/ 176213 h 178403"/>
                <a:gd name="connsiteX12" fmla="*/ 0 w 137159"/>
                <a:gd name="connsiteY12" fmla="*/ 0 h 178403"/>
                <a:gd name="connsiteX13" fmla="*/ 33338 w 137159"/>
                <a:gd name="connsiteY13" fmla="*/ 0 h 178403"/>
                <a:gd name="connsiteX14" fmla="*/ 33338 w 137159"/>
                <a:gd name="connsiteY14" fmla="*/ 63532 h 178403"/>
                <a:gd name="connsiteX15" fmla="*/ 51054 w 137159"/>
                <a:gd name="connsiteY15" fmla="*/ 48101 h 178403"/>
                <a:gd name="connsiteX16" fmla="*/ 98203 w 137159"/>
                <a:gd name="connsiteY16" fmla="*/ 89059 h 178403"/>
                <a:gd name="connsiteX17" fmla="*/ 85344 w 137159"/>
                <a:gd name="connsiteY17" fmla="*/ 75819 h 178403"/>
                <a:gd name="connsiteX18" fmla="*/ 68104 w 137159"/>
                <a:gd name="connsiteY18" fmla="*/ 71247 h 178403"/>
                <a:gd name="connsiteX19" fmla="*/ 51054 w 137159"/>
                <a:gd name="connsiteY19" fmla="*/ 75914 h 178403"/>
                <a:gd name="connsiteX20" fmla="*/ 38195 w 137159"/>
                <a:gd name="connsiteY20" fmla="*/ 89345 h 178403"/>
                <a:gd name="connsiteX21" fmla="*/ 33338 w 137159"/>
                <a:gd name="connsiteY21" fmla="*/ 110014 h 178403"/>
                <a:gd name="connsiteX22" fmla="*/ 38195 w 137159"/>
                <a:gd name="connsiteY22" fmla="*/ 130683 h 178403"/>
                <a:gd name="connsiteX23" fmla="*/ 51054 w 137159"/>
                <a:gd name="connsiteY23" fmla="*/ 144113 h 178403"/>
                <a:gd name="connsiteX24" fmla="*/ 68104 w 137159"/>
                <a:gd name="connsiteY24" fmla="*/ 148780 h 178403"/>
                <a:gd name="connsiteX25" fmla="*/ 85344 w 137159"/>
                <a:gd name="connsiteY25" fmla="*/ 144018 h 178403"/>
                <a:gd name="connsiteX26" fmla="*/ 98203 w 137159"/>
                <a:gd name="connsiteY26" fmla="*/ 130493 h 178403"/>
                <a:gd name="connsiteX27" fmla="*/ 103061 w 137159"/>
                <a:gd name="connsiteY27" fmla="*/ 109538 h 178403"/>
                <a:gd name="connsiteX28" fmla="*/ 98203 w 137159"/>
                <a:gd name="connsiteY28" fmla="*/ 88964 h 178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159" h="178403">
                  <a:moveTo>
                    <a:pt x="51054" y="48006"/>
                  </a:moveTo>
                  <a:cubicBezTo>
                    <a:pt x="58579" y="44005"/>
                    <a:pt x="67246" y="42101"/>
                    <a:pt x="76867" y="42101"/>
                  </a:cubicBezTo>
                  <a:cubicBezTo>
                    <a:pt x="88106" y="42101"/>
                    <a:pt x="98298" y="44863"/>
                    <a:pt x="107442" y="50482"/>
                  </a:cubicBezTo>
                  <a:cubicBezTo>
                    <a:pt x="116586" y="56007"/>
                    <a:pt x="123825" y="63913"/>
                    <a:pt x="129159" y="74200"/>
                  </a:cubicBezTo>
                  <a:cubicBezTo>
                    <a:pt x="134493" y="84392"/>
                    <a:pt x="137160" y="96298"/>
                    <a:pt x="137160" y="109823"/>
                  </a:cubicBezTo>
                  <a:cubicBezTo>
                    <a:pt x="137160" y="123349"/>
                    <a:pt x="134493" y="135255"/>
                    <a:pt x="129159" y="145637"/>
                  </a:cubicBezTo>
                  <a:cubicBezTo>
                    <a:pt x="123825" y="156020"/>
                    <a:pt x="116586" y="164116"/>
                    <a:pt x="107442" y="169831"/>
                  </a:cubicBezTo>
                  <a:cubicBezTo>
                    <a:pt x="98298" y="175546"/>
                    <a:pt x="88106" y="178403"/>
                    <a:pt x="76867" y="178403"/>
                  </a:cubicBezTo>
                  <a:cubicBezTo>
                    <a:pt x="67056" y="178403"/>
                    <a:pt x="58388" y="176403"/>
                    <a:pt x="51054" y="172593"/>
                  </a:cubicBezTo>
                  <a:cubicBezTo>
                    <a:pt x="43720" y="168783"/>
                    <a:pt x="37719" y="163640"/>
                    <a:pt x="33338" y="157448"/>
                  </a:cubicBezTo>
                  <a:lnTo>
                    <a:pt x="33338" y="176213"/>
                  </a:lnTo>
                  <a:lnTo>
                    <a:pt x="0" y="176213"/>
                  </a:lnTo>
                  <a:lnTo>
                    <a:pt x="0" y="0"/>
                  </a:lnTo>
                  <a:lnTo>
                    <a:pt x="33338" y="0"/>
                  </a:lnTo>
                  <a:lnTo>
                    <a:pt x="33338" y="63532"/>
                  </a:lnTo>
                  <a:cubicBezTo>
                    <a:pt x="37624" y="57150"/>
                    <a:pt x="43529" y="52006"/>
                    <a:pt x="51054" y="48101"/>
                  </a:cubicBezTo>
                  <a:close/>
                  <a:moveTo>
                    <a:pt x="98203" y="89059"/>
                  </a:moveTo>
                  <a:cubicBezTo>
                    <a:pt x="94964" y="83249"/>
                    <a:pt x="90678" y="78867"/>
                    <a:pt x="85344" y="75819"/>
                  </a:cubicBezTo>
                  <a:cubicBezTo>
                    <a:pt x="80010" y="72771"/>
                    <a:pt x="74295" y="71247"/>
                    <a:pt x="68104" y="71247"/>
                  </a:cubicBezTo>
                  <a:cubicBezTo>
                    <a:pt x="61913" y="71247"/>
                    <a:pt x="56388" y="72771"/>
                    <a:pt x="51054" y="75914"/>
                  </a:cubicBezTo>
                  <a:cubicBezTo>
                    <a:pt x="45720" y="79057"/>
                    <a:pt x="41434" y="83534"/>
                    <a:pt x="38195" y="89345"/>
                  </a:cubicBezTo>
                  <a:cubicBezTo>
                    <a:pt x="34957" y="95155"/>
                    <a:pt x="33338" y="102108"/>
                    <a:pt x="33338" y="110014"/>
                  </a:cubicBezTo>
                  <a:cubicBezTo>
                    <a:pt x="33338" y="117920"/>
                    <a:pt x="34957" y="124873"/>
                    <a:pt x="38195" y="130683"/>
                  </a:cubicBezTo>
                  <a:cubicBezTo>
                    <a:pt x="41434" y="136589"/>
                    <a:pt x="45720" y="141065"/>
                    <a:pt x="51054" y="144113"/>
                  </a:cubicBezTo>
                  <a:cubicBezTo>
                    <a:pt x="56388" y="147161"/>
                    <a:pt x="62008" y="148780"/>
                    <a:pt x="68104" y="148780"/>
                  </a:cubicBezTo>
                  <a:cubicBezTo>
                    <a:pt x="74200" y="148780"/>
                    <a:pt x="80010" y="147161"/>
                    <a:pt x="85344" y="144018"/>
                  </a:cubicBezTo>
                  <a:cubicBezTo>
                    <a:pt x="90678" y="140875"/>
                    <a:pt x="94964" y="136303"/>
                    <a:pt x="98203" y="130493"/>
                  </a:cubicBezTo>
                  <a:cubicBezTo>
                    <a:pt x="101441" y="124587"/>
                    <a:pt x="103061" y="117634"/>
                    <a:pt x="103061" y="109538"/>
                  </a:cubicBezTo>
                  <a:cubicBezTo>
                    <a:pt x="103061" y="101441"/>
                    <a:pt x="101441" y="94774"/>
                    <a:pt x="98203" y="88964"/>
                  </a:cubicBezTo>
                  <a:close/>
                </a:path>
              </a:pathLst>
            </a:custGeom>
            <a:grpFill/>
            <a:ln w="9525" cap="flat">
              <a:noFill/>
              <a:prstDash val="solid"/>
              <a:miter/>
            </a:ln>
          </p:spPr>
          <p:txBody>
            <a:bodyPr rtlCol="0" anchor="ctr"/>
            <a:lstStyle/>
            <a:p>
              <a:endParaRPr lang="fi-FI" sz="3200"/>
            </a:p>
          </p:txBody>
        </p:sp>
        <p:sp>
          <p:nvSpPr>
            <p:cNvPr id="550" name="Vapaamuotoinen: Muoto 549">
              <a:extLst>
                <a:ext uri="{FF2B5EF4-FFF2-40B4-BE49-F238E27FC236}">
                  <a16:creationId xmlns:a16="http://schemas.microsoft.com/office/drawing/2014/main" id="{0C35E4AB-DB9A-4837-EE59-81ECCB846BCD}"/>
                </a:ext>
              </a:extLst>
            </p:cNvPr>
            <p:cNvSpPr/>
            <p:nvPr/>
          </p:nvSpPr>
          <p:spPr>
            <a:xfrm>
              <a:off x="3151432" y="2425937"/>
              <a:ext cx="135636" cy="136207"/>
            </a:xfrm>
            <a:custGeom>
              <a:avLst/>
              <a:gdLst>
                <a:gd name="connsiteX0" fmla="*/ 32576 w 135636"/>
                <a:gd name="connsiteY0" fmla="*/ 127730 h 136207"/>
                <a:gd name="connsiteX1" fmla="*/ 8668 w 135636"/>
                <a:gd name="connsiteY1" fmla="*/ 103822 h 136207"/>
                <a:gd name="connsiteX2" fmla="*/ 0 w 135636"/>
                <a:gd name="connsiteY2" fmla="*/ 68104 h 136207"/>
                <a:gd name="connsiteX3" fmla="*/ 8953 w 135636"/>
                <a:gd name="connsiteY3" fmla="*/ 32385 h 136207"/>
                <a:gd name="connsiteX4" fmla="*/ 33338 w 135636"/>
                <a:gd name="connsiteY4" fmla="*/ 8477 h 136207"/>
                <a:gd name="connsiteX5" fmla="*/ 67818 w 135636"/>
                <a:gd name="connsiteY5" fmla="*/ 0 h 136207"/>
                <a:gd name="connsiteX6" fmla="*/ 102299 w 135636"/>
                <a:gd name="connsiteY6" fmla="*/ 8477 h 136207"/>
                <a:gd name="connsiteX7" fmla="*/ 126682 w 135636"/>
                <a:gd name="connsiteY7" fmla="*/ 32385 h 136207"/>
                <a:gd name="connsiteX8" fmla="*/ 135636 w 135636"/>
                <a:gd name="connsiteY8" fmla="*/ 68104 h 136207"/>
                <a:gd name="connsiteX9" fmla="*/ 126492 w 135636"/>
                <a:gd name="connsiteY9" fmla="*/ 103822 h 136207"/>
                <a:gd name="connsiteX10" fmla="*/ 101727 w 135636"/>
                <a:gd name="connsiteY10" fmla="*/ 127730 h 136207"/>
                <a:gd name="connsiteX11" fmla="*/ 66866 w 135636"/>
                <a:gd name="connsiteY11" fmla="*/ 136208 h 136207"/>
                <a:gd name="connsiteX12" fmla="*/ 32576 w 135636"/>
                <a:gd name="connsiteY12" fmla="*/ 127730 h 136207"/>
                <a:gd name="connsiteX13" fmla="*/ 83915 w 135636"/>
                <a:gd name="connsiteY13" fmla="*/ 102775 h 136207"/>
                <a:gd name="connsiteX14" fmla="*/ 96679 w 135636"/>
                <a:gd name="connsiteY14" fmla="*/ 89535 h 136207"/>
                <a:gd name="connsiteX15" fmla="*/ 101441 w 135636"/>
                <a:gd name="connsiteY15" fmla="*/ 68104 h 136207"/>
                <a:gd name="connsiteX16" fmla="*/ 91535 w 135636"/>
                <a:gd name="connsiteY16" fmla="*/ 39148 h 136207"/>
                <a:gd name="connsiteX17" fmla="*/ 67342 w 135636"/>
                <a:gd name="connsiteY17" fmla="*/ 29051 h 136207"/>
                <a:gd name="connsiteX18" fmla="*/ 43434 w 135636"/>
                <a:gd name="connsiteY18" fmla="*/ 39148 h 136207"/>
                <a:gd name="connsiteX19" fmla="*/ 33814 w 135636"/>
                <a:gd name="connsiteY19" fmla="*/ 68104 h 136207"/>
                <a:gd name="connsiteX20" fmla="*/ 43244 w 135636"/>
                <a:gd name="connsiteY20" fmla="*/ 97060 h 136207"/>
                <a:gd name="connsiteX21" fmla="*/ 66961 w 135636"/>
                <a:gd name="connsiteY21" fmla="*/ 107156 h 136207"/>
                <a:gd name="connsiteX22" fmla="*/ 84011 w 135636"/>
                <a:gd name="connsiteY22" fmla="*/ 102775 h 1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5636" h="136207">
                  <a:moveTo>
                    <a:pt x="32576" y="127730"/>
                  </a:moveTo>
                  <a:cubicBezTo>
                    <a:pt x="22384" y="122111"/>
                    <a:pt x="14478" y="114109"/>
                    <a:pt x="8668" y="103822"/>
                  </a:cubicBezTo>
                  <a:cubicBezTo>
                    <a:pt x="2857" y="93536"/>
                    <a:pt x="0" y="81629"/>
                    <a:pt x="0" y="68104"/>
                  </a:cubicBezTo>
                  <a:cubicBezTo>
                    <a:pt x="0" y="54578"/>
                    <a:pt x="2953" y="42672"/>
                    <a:pt x="8953" y="32385"/>
                  </a:cubicBezTo>
                  <a:cubicBezTo>
                    <a:pt x="14859" y="22098"/>
                    <a:pt x="23051" y="14097"/>
                    <a:pt x="33338" y="8477"/>
                  </a:cubicBezTo>
                  <a:cubicBezTo>
                    <a:pt x="43625" y="2857"/>
                    <a:pt x="55150" y="0"/>
                    <a:pt x="67818" y="0"/>
                  </a:cubicBezTo>
                  <a:cubicBezTo>
                    <a:pt x="80486" y="0"/>
                    <a:pt x="92012" y="2857"/>
                    <a:pt x="102299" y="8477"/>
                  </a:cubicBezTo>
                  <a:cubicBezTo>
                    <a:pt x="112586" y="14097"/>
                    <a:pt x="120777" y="22098"/>
                    <a:pt x="126682" y="32385"/>
                  </a:cubicBezTo>
                  <a:cubicBezTo>
                    <a:pt x="132588" y="42672"/>
                    <a:pt x="135636" y="54578"/>
                    <a:pt x="135636" y="68104"/>
                  </a:cubicBezTo>
                  <a:cubicBezTo>
                    <a:pt x="135636" y="81629"/>
                    <a:pt x="132588" y="93536"/>
                    <a:pt x="126492" y="103822"/>
                  </a:cubicBezTo>
                  <a:cubicBezTo>
                    <a:pt x="120396" y="114109"/>
                    <a:pt x="112109" y="122111"/>
                    <a:pt x="101727" y="127730"/>
                  </a:cubicBezTo>
                  <a:cubicBezTo>
                    <a:pt x="91345" y="133350"/>
                    <a:pt x="79724" y="136208"/>
                    <a:pt x="66866" y="136208"/>
                  </a:cubicBezTo>
                  <a:cubicBezTo>
                    <a:pt x="54007" y="136208"/>
                    <a:pt x="42767" y="133350"/>
                    <a:pt x="32576" y="127730"/>
                  </a:cubicBezTo>
                  <a:close/>
                  <a:moveTo>
                    <a:pt x="83915" y="102775"/>
                  </a:moveTo>
                  <a:cubicBezTo>
                    <a:pt x="89249" y="99822"/>
                    <a:pt x="93440" y="95440"/>
                    <a:pt x="96679" y="89535"/>
                  </a:cubicBezTo>
                  <a:cubicBezTo>
                    <a:pt x="99822" y="83629"/>
                    <a:pt x="101441" y="76486"/>
                    <a:pt x="101441" y="68104"/>
                  </a:cubicBezTo>
                  <a:cubicBezTo>
                    <a:pt x="101441" y="55531"/>
                    <a:pt x="98107" y="45910"/>
                    <a:pt x="91535" y="39148"/>
                  </a:cubicBezTo>
                  <a:cubicBezTo>
                    <a:pt x="84963" y="32385"/>
                    <a:pt x="76867" y="29051"/>
                    <a:pt x="67342" y="29051"/>
                  </a:cubicBezTo>
                  <a:cubicBezTo>
                    <a:pt x="57817" y="29051"/>
                    <a:pt x="49816" y="32385"/>
                    <a:pt x="43434" y="39148"/>
                  </a:cubicBezTo>
                  <a:cubicBezTo>
                    <a:pt x="37052" y="45910"/>
                    <a:pt x="33814" y="55531"/>
                    <a:pt x="33814" y="68104"/>
                  </a:cubicBezTo>
                  <a:cubicBezTo>
                    <a:pt x="33814" y="80677"/>
                    <a:pt x="36957" y="90297"/>
                    <a:pt x="43244" y="97060"/>
                  </a:cubicBezTo>
                  <a:cubicBezTo>
                    <a:pt x="49530" y="103822"/>
                    <a:pt x="57436" y="107156"/>
                    <a:pt x="66961" y="107156"/>
                  </a:cubicBezTo>
                  <a:cubicBezTo>
                    <a:pt x="72962" y="107156"/>
                    <a:pt x="78677" y="105727"/>
                    <a:pt x="84011" y="102775"/>
                  </a:cubicBezTo>
                  <a:close/>
                </a:path>
              </a:pathLst>
            </a:custGeom>
            <a:grpFill/>
            <a:ln w="9525" cap="flat">
              <a:noFill/>
              <a:prstDash val="solid"/>
              <a:miter/>
            </a:ln>
          </p:spPr>
          <p:txBody>
            <a:bodyPr rtlCol="0" anchor="ctr"/>
            <a:lstStyle/>
            <a:p>
              <a:endParaRPr lang="fi-FI" sz="3200"/>
            </a:p>
          </p:txBody>
        </p:sp>
      </p:grpSp>
      <p:cxnSp>
        <p:nvCxnSpPr>
          <p:cNvPr id="340" name="Suora yhdysviiva 339">
            <a:extLst>
              <a:ext uri="{FF2B5EF4-FFF2-40B4-BE49-F238E27FC236}">
                <a16:creationId xmlns:a16="http://schemas.microsoft.com/office/drawing/2014/main" id="{ECAFD121-08EB-3304-AB66-FF2B62AE5179}"/>
              </a:ext>
              <a:ext uri="{C183D7F6-B498-43B3-948B-1728B52AA6E4}">
                <adec:decorative xmlns:adec="http://schemas.microsoft.com/office/drawing/2017/decorative" val="1"/>
              </a:ext>
            </a:extLst>
          </p:cNvPr>
          <p:cNvCxnSpPr>
            <a:cxnSpLocks/>
          </p:cNvCxnSpPr>
          <p:nvPr userDrawn="1"/>
        </p:nvCxnSpPr>
        <p:spPr>
          <a:xfrm>
            <a:off x="10798653" y="3723502"/>
            <a:ext cx="137290" cy="544254"/>
          </a:xfrm>
          <a:prstGeom prst="line">
            <a:avLst/>
          </a:prstGeom>
          <a:ln>
            <a:solidFill>
              <a:schemeClr val="bg1"/>
            </a:solidFill>
          </a:ln>
        </p:spPr>
        <p:style>
          <a:lnRef idx="2">
            <a:schemeClr val="accent5"/>
          </a:lnRef>
          <a:fillRef idx="0">
            <a:schemeClr val="accent5"/>
          </a:fillRef>
          <a:effectRef idx="1">
            <a:schemeClr val="accent5"/>
          </a:effectRef>
          <a:fontRef idx="minor">
            <a:schemeClr val="tx1"/>
          </a:fontRef>
        </p:style>
      </p:cxnSp>
      <p:grpSp>
        <p:nvGrpSpPr>
          <p:cNvPr id="538" name="Ryhmä 537">
            <a:extLst>
              <a:ext uri="{FF2B5EF4-FFF2-40B4-BE49-F238E27FC236}">
                <a16:creationId xmlns:a16="http://schemas.microsoft.com/office/drawing/2014/main" id="{1CF916B0-DFB4-4CF3-DEA3-74F94960E670}"/>
              </a:ext>
              <a:ext uri="{C183D7F6-B498-43B3-948B-1728B52AA6E4}">
                <adec:decorative xmlns:adec="http://schemas.microsoft.com/office/drawing/2017/decorative" val="1"/>
              </a:ext>
            </a:extLst>
          </p:cNvPr>
          <p:cNvGrpSpPr/>
          <p:nvPr userDrawn="1"/>
        </p:nvGrpSpPr>
        <p:grpSpPr>
          <a:xfrm>
            <a:off x="9909534" y="1106349"/>
            <a:ext cx="692823" cy="350020"/>
            <a:chOff x="3587355" y="1318645"/>
            <a:chExt cx="996411" cy="503395"/>
          </a:xfrm>
          <a:solidFill>
            <a:schemeClr val="bg1"/>
          </a:solidFill>
        </p:grpSpPr>
        <p:sp>
          <p:nvSpPr>
            <p:cNvPr id="523" name="Vapaamuotoinen: Muoto 522">
              <a:extLst>
                <a:ext uri="{FF2B5EF4-FFF2-40B4-BE49-F238E27FC236}">
                  <a16:creationId xmlns:a16="http://schemas.microsoft.com/office/drawing/2014/main" id="{C0BBC10A-AB14-D463-7BB1-CFB49D8641AC}"/>
                </a:ext>
              </a:extLst>
            </p:cNvPr>
            <p:cNvSpPr/>
            <p:nvPr/>
          </p:nvSpPr>
          <p:spPr>
            <a:xfrm>
              <a:off x="3587355" y="1342171"/>
              <a:ext cx="146780" cy="167163"/>
            </a:xfrm>
            <a:custGeom>
              <a:avLst/>
              <a:gdLst>
                <a:gd name="connsiteX0" fmla="*/ 96965 w 146780"/>
                <a:gd name="connsiteY0" fmla="*/ 167164 h 167163"/>
                <a:gd name="connsiteX1" fmla="*/ 40767 w 146780"/>
                <a:gd name="connsiteY1" fmla="*/ 93345 h 167163"/>
                <a:gd name="connsiteX2" fmla="*/ 40767 w 146780"/>
                <a:gd name="connsiteY2" fmla="*/ 167164 h 167163"/>
                <a:gd name="connsiteX3" fmla="*/ 0 w 146780"/>
                <a:gd name="connsiteY3" fmla="*/ 167164 h 167163"/>
                <a:gd name="connsiteX4" fmla="*/ 0 w 146780"/>
                <a:gd name="connsiteY4" fmla="*/ 0 h 167163"/>
                <a:gd name="connsiteX5" fmla="*/ 40767 w 146780"/>
                <a:gd name="connsiteY5" fmla="*/ 0 h 167163"/>
                <a:gd name="connsiteX6" fmla="*/ 40767 w 146780"/>
                <a:gd name="connsiteY6" fmla="*/ 73343 h 167163"/>
                <a:gd name="connsiteX7" fmla="*/ 96488 w 146780"/>
                <a:gd name="connsiteY7" fmla="*/ 0 h 167163"/>
                <a:gd name="connsiteX8" fmla="*/ 144399 w 146780"/>
                <a:gd name="connsiteY8" fmla="*/ 0 h 167163"/>
                <a:gd name="connsiteX9" fmla="*/ 79629 w 146780"/>
                <a:gd name="connsiteY9" fmla="*/ 81915 h 167163"/>
                <a:gd name="connsiteX10" fmla="*/ 146780 w 146780"/>
                <a:gd name="connsiteY10" fmla="*/ 167164 h 167163"/>
                <a:gd name="connsiteX11" fmla="*/ 97060 w 146780"/>
                <a:gd name="connsiteY11" fmla="*/ 167164 h 16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6780" h="167163">
                  <a:moveTo>
                    <a:pt x="96965" y="167164"/>
                  </a:moveTo>
                  <a:lnTo>
                    <a:pt x="40767" y="93345"/>
                  </a:lnTo>
                  <a:lnTo>
                    <a:pt x="40767" y="167164"/>
                  </a:lnTo>
                  <a:lnTo>
                    <a:pt x="0" y="167164"/>
                  </a:lnTo>
                  <a:lnTo>
                    <a:pt x="0" y="0"/>
                  </a:lnTo>
                  <a:lnTo>
                    <a:pt x="40767" y="0"/>
                  </a:lnTo>
                  <a:lnTo>
                    <a:pt x="40767" y="73343"/>
                  </a:lnTo>
                  <a:lnTo>
                    <a:pt x="96488" y="0"/>
                  </a:lnTo>
                  <a:lnTo>
                    <a:pt x="144399" y="0"/>
                  </a:lnTo>
                  <a:lnTo>
                    <a:pt x="79629" y="81915"/>
                  </a:lnTo>
                  <a:lnTo>
                    <a:pt x="146780" y="167164"/>
                  </a:lnTo>
                  <a:lnTo>
                    <a:pt x="97060" y="167164"/>
                  </a:lnTo>
                  <a:close/>
                </a:path>
              </a:pathLst>
            </a:custGeom>
            <a:grpFill/>
            <a:ln w="9525" cap="flat">
              <a:noFill/>
              <a:prstDash val="solid"/>
              <a:miter/>
            </a:ln>
          </p:spPr>
          <p:txBody>
            <a:bodyPr rtlCol="0" anchor="ctr"/>
            <a:lstStyle/>
            <a:p>
              <a:endParaRPr lang="fi-FI" sz="3200"/>
            </a:p>
          </p:txBody>
        </p:sp>
        <p:sp>
          <p:nvSpPr>
            <p:cNvPr id="524" name="Vapaamuotoinen: Muoto 523">
              <a:extLst>
                <a:ext uri="{FF2B5EF4-FFF2-40B4-BE49-F238E27FC236}">
                  <a16:creationId xmlns:a16="http://schemas.microsoft.com/office/drawing/2014/main" id="{F66F8B8D-552D-4A95-73D8-49ED45B2F26C}"/>
                </a:ext>
              </a:extLst>
            </p:cNvPr>
            <p:cNvSpPr/>
            <p:nvPr/>
          </p:nvSpPr>
          <p:spPr>
            <a:xfrm>
              <a:off x="3745185" y="1374556"/>
              <a:ext cx="140207" cy="136588"/>
            </a:xfrm>
            <a:custGeom>
              <a:avLst/>
              <a:gdLst>
                <a:gd name="connsiteX0" fmla="*/ 7810 w 140207"/>
                <a:gd name="connsiteY0" fmla="*/ 32195 h 136588"/>
                <a:gd name="connsiteX1" fmla="*/ 28861 w 140207"/>
                <a:gd name="connsiteY1" fmla="*/ 8382 h 136588"/>
                <a:gd name="connsiteX2" fmla="*/ 58579 w 140207"/>
                <a:gd name="connsiteY2" fmla="*/ 0 h 136588"/>
                <a:gd name="connsiteX3" fmla="*/ 83249 w 140207"/>
                <a:gd name="connsiteY3" fmla="*/ 5715 h 136588"/>
                <a:gd name="connsiteX4" fmla="*/ 99536 w 140207"/>
                <a:gd name="connsiteY4" fmla="*/ 20669 h 136588"/>
                <a:gd name="connsiteX5" fmla="*/ 99536 w 140207"/>
                <a:gd name="connsiteY5" fmla="*/ 1810 h 136588"/>
                <a:gd name="connsiteX6" fmla="*/ 140208 w 140207"/>
                <a:gd name="connsiteY6" fmla="*/ 1810 h 136588"/>
                <a:gd name="connsiteX7" fmla="*/ 140208 w 140207"/>
                <a:gd name="connsiteY7" fmla="*/ 134684 h 136588"/>
                <a:gd name="connsiteX8" fmla="*/ 99536 w 140207"/>
                <a:gd name="connsiteY8" fmla="*/ 134684 h 136588"/>
                <a:gd name="connsiteX9" fmla="*/ 99536 w 140207"/>
                <a:gd name="connsiteY9" fmla="*/ 115824 h 136588"/>
                <a:gd name="connsiteX10" fmla="*/ 82963 w 140207"/>
                <a:gd name="connsiteY10" fmla="*/ 130874 h 136588"/>
                <a:gd name="connsiteX11" fmla="*/ 58293 w 140207"/>
                <a:gd name="connsiteY11" fmla="*/ 136589 h 136588"/>
                <a:gd name="connsiteX12" fmla="*/ 28765 w 140207"/>
                <a:gd name="connsiteY12" fmla="*/ 128111 h 136588"/>
                <a:gd name="connsiteX13" fmla="*/ 7715 w 140207"/>
                <a:gd name="connsiteY13" fmla="*/ 104108 h 136588"/>
                <a:gd name="connsiteX14" fmla="*/ 0 w 140207"/>
                <a:gd name="connsiteY14" fmla="*/ 68009 h 136588"/>
                <a:gd name="connsiteX15" fmla="*/ 7715 w 140207"/>
                <a:gd name="connsiteY15" fmla="*/ 32099 h 136588"/>
                <a:gd name="connsiteX16" fmla="*/ 91154 w 140207"/>
                <a:gd name="connsiteY16" fmla="*/ 44291 h 136588"/>
                <a:gd name="connsiteX17" fmla="*/ 70580 w 140207"/>
                <a:gd name="connsiteY17" fmla="*/ 35528 h 136588"/>
                <a:gd name="connsiteX18" fmla="*/ 50006 w 140207"/>
                <a:gd name="connsiteY18" fmla="*/ 44196 h 136588"/>
                <a:gd name="connsiteX19" fmla="*/ 41529 w 140207"/>
                <a:gd name="connsiteY19" fmla="*/ 68104 h 136588"/>
                <a:gd name="connsiteX20" fmla="*/ 50006 w 140207"/>
                <a:gd name="connsiteY20" fmla="*/ 92297 h 136588"/>
                <a:gd name="connsiteX21" fmla="*/ 70580 w 140207"/>
                <a:gd name="connsiteY21" fmla="*/ 101251 h 136588"/>
                <a:gd name="connsiteX22" fmla="*/ 91154 w 140207"/>
                <a:gd name="connsiteY22" fmla="*/ 92393 h 136588"/>
                <a:gd name="connsiteX23" fmla="*/ 99631 w 140207"/>
                <a:gd name="connsiteY23" fmla="*/ 68390 h 136588"/>
                <a:gd name="connsiteX24" fmla="*/ 91154 w 140207"/>
                <a:gd name="connsiteY24" fmla="*/ 44387 h 136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7" h="136588">
                  <a:moveTo>
                    <a:pt x="7810" y="32195"/>
                  </a:moveTo>
                  <a:cubicBezTo>
                    <a:pt x="12954" y="21908"/>
                    <a:pt x="20002" y="13907"/>
                    <a:pt x="28861" y="8382"/>
                  </a:cubicBezTo>
                  <a:cubicBezTo>
                    <a:pt x="37719" y="2858"/>
                    <a:pt x="47625" y="0"/>
                    <a:pt x="58579" y="0"/>
                  </a:cubicBezTo>
                  <a:cubicBezTo>
                    <a:pt x="67913" y="0"/>
                    <a:pt x="76200" y="1905"/>
                    <a:pt x="83249" y="5715"/>
                  </a:cubicBezTo>
                  <a:cubicBezTo>
                    <a:pt x="90297" y="9525"/>
                    <a:pt x="95726" y="14478"/>
                    <a:pt x="99536" y="20669"/>
                  </a:cubicBezTo>
                  <a:lnTo>
                    <a:pt x="99536" y="1810"/>
                  </a:lnTo>
                  <a:lnTo>
                    <a:pt x="140208" y="1810"/>
                  </a:lnTo>
                  <a:lnTo>
                    <a:pt x="140208" y="134684"/>
                  </a:lnTo>
                  <a:lnTo>
                    <a:pt x="99536" y="134684"/>
                  </a:lnTo>
                  <a:lnTo>
                    <a:pt x="99536" y="115824"/>
                  </a:lnTo>
                  <a:cubicBezTo>
                    <a:pt x="95536" y="122015"/>
                    <a:pt x="90011" y="127064"/>
                    <a:pt x="82963" y="130874"/>
                  </a:cubicBezTo>
                  <a:cubicBezTo>
                    <a:pt x="75914" y="134684"/>
                    <a:pt x="67723" y="136589"/>
                    <a:pt x="58293" y="136589"/>
                  </a:cubicBezTo>
                  <a:cubicBezTo>
                    <a:pt x="47530" y="136589"/>
                    <a:pt x="37624" y="133731"/>
                    <a:pt x="28765" y="128111"/>
                  </a:cubicBezTo>
                  <a:cubicBezTo>
                    <a:pt x="19907" y="122492"/>
                    <a:pt x="12859" y="114491"/>
                    <a:pt x="7715" y="104108"/>
                  </a:cubicBezTo>
                  <a:cubicBezTo>
                    <a:pt x="2572" y="93726"/>
                    <a:pt x="0" y="81725"/>
                    <a:pt x="0" y="68009"/>
                  </a:cubicBezTo>
                  <a:cubicBezTo>
                    <a:pt x="0" y="54293"/>
                    <a:pt x="2572" y="42386"/>
                    <a:pt x="7715" y="32099"/>
                  </a:cubicBezTo>
                  <a:close/>
                  <a:moveTo>
                    <a:pt x="91154" y="44291"/>
                  </a:moveTo>
                  <a:cubicBezTo>
                    <a:pt x="85534" y="38386"/>
                    <a:pt x="78676" y="35528"/>
                    <a:pt x="70580" y="35528"/>
                  </a:cubicBezTo>
                  <a:cubicBezTo>
                    <a:pt x="62484" y="35528"/>
                    <a:pt x="55626" y="38386"/>
                    <a:pt x="50006" y="44196"/>
                  </a:cubicBezTo>
                  <a:cubicBezTo>
                    <a:pt x="44387" y="50006"/>
                    <a:pt x="41529" y="58007"/>
                    <a:pt x="41529" y="68104"/>
                  </a:cubicBezTo>
                  <a:cubicBezTo>
                    <a:pt x="41529" y="78200"/>
                    <a:pt x="44387" y="86296"/>
                    <a:pt x="50006" y="92297"/>
                  </a:cubicBezTo>
                  <a:cubicBezTo>
                    <a:pt x="55626" y="98298"/>
                    <a:pt x="62484" y="101251"/>
                    <a:pt x="70580" y="101251"/>
                  </a:cubicBezTo>
                  <a:cubicBezTo>
                    <a:pt x="78676" y="101251"/>
                    <a:pt x="85534" y="98298"/>
                    <a:pt x="91154" y="92393"/>
                  </a:cubicBezTo>
                  <a:cubicBezTo>
                    <a:pt x="96774" y="86487"/>
                    <a:pt x="99631" y="78486"/>
                    <a:pt x="99631" y="68390"/>
                  </a:cubicBezTo>
                  <a:cubicBezTo>
                    <a:pt x="99631" y="58293"/>
                    <a:pt x="96774" y="50197"/>
                    <a:pt x="91154" y="44387"/>
                  </a:cubicBezTo>
                  <a:close/>
                </a:path>
              </a:pathLst>
            </a:custGeom>
            <a:grpFill/>
            <a:ln w="9525" cap="flat">
              <a:noFill/>
              <a:prstDash val="solid"/>
              <a:miter/>
            </a:ln>
          </p:spPr>
          <p:txBody>
            <a:bodyPr rtlCol="0" anchor="ctr"/>
            <a:lstStyle/>
            <a:p>
              <a:endParaRPr lang="fi-FI" sz="3200"/>
            </a:p>
          </p:txBody>
        </p:sp>
        <p:sp>
          <p:nvSpPr>
            <p:cNvPr id="525" name="Vapaamuotoinen: Muoto 524">
              <a:extLst>
                <a:ext uri="{FF2B5EF4-FFF2-40B4-BE49-F238E27FC236}">
                  <a16:creationId xmlns:a16="http://schemas.microsoft.com/office/drawing/2014/main" id="{C9B71771-327E-1344-4F7B-68D3B0727A91}"/>
                </a:ext>
              </a:extLst>
            </p:cNvPr>
            <p:cNvSpPr/>
            <p:nvPr/>
          </p:nvSpPr>
          <p:spPr>
            <a:xfrm>
              <a:off x="3915015" y="1375128"/>
              <a:ext cx="82391" cy="134302"/>
            </a:xfrm>
            <a:custGeom>
              <a:avLst/>
              <a:gdLst>
                <a:gd name="connsiteX0" fmla="*/ 58579 w 82391"/>
                <a:gd name="connsiteY0" fmla="*/ 6287 h 134302"/>
                <a:gd name="connsiteX1" fmla="*/ 82391 w 82391"/>
                <a:gd name="connsiteY1" fmla="*/ 0 h 134302"/>
                <a:gd name="connsiteX2" fmla="*/ 82391 w 82391"/>
                <a:gd name="connsiteY2" fmla="*/ 43053 h 134302"/>
                <a:gd name="connsiteX3" fmla="*/ 71247 w 82391"/>
                <a:gd name="connsiteY3" fmla="*/ 43053 h 134302"/>
                <a:gd name="connsiteX4" fmla="*/ 48387 w 82391"/>
                <a:gd name="connsiteY4" fmla="*/ 49625 h 134302"/>
                <a:gd name="connsiteX5" fmla="*/ 40767 w 82391"/>
                <a:gd name="connsiteY5" fmla="*/ 72581 h 134302"/>
                <a:gd name="connsiteX6" fmla="*/ 40767 w 82391"/>
                <a:gd name="connsiteY6" fmla="*/ 134303 h 134302"/>
                <a:gd name="connsiteX7" fmla="*/ 0 w 82391"/>
                <a:gd name="connsiteY7" fmla="*/ 134303 h 134302"/>
                <a:gd name="connsiteX8" fmla="*/ 0 w 82391"/>
                <a:gd name="connsiteY8" fmla="*/ 1334 h 134302"/>
                <a:gd name="connsiteX9" fmla="*/ 40767 w 82391"/>
                <a:gd name="connsiteY9" fmla="*/ 1334 h 134302"/>
                <a:gd name="connsiteX10" fmla="*/ 40767 w 82391"/>
                <a:gd name="connsiteY10" fmla="*/ 23527 h 134302"/>
                <a:gd name="connsiteX11" fmla="*/ 58674 w 82391"/>
                <a:gd name="connsiteY11" fmla="*/ 6287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391" h="134302">
                  <a:moveTo>
                    <a:pt x="58579" y="6287"/>
                  </a:moveTo>
                  <a:cubicBezTo>
                    <a:pt x="65722" y="2096"/>
                    <a:pt x="73628" y="0"/>
                    <a:pt x="82391" y="0"/>
                  </a:cubicBezTo>
                  <a:lnTo>
                    <a:pt x="82391" y="43053"/>
                  </a:lnTo>
                  <a:lnTo>
                    <a:pt x="71247" y="43053"/>
                  </a:lnTo>
                  <a:cubicBezTo>
                    <a:pt x="61055" y="43053"/>
                    <a:pt x="53435" y="45244"/>
                    <a:pt x="48387" y="49625"/>
                  </a:cubicBezTo>
                  <a:cubicBezTo>
                    <a:pt x="43339" y="54007"/>
                    <a:pt x="40767" y="61627"/>
                    <a:pt x="40767" y="72581"/>
                  </a:cubicBezTo>
                  <a:lnTo>
                    <a:pt x="40767" y="134303"/>
                  </a:lnTo>
                  <a:lnTo>
                    <a:pt x="0" y="134303"/>
                  </a:lnTo>
                  <a:lnTo>
                    <a:pt x="0" y="1334"/>
                  </a:lnTo>
                  <a:lnTo>
                    <a:pt x="40767" y="1334"/>
                  </a:lnTo>
                  <a:lnTo>
                    <a:pt x="40767" y="23527"/>
                  </a:lnTo>
                  <a:cubicBezTo>
                    <a:pt x="45529" y="16193"/>
                    <a:pt x="51435" y="10477"/>
                    <a:pt x="58674" y="6287"/>
                  </a:cubicBezTo>
                  <a:close/>
                </a:path>
              </a:pathLst>
            </a:custGeom>
            <a:grpFill/>
            <a:ln w="9525" cap="flat">
              <a:noFill/>
              <a:prstDash val="solid"/>
              <a:miter/>
            </a:ln>
          </p:spPr>
          <p:txBody>
            <a:bodyPr rtlCol="0" anchor="ctr"/>
            <a:lstStyle/>
            <a:p>
              <a:endParaRPr lang="fi-FI" sz="3200"/>
            </a:p>
          </p:txBody>
        </p:sp>
        <p:sp>
          <p:nvSpPr>
            <p:cNvPr id="526" name="Vapaamuotoinen: Muoto 525">
              <a:extLst>
                <a:ext uri="{FF2B5EF4-FFF2-40B4-BE49-F238E27FC236}">
                  <a16:creationId xmlns:a16="http://schemas.microsoft.com/office/drawing/2014/main" id="{0E624CB5-B88D-9CAF-82E5-3A1D4C58C915}"/>
                </a:ext>
              </a:extLst>
            </p:cNvPr>
            <p:cNvSpPr/>
            <p:nvPr/>
          </p:nvSpPr>
          <p:spPr>
            <a:xfrm>
              <a:off x="4016837" y="1333123"/>
              <a:ext cx="131730" cy="176212"/>
            </a:xfrm>
            <a:custGeom>
              <a:avLst/>
              <a:gdLst>
                <a:gd name="connsiteX0" fmla="*/ 81248 w 131730"/>
                <a:gd name="connsiteY0" fmla="*/ 176213 h 176212"/>
                <a:gd name="connsiteX1" fmla="*/ 40767 w 131730"/>
                <a:gd name="connsiteY1" fmla="*/ 120491 h 176212"/>
                <a:gd name="connsiteX2" fmla="*/ 40767 w 131730"/>
                <a:gd name="connsiteY2" fmla="*/ 176213 h 176212"/>
                <a:gd name="connsiteX3" fmla="*/ 0 w 131730"/>
                <a:gd name="connsiteY3" fmla="*/ 176213 h 176212"/>
                <a:gd name="connsiteX4" fmla="*/ 0 w 131730"/>
                <a:gd name="connsiteY4" fmla="*/ 0 h 176212"/>
                <a:gd name="connsiteX5" fmla="*/ 40767 w 131730"/>
                <a:gd name="connsiteY5" fmla="*/ 0 h 176212"/>
                <a:gd name="connsiteX6" fmla="*/ 40767 w 131730"/>
                <a:gd name="connsiteY6" fmla="*/ 97441 h 176212"/>
                <a:gd name="connsiteX7" fmla="*/ 80963 w 131730"/>
                <a:gd name="connsiteY7" fmla="*/ 43339 h 176212"/>
                <a:gd name="connsiteX8" fmla="*/ 131254 w 131730"/>
                <a:gd name="connsiteY8" fmla="*/ 43339 h 176212"/>
                <a:gd name="connsiteX9" fmla="*/ 76009 w 131730"/>
                <a:gd name="connsiteY9" fmla="*/ 110014 h 176212"/>
                <a:gd name="connsiteX10" fmla="*/ 131731 w 131730"/>
                <a:gd name="connsiteY10" fmla="*/ 176213 h 176212"/>
                <a:gd name="connsiteX11" fmla="*/ 81248 w 131730"/>
                <a:gd name="connsiteY11" fmla="*/ 176213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1730" h="176212">
                  <a:moveTo>
                    <a:pt x="81248" y="176213"/>
                  </a:moveTo>
                  <a:lnTo>
                    <a:pt x="40767" y="120491"/>
                  </a:lnTo>
                  <a:lnTo>
                    <a:pt x="40767" y="176213"/>
                  </a:lnTo>
                  <a:lnTo>
                    <a:pt x="0" y="176213"/>
                  </a:lnTo>
                  <a:lnTo>
                    <a:pt x="0" y="0"/>
                  </a:lnTo>
                  <a:lnTo>
                    <a:pt x="40767" y="0"/>
                  </a:lnTo>
                  <a:lnTo>
                    <a:pt x="40767" y="97441"/>
                  </a:lnTo>
                  <a:lnTo>
                    <a:pt x="80963" y="43339"/>
                  </a:lnTo>
                  <a:lnTo>
                    <a:pt x="131254" y="43339"/>
                  </a:lnTo>
                  <a:lnTo>
                    <a:pt x="76009" y="110014"/>
                  </a:lnTo>
                  <a:lnTo>
                    <a:pt x="131731" y="176213"/>
                  </a:lnTo>
                  <a:lnTo>
                    <a:pt x="81248" y="176213"/>
                  </a:lnTo>
                  <a:close/>
                </a:path>
              </a:pathLst>
            </a:custGeom>
            <a:grpFill/>
            <a:ln w="9525" cap="flat">
              <a:noFill/>
              <a:prstDash val="solid"/>
              <a:miter/>
            </a:ln>
          </p:spPr>
          <p:txBody>
            <a:bodyPr rtlCol="0" anchor="ctr"/>
            <a:lstStyle/>
            <a:p>
              <a:endParaRPr lang="fi-FI" sz="3200"/>
            </a:p>
          </p:txBody>
        </p:sp>
        <p:sp>
          <p:nvSpPr>
            <p:cNvPr id="527" name="Vapaamuotoinen: Muoto 526">
              <a:extLst>
                <a:ext uri="{FF2B5EF4-FFF2-40B4-BE49-F238E27FC236}">
                  <a16:creationId xmlns:a16="http://schemas.microsoft.com/office/drawing/2014/main" id="{02F09ADD-044A-4429-290B-2A02EBDEB9DC}"/>
                </a:ext>
              </a:extLst>
            </p:cNvPr>
            <p:cNvSpPr/>
            <p:nvPr/>
          </p:nvSpPr>
          <p:spPr>
            <a:xfrm>
              <a:off x="4163999" y="1333123"/>
              <a:ext cx="131730" cy="176212"/>
            </a:xfrm>
            <a:custGeom>
              <a:avLst/>
              <a:gdLst>
                <a:gd name="connsiteX0" fmla="*/ 81248 w 131730"/>
                <a:gd name="connsiteY0" fmla="*/ 176213 h 176212"/>
                <a:gd name="connsiteX1" fmla="*/ 40767 w 131730"/>
                <a:gd name="connsiteY1" fmla="*/ 120491 h 176212"/>
                <a:gd name="connsiteX2" fmla="*/ 40767 w 131730"/>
                <a:gd name="connsiteY2" fmla="*/ 176213 h 176212"/>
                <a:gd name="connsiteX3" fmla="*/ 0 w 131730"/>
                <a:gd name="connsiteY3" fmla="*/ 176213 h 176212"/>
                <a:gd name="connsiteX4" fmla="*/ 0 w 131730"/>
                <a:gd name="connsiteY4" fmla="*/ 0 h 176212"/>
                <a:gd name="connsiteX5" fmla="*/ 40767 w 131730"/>
                <a:gd name="connsiteY5" fmla="*/ 0 h 176212"/>
                <a:gd name="connsiteX6" fmla="*/ 40767 w 131730"/>
                <a:gd name="connsiteY6" fmla="*/ 97441 h 176212"/>
                <a:gd name="connsiteX7" fmla="*/ 80962 w 131730"/>
                <a:gd name="connsiteY7" fmla="*/ 43339 h 176212"/>
                <a:gd name="connsiteX8" fmla="*/ 131255 w 131730"/>
                <a:gd name="connsiteY8" fmla="*/ 43339 h 176212"/>
                <a:gd name="connsiteX9" fmla="*/ 76009 w 131730"/>
                <a:gd name="connsiteY9" fmla="*/ 110014 h 176212"/>
                <a:gd name="connsiteX10" fmla="*/ 131731 w 131730"/>
                <a:gd name="connsiteY10" fmla="*/ 176213 h 176212"/>
                <a:gd name="connsiteX11" fmla="*/ 81248 w 131730"/>
                <a:gd name="connsiteY11" fmla="*/ 176213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1730" h="176212">
                  <a:moveTo>
                    <a:pt x="81248" y="176213"/>
                  </a:moveTo>
                  <a:lnTo>
                    <a:pt x="40767" y="120491"/>
                  </a:lnTo>
                  <a:lnTo>
                    <a:pt x="40767" y="176213"/>
                  </a:lnTo>
                  <a:lnTo>
                    <a:pt x="0" y="176213"/>
                  </a:lnTo>
                  <a:lnTo>
                    <a:pt x="0" y="0"/>
                  </a:lnTo>
                  <a:lnTo>
                    <a:pt x="40767" y="0"/>
                  </a:lnTo>
                  <a:lnTo>
                    <a:pt x="40767" y="97441"/>
                  </a:lnTo>
                  <a:lnTo>
                    <a:pt x="80962" y="43339"/>
                  </a:lnTo>
                  <a:lnTo>
                    <a:pt x="131255" y="43339"/>
                  </a:lnTo>
                  <a:lnTo>
                    <a:pt x="76009" y="110014"/>
                  </a:lnTo>
                  <a:lnTo>
                    <a:pt x="131731" y="176213"/>
                  </a:lnTo>
                  <a:lnTo>
                    <a:pt x="81248" y="176213"/>
                  </a:lnTo>
                  <a:close/>
                </a:path>
              </a:pathLst>
            </a:custGeom>
            <a:grpFill/>
            <a:ln w="9525" cap="flat">
              <a:noFill/>
              <a:prstDash val="solid"/>
              <a:miter/>
            </a:ln>
          </p:spPr>
          <p:txBody>
            <a:bodyPr rtlCol="0" anchor="ctr"/>
            <a:lstStyle/>
            <a:p>
              <a:endParaRPr lang="fi-FI" sz="3200"/>
            </a:p>
          </p:txBody>
        </p:sp>
        <p:sp>
          <p:nvSpPr>
            <p:cNvPr id="528" name="Vapaamuotoinen: Muoto 527">
              <a:extLst>
                <a:ext uri="{FF2B5EF4-FFF2-40B4-BE49-F238E27FC236}">
                  <a16:creationId xmlns:a16="http://schemas.microsoft.com/office/drawing/2014/main" id="{837B3CFD-192B-2CCC-CD83-83ED43991B76}"/>
                </a:ext>
              </a:extLst>
            </p:cNvPr>
            <p:cNvSpPr/>
            <p:nvPr/>
          </p:nvSpPr>
          <p:spPr>
            <a:xfrm>
              <a:off x="4307445" y="1318645"/>
              <a:ext cx="48291"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335" y="2096"/>
                    <a:pt x="17145" y="0"/>
                    <a:pt x="24289" y="0"/>
                  </a:cubicBezTo>
                  <a:cubicBezTo>
                    <a:pt x="31432" y="0"/>
                    <a:pt x="37052" y="2096"/>
                    <a:pt x="41529" y="6287"/>
                  </a:cubicBezTo>
                  <a:cubicBezTo>
                    <a:pt x="46006" y="10478"/>
                    <a:pt x="48292" y="15812"/>
                    <a:pt x="48292" y="22098"/>
                  </a:cubicBezTo>
                  <a:cubicBezTo>
                    <a:pt x="48292" y="28385"/>
                    <a:pt x="46006" y="33528"/>
                    <a:pt x="41529" y="37719"/>
                  </a:cubicBezTo>
                  <a:cubicBezTo>
                    <a:pt x="37052"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grpFill/>
            <a:ln w="9525" cap="flat">
              <a:noFill/>
              <a:prstDash val="solid"/>
              <a:miter/>
            </a:ln>
          </p:spPr>
          <p:txBody>
            <a:bodyPr rtlCol="0" anchor="ctr"/>
            <a:lstStyle/>
            <a:p>
              <a:endParaRPr lang="fi-FI" sz="3200"/>
            </a:p>
          </p:txBody>
        </p:sp>
        <p:sp>
          <p:nvSpPr>
            <p:cNvPr id="529" name="Vapaamuotoinen: Muoto 528">
              <a:extLst>
                <a:ext uri="{FF2B5EF4-FFF2-40B4-BE49-F238E27FC236}">
                  <a16:creationId xmlns:a16="http://schemas.microsoft.com/office/drawing/2014/main" id="{DEBAD4CE-0567-FD13-D8C9-730D051D2FE7}"/>
                </a:ext>
              </a:extLst>
            </p:cNvPr>
            <p:cNvSpPr/>
            <p:nvPr/>
          </p:nvSpPr>
          <p:spPr>
            <a:xfrm>
              <a:off x="4381454" y="1333123"/>
              <a:ext cx="40766" cy="176212"/>
            </a:xfrm>
            <a:custGeom>
              <a:avLst/>
              <a:gdLst>
                <a:gd name="connsiteX0" fmla="*/ 40767 w 40766"/>
                <a:gd name="connsiteY0" fmla="*/ 0 h 176212"/>
                <a:gd name="connsiteX1" fmla="*/ 40767 w 40766"/>
                <a:gd name="connsiteY1" fmla="*/ 176213 h 176212"/>
                <a:gd name="connsiteX2" fmla="*/ 0 w 40766"/>
                <a:gd name="connsiteY2" fmla="*/ 176213 h 176212"/>
                <a:gd name="connsiteX3" fmla="*/ 0 w 40766"/>
                <a:gd name="connsiteY3" fmla="*/ 0 h 176212"/>
                <a:gd name="connsiteX4" fmla="*/ 40767 w 40766"/>
                <a:gd name="connsiteY4" fmla="*/ 0 h 176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66" h="176212">
                  <a:moveTo>
                    <a:pt x="40767" y="0"/>
                  </a:moveTo>
                  <a:lnTo>
                    <a:pt x="40767" y="176213"/>
                  </a:lnTo>
                  <a:lnTo>
                    <a:pt x="0" y="176213"/>
                  </a:lnTo>
                  <a:lnTo>
                    <a:pt x="0" y="0"/>
                  </a:lnTo>
                  <a:lnTo>
                    <a:pt x="40767" y="0"/>
                  </a:lnTo>
                  <a:close/>
                </a:path>
              </a:pathLst>
            </a:custGeom>
            <a:grpFill/>
            <a:ln w="9525" cap="flat">
              <a:noFill/>
              <a:prstDash val="solid"/>
              <a:miter/>
            </a:ln>
          </p:spPr>
          <p:txBody>
            <a:bodyPr rtlCol="0" anchor="ctr"/>
            <a:lstStyle/>
            <a:p>
              <a:endParaRPr lang="fi-FI" sz="3200"/>
            </a:p>
          </p:txBody>
        </p:sp>
        <p:sp>
          <p:nvSpPr>
            <p:cNvPr id="530" name="Vapaamuotoinen: Muoto 529">
              <a:extLst>
                <a:ext uri="{FF2B5EF4-FFF2-40B4-BE49-F238E27FC236}">
                  <a16:creationId xmlns:a16="http://schemas.microsoft.com/office/drawing/2014/main" id="{06C23C4F-3B9C-EEAE-6B60-176ABAE1EFAB}"/>
                </a:ext>
              </a:extLst>
            </p:cNvPr>
            <p:cNvSpPr/>
            <p:nvPr/>
          </p:nvSpPr>
          <p:spPr>
            <a:xfrm>
              <a:off x="4443558" y="1374556"/>
              <a:ext cx="140208" cy="136588"/>
            </a:xfrm>
            <a:custGeom>
              <a:avLst/>
              <a:gdLst>
                <a:gd name="connsiteX0" fmla="*/ 7810 w 140208"/>
                <a:gd name="connsiteY0" fmla="*/ 32195 h 136588"/>
                <a:gd name="connsiteX1" fmla="*/ 28861 w 140208"/>
                <a:gd name="connsiteY1" fmla="*/ 8382 h 136588"/>
                <a:gd name="connsiteX2" fmla="*/ 58579 w 140208"/>
                <a:gd name="connsiteY2" fmla="*/ 0 h 136588"/>
                <a:gd name="connsiteX3" fmla="*/ 83248 w 140208"/>
                <a:gd name="connsiteY3" fmla="*/ 5715 h 136588"/>
                <a:gd name="connsiteX4" fmla="*/ 99536 w 140208"/>
                <a:gd name="connsiteY4" fmla="*/ 20669 h 136588"/>
                <a:gd name="connsiteX5" fmla="*/ 99536 w 140208"/>
                <a:gd name="connsiteY5" fmla="*/ 1810 h 136588"/>
                <a:gd name="connsiteX6" fmla="*/ 140208 w 140208"/>
                <a:gd name="connsiteY6" fmla="*/ 1810 h 136588"/>
                <a:gd name="connsiteX7" fmla="*/ 140208 w 140208"/>
                <a:gd name="connsiteY7" fmla="*/ 134684 h 136588"/>
                <a:gd name="connsiteX8" fmla="*/ 99536 w 140208"/>
                <a:gd name="connsiteY8" fmla="*/ 134684 h 136588"/>
                <a:gd name="connsiteX9" fmla="*/ 99536 w 140208"/>
                <a:gd name="connsiteY9" fmla="*/ 115824 h 136588"/>
                <a:gd name="connsiteX10" fmla="*/ 82963 w 140208"/>
                <a:gd name="connsiteY10" fmla="*/ 130874 h 136588"/>
                <a:gd name="connsiteX11" fmla="*/ 58293 w 140208"/>
                <a:gd name="connsiteY11" fmla="*/ 136589 h 136588"/>
                <a:gd name="connsiteX12" fmla="*/ 28765 w 140208"/>
                <a:gd name="connsiteY12" fmla="*/ 128111 h 136588"/>
                <a:gd name="connsiteX13" fmla="*/ 7715 w 140208"/>
                <a:gd name="connsiteY13" fmla="*/ 104108 h 136588"/>
                <a:gd name="connsiteX14" fmla="*/ 0 w 140208"/>
                <a:gd name="connsiteY14" fmla="*/ 68009 h 136588"/>
                <a:gd name="connsiteX15" fmla="*/ 7715 w 140208"/>
                <a:gd name="connsiteY15" fmla="*/ 32099 h 136588"/>
                <a:gd name="connsiteX16" fmla="*/ 91154 w 140208"/>
                <a:gd name="connsiteY16" fmla="*/ 44291 h 136588"/>
                <a:gd name="connsiteX17" fmla="*/ 70580 w 140208"/>
                <a:gd name="connsiteY17" fmla="*/ 35528 h 136588"/>
                <a:gd name="connsiteX18" fmla="*/ 50006 w 140208"/>
                <a:gd name="connsiteY18" fmla="*/ 44196 h 136588"/>
                <a:gd name="connsiteX19" fmla="*/ 41529 w 140208"/>
                <a:gd name="connsiteY19" fmla="*/ 68104 h 136588"/>
                <a:gd name="connsiteX20" fmla="*/ 50006 w 140208"/>
                <a:gd name="connsiteY20" fmla="*/ 92297 h 136588"/>
                <a:gd name="connsiteX21" fmla="*/ 70580 w 140208"/>
                <a:gd name="connsiteY21" fmla="*/ 101251 h 136588"/>
                <a:gd name="connsiteX22" fmla="*/ 91154 w 140208"/>
                <a:gd name="connsiteY22" fmla="*/ 92393 h 136588"/>
                <a:gd name="connsiteX23" fmla="*/ 99631 w 140208"/>
                <a:gd name="connsiteY23" fmla="*/ 68390 h 136588"/>
                <a:gd name="connsiteX24" fmla="*/ 91154 w 140208"/>
                <a:gd name="connsiteY24" fmla="*/ 44387 h 136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8" h="136588">
                  <a:moveTo>
                    <a:pt x="7810" y="32195"/>
                  </a:moveTo>
                  <a:cubicBezTo>
                    <a:pt x="12954" y="21908"/>
                    <a:pt x="20002" y="13907"/>
                    <a:pt x="28861" y="8382"/>
                  </a:cubicBezTo>
                  <a:cubicBezTo>
                    <a:pt x="37719" y="2858"/>
                    <a:pt x="47625" y="0"/>
                    <a:pt x="58579" y="0"/>
                  </a:cubicBezTo>
                  <a:cubicBezTo>
                    <a:pt x="67913" y="0"/>
                    <a:pt x="76200" y="1905"/>
                    <a:pt x="83248" y="5715"/>
                  </a:cubicBezTo>
                  <a:cubicBezTo>
                    <a:pt x="90297" y="9525"/>
                    <a:pt x="95726" y="14478"/>
                    <a:pt x="99536" y="20669"/>
                  </a:cubicBezTo>
                  <a:lnTo>
                    <a:pt x="99536" y="1810"/>
                  </a:lnTo>
                  <a:lnTo>
                    <a:pt x="140208" y="1810"/>
                  </a:lnTo>
                  <a:lnTo>
                    <a:pt x="140208" y="134684"/>
                  </a:lnTo>
                  <a:lnTo>
                    <a:pt x="99536" y="134684"/>
                  </a:lnTo>
                  <a:lnTo>
                    <a:pt x="99536" y="115824"/>
                  </a:lnTo>
                  <a:cubicBezTo>
                    <a:pt x="95536" y="122015"/>
                    <a:pt x="90011" y="127064"/>
                    <a:pt x="82963" y="130874"/>
                  </a:cubicBezTo>
                  <a:cubicBezTo>
                    <a:pt x="75914" y="134684"/>
                    <a:pt x="67723" y="136589"/>
                    <a:pt x="58293" y="136589"/>
                  </a:cubicBezTo>
                  <a:cubicBezTo>
                    <a:pt x="47530" y="136589"/>
                    <a:pt x="37624" y="133731"/>
                    <a:pt x="28765" y="128111"/>
                  </a:cubicBezTo>
                  <a:cubicBezTo>
                    <a:pt x="19907" y="122492"/>
                    <a:pt x="12859" y="114491"/>
                    <a:pt x="7715" y="104108"/>
                  </a:cubicBezTo>
                  <a:cubicBezTo>
                    <a:pt x="2572" y="93726"/>
                    <a:pt x="0" y="81725"/>
                    <a:pt x="0" y="68009"/>
                  </a:cubicBezTo>
                  <a:cubicBezTo>
                    <a:pt x="0" y="54293"/>
                    <a:pt x="2572" y="42386"/>
                    <a:pt x="7715" y="32099"/>
                  </a:cubicBezTo>
                  <a:close/>
                  <a:moveTo>
                    <a:pt x="91154" y="44291"/>
                  </a:moveTo>
                  <a:cubicBezTo>
                    <a:pt x="85534" y="38386"/>
                    <a:pt x="78676" y="35528"/>
                    <a:pt x="70580" y="35528"/>
                  </a:cubicBezTo>
                  <a:cubicBezTo>
                    <a:pt x="62484" y="35528"/>
                    <a:pt x="55626" y="38386"/>
                    <a:pt x="50006" y="44196"/>
                  </a:cubicBezTo>
                  <a:cubicBezTo>
                    <a:pt x="44386" y="50006"/>
                    <a:pt x="41529" y="58007"/>
                    <a:pt x="41529" y="68104"/>
                  </a:cubicBezTo>
                  <a:cubicBezTo>
                    <a:pt x="41529" y="78200"/>
                    <a:pt x="44386" y="86296"/>
                    <a:pt x="50006" y="92297"/>
                  </a:cubicBezTo>
                  <a:cubicBezTo>
                    <a:pt x="55626" y="98298"/>
                    <a:pt x="62484" y="101251"/>
                    <a:pt x="70580" y="101251"/>
                  </a:cubicBezTo>
                  <a:cubicBezTo>
                    <a:pt x="78676" y="101251"/>
                    <a:pt x="85534" y="98298"/>
                    <a:pt x="91154" y="92393"/>
                  </a:cubicBezTo>
                  <a:cubicBezTo>
                    <a:pt x="96774" y="86487"/>
                    <a:pt x="99631" y="78486"/>
                    <a:pt x="99631" y="68390"/>
                  </a:cubicBezTo>
                  <a:cubicBezTo>
                    <a:pt x="99631" y="58293"/>
                    <a:pt x="96774" y="50197"/>
                    <a:pt x="91154" y="44387"/>
                  </a:cubicBezTo>
                  <a:close/>
                </a:path>
              </a:pathLst>
            </a:custGeom>
            <a:grpFill/>
            <a:ln w="9525" cap="flat">
              <a:noFill/>
              <a:prstDash val="solid"/>
              <a:miter/>
            </a:ln>
          </p:spPr>
          <p:txBody>
            <a:bodyPr rtlCol="0" anchor="ctr"/>
            <a:lstStyle/>
            <a:p>
              <a:endParaRPr lang="fi-FI" sz="3200"/>
            </a:p>
          </p:txBody>
        </p:sp>
        <p:sp>
          <p:nvSpPr>
            <p:cNvPr id="531" name="Vapaamuotoinen: Muoto 530">
              <a:extLst>
                <a:ext uri="{FF2B5EF4-FFF2-40B4-BE49-F238E27FC236}">
                  <a16:creationId xmlns:a16="http://schemas.microsoft.com/office/drawing/2014/main" id="{2B29F9D9-E9C1-091C-4546-4CE2119B5A5C}"/>
                </a:ext>
              </a:extLst>
            </p:cNvPr>
            <p:cNvSpPr/>
            <p:nvPr/>
          </p:nvSpPr>
          <p:spPr>
            <a:xfrm>
              <a:off x="3589070" y="1590774"/>
              <a:ext cx="137826" cy="166211"/>
            </a:xfrm>
            <a:custGeom>
              <a:avLst/>
              <a:gdLst>
                <a:gd name="connsiteX0" fmla="*/ 137827 w 137826"/>
                <a:gd name="connsiteY0" fmla="*/ 0 h 166211"/>
                <a:gd name="connsiteX1" fmla="*/ 137827 w 137826"/>
                <a:gd name="connsiteY1" fmla="*/ 166211 h 166211"/>
                <a:gd name="connsiteX2" fmla="*/ 104489 w 137826"/>
                <a:gd name="connsiteY2" fmla="*/ 166211 h 166211"/>
                <a:gd name="connsiteX3" fmla="*/ 104489 w 137826"/>
                <a:gd name="connsiteY3" fmla="*/ 95536 h 166211"/>
                <a:gd name="connsiteX4" fmla="*/ 33338 w 137826"/>
                <a:gd name="connsiteY4" fmla="*/ 95536 h 166211"/>
                <a:gd name="connsiteX5" fmla="*/ 33338 w 137826"/>
                <a:gd name="connsiteY5" fmla="*/ 166211 h 166211"/>
                <a:gd name="connsiteX6" fmla="*/ 0 w 137826"/>
                <a:gd name="connsiteY6" fmla="*/ 166211 h 166211"/>
                <a:gd name="connsiteX7" fmla="*/ 0 w 137826"/>
                <a:gd name="connsiteY7" fmla="*/ 0 h 166211"/>
                <a:gd name="connsiteX8" fmla="*/ 33338 w 137826"/>
                <a:gd name="connsiteY8" fmla="*/ 0 h 166211"/>
                <a:gd name="connsiteX9" fmla="*/ 33338 w 137826"/>
                <a:gd name="connsiteY9" fmla="*/ 68390 h 166211"/>
                <a:gd name="connsiteX10" fmla="*/ 104489 w 137826"/>
                <a:gd name="connsiteY10" fmla="*/ 68390 h 166211"/>
                <a:gd name="connsiteX11" fmla="*/ 104489 w 137826"/>
                <a:gd name="connsiteY11" fmla="*/ 0 h 166211"/>
                <a:gd name="connsiteX12" fmla="*/ 137827 w 137826"/>
                <a:gd name="connsiteY12" fmla="*/ 0 h 166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7826" h="166211">
                  <a:moveTo>
                    <a:pt x="137827" y="0"/>
                  </a:moveTo>
                  <a:lnTo>
                    <a:pt x="137827" y="166211"/>
                  </a:lnTo>
                  <a:lnTo>
                    <a:pt x="104489" y="166211"/>
                  </a:lnTo>
                  <a:lnTo>
                    <a:pt x="104489" y="95536"/>
                  </a:lnTo>
                  <a:lnTo>
                    <a:pt x="33338" y="95536"/>
                  </a:lnTo>
                  <a:lnTo>
                    <a:pt x="33338" y="166211"/>
                  </a:lnTo>
                  <a:lnTo>
                    <a:pt x="0" y="166211"/>
                  </a:lnTo>
                  <a:lnTo>
                    <a:pt x="0" y="0"/>
                  </a:lnTo>
                  <a:lnTo>
                    <a:pt x="33338" y="0"/>
                  </a:lnTo>
                  <a:lnTo>
                    <a:pt x="33338" y="68390"/>
                  </a:lnTo>
                  <a:lnTo>
                    <a:pt x="104489" y="68390"/>
                  </a:lnTo>
                  <a:lnTo>
                    <a:pt x="104489" y="0"/>
                  </a:lnTo>
                  <a:lnTo>
                    <a:pt x="137827" y="0"/>
                  </a:lnTo>
                  <a:close/>
                </a:path>
              </a:pathLst>
            </a:custGeom>
            <a:grpFill/>
            <a:ln w="9525" cap="flat">
              <a:noFill/>
              <a:prstDash val="solid"/>
              <a:miter/>
            </a:ln>
          </p:spPr>
          <p:txBody>
            <a:bodyPr rtlCol="0" anchor="ctr"/>
            <a:lstStyle/>
            <a:p>
              <a:endParaRPr lang="fi-FI" sz="3200"/>
            </a:p>
          </p:txBody>
        </p:sp>
        <p:sp>
          <p:nvSpPr>
            <p:cNvPr id="532" name="Vapaamuotoinen: Muoto 531">
              <a:extLst>
                <a:ext uri="{FF2B5EF4-FFF2-40B4-BE49-F238E27FC236}">
                  <a16:creationId xmlns:a16="http://schemas.microsoft.com/office/drawing/2014/main" id="{FE4C1036-E1E5-45CB-6BB9-3F6DD04F1F01}"/>
                </a:ext>
              </a:extLst>
            </p:cNvPr>
            <p:cNvSpPr/>
            <p:nvPr/>
          </p:nvSpPr>
          <p:spPr>
            <a:xfrm>
              <a:off x="3751471" y="1575915"/>
              <a:ext cx="135635" cy="183261"/>
            </a:xfrm>
            <a:custGeom>
              <a:avLst/>
              <a:gdLst>
                <a:gd name="connsiteX0" fmla="*/ 32576 w 135635"/>
                <a:gd name="connsiteY0" fmla="*/ 174784 h 183261"/>
                <a:gd name="connsiteX1" fmla="*/ 8668 w 135635"/>
                <a:gd name="connsiteY1" fmla="*/ 150876 h 183261"/>
                <a:gd name="connsiteX2" fmla="*/ 0 w 135635"/>
                <a:gd name="connsiteY2" fmla="*/ 115157 h 183261"/>
                <a:gd name="connsiteX3" fmla="*/ 8953 w 135635"/>
                <a:gd name="connsiteY3" fmla="*/ 79439 h 183261"/>
                <a:gd name="connsiteX4" fmla="*/ 33338 w 135635"/>
                <a:gd name="connsiteY4" fmla="*/ 55531 h 183261"/>
                <a:gd name="connsiteX5" fmla="*/ 67818 w 135635"/>
                <a:gd name="connsiteY5" fmla="*/ 47054 h 183261"/>
                <a:gd name="connsiteX6" fmla="*/ 102299 w 135635"/>
                <a:gd name="connsiteY6" fmla="*/ 55531 h 183261"/>
                <a:gd name="connsiteX7" fmla="*/ 126683 w 135635"/>
                <a:gd name="connsiteY7" fmla="*/ 79439 h 183261"/>
                <a:gd name="connsiteX8" fmla="*/ 135636 w 135635"/>
                <a:gd name="connsiteY8" fmla="*/ 115157 h 183261"/>
                <a:gd name="connsiteX9" fmla="*/ 126492 w 135635"/>
                <a:gd name="connsiteY9" fmla="*/ 150876 h 183261"/>
                <a:gd name="connsiteX10" fmla="*/ 101727 w 135635"/>
                <a:gd name="connsiteY10" fmla="*/ 174784 h 183261"/>
                <a:gd name="connsiteX11" fmla="*/ 66865 w 135635"/>
                <a:gd name="connsiteY11" fmla="*/ 183261 h 183261"/>
                <a:gd name="connsiteX12" fmla="*/ 32576 w 135635"/>
                <a:gd name="connsiteY12" fmla="*/ 174784 h 183261"/>
                <a:gd name="connsiteX13" fmla="*/ 35909 w 135635"/>
                <a:gd name="connsiteY13" fmla="*/ 27242 h 183261"/>
                <a:gd name="connsiteX14" fmla="*/ 31432 w 135635"/>
                <a:gd name="connsiteY14" fmla="*/ 16002 h 183261"/>
                <a:gd name="connsiteX15" fmla="*/ 35909 w 135635"/>
                <a:gd name="connsiteY15" fmla="*/ 4667 h 183261"/>
                <a:gd name="connsiteX16" fmla="*/ 47053 w 135635"/>
                <a:gd name="connsiteY16" fmla="*/ 0 h 183261"/>
                <a:gd name="connsiteX17" fmla="*/ 58388 w 135635"/>
                <a:gd name="connsiteY17" fmla="*/ 4667 h 183261"/>
                <a:gd name="connsiteX18" fmla="*/ 63055 w 135635"/>
                <a:gd name="connsiteY18" fmla="*/ 16002 h 183261"/>
                <a:gd name="connsiteX19" fmla="*/ 58388 w 135635"/>
                <a:gd name="connsiteY19" fmla="*/ 27242 h 183261"/>
                <a:gd name="connsiteX20" fmla="*/ 47053 w 135635"/>
                <a:gd name="connsiteY20" fmla="*/ 31814 h 183261"/>
                <a:gd name="connsiteX21" fmla="*/ 35909 w 135635"/>
                <a:gd name="connsiteY21" fmla="*/ 27242 h 183261"/>
                <a:gd name="connsiteX22" fmla="*/ 83915 w 135635"/>
                <a:gd name="connsiteY22" fmla="*/ 149733 h 183261"/>
                <a:gd name="connsiteX23" fmla="*/ 96679 w 135635"/>
                <a:gd name="connsiteY23" fmla="*/ 136493 h 183261"/>
                <a:gd name="connsiteX24" fmla="*/ 101441 w 135635"/>
                <a:gd name="connsiteY24" fmla="*/ 115062 h 183261"/>
                <a:gd name="connsiteX25" fmla="*/ 91535 w 135635"/>
                <a:gd name="connsiteY25" fmla="*/ 86106 h 183261"/>
                <a:gd name="connsiteX26" fmla="*/ 67342 w 135635"/>
                <a:gd name="connsiteY26" fmla="*/ 76009 h 183261"/>
                <a:gd name="connsiteX27" fmla="*/ 43434 w 135635"/>
                <a:gd name="connsiteY27" fmla="*/ 86106 h 183261"/>
                <a:gd name="connsiteX28" fmla="*/ 33814 w 135635"/>
                <a:gd name="connsiteY28" fmla="*/ 115062 h 183261"/>
                <a:gd name="connsiteX29" fmla="*/ 43243 w 135635"/>
                <a:gd name="connsiteY29" fmla="*/ 144018 h 183261"/>
                <a:gd name="connsiteX30" fmla="*/ 66961 w 135635"/>
                <a:gd name="connsiteY30" fmla="*/ 154115 h 183261"/>
                <a:gd name="connsiteX31" fmla="*/ 84011 w 135635"/>
                <a:gd name="connsiteY31" fmla="*/ 149733 h 183261"/>
                <a:gd name="connsiteX32" fmla="*/ 80010 w 135635"/>
                <a:gd name="connsiteY32" fmla="*/ 27242 h 183261"/>
                <a:gd name="connsiteX33" fmla="*/ 75533 w 135635"/>
                <a:gd name="connsiteY33" fmla="*/ 16002 h 183261"/>
                <a:gd name="connsiteX34" fmla="*/ 80010 w 135635"/>
                <a:gd name="connsiteY34" fmla="*/ 4667 h 183261"/>
                <a:gd name="connsiteX35" fmla="*/ 91154 w 135635"/>
                <a:gd name="connsiteY35" fmla="*/ 0 h 183261"/>
                <a:gd name="connsiteX36" fmla="*/ 102489 w 135635"/>
                <a:gd name="connsiteY36" fmla="*/ 4667 h 183261"/>
                <a:gd name="connsiteX37" fmla="*/ 107156 w 135635"/>
                <a:gd name="connsiteY37" fmla="*/ 16002 h 183261"/>
                <a:gd name="connsiteX38" fmla="*/ 102489 w 135635"/>
                <a:gd name="connsiteY38" fmla="*/ 27242 h 183261"/>
                <a:gd name="connsiteX39" fmla="*/ 91154 w 135635"/>
                <a:gd name="connsiteY39" fmla="*/ 31814 h 183261"/>
                <a:gd name="connsiteX40" fmla="*/ 80010 w 135635"/>
                <a:gd name="connsiteY40" fmla="*/ 27242 h 183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35635" h="183261">
                  <a:moveTo>
                    <a:pt x="32576" y="174784"/>
                  </a:moveTo>
                  <a:cubicBezTo>
                    <a:pt x="22384" y="169164"/>
                    <a:pt x="14478" y="161163"/>
                    <a:pt x="8668" y="150876"/>
                  </a:cubicBezTo>
                  <a:cubicBezTo>
                    <a:pt x="2857" y="140589"/>
                    <a:pt x="0" y="128683"/>
                    <a:pt x="0" y="115157"/>
                  </a:cubicBezTo>
                  <a:cubicBezTo>
                    <a:pt x="0" y="101632"/>
                    <a:pt x="2953" y="89726"/>
                    <a:pt x="8953" y="79439"/>
                  </a:cubicBezTo>
                  <a:cubicBezTo>
                    <a:pt x="14954" y="69152"/>
                    <a:pt x="23051" y="61151"/>
                    <a:pt x="33338" y="55531"/>
                  </a:cubicBezTo>
                  <a:cubicBezTo>
                    <a:pt x="43625" y="49911"/>
                    <a:pt x="55150" y="47054"/>
                    <a:pt x="67818" y="47054"/>
                  </a:cubicBezTo>
                  <a:cubicBezTo>
                    <a:pt x="80486" y="47054"/>
                    <a:pt x="92012" y="49911"/>
                    <a:pt x="102299" y="55531"/>
                  </a:cubicBezTo>
                  <a:cubicBezTo>
                    <a:pt x="112586" y="61151"/>
                    <a:pt x="120777" y="69152"/>
                    <a:pt x="126683" y="79439"/>
                  </a:cubicBezTo>
                  <a:cubicBezTo>
                    <a:pt x="132588" y="89726"/>
                    <a:pt x="135636" y="101632"/>
                    <a:pt x="135636" y="115157"/>
                  </a:cubicBezTo>
                  <a:cubicBezTo>
                    <a:pt x="135636" y="128683"/>
                    <a:pt x="132588" y="140589"/>
                    <a:pt x="126492" y="150876"/>
                  </a:cubicBezTo>
                  <a:cubicBezTo>
                    <a:pt x="120396" y="161163"/>
                    <a:pt x="112109" y="169164"/>
                    <a:pt x="101727" y="174784"/>
                  </a:cubicBezTo>
                  <a:cubicBezTo>
                    <a:pt x="91345" y="180404"/>
                    <a:pt x="79724" y="183261"/>
                    <a:pt x="66865" y="183261"/>
                  </a:cubicBezTo>
                  <a:cubicBezTo>
                    <a:pt x="54007" y="183261"/>
                    <a:pt x="42767" y="180404"/>
                    <a:pt x="32576" y="174784"/>
                  </a:cubicBezTo>
                  <a:close/>
                  <a:moveTo>
                    <a:pt x="35909" y="27242"/>
                  </a:moveTo>
                  <a:cubicBezTo>
                    <a:pt x="32861" y="24194"/>
                    <a:pt x="31432" y="20479"/>
                    <a:pt x="31432" y="16002"/>
                  </a:cubicBezTo>
                  <a:cubicBezTo>
                    <a:pt x="31432" y="11525"/>
                    <a:pt x="32956" y="7811"/>
                    <a:pt x="35909" y="4667"/>
                  </a:cubicBezTo>
                  <a:cubicBezTo>
                    <a:pt x="38957" y="1619"/>
                    <a:pt x="42672" y="0"/>
                    <a:pt x="47053" y="0"/>
                  </a:cubicBezTo>
                  <a:cubicBezTo>
                    <a:pt x="51435" y="0"/>
                    <a:pt x="55245" y="1524"/>
                    <a:pt x="58388" y="4667"/>
                  </a:cubicBezTo>
                  <a:cubicBezTo>
                    <a:pt x="61531" y="7811"/>
                    <a:pt x="63055" y="11525"/>
                    <a:pt x="63055" y="16002"/>
                  </a:cubicBezTo>
                  <a:cubicBezTo>
                    <a:pt x="63055" y="20479"/>
                    <a:pt x="61531" y="24194"/>
                    <a:pt x="58388" y="27242"/>
                  </a:cubicBezTo>
                  <a:cubicBezTo>
                    <a:pt x="55340" y="30290"/>
                    <a:pt x="51530" y="31814"/>
                    <a:pt x="47053" y="31814"/>
                  </a:cubicBezTo>
                  <a:cubicBezTo>
                    <a:pt x="42577" y="31814"/>
                    <a:pt x="38862" y="30290"/>
                    <a:pt x="35909" y="27242"/>
                  </a:cubicBezTo>
                  <a:close/>
                  <a:moveTo>
                    <a:pt x="83915" y="149733"/>
                  </a:moveTo>
                  <a:cubicBezTo>
                    <a:pt x="89249" y="146780"/>
                    <a:pt x="93440" y="142399"/>
                    <a:pt x="96679" y="136493"/>
                  </a:cubicBezTo>
                  <a:cubicBezTo>
                    <a:pt x="99917" y="130588"/>
                    <a:pt x="101441" y="123444"/>
                    <a:pt x="101441" y="115062"/>
                  </a:cubicBezTo>
                  <a:cubicBezTo>
                    <a:pt x="101441" y="102489"/>
                    <a:pt x="98107" y="92869"/>
                    <a:pt x="91535" y="86106"/>
                  </a:cubicBezTo>
                  <a:cubicBezTo>
                    <a:pt x="84963" y="79343"/>
                    <a:pt x="76867" y="76009"/>
                    <a:pt x="67342" y="76009"/>
                  </a:cubicBezTo>
                  <a:cubicBezTo>
                    <a:pt x="57817" y="76009"/>
                    <a:pt x="49816" y="79343"/>
                    <a:pt x="43434" y="86106"/>
                  </a:cubicBezTo>
                  <a:cubicBezTo>
                    <a:pt x="36957" y="92869"/>
                    <a:pt x="33814" y="102489"/>
                    <a:pt x="33814" y="115062"/>
                  </a:cubicBezTo>
                  <a:cubicBezTo>
                    <a:pt x="33814" y="127635"/>
                    <a:pt x="36957" y="137255"/>
                    <a:pt x="43243" y="144018"/>
                  </a:cubicBezTo>
                  <a:cubicBezTo>
                    <a:pt x="49530" y="150781"/>
                    <a:pt x="57436" y="154115"/>
                    <a:pt x="66961" y="154115"/>
                  </a:cubicBezTo>
                  <a:cubicBezTo>
                    <a:pt x="72962" y="154115"/>
                    <a:pt x="78677" y="152686"/>
                    <a:pt x="84011" y="149733"/>
                  </a:cubicBezTo>
                  <a:close/>
                  <a:moveTo>
                    <a:pt x="80010" y="27242"/>
                  </a:moveTo>
                  <a:cubicBezTo>
                    <a:pt x="76962" y="24194"/>
                    <a:pt x="75533" y="20479"/>
                    <a:pt x="75533" y="16002"/>
                  </a:cubicBezTo>
                  <a:cubicBezTo>
                    <a:pt x="75533" y="11525"/>
                    <a:pt x="77057" y="7811"/>
                    <a:pt x="80010" y="4667"/>
                  </a:cubicBezTo>
                  <a:cubicBezTo>
                    <a:pt x="83058" y="1619"/>
                    <a:pt x="86773" y="0"/>
                    <a:pt x="91154" y="0"/>
                  </a:cubicBezTo>
                  <a:cubicBezTo>
                    <a:pt x="95536" y="0"/>
                    <a:pt x="99346" y="1524"/>
                    <a:pt x="102489" y="4667"/>
                  </a:cubicBezTo>
                  <a:cubicBezTo>
                    <a:pt x="105632" y="7811"/>
                    <a:pt x="107156" y="11525"/>
                    <a:pt x="107156" y="16002"/>
                  </a:cubicBezTo>
                  <a:cubicBezTo>
                    <a:pt x="107156" y="20479"/>
                    <a:pt x="105632" y="24194"/>
                    <a:pt x="102489" y="27242"/>
                  </a:cubicBezTo>
                  <a:cubicBezTo>
                    <a:pt x="99441" y="30290"/>
                    <a:pt x="95631" y="31814"/>
                    <a:pt x="91154" y="31814"/>
                  </a:cubicBezTo>
                  <a:cubicBezTo>
                    <a:pt x="86677" y="31814"/>
                    <a:pt x="82963" y="30290"/>
                    <a:pt x="80010" y="27242"/>
                  </a:cubicBezTo>
                  <a:close/>
                </a:path>
              </a:pathLst>
            </a:custGeom>
            <a:grpFill/>
            <a:ln w="9525" cap="flat">
              <a:noFill/>
              <a:prstDash val="solid"/>
              <a:miter/>
            </a:ln>
          </p:spPr>
          <p:txBody>
            <a:bodyPr rtlCol="0" anchor="ctr"/>
            <a:lstStyle/>
            <a:p>
              <a:endParaRPr lang="fi-FI" sz="3200"/>
            </a:p>
          </p:txBody>
        </p:sp>
        <p:sp>
          <p:nvSpPr>
            <p:cNvPr id="533" name="Vapaamuotoinen: Muoto 532">
              <a:extLst>
                <a:ext uri="{FF2B5EF4-FFF2-40B4-BE49-F238E27FC236}">
                  <a16:creationId xmlns:a16="http://schemas.microsoft.com/office/drawing/2014/main" id="{7C04F01E-B581-8125-6A46-2C668DCAA78F}"/>
                </a:ext>
              </a:extLst>
            </p:cNvPr>
            <p:cNvSpPr/>
            <p:nvPr/>
          </p:nvSpPr>
          <p:spPr>
            <a:xfrm>
              <a:off x="3902919" y="1622778"/>
              <a:ext cx="137636" cy="199262"/>
            </a:xfrm>
            <a:custGeom>
              <a:avLst/>
              <a:gdLst>
                <a:gd name="connsiteX0" fmla="*/ 86392 w 137636"/>
                <a:gd name="connsiteY0" fmla="*/ 6001 h 199262"/>
                <a:gd name="connsiteX1" fmla="*/ 104013 w 137636"/>
                <a:gd name="connsiteY1" fmla="*/ 21145 h 199262"/>
                <a:gd name="connsiteX2" fmla="*/ 104013 w 137636"/>
                <a:gd name="connsiteY2" fmla="*/ 2286 h 199262"/>
                <a:gd name="connsiteX3" fmla="*/ 137636 w 137636"/>
                <a:gd name="connsiteY3" fmla="*/ 2286 h 199262"/>
                <a:gd name="connsiteX4" fmla="*/ 137636 w 137636"/>
                <a:gd name="connsiteY4" fmla="*/ 135160 h 199262"/>
                <a:gd name="connsiteX5" fmla="*/ 130207 w 137636"/>
                <a:gd name="connsiteY5" fmla="*/ 167926 h 199262"/>
                <a:gd name="connsiteX6" fmla="*/ 108014 w 137636"/>
                <a:gd name="connsiteY6" fmla="*/ 190786 h 199262"/>
                <a:gd name="connsiteX7" fmla="*/ 72295 w 137636"/>
                <a:gd name="connsiteY7" fmla="*/ 199263 h 199262"/>
                <a:gd name="connsiteX8" fmla="*/ 26194 w 137636"/>
                <a:gd name="connsiteY8" fmla="*/ 186118 h 199262"/>
                <a:gd name="connsiteX9" fmla="*/ 5810 w 137636"/>
                <a:gd name="connsiteY9" fmla="*/ 150400 h 199262"/>
                <a:gd name="connsiteX10" fmla="*/ 38862 w 137636"/>
                <a:gd name="connsiteY10" fmla="*/ 150400 h 199262"/>
                <a:gd name="connsiteX11" fmla="*/ 50197 w 137636"/>
                <a:gd name="connsiteY11" fmla="*/ 164783 h 199262"/>
                <a:gd name="connsiteX12" fmla="*/ 71247 w 137636"/>
                <a:gd name="connsiteY12" fmla="*/ 170117 h 199262"/>
                <a:gd name="connsiteX13" fmla="*/ 94774 w 137636"/>
                <a:gd name="connsiteY13" fmla="*/ 161449 h 199262"/>
                <a:gd name="connsiteX14" fmla="*/ 103823 w 137636"/>
                <a:gd name="connsiteY14" fmla="*/ 135160 h 199262"/>
                <a:gd name="connsiteX15" fmla="*/ 103823 w 137636"/>
                <a:gd name="connsiteY15" fmla="*/ 114681 h 199262"/>
                <a:gd name="connsiteX16" fmla="*/ 86106 w 137636"/>
                <a:gd name="connsiteY16" fmla="*/ 130112 h 199262"/>
                <a:gd name="connsiteX17" fmla="*/ 60293 w 137636"/>
                <a:gd name="connsiteY17" fmla="*/ 136303 h 199262"/>
                <a:gd name="connsiteX18" fmla="*/ 29813 w 137636"/>
                <a:gd name="connsiteY18" fmla="*/ 127730 h 199262"/>
                <a:gd name="connsiteX19" fmla="*/ 8001 w 137636"/>
                <a:gd name="connsiteY19" fmla="*/ 103537 h 199262"/>
                <a:gd name="connsiteX20" fmla="*/ 0 w 137636"/>
                <a:gd name="connsiteY20" fmla="*/ 67723 h 199262"/>
                <a:gd name="connsiteX21" fmla="*/ 8001 w 137636"/>
                <a:gd name="connsiteY21" fmla="*/ 32194 h 199262"/>
                <a:gd name="connsiteX22" fmla="*/ 29718 w 137636"/>
                <a:gd name="connsiteY22" fmla="*/ 8382 h 199262"/>
                <a:gd name="connsiteX23" fmla="*/ 60293 w 137636"/>
                <a:gd name="connsiteY23" fmla="*/ 0 h 199262"/>
                <a:gd name="connsiteX24" fmla="*/ 86297 w 137636"/>
                <a:gd name="connsiteY24" fmla="*/ 5810 h 199262"/>
                <a:gd name="connsiteX25" fmla="*/ 99250 w 137636"/>
                <a:gd name="connsiteY25" fmla="*/ 47434 h 199262"/>
                <a:gd name="connsiteX26" fmla="*/ 86392 w 137636"/>
                <a:gd name="connsiteY26" fmla="*/ 34099 h 199262"/>
                <a:gd name="connsiteX27" fmla="*/ 68961 w 137636"/>
                <a:gd name="connsiteY27" fmla="*/ 29432 h 199262"/>
                <a:gd name="connsiteX28" fmla="*/ 51816 w 137636"/>
                <a:gd name="connsiteY28" fmla="*/ 34004 h 199262"/>
                <a:gd name="connsiteX29" fmla="*/ 39052 w 137636"/>
                <a:gd name="connsiteY29" fmla="*/ 47244 h 199262"/>
                <a:gd name="connsiteX30" fmla="*/ 34195 w 137636"/>
                <a:gd name="connsiteY30" fmla="*/ 67818 h 199262"/>
                <a:gd name="connsiteX31" fmla="*/ 39052 w 137636"/>
                <a:gd name="connsiteY31" fmla="*/ 88678 h 199262"/>
                <a:gd name="connsiteX32" fmla="*/ 51911 w 137636"/>
                <a:gd name="connsiteY32" fmla="*/ 102394 h 199262"/>
                <a:gd name="connsiteX33" fmla="*/ 68961 w 137636"/>
                <a:gd name="connsiteY33" fmla="*/ 107156 h 199262"/>
                <a:gd name="connsiteX34" fmla="*/ 86392 w 137636"/>
                <a:gd name="connsiteY34" fmla="*/ 102489 h 199262"/>
                <a:gd name="connsiteX35" fmla="*/ 99250 w 137636"/>
                <a:gd name="connsiteY35" fmla="*/ 89154 h 199262"/>
                <a:gd name="connsiteX36" fmla="*/ 104013 w 137636"/>
                <a:gd name="connsiteY36" fmla="*/ 68294 h 199262"/>
                <a:gd name="connsiteX37" fmla="*/ 99250 w 137636"/>
                <a:gd name="connsiteY37" fmla="*/ 47434 h 199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37636" h="199262">
                  <a:moveTo>
                    <a:pt x="86392" y="6001"/>
                  </a:moveTo>
                  <a:cubicBezTo>
                    <a:pt x="93821" y="9906"/>
                    <a:pt x="99727" y="14954"/>
                    <a:pt x="104013" y="21145"/>
                  </a:cubicBezTo>
                  <a:lnTo>
                    <a:pt x="104013" y="2286"/>
                  </a:lnTo>
                  <a:lnTo>
                    <a:pt x="137636" y="2286"/>
                  </a:lnTo>
                  <a:lnTo>
                    <a:pt x="137636" y="135160"/>
                  </a:lnTo>
                  <a:cubicBezTo>
                    <a:pt x="137636" y="147352"/>
                    <a:pt x="135160" y="158305"/>
                    <a:pt x="130207" y="167926"/>
                  </a:cubicBezTo>
                  <a:cubicBezTo>
                    <a:pt x="125254" y="177546"/>
                    <a:pt x="117920" y="185166"/>
                    <a:pt x="108014" y="190786"/>
                  </a:cubicBezTo>
                  <a:cubicBezTo>
                    <a:pt x="98203" y="196405"/>
                    <a:pt x="86297" y="199263"/>
                    <a:pt x="72295" y="199263"/>
                  </a:cubicBezTo>
                  <a:cubicBezTo>
                    <a:pt x="53530" y="199263"/>
                    <a:pt x="38195" y="194881"/>
                    <a:pt x="26194" y="186118"/>
                  </a:cubicBezTo>
                  <a:cubicBezTo>
                    <a:pt x="14192" y="177355"/>
                    <a:pt x="7429" y="165449"/>
                    <a:pt x="5810" y="150400"/>
                  </a:cubicBezTo>
                  <a:lnTo>
                    <a:pt x="38862" y="150400"/>
                  </a:lnTo>
                  <a:cubicBezTo>
                    <a:pt x="40576" y="156400"/>
                    <a:pt x="44387" y="161258"/>
                    <a:pt x="50197" y="164783"/>
                  </a:cubicBezTo>
                  <a:cubicBezTo>
                    <a:pt x="56007" y="168307"/>
                    <a:pt x="63055" y="170117"/>
                    <a:pt x="71247" y="170117"/>
                  </a:cubicBezTo>
                  <a:cubicBezTo>
                    <a:pt x="80963" y="170117"/>
                    <a:pt x="88773" y="167259"/>
                    <a:pt x="94774" y="161449"/>
                  </a:cubicBezTo>
                  <a:cubicBezTo>
                    <a:pt x="100774" y="155639"/>
                    <a:pt x="103823" y="146875"/>
                    <a:pt x="103823" y="135160"/>
                  </a:cubicBezTo>
                  <a:lnTo>
                    <a:pt x="103823" y="114681"/>
                  </a:lnTo>
                  <a:cubicBezTo>
                    <a:pt x="99536" y="120872"/>
                    <a:pt x="93631" y="126016"/>
                    <a:pt x="86106" y="130112"/>
                  </a:cubicBezTo>
                  <a:cubicBezTo>
                    <a:pt x="78581" y="134207"/>
                    <a:pt x="69914" y="136303"/>
                    <a:pt x="60293" y="136303"/>
                  </a:cubicBezTo>
                  <a:cubicBezTo>
                    <a:pt x="49149" y="136303"/>
                    <a:pt x="39052" y="133445"/>
                    <a:pt x="29813" y="127730"/>
                  </a:cubicBezTo>
                  <a:cubicBezTo>
                    <a:pt x="20574" y="122015"/>
                    <a:pt x="13335" y="113919"/>
                    <a:pt x="8001" y="103537"/>
                  </a:cubicBezTo>
                  <a:cubicBezTo>
                    <a:pt x="2667" y="93154"/>
                    <a:pt x="0" y="81153"/>
                    <a:pt x="0" y="67723"/>
                  </a:cubicBezTo>
                  <a:cubicBezTo>
                    <a:pt x="0" y="54292"/>
                    <a:pt x="2667" y="42577"/>
                    <a:pt x="8001" y="32194"/>
                  </a:cubicBezTo>
                  <a:cubicBezTo>
                    <a:pt x="13335" y="21907"/>
                    <a:pt x="20574" y="13906"/>
                    <a:pt x="29718" y="8382"/>
                  </a:cubicBezTo>
                  <a:cubicBezTo>
                    <a:pt x="38862" y="2857"/>
                    <a:pt x="49054" y="0"/>
                    <a:pt x="60293" y="0"/>
                  </a:cubicBezTo>
                  <a:cubicBezTo>
                    <a:pt x="70104" y="0"/>
                    <a:pt x="78772" y="1905"/>
                    <a:pt x="86297" y="5810"/>
                  </a:cubicBezTo>
                  <a:close/>
                  <a:moveTo>
                    <a:pt x="99250" y="47434"/>
                  </a:moveTo>
                  <a:cubicBezTo>
                    <a:pt x="96107" y="41624"/>
                    <a:pt x="91821" y="37147"/>
                    <a:pt x="86392" y="34099"/>
                  </a:cubicBezTo>
                  <a:cubicBezTo>
                    <a:pt x="80963" y="31051"/>
                    <a:pt x="75248" y="29432"/>
                    <a:pt x="68961" y="29432"/>
                  </a:cubicBezTo>
                  <a:cubicBezTo>
                    <a:pt x="62674" y="29432"/>
                    <a:pt x="57055" y="30956"/>
                    <a:pt x="51816" y="34004"/>
                  </a:cubicBezTo>
                  <a:cubicBezTo>
                    <a:pt x="46577" y="37052"/>
                    <a:pt x="42291" y="41434"/>
                    <a:pt x="39052" y="47244"/>
                  </a:cubicBezTo>
                  <a:cubicBezTo>
                    <a:pt x="35814" y="53054"/>
                    <a:pt x="34195" y="59912"/>
                    <a:pt x="34195" y="67818"/>
                  </a:cubicBezTo>
                  <a:cubicBezTo>
                    <a:pt x="34195" y="75724"/>
                    <a:pt x="35814" y="82677"/>
                    <a:pt x="39052" y="88678"/>
                  </a:cubicBezTo>
                  <a:cubicBezTo>
                    <a:pt x="42291" y="94678"/>
                    <a:pt x="46577" y="99155"/>
                    <a:pt x="51911" y="102394"/>
                  </a:cubicBezTo>
                  <a:cubicBezTo>
                    <a:pt x="57245" y="105537"/>
                    <a:pt x="62865" y="107156"/>
                    <a:pt x="68961" y="107156"/>
                  </a:cubicBezTo>
                  <a:cubicBezTo>
                    <a:pt x="75057" y="107156"/>
                    <a:pt x="80963" y="105632"/>
                    <a:pt x="86392" y="102489"/>
                  </a:cubicBezTo>
                  <a:cubicBezTo>
                    <a:pt x="91821" y="99346"/>
                    <a:pt x="96107" y="94964"/>
                    <a:pt x="99250" y="89154"/>
                  </a:cubicBezTo>
                  <a:cubicBezTo>
                    <a:pt x="102394" y="83344"/>
                    <a:pt x="104013" y="76391"/>
                    <a:pt x="104013" y="68294"/>
                  </a:cubicBezTo>
                  <a:cubicBezTo>
                    <a:pt x="104013" y="60198"/>
                    <a:pt x="102394" y="53245"/>
                    <a:pt x="99250" y="47434"/>
                  </a:cubicBezTo>
                  <a:close/>
                </a:path>
              </a:pathLst>
            </a:custGeom>
            <a:grpFill/>
            <a:ln w="9525" cap="flat">
              <a:noFill/>
              <a:prstDash val="solid"/>
              <a:miter/>
            </a:ln>
          </p:spPr>
          <p:txBody>
            <a:bodyPr rtlCol="0" anchor="ctr"/>
            <a:lstStyle/>
            <a:p>
              <a:endParaRPr lang="fi-FI" sz="3200"/>
            </a:p>
          </p:txBody>
        </p:sp>
        <p:sp>
          <p:nvSpPr>
            <p:cNvPr id="534" name="Vapaamuotoinen: Muoto 533">
              <a:extLst>
                <a:ext uri="{FF2B5EF4-FFF2-40B4-BE49-F238E27FC236}">
                  <a16:creationId xmlns:a16="http://schemas.microsoft.com/office/drawing/2014/main" id="{8E4BA03B-31EA-6D8C-D118-3ACCDF679A22}"/>
                </a:ext>
              </a:extLst>
            </p:cNvPr>
            <p:cNvSpPr/>
            <p:nvPr/>
          </p:nvSpPr>
          <p:spPr>
            <a:xfrm>
              <a:off x="4061700" y="1571951"/>
              <a:ext cx="72009" cy="185129"/>
            </a:xfrm>
            <a:custGeom>
              <a:avLst/>
              <a:gdLst>
                <a:gd name="connsiteX0" fmla="*/ 71914 w 72009"/>
                <a:gd name="connsiteY0" fmla="*/ 80545 h 185129"/>
                <a:gd name="connsiteX1" fmla="*/ 48863 w 72009"/>
                <a:gd name="connsiteY1" fmla="*/ 80545 h 185129"/>
                <a:gd name="connsiteX2" fmla="*/ 48863 w 72009"/>
                <a:gd name="connsiteY2" fmla="*/ 185129 h 185129"/>
                <a:gd name="connsiteX3" fmla="*/ 15050 w 72009"/>
                <a:gd name="connsiteY3" fmla="*/ 185129 h 185129"/>
                <a:gd name="connsiteX4" fmla="*/ 15050 w 72009"/>
                <a:gd name="connsiteY4" fmla="*/ 80545 h 185129"/>
                <a:gd name="connsiteX5" fmla="*/ 0 w 72009"/>
                <a:gd name="connsiteY5" fmla="*/ 80545 h 185129"/>
                <a:gd name="connsiteX6" fmla="*/ 0 w 72009"/>
                <a:gd name="connsiteY6" fmla="*/ 53113 h 185129"/>
                <a:gd name="connsiteX7" fmla="*/ 15050 w 72009"/>
                <a:gd name="connsiteY7" fmla="*/ 53113 h 185129"/>
                <a:gd name="connsiteX8" fmla="*/ 15050 w 72009"/>
                <a:gd name="connsiteY8" fmla="*/ 46445 h 185129"/>
                <a:gd name="connsiteX9" fmla="*/ 28861 w 72009"/>
                <a:gd name="connsiteY9" fmla="*/ 10727 h 185129"/>
                <a:gd name="connsiteX10" fmla="*/ 70580 w 72009"/>
                <a:gd name="connsiteY10" fmla="*/ 59 h 185129"/>
                <a:gd name="connsiteX11" fmla="*/ 70580 w 72009"/>
                <a:gd name="connsiteY11" fmla="*/ 28157 h 185129"/>
                <a:gd name="connsiteX12" fmla="*/ 53721 w 72009"/>
                <a:gd name="connsiteY12" fmla="*/ 32253 h 185129"/>
                <a:gd name="connsiteX13" fmla="*/ 48959 w 72009"/>
                <a:gd name="connsiteY13" fmla="*/ 47684 h 185129"/>
                <a:gd name="connsiteX14" fmla="*/ 48959 w 72009"/>
                <a:gd name="connsiteY14" fmla="*/ 53113 h 185129"/>
                <a:gd name="connsiteX15" fmla="*/ 72009 w 72009"/>
                <a:gd name="connsiteY15" fmla="*/ 53113 h 185129"/>
                <a:gd name="connsiteX16" fmla="*/ 72009 w 72009"/>
                <a:gd name="connsiteY16" fmla="*/ 80545 h 185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009" h="185129">
                  <a:moveTo>
                    <a:pt x="71914" y="80545"/>
                  </a:moveTo>
                  <a:lnTo>
                    <a:pt x="48863" y="80545"/>
                  </a:lnTo>
                  <a:lnTo>
                    <a:pt x="48863" y="185129"/>
                  </a:lnTo>
                  <a:lnTo>
                    <a:pt x="15050" y="185129"/>
                  </a:lnTo>
                  <a:lnTo>
                    <a:pt x="15050" y="80545"/>
                  </a:lnTo>
                  <a:lnTo>
                    <a:pt x="0" y="80545"/>
                  </a:lnTo>
                  <a:lnTo>
                    <a:pt x="0" y="53113"/>
                  </a:lnTo>
                  <a:lnTo>
                    <a:pt x="15050" y="53113"/>
                  </a:lnTo>
                  <a:lnTo>
                    <a:pt x="15050" y="46445"/>
                  </a:lnTo>
                  <a:cubicBezTo>
                    <a:pt x="15050" y="30253"/>
                    <a:pt x="19622" y="18347"/>
                    <a:pt x="28861" y="10727"/>
                  </a:cubicBezTo>
                  <a:cubicBezTo>
                    <a:pt x="38100" y="3107"/>
                    <a:pt x="52007" y="-513"/>
                    <a:pt x="70580" y="59"/>
                  </a:cubicBezTo>
                  <a:lnTo>
                    <a:pt x="70580" y="28157"/>
                  </a:lnTo>
                  <a:cubicBezTo>
                    <a:pt x="62484" y="27967"/>
                    <a:pt x="56864" y="29300"/>
                    <a:pt x="53721" y="32253"/>
                  </a:cubicBezTo>
                  <a:cubicBezTo>
                    <a:pt x="50578" y="35111"/>
                    <a:pt x="48959" y="40254"/>
                    <a:pt x="48959" y="47684"/>
                  </a:cubicBezTo>
                  <a:lnTo>
                    <a:pt x="48959" y="53113"/>
                  </a:lnTo>
                  <a:lnTo>
                    <a:pt x="72009" y="53113"/>
                  </a:lnTo>
                  <a:lnTo>
                    <a:pt x="72009" y="80545"/>
                  </a:lnTo>
                  <a:close/>
                </a:path>
              </a:pathLst>
            </a:custGeom>
            <a:grpFill/>
            <a:ln w="9525" cap="flat">
              <a:noFill/>
              <a:prstDash val="solid"/>
              <a:miter/>
            </a:ln>
          </p:spPr>
          <p:txBody>
            <a:bodyPr rtlCol="0" anchor="ctr"/>
            <a:lstStyle/>
            <a:p>
              <a:endParaRPr lang="fi-FI" sz="3200"/>
            </a:p>
          </p:txBody>
        </p:sp>
        <p:sp>
          <p:nvSpPr>
            <p:cNvPr id="535" name="Vapaamuotoinen: Muoto 534">
              <a:extLst>
                <a:ext uri="{FF2B5EF4-FFF2-40B4-BE49-F238E27FC236}">
                  <a16:creationId xmlns:a16="http://schemas.microsoft.com/office/drawing/2014/main" id="{D3E4E37D-EFAC-7A30-A03D-7EF8D1EE8D28}"/>
                </a:ext>
              </a:extLst>
            </p:cNvPr>
            <p:cNvSpPr/>
            <p:nvPr/>
          </p:nvSpPr>
          <p:spPr>
            <a:xfrm>
              <a:off x="4146949" y="1622969"/>
              <a:ext cx="135636" cy="136207"/>
            </a:xfrm>
            <a:custGeom>
              <a:avLst/>
              <a:gdLst>
                <a:gd name="connsiteX0" fmla="*/ 32576 w 135636"/>
                <a:gd name="connsiteY0" fmla="*/ 127730 h 136207"/>
                <a:gd name="connsiteX1" fmla="*/ 8668 w 135636"/>
                <a:gd name="connsiteY1" fmla="*/ 103822 h 136207"/>
                <a:gd name="connsiteX2" fmla="*/ 0 w 135636"/>
                <a:gd name="connsiteY2" fmla="*/ 68104 h 136207"/>
                <a:gd name="connsiteX3" fmla="*/ 8954 w 135636"/>
                <a:gd name="connsiteY3" fmla="*/ 32385 h 136207"/>
                <a:gd name="connsiteX4" fmla="*/ 33338 w 135636"/>
                <a:gd name="connsiteY4" fmla="*/ 8477 h 136207"/>
                <a:gd name="connsiteX5" fmla="*/ 67818 w 135636"/>
                <a:gd name="connsiteY5" fmla="*/ 0 h 136207"/>
                <a:gd name="connsiteX6" fmla="*/ 102299 w 135636"/>
                <a:gd name="connsiteY6" fmla="*/ 8477 h 136207"/>
                <a:gd name="connsiteX7" fmla="*/ 126682 w 135636"/>
                <a:gd name="connsiteY7" fmla="*/ 32385 h 136207"/>
                <a:gd name="connsiteX8" fmla="*/ 135636 w 135636"/>
                <a:gd name="connsiteY8" fmla="*/ 68104 h 136207"/>
                <a:gd name="connsiteX9" fmla="*/ 126492 w 135636"/>
                <a:gd name="connsiteY9" fmla="*/ 103822 h 136207"/>
                <a:gd name="connsiteX10" fmla="*/ 101727 w 135636"/>
                <a:gd name="connsiteY10" fmla="*/ 127730 h 136207"/>
                <a:gd name="connsiteX11" fmla="*/ 66866 w 135636"/>
                <a:gd name="connsiteY11" fmla="*/ 136208 h 136207"/>
                <a:gd name="connsiteX12" fmla="*/ 32576 w 135636"/>
                <a:gd name="connsiteY12" fmla="*/ 127730 h 136207"/>
                <a:gd name="connsiteX13" fmla="*/ 83915 w 135636"/>
                <a:gd name="connsiteY13" fmla="*/ 102775 h 136207"/>
                <a:gd name="connsiteX14" fmla="*/ 96679 w 135636"/>
                <a:gd name="connsiteY14" fmla="*/ 89535 h 136207"/>
                <a:gd name="connsiteX15" fmla="*/ 101441 w 135636"/>
                <a:gd name="connsiteY15" fmla="*/ 68104 h 136207"/>
                <a:gd name="connsiteX16" fmla="*/ 91535 w 135636"/>
                <a:gd name="connsiteY16" fmla="*/ 39148 h 136207"/>
                <a:gd name="connsiteX17" fmla="*/ 67342 w 135636"/>
                <a:gd name="connsiteY17" fmla="*/ 29051 h 136207"/>
                <a:gd name="connsiteX18" fmla="*/ 43434 w 135636"/>
                <a:gd name="connsiteY18" fmla="*/ 39148 h 136207"/>
                <a:gd name="connsiteX19" fmla="*/ 33814 w 135636"/>
                <a:gd name="connsiteY19" fmla="*/ 68104 h 136207"/>
                <a:gd name="connsiteX20" fmla="*/ 43243 w 135636"/>
                <a:gd name="connsiteY20" fmla="*/ 97060 h 136207"/>
                <a:gd name="connsiteX21" fmla="*/ 66961 w 135636"/>
                <a:gd name="connsiteY21" fmla="*/ 107156 h 136207"/>
                <a:gd name="connsiteX22" fmla="*/ 84011 w 135636"/>
                <a:gd name="connsiteY22" fmla="*/ 102775 h 1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5636" h="136207">
                  <a:moveTo>
                    <a:pt x="32576" y="127730"/>
                  </a:moveTo>
                  <a:cubicBezTo>
                    <a:pt x="22384" y="122111"/>
                    <a:pt x="14478" y="114109"/>
                    <a:pt x="8668" y="103822"/>
                  </a:cubicBezTo>
                  <a:cubicBezTo>
                    <a:pt x="2857" y="93536"/>
                    <a:pt x="0" y="81629"/>
                    <a:pt x="0" y="68104"/>
                  </a:cubicBezTo>
                  <a:cubicBezTo>
                    <a:pt x="0" y="54578"/>
                    <a:pt x="2953" y="42672"/>
                    <a:pt x="8954" y="32385"/>
                  </a:cubicBezTo>
                  <a:cubicBezTo>
                    <a:pt x="14954" y="22098"/>
                    <a:pt x="23051" y="14097"/>
                    <a:pt x="33338" y="8477"/>
                  </a:cubicBezTo>
                  <a:cubicBezTo>
                    <a:pt x="43624" y="2857"/>
                    <a:pt x="55150" y="0"/>
                    <a:pt x="67818" y="0"/>
                  </a:cubicBezTo>
                  <a:cubicBezTo>
                    <a:pt x="80486" y="0"/>
                    <a:pt x="92012" y="2857"/>
                    <a:pt x="102299" y="8477"/>
                  </a:cubicBezTo>
                  <a:cubicBezTo>
                    <a:pt x="112586" y="14097"/>
                    <a:pt x="120777" y="22098"/>
                    <a:pt x="126682" y="32385"/>
                  </a:cubicBezTo>
                  <a:cubicBezTo>
                    <a:pt x="132588" y="42672"/>
                    <a:pt x="135636" y="54578"/>
                    <a:pt x="135636" y="68104"/>
                  </a:cubicBezTo>
                  <a:cubicBezTo>
                    <a:pt x="135636" y="81629"/>
                    <a:pt x="132588" y="93536"/>
                    <a:pt x="126492" y="103822"/>
                  </a:cubicBezTo>
                  <a:cubicBezTo>
                    <a:pt x="120396" y="114109"/>
                    <a:pt x="112109" y="122111"/>
                    <a:pt x="101727" y="127730"/>
                  </a:cubicBezTo>
                  <a:cubicBezTo>
                    <a:pt x="91345" y="133350"/>
                    <a:pt x="79724" y="136208"/>
                    <a:pt x="66866" y="136208"/>
                  </a:cubicBezTo>
                  <a:cubicBezTo>
                    <a:pt x="54007" y="136208"/>
                    <a:pt x="42767" y="133350"/>
                    <a:pt x="32576" y="127730"/>
                  </a:cubicBezTo>
                  <a:close/>
                  <a:moveTo>
                    <a:pt x="83915" y="102775"/>
                  </a:moveTo>
                  <a:cubicBezTo>
                    <a:pt x="89249" y="99822"/>
                    <a:pt x="93440" y="95440"/>
                    <a:pt x="96679" y="89535"/>
                  </a:cubicBezTo>
                  <a:cubicBezTo>
                    <a:pt x="99917" y="83629"/>
                    <a:pt x="101441" y="76486"/>
                    <a:pt x="101441" y="68104"/>
                  </a:cubicBezTo>
                  <a:cubicBezTo>
                    <a:pt x="101441" y="55531"/>
                    <a:pt x="98107" y="45910"/>
                    <a:pt x="91535" y="39148"/>
                  </a:cubicBezTo>
                  <a:cubicBezTo>
                    <a:pt x="84963" y="32385"/>
                    <a:pt x="76867" y="29051"/>
                    <a:pt x="67342" y="29051"/>
                  </a:cubicBezTo>
                  <a:cubicBezTo>
                    <a:pt x="57817" y="29051"/>
                    <a:pt x="49816" y="32385"/>
                    <a:pt x="43434" y="39148"/>
                  </a:cubicBezTo>
                  <a:cubicBezTo>
                    <a:pt x="36957" y="45910"/>
                    <a:pt x="33814" y="55531"/>
                    <a:pt x="33814" y="68104"/>
                  </a:cubicBezTo>
                  <a:cubicBezTo>
                    <a:pt x="33814" y="80677"/>
                    <a:pt x="36957" y="90297"/>
                    <a:pt x="43243" y="97060"/>
                  </a:cubicBezTo>
                  <a:cubicBezTo>
                    <a:pt x="49530" y="103822"/>
                    <a:pt x="57436" y="107156"/>
                    <a:pt x="66961" y="107156"/>
                  </a:cubicBezTo>
                  <a:cubicBezTo>
                    <a:pt x="72962" y="107156"/>
                    <a:pt x="78676" y="105727"/>
                    <a:pt x="84011" y="102775"/>
                  </a:cubicBezTo>
                  <a:close/>
                </a:path>
              </a:pathLst>
            </a:custGeom>
            <a:grpFill/>
            <a:ln w="9525" cap="flat">
              <a:noFill/>
              <a:prstDash val="solid"/>
              <a:miter/>
            </a:ln>
          </p:spPr>
          <p:txBody>
            <a:bodyPr rtlCol="0" anchor="ctr"/>
            <a:lstStyle/>
            <a:p>
              <a:endParaRPr lang="fi-FI" sz="3200"/>
            </a:p>
          </p:txBody>
        </p:sp>
        <p:sp>
          <p:nvSpPr>
            <p:cNvPr id="536" name="Vapaamuotoinen: Muoto 535">
              <a:extLst>
                <a:ext uri="{FF2B5EF4-FFF2-40B4-BE49-F238E27FC236}">
                  <a16:creationId xmlns:a16="http://schemas.microsoft.com/office/drawing/2014/main" id="{9F6F8D8B-ACB6-9771-0FAD-2AF1AABBBA77}"/>
                </a:ext>
              </a:extLst>
            </p:cNvPr>
            <p:cNvSpPr/>
            <p:nvPr/>
          </p:nvSpPr>
          <p:spPr>
            <a:xfrm>
              <a:off x="4307160" y="1623254"/>
              <a:ext cx="73913" cy="133731"/>
            </a:xfrm>
            <a:custGeom>
              <a:avLst/>
              <a:gdLst>
                <a:gd name="connsiteX0" fmla="*/ 50197 w 73913"/>
                <a:gd name="connsiteY0" fmla="*/ 5905 h 133731"/>
                <a:gd name="connsiteX1" fmla="*/ 73914 w 73913"/>
                <a:gd name="connsiteY1" fmla="*/ 0 h 133731"/>
                <a:gd name="connsiteX2" fmla="*/ 73914 w 73913"/>
                <a:gd name="connsiteY2" fmla="*/ 34957 h 133731"/>
                <a:gd name="connsiteX3" fmla="*/ 65056 w 73913"/>
                <a:gd name="connsiteY3" fmla="*/ 34957 h 133731"/>
                <a:gd name="connsiteX4" fmla="*/ 41338 w 73913"/>
                <a:gd name="connsiteY4" fmla="*/ 42291 h 133731"/>
                <a:gd name="connsiteX5" fmla="*/ 33338 w 73913"/>
                <a:gd name="connsiteY5" fmla="*/ 68008 h 133731"/>
                <a:gd name="connsiteX6" fmla="*/ 33338 w 73913"/>
                <a:gd name="connsiteY6" fmla="*/ 133731 h 133731"/>
                <a:gd name="connsiteX7" fmla="*/ 0 w 73913"/>
                <a:gd name="connsiteY7" fmla="*/ 133731 h 133731"/>
                <a:gd name="connsiteX8" fmla="*/ 0 w 73913"/>
                <a:gd name="connsiteY8" fmla="*/ 1810 h 133731"/>
                <a:gd name="connsiteX9" fmla="*/ 33338 w 73913"/>
                <a:gd name="connsiteY9" fmla="*/ 1810 h 133731"/>
                <a:gd name="connsiteX10" fmla="*/ 33338 w 73913"/>
                <a:gd name="connsiteY10" fmla="*/ 22289 h 133731"/>
                <a:gd name="connsiteX11" fmla="*/ 50101 w 73913"/>
                <a:gd name="connsiteY11" fmla="*/ 5905 h 13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3913" h="133731">
                  <a:moveTo>
                    <a:pt x="50197" y="5905"/>
                  </a:moveTo>
                  <a:cubicBezTo>
                    <a:pt x="57150" y="1905"/>
                    <a:pt x="64960" y="0"/>
                    <a:pt x="73914" y="0"/>
                  </a:cubicBezTo>
                  <a:lnTo>
                    <a:pt x="73914" y="34957"/>
                  </a:lnTo>
                  <a:lnTo>
                    <a:pt x="65056" y="34957"/>
                  </a:lnTo>
                  <a:cubicBezTo>
                    <a:pt x="54578" y="34957"/>
                    <a:pt x="46672" y="37433"/>
                    <a:pt x="41338" y="42291"/>
                  </a:cubicBezTo>
                  <a:cubicBezTo>
                    <a:pt x="36004" y="47244"/>
                    <a:pt x="33338" y="55817"/>
                    <a:pt x="33338" y="68008"/>
                  </a:cubicBezTo>
                  <a:lnTo>
                    <a:pt x="33338" y="133731"/>
                  </a:lnTo>
                  <a:lnTo>
                    <a:pt x="0" y="133731"/>
                  </a:lnTo>
                  <a:lnTo>
                    <a:pt x="0" y="1810"/>
                  </a:lnTo>
                  <a:lnTo>
                    <a:pt x="33338" y="1810"/>
                  </a:lnTo>
                  <a:lnTo>
                    <a:pt x="33338" y="22289"/>
                  </a:lnTo>
                  <a:cubicBezTo>
                    <a:pt x="37624" y="15335"/>
                    <a:pt x="43244" y="9811"/>
                    <a:pt x="50101" y="5905"/>
                  </a:cubicBezTo>
                  <a:close/>
                </a:path>
              </a:pathLst>
            </a:custGeom>
            <a:grpFill/>
            <a:ln w="9525" cap="flat">
              <a:noFill/>
              <a:prstDash val="solid"/>
              <a:miter/>
            </a:ln>
          </p:spPr>
          <p:txBody>
            <a:bodyPr rtlCol="0" anchor="ctr"/>
            <a:lstStyle/>
            <a:p>
              <a:endParaRPr lang="fi-FI" sz="3200"/>
            </a:p>
          </p:txBody>
        </p:sp>
        <p:sp>
          <p:nvSpPr>
            <p:cNvPr id="537" name="Vapaamuotoinen: Muoto 536">
              <a:extLst>
                <a:ext uri="{FF2B5EF4-FFF2-40B4-BE49-F238E27FC236}">
                  <a16:creationId xmlns:a16="http://schemas.microsoft.com/office/drawing/2014/main" id="{7A440246-69DC-3FDC-47B3-9FD8F61A14B0}"/>
                </a:ext>
              </a:extLst>
            </p:cNvPr>
            <p:cNvSpPr/>
            <p:nvPr/>
          </p:nvSpPr>
          <p:spPr>
            <a:xfrm>
              <a:off x="4396218" y="1622873"/>
              <a:ext cx="109442" cy="136302"/>
            </a:xfrm>
            <a:custGeom>
              <a:avLst/>
              <a:gdLst>
                <a:gd name="connsiteX0" fmla="*/ 28575 w 109442"/>
                <a:gd name="connsiteY0" fmla="*/ 130397 h 136302"/>
                <a:gd name="connsiteX1" fmla="*/ 8192 w 109442"/>
                <a:gd name="connsiteY1" fmla="*/ 114586 h 136302"/>
                <a:gd name="connsiteX2" fmla="*/ 0 w 109442"/>
                <a:gd name="connsiteY2" fmla="*/ 92393 h 136302"/>
                <a:gd name="connsiteX3" fmla="*/ 33623 w 109442"/>
                <a:gd name="connsiteY3" fmla="*/ 92393 h 136302"/>
                <a:gd name="connsiteX4" fmla="*/ 41148 w 109442"/>
                <a:gd name="connsiteY4" fmla="*/ 105061 h 136302"/>
                <a:gd name="connsiteX5" fmla="*/ 57436 w 109442"/>
                <a:gd name="connsiteY5" fmla="*/ 110014 h 136302"/>
                <a:gd name="connsiteX6" fmla="*/ 72295 w 109442"/>
                <a:gd name="connsiteY6" fmla="*/ 106204 h 136302"/>
                <a:gd name="connsiteX7" fmla="*/ 77629 w 109442"/>
                <a:gd name="connsiteY7" fmla="*/ 96393 h 136302"/>
                <a:gd name="connsiteX8" fmla="*/ 71056 w 109442"/>
                <a:gd name="connsiteY8" fmla="*/ 86773 h 136302"/>
                <a:gd name="connsiteX9" fmla="*/ 50197 w 109442"/>
                <a:gd name="connsiteY9" fmla="*/ 79724 h 136302"/>
                <a:gd name="connsiteX10" fmla="*/ 26003 w 109442"/>
                <a:gd name="connsiteY10" fmla="*/ 72390 h 136302"/>
                <a:gd name="connsiteX11" fmla="*/ 9811 w 109442"/>
                <a:gd name="connsiteY11" fmla="*/ 60674 h 136302"/>
                <a:gd name="connsiteX12" fmla="*/ 3048 w 109442"/>
                <a:gd name="connsiteY12" fmla="*/ 39529 h 136302"/>
                <a:gd name="connsiteX13" fmla="*/ 9334 w 109442"/>
                <a:gd name="connsiteY13" fmla="*/ 19526 h 136302"/>
                <a:gd name="connsiteX14" fmla="*/ 27432 w 109442"/>
                <a:gd name="connsiteY14" fmla="*/ 5239 h 136302"/>
                <a:gd name="connsiteX15" fmla="*/ 55150 w 109442"/>
                <a:gd name="connsiteY15" fmla="*/ 0 h 136302"/>
                <a:gd name="connsiteX16" fmla="*/ 92773 w 109442"/>
                <a:gd name="connsiteY16" fmla="*/ 11811 h 136302"/>
                <a:gd name="connsiteX17" fmla="*/ 108204 w 109442"/>
                <a:gd name="connsiteY17" fmla="*/ 43625 h 136302"/>
                <a:gd name="connsiteX18" fmla="*/ 76295 w 109442"/>
                <a:gd name="connsiteY18" fmla="*/ 43625 h 136302"/>
                <a:gd name="connsiteX19" fmla="*/ 69723 w 109442"/>
                <a:gd name="connsiteY19" fmla="*/ 31147 h 136302"/>
                <a:gd name="connsiteX20" fmla="*/ 54102 w 109442"/>
                <a:gd name="connsiteY20" fmla="*/ 26479 h 136302"/>
                <a:gd name="connsiteX21" fmla="*/ 40196 w 109442"/>
                <a:gd name="connsiteY21" fmla="*/ 29813 h 136302"/>
                <a:gd name="connsiteX22" fmla="*/ 35338 w 109442"/>
                <a:gd name="connsiteY22" fmla="*/ 39148 h 136302"/>
                <a:gd name="connsiteX23" fmla="*/ 42005 w 109442"/>
                <a:gd name="connsiteY23" fmla="*/ 49244 h 136302"/>
                <a:gd name="connsiteX24" fmla="*/ 62770 w 109442"/>
                <a:gd name="connsiteY24" fmla="*/ 56293 h 136302"/>
                <a:gd name="connsiteX25" fmla="*/ 86296 w 109442"/>
                <a:gd name="connsiteY25" fmla="*/ 63627 h 136302"/>
                <a:gd name="connsiteX26" fmla="*/ 102394 w 109442"/>
                <a:gd name="connsiteY26" fmla="*/ 75438 h 136302"/>
                <a:gd name="connsiteX27" fmla="*/ 109442 w 109442"/>
                <a:gd name="connsiteY27" fmla="*/ 96488 h 136302"/>
                <a:gd name="connsiteX28" fmla="*/ 103156 w 109442"/>
                <a:gd name="connsiteY28" fmla="*/ 116967 h 136302"/>
                <a:gd name="connsiteX29" fmla="*/ 85058 w 109442"/>
                <a:gd name="connsiteY29" fmla="*/ 131159 h 136302"/>
                <a:gd name="connsiteX30" fmla="*/ 57531 w 109442"/>
                <a:gd name="connsiteY30" fmla="*/ 136303 h 136302"/>
                <a:gd name="connsiteX31" fmla="*/ 28480 w 109442"/>
                <a:gd name="connsiteY31" fmla="*/ 130493 h 13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9442" h="136302">
                  <a:moveTo>
                    <a:pt x="28575" y="130397"/>
                  </a:moveTo>
                  <a:cubicBezTo>
                    <a:pt x="20002" y="126492"/>
                    <a:pt x="13240" y="121253"/>
                    <a:pt x="8192" y="114586"/>
                  </a:cubicBezTo>
                  <a:cubicBezTo>
                    <a:pt x="3238" y="107918"/>
                    <a:pt x="476" y="100489"/>
                    <a:pt x="0" y="92393"/>
                  </a:cubicBezTo>
                  <a:lnTo>
                    <a:pt x="33623" y="92393"/>
                  </a:lnTo>
                  <a:cubicBezTo>
                    <a:pt x="34290" y="97441"/>
                    <a:pt x="36767" y="101727"/>
                    <a:pt x="41148" y="105061"/>
                  </a:cubicBezTo>
                  <a:cubicBezTo>
                    <a:pt x="45529" y="108395"/>
                    <a:pt x="50959" y="110014"/>
                    <a:pt x="57436" y="110014"/>
                  </a:cubicBezTo>
                  <a:cubicBezTo>
                    <a:pt x="63913" y="110014"/>
                    <a:pt x="68771" y="108776"/>
                    <a:pt x="72295" y="106204"/>
                  </a:cubicBezTo>
                  <a:cubicBezTo>
                    <a:pt x="75819" y="103632"/>
                    <a:pt x="77629" y="100394"/>
                    <a:pt x="77629" y="96393"/>
                  </a:cubicBezTo>
                  <a:cubicBezTo>
                    <a:pt x="77629" y="92107"/>
                    <a:pt x="75438" y="88868"/>
                    <a:pt x="71056" y="86773"/>
                  </a:cubicBezTo>
                  <a:cubicBezTo>
                    <a:pt x="66675" y="84582"/>
                    <a:pt x="59722" y="82296"/>
                    <a:pt x="50197" y="79724"/>
                  </a:cubicBezTo>
                  <a:cubicBezTo>
                    <a:pt x="40386" y="77343"/>
                    <a:pt x="32290" y="74867"/>
                    <a:pt x="26003" y="72390"/>
                  </a:cubicBezTo>
                  <a:cubicBezTo>
                    <a:pt x="19717" y="69818"/>
                    <a:pt x="14383" y="66008"/>
                    <a:pt x="9811" y="60674"/>
                  </a:cubicBezTo>
                  <a:cubicBezTo>
                    <a:pt x="5239" y="55435"/>
                    <a:pt x="3048" y="48387"/>
                    <a:pt x="3048" y="39529"/>
                  </a:cubicBezTo>
                  <a:cubicBezTo>
                    <a:pt x="3048" y="32195"/>
                    <a:pt x="5144" y="25527"/>
                    <a:pt x="9334" y="19526"/>
                  </a:cubicBezTo>
                  <a:cubicBezTo>
                    <a:pt x="13525" y="13526"/>
                    <a:pt x="19621" y="8763"/>
                    <a:pt x="27432" y="5239"/>
                  </a:cubicBezTo>
                  <a:cubicBezTo>
                    <a:pt x="35242" y="1715"/>
                    <a:pt x="44577" y="0"/>
                    <a:pt x="55150" y="0"/>
                  </a:cubicBezTo>
                  <a:cubicBezTo>
                    <a:pt x="70866" y="0"/>
                    <a:pt x="83439" y="3905"/>
                    <a:pt x="92773" y="11811"/>
                  </a:cubicBezTo>
                  <a:cubicBezTo>
                    <a:pt x="102108" y="19622"/>
                    <a:pt x="107347" y="30290"/>
                    <a:pt x="108204" y="43625"/>
                  </a:cubicBezTo>
                  <a:lnTo>
                    <a:pt x="76295" y="43625"/>
                  </a:lnTo>
                  <a:cubicBezTo>
                    <a:pt x="75819" y="38386"/>
                    <a:pt x="73628" y="34195"/>
                    <a:pt x="69723" y="31147"/>
                  </a:cubicBezTo>
                  <a:cubicBezTo>
                    <a:pt x="65818" y="28003"/>
                    <a:pt x="60674" y="26479"/>
                    <a:pt x="54102" y="26479"/>
                  </a:cubicBezTo>
                  <a:cubicBezTo>
                    <a:pt x="48101" y="26479"/>
                    <a:pt x="43434" y="27623"/>
                    <a:pt x="40196" y="29813"/>
                  </a:cubicBezTo>
                  <a:cubicBezTo>
                    <a:pt x="36957" y="32004"/>
                    <a:pt x="35338" y="35147"/>
                    <a:pt x="35338" y="39148"/>
                  </a:cubicBezTo>
                  <a:cubicBezTo>
                    <a:pt x="35338" y="43625"/>
                    <a:pt x="37529" y="46958"/>
                    <a:pt x="42005" y="49244"/>
                  </a:cubicBezTo>
                  <a:cubicBezTo>
                    <a:pt x="46482" y="51530"/>
                    <a:pt x="53340" y="53912"/>
                    <a:pt x="62770" y="56293"/>
                  </a:cubicBezTo>
                  <a:cubicBezTo>
                    <a:pt x="72295" y="58674"/>
                    <a:pt x="80105" y="61151"/>
                    <a:pt x="86296" y="63627"/>
                  </a:cubicBezTo>
                  <a:cubicBezTo>
                    <a:pt x="92488" y="66103"/>
                    <a:pt x="97822" y="70104"/>
                    <a:pt x="102394" y="75438"/>
                  </a:cubicBezTo>
                  <a:cubicBezTo>
                    <a:pt x="106871" y="80772"/>
                    <a:pt x="109252" y="87821"/>
                    <a:pt x="109442" y="96488"/>
                  </a:cubicBezTo>
                  <a:cubicBezTo>
                    <a:pt x="109442" y="104108"/>
                    <a:pt x="107347" y="110966"/>
                    <a:pt x="103156" y="116967"/>
                  </a:cubicBezTo>
                  <a:cubicBezTo>
                    <a:pt x="98965" y="122968"/>
                    <a:pt x="92869" y="127730"/>
                    <a:pt x="85058" y="131159"/>
                  </a:cubicBezTo>
                  <a:cubicBezTo>
                    <a:pt x="77248" y="134588"/>
                    <a:pt x="68008" y="136303"/>
                    <a:pt x="57531" y="136303"/>
                  </a:cubicBezTo>
                  <a:cubicBezTo>
                    <a:pt x="47054" y="136303"/>
                    <a:pt x="37052" y="134398"/>
                    <a:pt x="28480" y="130493"/>
                  </a:cubicBezTo>
                  <a:close/>
                </a:path>
              </a:pathLst>
            </a:custGeom>
            <a:grpFill/>
            <a:ln w="9525" cap="flat">
              <a:noFill/>
              <a:prstDash val="solid"/>
              <a:miter/>
            </a:ln>
          </p:spPr>
          <p:txBody>
            <a:bodyPr rtlCol="0" anchor="ctr"/>
            <a:lstStyle/>
            <a:p>
              <a:endParaRPr lang="fi-FI" sz="3200"/>
            </a:p>
          </p:txBody>
        </p:sp>
      </p:grpSp>
      <p:grpSp>
        <p:nvGrpSpPr>
          <p:cNvPr id="521" name="Ryhmä 520">
            <a:extLst>
              <a:ext uri="{FF2B5EF4-FFF2-40B4-BE49-F238E27FC236}">
                <a16:creationId xmlns:a16="http://schemas.microsoft.com/office/drawing/2014/main" id="{33FBAC8E-C929-2332-1BB4-CCF73DAAFADE}"/>
              </a:ext>
              <a:ext uri="{C183D7F6-B498-43B3-948B-1728B52AA6E4}">
                <adec:decorative xmlns:adec="http://schemas.microsoft.com/office/drawing/2017/decorative" val="1"/>
              </a:ext>
            </a:extLst>
          </p:cNvPr>
          <p:cNvGrpSpPr/>
          <p:nvPr userDrawn="1"/>
        </p:nvGrpSpPr>
        <p:grpSpPr>
          <a:xfrm>
            <a:off x="9513421" y="2415970"/>
            <a:ext cx="564205" cy="306308"/>
            <a:chOff x="4159757" y="2288762"/>
            <a:chExt cx="811434" cy="440530"/>
          </a:xfrm>
          <a:solidFill>
            <a:schemeClr val="accent1"/>
          </a:solidFill>
        </p:grpSpPr>
        <p:sp>
          <p:nvSpPr>
            <p:cNvPr id="509" name="Vapaamuotoinen: Muoto 508">
              <a:extLst>
                <a:ext uri="{FF2B5EF4-FFF2-40B4-BE49-F238E27FC236}">
                  <a16:creationId xmlns:a16="http://schemas.microsoft.com/office/drawing/2014/main" id="{57EF1C43-CE55-2D48-1D44-304942ED5D40}"/>
                </a:ext>
              </a:extLst>
            </p:cNvPr>
            <p:cNvSpPr/>
            <p:nvPr/>
          </p:nvSpPr>
          <p:spPr>
            <a:xfrm>
              <a:off x="4159757" y="2312288"/>
              <a:ext cx="169545" cy="167163"/>
            </a:xfrm>
            <a:custGeom>
              <a:avLst/>
              <a:gdLst>
                <a:gd name="connsiteX0" fmla="*/ 169545 w 169545"/>
                <a:gd name="connsiteY0" fmla="*/ 0 h 167163"/>
                <a:gd name="connsiteX1" fmla="*/ 110300 w 169545"/>
                <a:gd name="connsiteY1" fmla="*/ 167164 h 167163"/>
                <a:gd name="connsiteX2" fmla="*/ 59341 w 169545"/>
                <a:gd name="connsiteY2" fmla="*/ 167164 h 167163"/>
                <a:gd name="connsiteX3" fmla="*/ 0 w 169545"/>
                <a:gd name="connsiteY3" fmla="*/ 0 h 167163"/>
                <a:gd name="connsiteX4" fmla="*/ 43339 w 169545"/>
                <a:gd name="connsiteY4" fmla="*/ 0 h 167163"/>
                <a:gd name="connsiteX5" fmla="*/ 84773 w 169545"/>
                <a:gd name="connsiteY5" fmla="*/ 126206 h 167163"/>
                <a:gd name="connsiteX6" fmla="*/ 126492 w 169545"/>
                <a:gd name="connsiteY6" fmla="*/ 0 h 167163"/>
                <a:gd name="connsiteX7" fmla="*/ 169545 w 169545"/>
                <a:gd name="connsiteY7" fmla="*/ 0 h 16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545" h="167163">
                  <a:moveTo>
                    <a:pt x="169545" y="0"/>
                  </a:moveTo>
                  <a:lnTo>
                    <a:pt x="110300" y="167164"/>
                  </a:lnTo>
                  <a:lnTo>
                    <a:pt x="59341" y="167164"/>
                  </a:lnTo>
                  <a:lnTo>
                    <a:pt x="0" y="0"/>
                  </a:lnTo>
                  <a:lnTo>
                    <a:pt x="43339" y="0"/>
                  </a:lnTo>
                  <a:lnTo>
                    <a:pt x="84773" y="126206"/>
                  </a:lnTo>
                  <a:lnTo>
                    <a:pt x="126492" y="0"/>
                  </a:lnTo>
                  <a:lnTo>
                    <a:pt x="169545" y="0"/>
                  </a:lnTo>
                  <a:close/>
                </a:path>
              </a:pathLst>
            </a:custGeom>
            <a:grpFill/>
            <a:ln w="9525" cap="flat">
              <a:noFill/>
              <a:prstDash val="solid"/>
              <a:miter/>
            </a:ln>
          </p:spPr>
          <p:txBody>
            <a:bodyPr rtlCol="0" anchor="ctr"/>
            <a:lstStyle/>
            <a:p>
              <a:endParaRPr lang="fi-FI" sz="3200"/>
            </a:p>
          </p:txBody>
        </p:sp>
        <p:sp>
          <p:nvSpPr>
            <p:cNvPr id="510" name="Vapaamuotoinen: Muoto 509">
              <a:extLst>
                <a:ext uri="{FF2B5EF4-FFF2-40B4-BE49-F238E27FC236}">
                  <a16:creationId xmlns:a16="http://schemas.microsoft.com/office/drawing/2014/main" id="{F55F1220-26CE-0F73-78C1-2ED43D62F096}"/>
                </a:ext>
              </a:extLst>
            </p:cNvPr>
            <p:cNvSpPr/>
            <p:nvPr/>
          </p:nvSpPr>
          <p:spPr>
            <a:xfrm>
              <a:off x="4342446" y="2288762"/>
              <a:ext cx="48291"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240" y="2096"/>
                    <a:pt x="17145" y="0"/>
                    <a:pt x="24289" y="0"/>
                  </a:cubicBezTo>
                  <a:cubicBezTo>
                    <a:pt x="31433" y="0"/>
                    <a:pt x="37052" y="2096"/>
                    <a:pt x="41529" y="6287"/>
                  </a:cubicBezTo>
                  <a:cubicBezTo>
                    <a:pt x="46006" y="10478"/>
                    <a:pt x="48292" y="15812"/>
                    <a:pt x="48292" y="22098"/>
                  </a:cubicBezTo>
                  <a:cubicBezTo>
                    <a:pt x="48292" y="28385"/>
                    <a:pt x="46006" y="33528"/>
                    <a:pt x="41529" y="37719"/>
                  </a:cubicBezTo>
                  <a:cubicBezTo>
                    <a:pt x="36957"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grpFill/>
            <a:ln w="9525" cap="flat">
              <a:noFill/>
              <a:prstDash val="solid"/>
              <a:miter/>
            </a:ln>
          </p:spPr>
          <p:txBody>
            <a:bodyPr rtlCol="0" anchor="ctr"/>
            <a:lstStyle/>
            <a:p>
              <a:endParaRPr lang="fi-FI" sz="3200"/>
            </a:p>
          </p:txBody>
        </p:sp>
        <p:sp>
          <p:nvSpPr>
            <p:cNvPr id="511" name="Vapaamuotoinen: Muoto 510">
              <a:extLst>
                <a:ext uri="{FF2B5EF4-FFF2-40B4-BE49-F238E27FC236}">
                  <a16:creationId xmlns:a16="http://schemas.microsoft.com/office/drawing/2014/main" id="{9ECB143E-6FD5-357B-702F-74D9F4CD375E}"/>
                </a:ext>
              </a:extLst>
            </p:cNvPr>
            <p:cNvSpPr/>
            <p:nvPr/>
          </p:nvSpPr>
          <p:spPr>
            <a:xfrm>
              <a:off x="4416551" y="2303240"/>
              <a:ext cx="132111" cy="176212"/>
            </a:xfrm>
            <a:custGeom>
              <a:avLst/>
              <a:gdLst>
                <a:gd name="connsiteX0" fmla="*/ 118300 w 132111"/>
                <a:gd name="connsiteY0" fmla="*/ 57055 h 176212"/>
                <a:gd name="connsiteX1" fmla="*/ 132112 w 132111"/>
                <a:gd name="connsiteY1" fmla="*/ 98584 h 176212"/>
                <a:gd name="connsiteX2" fmla="*/ 132112 w 132111"/>
                <a:gd name="connsiteY2" fmla="*/ 176213 h 176212"/>
                <a:gd name="connsiteX3" fmla="*/ 91630 w 132111"/>
                <a:gd name="connsiteY3" fmla="*/ 176213 h 176212"/>
                <a:gd name="connsiteX4" fmla="*/ 91630 w 132111"/>
                <a:gd name="connsiteY4" fmla="*/ 104013 h 176212"/>
                <a:gd name="connsiteX5" fmla="*/ 84773 w 132111"/>
                <a:gd name="connsiteY5" fmla="*/ 83344 h 176212"/>
                <a:gd name="connsiteX6" fmla="*/ 66199 w 132111"/>
                <a:gd name="connsiteY6" fmla="*/ 76010 h 176212"/>
                <a:gd name="connsiteX7" fmla="*/ 47625 w 132111"/>
                <a:gd name="connsiteY7" fmla="*/ 83344 h 176212"/>
                <a:gd name="connsiteX8" fmla="*/ 40767 w 132111"/>
                <a:gd name="connsiteY8" fmla="*/ 104013 h 176212"/>
                <a:gd name="connsiteX9" fmla="*/ 40767 w 132111"/>
                <a:gd name="connsiteY9" fmla="*/ 176213 h 176212"/>
                <a:gd name="connsiteX10" fmla="*/ 0 w 132111"/>
                <a:gd name="connsiteY10" fmla="*/ 176213 h 176212"/>
                <a:gd name="connsiteX11" fmla="*/ 0 w 132111"/>
                <a:gd name="connsiteY11" fmla="*/ 0 h 176212"/>
                <a:gd name="connsiteX12" fmla="*/ 40767 w 132111"/>
                <a:gd name="connsiteY12" fmla="*/ 0 h 176212"/>
                <a:gd name="connsiteX13" fmla="*/ 40767 w 132111"/>
                <a:gd name="connsiteY13" fmla="*/ 61150 h 176212"/>
                <a:gd name="connsiteX14" fmla="*/ 57626 w 132111"/>
                <a:gd name="connsiteY14" fmla="*/ 47149 h 176212"/>
                <a:gd name="connsiteX15" fmla="*/ 81724 w 132111"/>
                <a:gd name="connsiteY15" fmla="*/ 41910 h 176212"/>
                <a:gd name="connsiteX16" fmla="*/ 118396 w 132111"/>
                <a:gd name="connsiteY16" fmla="*/ 57055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76212">
                  <a:moveTo>
                    <a:pt x="118300" y="57055"/>
                  </a:moveTo>
                  <a:cubicBezTo>
                    <a:pt x="127540" y="67151"/>
                    <a:pt x="132112" y="80963"/>
                    <a:pt x="132112" y="98584"/>
                  </a:cubicBezTo>
                  <a:lnTo>
                    <a:pt x="132112" y="176213"/>
                  </a:lnTo>
                  <a:lnTo>
                    <a:pt x="91630" y="176213"/>
                  </a:lnTo>
                  <a:lnTo>
                    <a:pt x="91630" y="104013"/>
                  </a:lnTo>
                  <a:cubicBezTo>
                    <a:pt x="91630" y="95155"/>
                    <a:pt x="89345" y="88202"/>
                    <a:pt x="84773" y="83344"/>
                  </a:cubicBezTo>
                  <a:cubicBezTo>
                    <a:pt x="80200" y="78391"/>
                    <a:pt x="74009" y="76010"/>
                    <a:pt x="66199" y="76010"/>
                  </a:cubicBezTo>
                  <a:cubicBezTo>
                    <a:pt x="58388" y="76010"/>
                    <a:pt x="52197" y="78486"/>
                    <a:pt x="47625" y="83344"/>
                  </a:cubicBezTo>
                  <a:cubicBezTo>
                    <a:pt x="43053" y="88202"/>
                    <a:pt x="40767" y="95155"/>
                    <a:pt x="40767" y="104013"/>
                  </a:cubicBezTo>
                  <a:lnTo>
                    <a:pt x="40767" y="176213"/>
                  </a:lnTo>
                  <a:lnTo>
                    <a:pt x="0" y="176213"/>
                  </a:lnTo>
                  <a:lnTo>
                    <a:pt x="0" y="0"/>
                  </a:lnTo>
                  <a:lnTo>
                    <a:pt x="40767" y="0"/>
                  </a:lnTo>
                  <a:lnTo>
                    <a:pt x="40767" y="61150"/>
                  </a:lnTo>
                  <a:cubicBezTo>
                    <a:pt x="44863" y="55245"/>
                    <a:pt x="50482" y="50578"/>
                    <a:pt x="57626" y="47149"/>
                  </a:cubicBezTo>
                  <a:cubicBezTo>
                    <a:pt x="64770" y="43720"/>
                    <a:pt x="72771" y="41910"/>
                    <a:pt x="81724" y="41910"/>
                  </a:cubicBezTo>
                  <a:cubicBezTo>
                    <a:pt x="96965" y="41910"/>
                    <a:pt x="109156" y="46958"/>
                    <a:pt x="118396" y="57055"/>
                  </a:cubicBezTo>
                  <a:close/>
                </a:path>
              </a:pathLst>
            </a:custGeom>
            <a:grpFill/>
            <a:ln w="9525" cap="flat">
              <a:noFill/>
              <a:prstDash val="solid"/>
              <a:miter/>
            </a:ln>
          </p:spPr>
          <p:txBody>
            <a:bodyPr rtlCol="0" anchor="ctr"/>
            <a:lstStyle/>
            <a:p>
              <a:endParaRPr lang="fi-FI" sz="3200"/>
            </a:p>
          </p:txBody>
        </p:sp>
        <p:sp>
          <p:nvSpPr>
            <p:cNvPr id="512" name="Vapaamuotoinen: Muoto 511">
              <a:extLst>
                <a:ext uri="{FF2B5EF4-FFF2-40B4-BE49-F238E27FC236}">
                  <a16:creationId xmlns:a16="http://schemas.microsoft.com/office/drawing/2014/main" id="{62FF1661-4AD3-AE54-923C-804973CCA5C4}"/>
                </a:ext>
              </a:extLst>
            </p:cNvPr>
            <p:cNvSpPr/>
            <p:nvPr/>
          </p:nvSpPr>
          <p:spPr>
            <a:xfrm>
              <a:off x="4567237" y="2314194"/>
              <a:ext cx="83915" cy="165258"/>
            </a:xfrm>
            <a:custGeom>
              <a:avLst/>
              <a:gdLst>
                <a:gd name="connsiteX0" fmla="*/ 83820 w 83915"/>
                <a:gd name="connsiteY0" fmla="*/ 130778 h 165258"/>
                <a:gd name="connsiteX1" fmla="*/ 83820 w 83915"/>
                <a:gd name="connsiteY1" fmla="*/ 165259 h 165258"/>
                <a:gd name="connsiteX2" fmla="*/ 63055 w 83915"/>
                <a:gd name="connsiteY2" fmla="*/ 165259 h 165258"/>
                <a:gd name="connsiteX3" fmla="*/ 28575 w 83915"/>
                <a:gd name="connsiteY3" fmla="*/ 154400 h 165258"/>
                <a:gd name="connsiteX4" fmla="*/ 16193 w 83915"/>
                <a:gd name="connsiteY4" fmla="*/ 119062 h 165258"/>
                <a:gd name="connsiteX5" fmla="*/ 16193 w 83915"/>
                <a:gd name="connsiteY5" fmla="*/ 66199 h 165258"/>
                <a:gd name="connsiteX6" fmla="*/ 0 w 83915"/>
                <a:gd name="connsiteY6" fmla="*/ 66199 h 165258"/>
                <a:gd name="connsiteX7" fmla="*/ 0 w 83915"/>
                <a:gd name="connsiteY7" fmla="*/ 32385 h 165258"/>
                <a:gd name="connsiteX8" fmla="*/ 16193 w 83915"/>
                <a:gd name="connsiteY8" fmla="*/ 32385 h 165258"/>
                <a:gd name="connsiteX9" fmla="*/ 16193 w 83915"/>
                <a:gd name="connsiteY9" fmla="*/ 0 h 165258"/>
                <a:gd name="connsiteX10" fmla="*/ 56959 w 83915"/>
                <a:gd name="connsiteY10" fmla="*/ 0 h 165258"/>
                <a:gd name="connsiteX11" fmla="*/ 56959 w 83915"/>
                <a:gd name="connsiteY11" fmla="*/ 32385 h 165258"/>
                <a:gd name="connsiteX12" fmla="*/ 83629 w 83915"/>
                <a:gd name="connsiteY12" fmla="*/ 32385 h 165258"/>
                <a:gd name="connsiteX13" fmla="*/ 83629 w 83915"/>
                <a:gd name="connsiteY13" fmla="*/ 66199 h 165258"/>
                <a:gd name="connsiteX14" fmla="*/ 56959 w 83915"/>
                <a:gd name="connsiteY14" fmla="*/ 66199 h 165258"/>
                <a:gd name="connsiteX15" fmla="*/ 56959 w 83915"/>
                <a:gd name="connsiteY15" fmla="*/ 119539 h 165258"/>
                <a:gd name="connsiteX16" fmla="*/ 59817 w 83915"/>
                <a:gd name="connsiteY16" fmla="*/ 128111 h 165258"/>
                <a:gd name="connsiteX17" fmla="*/ 69342 w 83915"/>
                <a:gd name="connsiteY17" fmla="*/ 130683 h 165258"/>
                <a:gd name="connsiteX18" fmla="*/ 83915 w 83915"/>
                <a:gd name="connsiteY18" fmla="*/ 130683 h 16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3915" h="165258">
                  <a:moveTo>
                    <a:pt x="83820" y="130778"/>
                  </a:moveTo>
                  <a:lnTo>
                    <a:pt x="83820" y="165259"/>
                  </a:lnTo>
                  <a:lnTo>
                    <a:pt x="63055" y="165259"/>
                  </a:lnTo>
                  <a:cubicBezTo>
                    <a:pt x="48292" y="165259"/>
                    <a:pt x="36767" y="161639"/>
                    <a:pt x="28575" y="154400"/>
                  </a:cubicBezTo>
                  <a:cubicBezTo>
                    <a:pt x="20288" y="147161"/>
                    <a:pt x="16193" y="135350"/>
                    <a:pt x="16193" y="119062"/>
                  </a:cubicBezTo>
                  <a:lnTo>
                    <a:pt x="16193" y="66199"/>
                  </a:lnTo>
                  <a:lnTo>
                    <a:pt x="0" y="66199"/>
                  </a:lnTo>
                  <a:lnTo>
                    <a:pt x="0" y="32385"/>
                  </a:lnTo>
                  <a:lnTo>
                    <a:pt x="16193" y="32385"/>
                  </a:lnTo>
                  <a:lnTo>
                    <a:pt x="16193" y="0"/>
                  </a:lnTo>
                  <a:lnTo>
                    <a:pt x="56959" y="0"/>
                  </a:lnTo>
                  <a:lnTo>
                    <a:pt x="56959" y="32385"/>
                  </a:lnTo>
                  <a:lnTo>
                    <a:pt x="83629" y="32385"/>
                  </a:lnTo>
                  <a:lnTo>
                    <a:pt x="83629" y="66199"/>
                  </a:lnTo>
                  <a:lnTo>
                    <a:pt x="56959" y="66199"/>
                  </a:lnTo>
                  <a:lnTo>
                    <a:pt x="56959" y="119539"/>
                  </a:lnTo>
                  <a:cubicBezTo>
                    <a:pt x="56959" y="123539"/>
                    <a:pt x="57912" y="126397"/>
                    <a:pt x="59817" y="128111"/>
                  </a:cubicBezTo>
                  <a:cubicBezTo>
                    <a:pt x="61722" y="129826"/>
                    <a:pt x="64865" y="130683"/>
                    <a:pt x="69342" y="130683"/>
                  </a:cubicBezTo>
                  <a:lnTo>
                    <a:pt x="83915" y="130683"/>
                  </a:lnTo>
                  <a:close/>
                </a:path>
              </a:pathLst>
            </a:custGeom>
            <a:grpFill/>
            <a:ln w="9525" cap="flat">
              <a:noFill/>
              <a:prstDash val="solid"/>
              <a:miter/>
            </a:ln>
          </p:spPr>
          <p:txBody>
            <a:bodyPr rtlCol="0" anchor="ctr"/>
            <a:lstStyle/>
            <a:p>
              <a:endParaRPr lang="fi-FI" sz="3200"/>
            </a:p>
          </p:txBody>
        </p:sp>
        <p:sp>
          <p:nvSpPr>
            <p:cNvPr id="513" name="Vapaamuotoinen: Muoto 512">
              <a:extLst>
                <a:ext uri="{FF2B5EF4-FFF2-40B4-BE49-F238E27FC236}">
                  <a16:creationId xmlns:a16="http://schemas.microsoft.com/office/drawing/2014/main" id="{A7ADF1BC-3BB8-C6E7-769E-612FAE27C505}"/>
                </a:ext>
              </a:extLst>
            </p:cNvPr>
            <p:cNvSpPr/>
            <p:nvPr/>
          </p:nvSpPr>
          <p:spPr>
            <a:xfrm>
              <a:off x="4669916" y="2288762"/>
              <a:ext cx="48291"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335" y="2096"/>
                    <a:pt x="17145" y="0"/>
                    <a:pt x="24289" y="0"/>
                  </a:cubicBezTo>
                  <a:cubicBezTo>
                    <a:pt x="31433" y="0"/>
                    <a:pt x="37052" y="2096"/>
                    <a:pt x="41529" y="6287"/>
                  </a:cubicBezTo>
                  <a:cubicBezTo>
                    <a:pt x="46006" y="10478"/>
                    <a:pt x="48292" y="15812"/>
                    <a:pt x="48292" y="22098"/>
                  </a:cubicBezTo>
                  <a:cubicBezTo>
                    <a:pt x="48292" y="28385"/>
                    <a:pt x="46006" y="33528"/>
                    <a:pt x="41529" y="37719"/>
                  </a:cubicBezTo>
                  <a:cubicBezTo>
                    <a:pt x="37052"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grpFill/>
            <a:ln w="9525" cap="flat">
              <a:noFill/>
              <a:prstDash val="solid"/>
              <a:miter/>
            </a:ln>
          </p:spPr>
          <p:txBody>
            <a:bodyPr rtlCol="0" anchor="ctr"/>
            <a:lstStyle/>
            <a:p>
              <a:endParaRPr lang="fi-FI" sz="3200"/>
            </a:p>
          </p:txBody>
        </p:sp>
        <p:sp>
          <p:nvSpPr>
            <p:cNvPr id="514" name="Vapaamuotoinen: Muoto 513">
              <a:extLst>
                <a:ext uri="{FF2B5EF4-FFF2-40B4-BE49-F238E27FC236}">
                  <a16:creationId xmlns:a16="http://schemas.microsoft.com/office/drawing/2014/main" id="{1714F512-B0BF-FE9B-6420-C17C4C08B7C4}"/>
                </a:ext>
              </a:extLst>
            </p:cNvPr>
            <p:cNvSpPr/>
            <p:nvPr/>
          </p:nvSpPr>
          <p:spPr>
            <a:xfrm>
              <a:off x="4160995" y="2560891"/>
              <a:ext cx="162401" cy="166211"/>
            </a:xfrm>
            <a:custGeom>
              <a:avLst/>
              <a:gdLst>
                <a:gd name="connsiteX0" fmla="*/ 162401 w 162401"/>
                <a:gd name="connsiteY0" fmla="*/ 0 h 166211"/>
                <a:gd name="connsiteX1" fmla="*/ 101441 w 162401"/>
                <a:gd name="connsiteY1" fmla="*/ 166211 h 166211"/>
                <a:gd name="connsiteX2" fmla="*/ 60960 w 162401"/>
                <a:gd name="connsiteY2" fmla="*/ 166211 h 166211"/>
                <a:gd name="connsiteX3" fmla="*/ 0 w 162401"/>
                <a:gd name="connsiteY3" fmla="*/ 0 h 166211"/>
                <a:gd name="connsiteX4" fmla="*/ 35719 w 162401"/>
                <a:gd name="connsiteY4" fmla="*/ 0 h 166211"/>
                <a:gd name="connsiteX5" fmla="*/ 81439 w 162401"/>
                <a:gd name="connsiteY5" fmla="*/ 132207 h 166211"/>
                <a:gd name="connsiteX6" fmla="*/ 126968 w 162401"/>
                <a:gd name="connsiteY6" fmla="*/ 0 h 166211"/>
                <a:gd name="connsiteX7" fmla="*/ 162401 w 162401"/>
                <a:gd name="connsiteY7" fmla="*/ 0 h 166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2401" h="166211">
                  <a:moveTo>
                    <a:pt x="162401" y="0"/>
                  </a:moveTo>
                  <a:lnTo>
                    <a:pt x="101441" y="166211"/>
                  </a:lnTo>
                  <a:lnTo>
                    <a:pt x="60960" y="166211"/>
                  </a:lnTo>
                  <a:lnTo>
                    <a:pt x="0" y="0"/>
                  </a:lnTo>
                  <a:lnTo>
                    <a:pt x="35719" y="0"/>
                  </a:lnTo>
                  <a:lnTo>
                    <a:pt x="81439" y="132207"/>
                  </a:lnTo>
                  <a:lnTo>
                    <a:pt x="126968" y="0"/>
                  </a:lnTo>
                  <a:lnTo>
                    <a:pt x="162401" y="0"/>
                  </a:lnTo>
                  <a:close/>
                </a:path>
              </a:pathLst>
            </a:custGeom>
            <a:grpFill/>
            <a:ln w="9525" cap="flat">
              <a:noFill/>
              <a:prstDash val="solid"/>
              <a:miter/>
            </a:ln>
          </p:spPr>
          <p:txBody>
            <a:bodyPr rtlCol="0" anchor="ctr"/>
            <a:lstStyle/>
            <a:p>
              <a:endParaRPr lang="fi-FI" sz="3200"/>
            </a:p>
          </p:txBody>
        </p:sp>
        <p:sp>
          <p:nvSpPr>
            <p:cNvPr id="515" name="Vapaamuotoinen: Muoto 514">
              <a:extLst>
                <a:ext uri="{FF2B5EF4-FFF2-40B4-BE49-F238E27FC236}">
                  <a16:creationId xmlns:a16="http://schemas.microsoft.com/office/drawing/2014/main" id="{32BA1EBD-E4D3-7011-C783-D3DF5A0B331F}"/>
                </a:ext>
              </a:extLst>
            </p:cNvPr>
            <p:cNvSpPr/>
            <p:nvPr/>
          </p:nvSpPr>
          <p:spPr>
            <a:xfrm>
              <a:off x="4339875" y="2540507"/>
              <a:ext cx="40957" cy="186690"/>
            </a:xfrm>
            <a:custGeom>
              <a:avLst/>
              <a:gdLst>
                <a:gd name="connsiteX0" fmla="*/ 5810 w 40957"/>
                <a:gd name="connsiteY0" fmla="*/ 33433 h 186690"/>
                <a:gd name="connsiteX1" fmla="*/ 0 w 40957"/>
                <a:gd name="connsiteY1" fmla="*/ 19526 h 186690"/>
                <a:gd name="connsiteX2" fmla="*/ 5810 w 40957"/>
                <a:gd name="connsiteY2" fmla="*/ 5620 h 186690"/>
                <a:gd name="connsiteX3" fmla="*/ 20479 w 40957"/>
                <a:gd name="connsiteY3" fmla="*/ 0 h 186690"/>
                <a:gd name="connsiteX4" fmla="*/ 35147 w 40957"/>
                <a:gd name="connsiteY4" fmla="*/ 5620 h 186690"/>
                <a:gd name="connsiteX5" fmla="*/ 40958 w 40957"/>
                <a:gd name="connsiteY5" fmla="*/ 19526 h 186690"/>
                <a:gd name="connsiteX6" fmla="*/ 35147 w 40957"/>
                <a:gd name="connsiteY6" fmla="*/ 33433 h 186690"/>
                <a:gd name="connsiteX7" fmla="*/ 20479 w 40957"/>
                <a:gd name="connsiteY7" fmla="*/ 39053 h 186690"/>
                <a:gd name="connsiteX8" fmla="*/ 5810 w 40957"/>
                <a:gd name="connsiteY8" fmla="*/ 33433 h 186690"/>
                <a:gd name="connsiteX9" fmla="*/ 36862 w 40957"/>
                <a:gd name="connsiteY9" fmla="*/ 54769 h 186690"/>
                <a:gd name="connsiteX10" fmla="*/ 36862 w 40957"/>
                <a:gd name="connsiteY10" fmla="*/ 186690 h 186690"/>
                <a:gd name="connsiteX11" fmla="*/ 3524 w 40957"/>
                <a:gd name="connsiteY11" fmla="*/ 186690 h 186690"/>
                <a:gd name="connsiteX12" fmla="*/ 3524 w 40957"/>
                <a:gd name="connsiteY12" fmla="*/ 54769 h 186690"/>
                <a:gd name="connsiteX13" fmla="*/ 36862 w 40957"/>
                <a:gd name="connsiteY13" fmla="*/ 54769 h 186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957" h="186690">
                  <a:moveTo>
                    <a:pt x="5810" y="33433"/>
                  </a:moveTo>
                  <a:cubicBezTo>
                    <a:pt x="1905" y="29718"/>
                    <a:pt x="0" y="25051"/>
                    <a:pt x="0" y="19526"/>
                  </a:cubicBezTo>
                  <a:cubicBezTo>
                    <a:pt x="0" y="14002"/>
                    <a:pt x="1905" y="9335"/>
                    <a:pt x="5810" y="5620"/>
                  </a:cubicBezTo>
                  <a:cubicBezTo>
                    <a:pt x="9716" y="1905"/>
                    <a:pt x="14573" y="0"/>
                    <a:pt x="20479" y="0"/>
                  </a:cubicBezTo>
                  <a:cubicBezTo>
                    <a:pt x="26384" y="0"/>
                    <a:pt x="31242" y="1905"/>
                    <a:pt x="35147" y="5620"/>
                  </a:cubicBezTo>
                  <a:cubicBezTo>
                    <a:pt x="39053" y="9335"/>
                    <a:pt x="40958" y="14002"/>
                    <a:pt x="40958" y="19526"/>
                  </a:cubicBezTo>
                  <a:cubicBezTo>
                    <a:pt x="40958" y="25051"/>
                    <a:pt x="39053" y="29718"/>
                    <a:pt x="35147" y="33433"/>
                  </a:cubicBezTo>
                  <a:cubicBezTo>
                    <a:pt x="31242" y="37148"/>
                    <a:pt x="26384" y="39053"/>
                    <a:pt x="20479" y="39053"/>
                  </a:cubicBezTo>
                  <a:cubicBezTo>
                    <a:pt x="14573" y="39053"/>
                    <a:pt x="9716" y="37148"/>
                    <a:pt x="5810" y="33433"/>
                  </a:cubicBezTo>
                  <a:close/>
                  <a:moveTo>
                    <a:pt x="36862" y="54769"/>
                  </a:moveTo>
                  <a:lnTo>
                    <a:pt x="36862" y="186690"/>
                  </a:lnTo>
                  <a:lnTo>
                    <a:pt x="3524" y="186690"/>
                  </a:lnTo>
                  <a:lnTo>
                    <a:pt x="3524" y="54769"/>
                  </a:lnTo>
                  <a:lnTo>
                    <a:pt x="36862" y="54769"/>
                  </a:lnTo>
                  <a:close/>
                </a:path>
              </a:pathLst>
            </a:custGeom>
            <a:grpFill/>
            <a:ln w="9525" cap="flat">
              <a:noFill/>
              <a:prstDash val="solid"/>
              <a:miter/>
            </a:ln>
          </p:spPr>
          <p:txBody>
            <a:bodyPr rtlCol="0" anchor="ctr"/>
            <a:lstStyle/>
            <a:p>
              <a:endParaRPr lang="fi-FI" sz="3200"/>
            </a:p>
          </p:txBody>
        </p:sp>
        <p:sp>
          <p:nvSpPr>
            <p:cNvPr id="516" name="Vapaamuotoinen: Muoto 515">
              <a:extLst>
                <a:ext uri="{FF2B5EF4-FFF2-40B4-BE49-F238E27FC236}">
                  <a16:creationId xmlns:a16="http://schemas.microsoft.com/office/drawing/2014/main" id="{112CBF18-8A6E-A697-286B-BD0ED097411B}"/>
                </a:ext>
              </a:extLst>
            </p:cNvPr>
            <p:cNvSpPr/>
            <p:nvPr/>
          </p:nvSpPr>
          <p:spPr>
            <a:xfrm>
              <a:off x="4400835" y="2592990"/>
              <a:ext cx="127444" cy="136302"/>
            </a:xfrm>
            <a:custGeom>
              <a:avLst/>
              <a:gdLst>
                <a:gd name="connsiteX0" fmla="*/ 8477 w 127444"/>
                <a:gd name="connsiteY0" fmla="*/ 32290 h 136302"/>
                <a:gd name="connsiteX1" fmla="*/ 31528 w 127444"/>
                <a:gd name="connsiteY1" fmla="*/ 8477 h 136302"/>
                <a:gd name="connsiteX2" fmla="*/ 65341 w 127444"/>
                <a:gd name="connsiteY2" fmla="*/ 0 h 136302"/>
                <a:gd name="connsiteX3" fmla="*/ 105918 w 127444"/>
                <a:gd name="connsiteY3" fmla="*/ 12287 h 136302"/>
                <a:gd name="connsiteX4" fmla="*/ 127444 w 127444"/>
                <a:gd name="connsiteY4" fmla="*/ 46673 h 136302"/>
                <a:gd name="connsiteX5" fmla="*/ 91440 w 127444"/>
                <a:gd name="connsiteY5" fmla="*/ 46673 h 136302"/>
                <a:gd name="connsiteX6" fmla="*/ 81820 w 127444"/>
                <a:gd name="connsiteY6" fmla="*/ 33242 h 136302"/>
                <a:gd name="connsiteX7" fmla="*/ 65056 w 127444"/>
                <a:gd name="connsiteY7" fmla="*/ 28384 h 136302"/>
                <a:gd name="connsiteX8" fmla="*/ 42386 w 127444"/>
                <a:gd name="connsiteY8" fmla="*/ 38767 h 136302"/>
                <a:gd name="connsiteX9" fmla="*/ 34004 w 127444"/>
                <a:gd name="connsiteY9" fmla="*/ 68199 h 136302"/>
                <a:gd name="connsiteX10" fmla="*/ 42386 w 127444"/>
                <a:gd name="connsiteY10" fmla="*/ 97346 h 136302"/>
                <a:gd name="connsiteX11" fmla="*/ 65056 w 127444"/>
                <a:gd name="connsiteY11" fmla="*/ 107728 h 136302"/>
                <a:gd name="connsiteX12" fmla="*/ 91440 w 127444"/>
                <a:gd name="connsiteY12" fmla="*/ 89630 h 136302"/>
                <a:gd name="connsiteX13" fmla="*/ 127444 w 127444"/>
                <a:gd name="connsiteY13" fmla="*/ 89630 h 136302"/>
                <a:gd name="connsiteX14" fmla="*/ 105728 w 127444"/>
                <a:gd name="connsiteY14" fmla="*/ 123634 h 136302"/>
                <a:gd name="connsiteX15" fmla="*/ 65246 w 127444"/>
                <a:gd name="connsiteY15" fmla="*/ 136303 h 136302"/>
                <a:gd name="connsiteX16" fmla="*/ 31432 w 127444"/>
                <a:gd name="connsiteY16" fmla="*/ 127826 h 136302"/>
                <a:gd name="connsiteX17" fmla="*/ 8382 w 127444"/>
                <a:gd name="connsiteY17" fmla="*/ 104013 h 136302"/>
                <a:gd name="connsiteX18" fmla="*/ 0 w 127444"/>
                <a:gd name="connsiteY18" fmla="*/ 68199 h 136302"/>
                <a:gd name="connsiteX19" fmla="*/ 8382 w 127444"/>
                <a:gd name="connsiteY19" fmla="*/ 32385 h 13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7444" h="136302">
                  <a:moveTo>
                    <a:pt x="8477" y="32290"/>
                  </a:moveTo>
                  <a:cubicBezTo>
                    <a:pt x="14002" y="22003"/>
                    <a:pt x="21717" y="14097"/>
                    <a:pt x="31528" y="8477"/>
                  </a:cubicBezTo>
                  <a:cubicBezTo>
                    <a:pt x="41339" y="2857"/>
                    <a:pt x="52673" y="0"/>
                    <a:pt x="65341" y="0"/>
                  </a:cubicBezTo>
                  <a:cubicBezTo>
                    <a:pt x="81725" y="0"/>
                    <a:pt x="95250" y="4096"/>
                    <a:pt x="105918" y="12287"/>
                  </a:cubicBezTo>
                  <a:cubicBezTo>
                    <a:pt x="116586" y="20479"/>
                    <a:pt x="123825" y="31909"/>
                    <a:pt x="127444" y="46673"/>
                  </a:cubicBezTo>
                  <a:lnTo>
                    <a:pt x="91440" y="46673"/>
                  </a:lnTo>
                  <a:cubicBezTo>
                    <a:pt x="89535" y="40957"/>
                    <a:pt x="86296" y="36481"/>
                    <a:pt x="81820" y="33242"/>
                  </a:cubicBezTo>
                  <a:cubicBezTo>
                    <a:pt x="77248" y="30004"/>
                    <a:pt x="71723" y="28384"/>
                    <a:pt x="65056" y="28384"/>
                  </a:cubicBezTo>
                  <a:cubicBezTo>
                    <a:pt x="55531" y="28384"/>
                    <a:pt x="48006" y="31814"/>
                    <a:pt x="42386" y="38767"/>
                  </a:cubicBezTo>
                  <a:cubicBezTo>
                    <a:pt x="36862" y="45720"/>
                    <a:pt x="34004" y="55435"/>
                    <a:pt x="34004" y="68199"/>
                  </a:cubicBezTo>
                  <a:cubicBezTo>
                    <a:pt x="34004" y="80963"/>
                    <a:pt x="36766" y="90488"/>
                    <a:pt x="42386" y="97346"/>
                  </a:cubicBezTo>
                  <a:cubicBezTo>
                    <a:pt x="47911" y="104203"/>
                    <a:pt x="55531" y="107728"/>
                    <a:pt x="65056" y="107728"/>
                  </a:cubicBezTo>
                  <a:cubicBezTo>
                    <a:pt x="78581" y="107728"/>
                    <a:pt x="87344" y="101727"/>
                    <a:pt x="91440" y="89630"/>
                  </a:cubicBezTo>
                  <a:lnTo>
                    <a:pt x="127444" y="89630"/>
                  </a:lnTo>
                  <a:cubicBezTo>
                    <a:pt x="123825" y="103918"/>
                    <a:pt x="116586" y="115253"/>
                    <a:pt x="105728" y="123634"/>
                  </a:cubicBezTo>
                  <a:cubicBezTo>
                    <a:pt x="94964" y="132017"/>
                    <a:pt x="81439" y="136303"/>
                    <a:pt x="65246" y="136303"/>
                  </a:cubicBezTo>
                  <a:cubicBezTo>
                    <a:pt x="52578" y="136303"/>
                    <a:pt x="41243" y="133445"/>
                    <a:pt x="31432" y="127826"/>
                  </a:cubicBezTo>
                  <a:cubicBezTo>
                    <a:pt x="21622" y="122206"/>
                    <a:pt x="13906" y="114300"/>
                    <a:pt x="8382" y="104013"/>
                  </a:cubicBezTo>
                  <a:cubicBezTo>
                    <a:pt x="2857" y="93821"/>
                    <a:pt x="0" y="81820"/>
                    <a:pt x="0" y="68199"/>
                  </a:cubicBezTo>
                  <a:cubicBezTo>
                    <a:pt x="0" y="54578"/>
                    <a:pt x="2762" y="42577"/>
                    <a:pt x="8382" y="32385"/>
                  </a:cubicBezTo>
                  <a:close/>
                </a:path>
              </a:pathLst>
            </a:custGeom>
            <a:grpFill/>
            <a:ln w="9525" cap="flat">
              <a:noFill/>
              <a:prstDash val="solid"/>
              <a:miter/>
            </a:ln>
          </p:spPr>
          <p:txBody>
            <a:bodyPr rtlCol="0" anchor="ctr"/>
            <a:lstStyle/>
            <a:p>
              <a:endParaRPr lang="fi-FI" sz="3200"/>
            </a:p>
          </p:txBody>
        </p:sp>
        <p:sp>
          <p:nvSpPr>
            <p:cNvPr id="517" name="Vapaamuotoinen: Muoto 516">
              <a:extLst>
                <a:ext uri="{FF2B5EF4-FFF2-40B4-BE49-F238E27FC236}">
                  <a16:creationId xmlns:a16="http://schemas.microsoft.com/office/drawing/2014/main" id="{6C7136AB-7021-68EE-46C3-B93E96E6A5BA}"/>
                </a:ext>
              </a:extLst>
            </p:cNvPr>
            <p:cNvSpPr/>
            <p:nvPr/>
          </p:nvSpPr>
          <p:spPr>
            <a:xfrm>
              <a:off x="4552949" y="2550794"/>
              <a:ext cx="125730" cy="176212"/>
            </a:xfrm>
            <a:custGeom>
              <a:avLst/>
              <a:gdLst>
                <a:gd name="connsiteX0" fmla="*/ 100965 w 125730"/>
                <a:gd name="connsiteY0" fmla="*/ 49054 h 176212"/>
                <a:gd name="connsiteX1" fmla="*/ 119158 w 125730"/>
                <a:gd name="connsiteY1" fmla="*/ 68294 h 176212"/>
                <a:gd name="connsiteX2" fmla="*/ 125730 w 125730"/>
                <a:gd name="connsiteY2" fmla="*/ 98870 h 176212"/>
                <a:gd name="connsiteX3" fmla="*/ 125730 w 125730"/>
                <a:gd name="connsiteY3" fmla="*/ 176213 h 176212"/>
                <a:gd name="connsiteX4" fmla="*/ 92393 w 125730"/>
                <a:gd name="connsiteY4" fmla="*/ 176213 h 176212"/>
                <a:gd name="connsiteX5" fmla="*/ 92393 w 125730"/>
                <a:gd name="connsiteY5" fmla="*/ 103346 h 176212"/>
                <a:gd name="connsiteX6" fmla="*/ 84582 w 125730"/>
                <a:gd name="connsiteY6" fmla="*/ 79153 h 176212"/>
                <a:gd name="connsiteX7" fmla="*/ 63151 w 125730"/>
                <a:gd name="connsiteY7" fmla="*/ 70676 h 176212"/>
                <a:gd name="connsiteX8" fmla="*/ 41339 w 125730"/>
                <a:gd name="connsiteY8" fmla="*/ 79153 h 176212"/>
                <a:gd name="connsiteX9" fmla="*/ 33338 w 125730"/>
                <a:gd name="connsiteY9" fmla="*/ 103346 h 176212"/>
                <a:gd name="connsiteX10" fmla="*/ 33338 w 125730"/>
                <a:gd name="connsiteY10" fmla="*/ 176213 h 176212"/>
                <a:gd name="connsiteX11" fmla="*/ 0 w 125730"/>
                <a:gd name="connsiteY11" fmla="*/ 176213 h 176212"/>
                <a:gd name="connsiteX12" fmla="*/ 0 w 125730"/>
                <a:gd name="connsiteY12" fmla="*/ 0 h 176212"/>
                <a:gd name="connsiteX13" fmla="*/ 33338 w 125730"/>
                <a:gd name="connsiteY13" fmla="*/ 0 h 176212"/>
                <a:gd name="connsiteX14" fmla="*/ 33338 w 125730"/>
                <a:gd name="connsiteY14" fmla="*/ 60770 h 176212"/>
                <a:gd name="connsiteX15" fmla="*/ 50482 w 125730"/>
                <a:gd name="connsiteY15" fmla="*/ 47339 h 176212"/>
                <a:gd name="connsiteX16" fmla="*/ 74295 w 125730"/>
                <a:gd name="connsiteY16" fmla="*/ 42481 h 176212"/>
                <a:gd name="connsiteX17" fmla="*/ 100965 w 125730"/>
                <a:gd name="connsiteY17" fmla="*/ 49054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5730" h="176212">
                  <a:moveTo>
                    <a:pt x="100965" y="49054"/>
                  </a:moveTo>
                  <a:cubicBezTo>
                    <a:pt x="108775" y="53435"/>
                    <a:pt x="114776" y="59817"/>
                    <a:pt x="119158" y="68294"/>
                  </a:cubicBezTo>
                  <a:cubicBezTo>
                    <a:pt x="123539" y="76772"/>
                    <a:pt x="125730" y="86963"/>
                    <a:pt x="125730" y="98870"/>
                  </a:cubicBezTo>
                  <a:lnTo>
                    <a:pt x="125730" y="176213"/>
                  </a:lnTo>
                  <a:lnTo>
                    <a:pt x="92393" y="176213"/>
                  </a:lnTo>
                  <a:lnTo>
                    <a:pt x="92393" y="103346"/>
                  </a:lnTo>
                  <a:cubicBezTo>
                    <a:pt x="92393" y="92869"/>
                    <a:pt x="89821" y="84773"/>
                    <a:pt x="84582" y="79153"/>
                  </a:cubicBezTo>
                  <a:cubicBezTo>
                    <a:pt x="79343" y="73533"/>
                    <a:pt x="72200" y="70676"/>
                    <a:pt x="63151" y="70676"/>
                  </a:cubicBezTo>
                  <a:cubicBezTo>
                    <a:pt x="54102" y="70676"/>
                    <a:pt x="46673" y="73533"/>
                    <a:pt x="41339" y="79153"/>
                  </a:cubicBezTo>
                  <a:cubicBezTo>
                    <a:pt x="36004" y="84773"/>
                    <a:pt x="33338" y="92869"/>
                    <a:pt x="33338" y="103346"/>
                  </a:cubicBezTo>
                  <a:lnTo>
                    <a:pt x="33338" y="176213"/>
                  </a:lnTo>
                  <a:lnTo>
                    <a:pt x="0" y="176213"/>
                  </a:lnTo>
                  <a:lnTo>
                    <a:pt x="0" y="0"/>
                  </a:lnTo>
                  <a:lnTo>
                    <a:pt x="33338" y="0"/>
                  </a:lnTo>
                  <a:lnTo>
                    <a:pt x="33338" y="60770"/>
                  </a:lnTo>
                  <a:cubicBezTo>
                    <a:pt x="37624" y="55055"/>
                    <a:pt x="43339" y="50578"/>
                    <a:pt x="50482" y="47339"/>
                  </a:cubicBezTo>
                  <a:cubicBezTo>
                    <a:pt x="57626" y="44101"/>
                    <a:pt x="65532" y="42481"/>
                    <a:pt x="74295" y="42481"/>
                  </a:cubicBezTo>
                  <a:cubicBezTo>
                    <a:pt x="84296" y="42481"/>
                    <a:pt x="93154" y="44672"/>
                    <a:pt x="100965" y="49054"/>
                  </a:cubicBezTo>
                  <a:close/>
                </a:path>
              </a:pathLst>
            </a:custGeom>
            <a:grpFill/>
            <a:ln w="9525" cap="flat">
              <a:noFill/>
              <a:prstDash val="solid"/>
              <a:miter/>
            </a:ln>
          </p:spPr>
          <p:txBody>
            <a:bodyPr rtlCol="0" anchor="ctr"/>
            <a:lstStyle/>
            <a:p>
              <a:endParaRPr lang="fi-FI" sz="3200"/>
            </a:p>
          </p:txBody>
        </p:sp>
        <p:sp>
          <p:nvSpPr>
            <p:cNvPr id="518" name="Vapaamuotoinen: Muoto 517">
              <a:extLst>
                <a:ext uri="{FF2B5EF4-FFF2-40B4-BE49-F238E27FC236}">
                  <a16:creationId xmlns:a16="http://schemas.microsoft.com/office/drawing/2014/main" id="{05160883-5850-809B-8F40-1B8DBAC919EF}"/>
                </a:ext>
              </a:extLst>
            </p:cNvPr>
            <p:cNvSpPr/>
            <p:nvPr/>
          </p:nvSpPr>
          <p:spPr>
            <a:xfrm>
              <a:off x="4699824" y="2562510"/>
              <a:ext cx="78866" cy="164592"/>
            </a:xfrm>
            <a:custGeom>
              <a:avLst/>
              <a:gdLst>
                <a:gd name="connsiteX0" fmla="*/ 49340 w 78866"/>
                <a:gd name="connsiteY0" fmla="*/ 60103 h 164592"/>
                <a:gd name="connsiteX1" fmla="*/ 49340 w 78866"/>
                <a:gd name="connsiteY1" fmla="*/ 123920 h 164592"/>
                <a:gd name="connsiteX2" fmla="*/ 52578 w 78866"/>
                <a:gd name="connsiteY2" fmla="*/ 133540 h 164592"/>
                <a:gd name="connsiteX3" fmla="*/ 63437 w 78866"/>
                <a:gd name="connsiteY3" fmla="*/ 136493 h 164592"/>
                <a:gd name="connsiteX4" fmla="*/ 78867 w 78866"/>
                <a:gd name="connsiteY4" fmla="*/ 136493 h 164592"/>
                <a:gd name="connsiteX5" fmla="*/ 78867 w 78866"/>
                <a:gd name="connsiteY5" fmla="*/ 164592 h 164592"/>
                <a:gd name="connsiteX6" fmla="*/ 57912 w 78866"/>
                <a:gd name="connsiteY6" fmla="*/ 164592 h 164592"/>
                <a:gd name="connsiteX7" fmla="*/ 15716 w 78866"/>
                <a:gd name="connsiteY7" fmla="*/ 123634 h 164592"/>
                <a:gd name="connsiteX8" fmla="*/ 15716 w 78866"/>
                <a:gd name="connsiteY8" fmla="*/ 60008 h 164592"/>
                <a:gd name="connsiteX9" fmla="*/ 0 w 78866"/>
                <a:gd name="connsiteY9" fmla="*/ 60008 h 164592"/>
                <a:gd name="connsiteX10" fmla="*/ 0 w 78866"/>
                <a:gd name="connsiteY10" fmla="*/ 32576 h 164592"/>
                <a:gd name="connsiteX11" fmla="*/ 15716 w 78866"/>
                <a:gd name="connsiteY11" fmla="*/ 32576 h 164592"/>
                <a:gd name="connsiteX12" fmla="*/ 15716 w 78866"/>
                <a:gd name="connsiteY12" fmla="*/ 0 h 164592"/>
                <a:gd name="connsiteX13" fmla="*/ 49340 w 78866"/>
                <a:gd name="connsiteY13" fmla="*/ 0 h 164592"/>
                <a:gd name="connsiteX14" fmla="*/ 49340 w 78866"/>
                <a:gd name="connsiteY14" fmla="*/ 32576 h 164592"/>
                <a:gd name="connsiteX15" fmla="*/ 78867 w 78866"/>
                <a:gd name="connsiteY15" fmla="*/ 32576 h 164592"/>
                <a:gd name="connsiteX16" fmla="*/ 78867 w 78866"/>
                <a:gd name="connsiteY16" fmla="*/ 60008 h 164592"/>
                <a:gd name="connsiteX17" fmla="*/ 49340 w 78866"/>
                <a:gd name="connsiteY17" fmla="*/ 60008 h 164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8866" h="164592">
                  <a:moveTo>
                    <a:pt x="49340" y="60103"/>
                  </a:moveTo>
                  <a:lnTo>
                    <a:pt x="49340" y="123920"/>
                  </a:lnTo>
                  <a:cubicBezTo>
                    <a:pt x="49340" y="128397"/>
                    <a:pt x="50387" y="131540"/>
                    <a:pt x="52578" y="133540"/>
                  </a:cubicBezTo>
                  <a:cubicBezTo>
                    <a:pt x="54674" y="135541"/>
                    <a:pt x="58293" y="136493"/>
                    <a:pt x="63437" y="136493"/>
                  </a:cubicBezTo>
                  <a:lnTo>
                    <a:pt x="78867" y="136493"/>
                  </a:lnTo>
                  <a:lnTo>
                    <a:pt x="78867" y="164592"/>
                  </a:lnTo>
                  <a:lnTo>
                    <a:pt x="57912" y="164592"/>
                  </a:lnTo>
                  <a:cubicBezTo>
                    <a:pt x="29813" y="164592"/>
                    <a:pt x="15716" y="150971"/>
                    <a:pt x="15716" y="123634"/>
                  </a:cubicBezTo>
                  <a:lnTo>
                    <a:pt x="15716" y="60008"/>
                  </a:lnTo>
                  <a:lnTo>
                    <a:pt x="0" y="60008"/>
                  </a:lnTo>
                  <a:lnTo>
                    <a:pt x="0" y="32576"/>
                  </a:lnTo>
                  <a:lnTo>
                    <a:pt x="15716" y="32576"/>
                  </a:lnTo>
                  <a:lnTo>
                    <a:pt x="15716" y="0"/>
                  </a:lnTo>
                  <a:lnTo>
                    <a:pt x="49340" y="0"/>
                  </a:lnTo>
                  <a:lnTo>
                    <a:pt x="49340" y="32576"/>
                  </a:lnTo>
                  <a:lnTo>
                    <a:pt x="78867" y="32576"/>
                  </a:lnTo>
                  <a:lnTo>
                    <a:pt x="78867" y="60008"/>
                  </a:lnTo>
                  <a:lnTo>
                    <a:pt x="49340" y="60008"/>
                  </a:lnTo>
                  <a:close/>
                </a:path>
              </a:pathLst>
            </a:custGeom>
            <a:grpFill/>
            <a:ln w="9525" cap="flat">
              <a:noFill/>
              <a:prstDash val="solid"/>
              <a:miter/>
            </a:ln>
          </p:spPr>
          <p:txBody>
            <a:bodyPr rtlCol="0" anchor="ctr"/>
            <a:lstStyle/>
            <a:p>
              <a:endParaRPr lang="fi-FI" sz="3200"/>
            </a:p>
          </p:txBody>
        </p:sp>
        <p:sp>
          <p:nvSpPr>
            <p:cNvPr id="519" name="Vapaamuotoinen: Muoto 518">
              <a:extLst>
                <a:ext uri="{FF2B5EF4-FFF2-40B4-BE49-F238E27FC236}">
                  <a16:creationId xmlns:a16="http://schemas.microsoft.com/office/drawing/2014/main" id="{86F80F88-FBE3-E659-EBF5-D5B7C000BED5}"/>
                </a:ext>
              </a:extLst>
            </p:cNvPr>
            <p:cNvSpPr/>
            <p:nvPr/>
          </p:nvSpPr>
          <p:spPr>
            <a:xfrm>
              <a:off x="4799170" y="2540507"/>
              <a:ext cx="40957" cy="186690"/>
            </a:xfrm>
            <a:custGeom>
              <a:avLst/>
              <a:gdLst>
                <a:gd name="connsiteX0" fmla="*/ 5810 w 40957"/>
                <a:gd name="connsiteY0" fmla="*/ 33433 h 186690"/>
                <a:gd name="connsiteX1" fmla="*/ 0 w 40957"/>
                <a:gd name="connsiteY1" fmla="*/ 19526 h 186690"/>
                <a:gd name="connsiteX2" fmla="*/ 5810 w 40957"/>
                <a:gd name="connsiteY2" fmla="*/ 5620 h 186690"/>
                <a:gd name="connsiteX3" fmla="*/ 20479 w 40957"/>
                <a:gd name="connsiteY3" fmla="*/ 0 h 186690"/>
                <a:gd name="connsiteX4" fmla="*/ 35147 w 40957"/>
                <a:gd name="connsiteY4" fmla="*/ 5620 h 186690"/>
                <a:gd name="connsiteX5" fmla="*/ 40958 w 40957"/>
                <a:gd name="connsiteY5" fmla="*/ 19526 h 186690"/>
                <a:gd name="connsiteX6" fmla="*/ 35147 w 40957"/>
                <a:gd name="connsiteY6" fmla="*/ 33433 h 186690"/>
                <a:gd name="connsiteX7" fmla="*/ 20479 w 40957"/>
                <a:gd name="connsiteY7" fmla="*/ 39053 h 186690"/>
                <a:gd name="connsiteX8" fmla="*/ 5810 w 40957"/>
                <a:gd name="connsiteY8" fmla="*/ 33433 h 186690"/>
                <a:gd name="connsiteX9" fmla="*/ 36862 w 40957"/>
                <a:gd name="connsiteY9" fmla="*/ 54769 h 186690"/>
                <a:gd name="connsiteX10" fmla="*/ 36862 w 40957"/>
                <a:gd name="connsiteY10" fmla="*/ 186690 h 186690"/>
                <a:gd name="connsiteX11" fmla="*/ 3524 w 40957"/>
                <a:gd name="connsiteY11" fmla="*/ 186690 h 186690"/>
                <a:gd name="connsiteX12" fmla="*/ 3524 w 40957"/>
                <a:gd name="connsiteY12" fmla="*/ 54769 h 186690"/>
                <a:gd name="connsiteX13" fmla="*/ 36862 w 40957"/>
                <a:gd name="connsiteY13" fmla="*/ 54769 h 186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957" h="186690">
                  <a:moveTo>
                    <a:pt x="5810" y="33433"/>
                  </a:moveTo>
                  <a:cubicBezTo>
                    <a:pt x="1905" y="29718"/>
                    <a:pt x="0" y="25051"/>
                    <a:pt x="0" y="19526"/>
                  </a:cubicBezTo>
                  <a:cubicBezTo>
                    <a:pt x="0" y="14002"/>
                    <a:pt x="1905" y="9335"/>
                    <a:pt x="5810" y="5620"/>
                  </a:cubicBezTo>
                  <a:cubicBezTo>
                    <a:pt x="9716" y="1905"/>
                    <a:pt x="14573" y="0"/>
                    <a:pt x="20479" y="0"/>
                  </a:cubicBezTo>
                  <a:cubicBezTo>
                    <a:pt x="26384" y="0"/>
                    <a:pt x="31242" y="1905"/>
                    <a:pt x="35147" y="5620"/>
                  </a:cubicBezTo>
                  <a:cubicBezTo>
                    <a:pt x="39052" y="9335"/>
                    <a:pt x="40958" y="14002"/>
                    <a:pt x="40958" y="19526"/>
                  </a:cubicBezTo>
                  <a:cubicBezTo>
                    <a:pt x="40958" y="25051"/>
                    <a:pt x="39052" y="29718"/>
                    <a:pt x="35147" y="33433"/>
                  </a:cubicBezTo>
                  <a:cubicBezTo>
                    <a:pt x="31242" y="37148"/>
                    <a:pt x="26384" y="39053"/>
                    <a:pt x="20479" y="39053"/>
                  </a:cubicBezTo>
                  <a:cubicBezTo>
                    <a:pt x="14573" y="39053"/>
                    <a:pt x="9716" y="37148"/>
                    <a:pt x="5810" y="33433"/>
                  </a:cubicBezTo>
                  <a:close/>
                  <a:moveTo>
                    <a:pt x="36862" y="54769"/>
                  </a:moveTo>
                  <a:lnTo>
                    <a:pt x="36862" y="186690"/>
                  </a:lnTo>
                  <a:lnTo>
                    <a:pt x="3524" y="186690"/>
                  </a:lnTo>
                  <a:lnTo>
                    <a:pt x="3524" y="54769"/>
                  </a:lnTo>
                  <a:lnTo>
                    <a:pt x="36862" y="54769"/>
                  </a:lnTo>
                  <a:close/>
                </a:path>
              </a:pathLst>
            </a:custGeom>
            <a:grpFill/>
            <a:ln w="9525" cap="flat">
              <a:noFill/>
              <a:prstDash val="solid"/>
              <a:miter/>
            </a:ln>
          </p:spPr>
          <p:txBody>
            <a:bodyPr rtlCol="0" anchor="ctr"/>
            <a:lstStyle/>
            <a:p>
              <a:endParaRPr lang="fi-FI" sz="3200"/>
            </a:p>
          </p:txBody>
        </p:sp>
        <p:sp>
          <p:nvSpPr>
            <p:cNvPr id="520" name="Vapaamuotoinen: Muoto 519">
              <a:extLst>
                <a:ext uri="{FF2B5EF4-FFF2-40B4-BE49-F238E27FC236}">
                  <a16:creationId xmlns:a16="http://schemas.microsoft.com/office/drawing/2014/main" id="{C115D801-09EC-8DD4-47B8-D7D37328CFA8}"/>
                </a:ext>
              </a:extLst>
            </p:cNvPr>
            <p:cNvSpPr/>
            <p:nvPr/>
          </p:nvSpPr>
          <p:spPr>
            <a:xfrm>
              <a:off x="4861749" y="2592990"/>
              <a:ext cx="109442" cy="136302"/>
            </a:xfrm>
            <a:custGeom>
              <a:avLst/>
              <a:gdLst>
                <a:gd name="connsiteX0" fmla="*/ 28575 w 109442"/>
                <a:gd name="connsiteY0" fmla="*/ 130397 h 136302"/>
                <a:gd name="connsiteX1" fmla="*/ 8192 w 109442"/>
                <a:gd name="connsiteY1" fmla="*/ 114586 h 136302"/>
                <a:gd name="connsiteX2" fmla="*/ 0 w 109442"/>
                <a:gd name="connsiteY2" fmla="*/ 92393 h 136302"/>
                <a:gd name="connsiteX3" fmla="*/ 33623 w 109442"/>
                <a:gd name="connsiteY3" fmla="*/ 92393 h 136302"/>
                <a:gd name="connsiteX4" fmla="*/ 41148 w 109442"/>
                <a:gd name="connsiteY4" fmla="*/ 105061 h 136302"/>
                <a:gd name="connsiteX5" fmla="*/ 57436 w 109442"/>
                <a:gd name="connsiteY5" fmla="*/ 110014 h 136302"/>
                <a:gd name="connsiteX6" fmla="*/ 72295 w 109442"/>
                <a:gd name="connsiteY6" fmla="*/ 106204 h 136302"/>
                <a:gd name="connsiteX7" fmla="*/ 77629 w 109442"/>
                <a:gd name="connsiteY7" fmla="*/ 96393 h 136302"/>
                <a:gd name="connsiteX8" fmla="*/ 71056 w 109442"/>
                <a:gd name="connsiteY8" fmla="*/ 86773 h 136302"/>
                <a:gd name="connsiteX9" fmla="*/ 50197 w 109442"/>
                <a:gd name="connsiteY9" fmla="*/ 79724 h 136302"/>
                <a:gd name="connsiteX10" fmla="*/ 26003 w 109442"/>
                <a:gd name="connsiteY10" fmla="*/ 72390 h 136302"/>
                <a:gd name="connsiteX11" fmla="*/ 9811 w 109442"/>
                <a:gd name="connsiteY11" fmla="*/ 60674 h 136302"/>
                <a:gd name="connsiteX12" fmla="*/ 3048 w 109442"/>
                <a:gd name="connsiteY12" fmla="*/ 39529 h 136302"/>
                <a:gd name="connsiteX13" fmla="*/ 9335 w 109442"/>
                <a:gd name="connsiteY13" fmla="*/ 19526 h 136302"/>
                <a:gd name="connsiteX14" fmla="*/ 27432 w 109442"/>
                <a:gd name="connsiteY14" fmla="*/ 5239 h 136302"/>
                <a:gd name="connsiteX15" fmla="*/ 55150 w 109442"/>
                <a:gd name="connsiteY15" fmla="*/ 0 h 136302"/>
                <a:gd name="connsiteX16" fmla="*/ 92774 w 109442"/>
                <a:gd name="connsiteY16" fmla="*/ 11811 h 136302"/>
                <a:gd name="connsiteX17" fmla="*/ 108204 w 109442"/>
                <a:gd name="connsiteY17" fmla="*/ 43625 h 136302"/>
                <a:gd name="connsiteX18" fmla="*/ 76295 w 109442"/>
                <a:gd name="connsiteY18" fmla="*/ 43625 h 136302"/>
                <a:gd name="connsiteX19" fmla="*/ 69723 w 109442"/>
                <a:gd name="connsiteY19" fmla="*/ 31147 h 136302"/>
                <a:gd name="connsiteX20" fmla="*/ 54102 w 109442"/>
                <a:gd name="connsiteY20" fmla="*/ 26479 h 136302"/>
                <a:gd name="connsiteX21" fmla="*/ 40196 w 109442"/>
                <a:gd name="connsiteY21" fmla="*/ 29813 h 136302"/>
                <a:gd name="connsiteX22" fmla="*/ 35338 w 109442"/>
                <a:gd name="connsiteY22" fmla="*/ 39148 h 136302"/>
                <a:gd name="connsiteX23" fmla="*/ 42005 w 109442"/>
                <a:gd name="connsiteY23" fmla="*/ 49244 h 136302"/>
                <a:gd name="connsiteX24" fmla="*/ 62770 w 109442"/>
                <a:gd name="connsiteY24" fmla="*/ 56293 h 136302"/>
                <a:gd name="connsiteX25" fmla="*/ 86297 w 109442"/>
                <a:gd name="connsiteY25" fmla="*/ 63627 h 136302"/>
                <a:gd name="connsiteX26" fmla="*/ 102394 w 109442"/>
                <a:gd name="connsiteY26" fmla="*/ 75438 h 136302"/>
                <a:gd name="connsiteX27" fmla="*/ 109442 w 109442"/>
                <a:gd name="connsiteY27" fmla="*/ 96488 h 136302"/>
                <a:gd name="connsiteX28" fmla="*/ 103156 w 109442"/>
                <a:gd name="connsiteY28" fmla="*/ 116967 h 136302"/>
                <a:gd name="connsiteX29" fmla="*/ 85058 w 109442"/>
                <a:gd name="connsiteY29" fmla="*/ 131159 h 136302"/>
                <a:gd name="connsiteX30" fmla="*/ 57531 w 109442"/>
                <a:gd name="connsiteY30" fmla="*/ 136303 h 136302"/>
                <a:gd name="connsiteX31" fmla="*/ 28480 w 109442"/>
                <a:gd name="connsiteY31" fmla="*/ 130493 h 13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9442" h="136302">
                  <a:moveTo>
                    <a:pt x="28575" y="130397"/>
                  </a:moveTo>
                  <a:cubicBezTo>
                    <a:pt x="20002" y="126492"/>
                    <a:pt x="13240" y="121253"/>
                    <a:pt x="8192" y="114586"/>
                  </a:cubicBezTo>
                  <a:cubicBezTo>
                    <a:pt x="3239" y="107918"/>
                    <a:pt x="476" y="100489"/>
                    <a:pt x="0" y="92393"/>
                  </a:cubicBezTo>
                  <a:lnTo>
                    <a:pt x="33623" y="92393"/>
                  </a:lnTo>
                  <a:cubicBezTo>
                    <a:pt x="34290" y="97441"/>
                    <a:pt x="36767" y="101727"/>
                    <a:pt x="41148" y="105061"/>
                  </a:cubicBezTo>
                  <a:cubicBezTo>
                    <a:pt x="45529" y="108395"/>
                    <a:pt x="50959" y="110014"/>
                    <a:pt x="57436" y="110014"/>
                  </a:cubicBezTo>
                  <a:cubicBezTo>
                    <a:pt x="63913" y="110014"/>
                    <a:pt x="68771" y="108776"/>
                    <a:pt x="72295" y="106204"/>
                  </a:cubicBezTo>
                  <a:cubicBezTo>
                    <a:pt x="75819" y="103632"/>
                    <a:pt x="77629" y="100394"/>
                    <a:pt x="77629" y="96393"/>
                  </a:cubicBezTo>
                  <a:cubicBezTo>
                    <a:pt x="77629" y="92107"/>
                    <a:pt x="75438" y="88868"/>
                    <a:pt x="71056" y="86773"/>
                  </a:cubicBezTo>
                  <a:cubicBezTo>
                    <a:pt x="66675" y="84582"/>
                    <a:pt x="59722" y="82296"/>
                    <a:pt x="50197" y="79724"/>
                  </a:cubicBezTo>
                  <a:cubicBezTo>
                    <a:pt x="40386" y="77343"/>
                    <a:pt x="32290" y="74867"/>
                    <a:pt x="26003" y="72390"/>
                  </a:cubicBezTo>
                  <a:cubicBezTo>
                    <a:pt x="19717" y="69818"/>
                    <a:pt x="14383" y="66008"/>
                    <a:pt x="9811" y="60674"/>
                  </a:cubicBezTo>
                  <a:cubicBezTo>
                    <a:pt x="5239" y="55435"/>
                    <a:pt x="3048" y="48387"/>
                    <a:pt x="3048" y="39529"/>
                  </a:cubicBezTo>
                  <a:cubicBezTo>
                    <a:pt x="3048" y="32195"/>
                    <a:pt x="5144" y="25527"/>
                    <a:pt x="9335" y="19526"/>
                  </a:cubicBezTo>
                  <a:cubicBezTo>
                    <a:pt x="13525" y="13526"/>
                    <a:pt x="19622" y="8763"/>
                    <a:pt x="27432" y="5239"/>
                  </a:cubicBezTo>
                  <a:cubicBezTo>
                    <a:pt x="35243" y="1715"/>
                    <a:pt x="44577" y="0"/>
                    <a:pt x="55150" y="0"/>
                  </a:cubicBezTo>
                  <a:cubicBezTo>
                    <a:pt x="70866" y="0"/>
                    <a:pt x="83439" y="3905"/>
                    <a:pt x="92774" y="11811"/>
                  </a:cubicBezTo>
                  <a:cubicBezTo>
                    <a:pt x="102108" y="19622"/>
                    <a:pt x="107347" y="30290"/>
                    <a:pt x="108204" y="43625"/>
                  </a:cubicBezTo>
                  <a:lnTo>
                    <a:pt x="76295" y="43625"/>
                  </a:lnTo>
                  <a:cubicBezTo>
                    <a:pt x="75819" y="38386"/>
                    <a:pt x="73628" y="34195"/>
                    <a:pt x="69723" y="31147"/>
                  </a:cubicBezTo>
                  <a:cubicBezTo>
                    <a:pt x="65818" y="28003"/>
                    <a:pt x="60674" y="26479"/>
                    <a:pt x="54102" y="26479"/>
                  </a:cubicBezTo>
                  <a:cubicBezTo>
                    <a:pt x="48101" y="26479"/>
                    <a:pt x="43434" y="27623"/>
                    <a:pt x="40196" y="29813"/>
                  </a:cubicBezTo>
                  <a:cubicBezTo>
                    <a:pt x="36957" y="32004"/>
                    <a:pt x="35338" y="35147"/>
                    <a:pt x="35338" y="39148"/>
                  </a:cubicBezTo>
                  <a:cubicBezTo>
                    <a:pt x="35338" y="43625"/>
                    <a:pt x="37529" y="46958"/>
                    <a:pt x="42005" y="49244"/>
                  </a:cubicBezTo>
                  <a:cubicBezTo>
                    <a:pt x="46482" y="51530"/>
                    <a:pt x="53340" y="53912"/>
                    <a:pt x="62770" y="56293"/>
                  </a:cubicBezTo>
                  <a:cubicBezTo>
                    <a:pt x="72295" y="58674"/>
                    <a:pt x="80105" y="61151"/>
                    <a:pt x="86297" y="63627"/>
                  </a:cubicBezTo>
                  <a:cubicBezTo>
                    <a:pt x="92488" y="66103"/>
                    <a:pt x="97822" y="70104"/>
                    <a:pt x="102394" y="75438"/>
                  </a:cubicBezTo>
                  <a:cubicBezTo>
                    <a:pt x="106871" y="80772"/>
                    <a:pt x="109252" y="87821"/>
                    <a:pt x="109442" y="96488"/>
                  </a:cubicBezTo>
                  <a:cubicBezTo>
                    <a:pt x="109442" y="104108"/>
                    <a:pt x="107347" y="110966"/>
                    <a:pt x="103156" y="116967"/>
                  </a:cubicBezTo>
                  <a:cubicBezTo>
                    <a:pt x="98965" y="122968"/>
                    <a:pt x="92869" y="127730"/>
                    <a:pt x="85058" y="131159"/>
                  </a:cubicBezTo>
                  <a:cubicBezTo>
                    <a:pt x="77248" y="134588"/>
                    <a:pt x="68008" y="136303"/>
                    <a:pt x="57531" y="136303"/>
                  </a:cubicBezTo>
                  <a:cubicBezTo>
                    <a:pt x="47054" y="136303"/>
                    <a:pt x="37052" y="134398"/>
                    <a:pt x="28480" y="130493"/>
                  </a:cubicBezTo>
                  <a:close/>
                </a:path>
              </a:pathLst>
            </a:custGeom>
            <a:grpFill/>
            <a:ln w="9525" cap="flat">
              <a:noFill/>
              <a:prstDash val="solid"/>
              <a:miter/>
            </a:ln>
          </p:spPr>
          <p:txBody>
            <a:bodyPr rtlCol="0" anchor="ctr"/>
            <a:lstStyle/>
            <a:p>
              <a:endParaRPr lang="fi-FI" sz="3200"/>
            </a:p>
          </p:txBody>
        </p:sp>
      </p:grpSp>
      <p:grpSp>
        <p:nvGrpSpPr>
          <p:cNvPr id="574" name="Ryhmä 573">
            <a:extLst>
              <a:ext uri="{FF2B5EF4-FFF2-40B4-BE49-F238E27FC236}">
                <a16:creationId xmlns:a16="http://schemas.microsoft.com/office/drawing/2014/main" id="{987B9EA4-237A-789F-68AC-1F44F92293F4}"/>
              </a:ext>
              <a:ext uri="{C183D7F6-B498-43B3-948B-1728B52AA6E4}">
                <adec:decorative xmlns:adec="http://schemas.microsoft.com/office/drawing/2017/decorative" val="1"/>
              </a:ext>
            </a:extLst>
          </p:cNvPr>
          <p:cNvGrpSpPr/>
          <p:nvPr userDrawn="1"/>
        </p:nvGrpSpPr>
        <p:grpSpPr>
          <a:xfrm>
            <a:off x="10571953" y="4302589"/>
            <a:ext cx="970983" cy="306176"/>
            <a:chOff x="3870864" y="2288762"/>
            <a:chExt cx="1396459" cy="440340"/>
          </a:xfrm>
          <a:solidFill>
            <a:schemeClr val="bg1"/>
          </a:solidFill>
        </p:grpSpPr>
        <p:sp>
          <p:nvSpPr>
            <p:cNvPr id="555" name="Vapaamuotoinen: Muoto 554">
              <a:extLst>
                <a:ext uri="{FF2B5EF4-FFF2-40B4-BE49-F238E27FC236}">
                  <a16:creationId xmlns:a16="http://schemas.microsoft.com/office/drawing/2014/main" id="{C7140D54-6488-480B-138E-ECD82F5C19B3}"/>
                </a:ext>
              </a:extLst>
            </p:cNvPr>
            <p:cNvSpPr/>
            <p:nvPr/>
          </p:nvSpPr>
          <p:spPr>
            <a:xfrm>
              <a:off x="3877150" y="2312288"/>
              <a:ext cx="146780" cy="167163"/>
            </a:xfrm>
            <a:custGeom>
              <a:avLst/>
              <a:gdLst>
                <a:gd name="connsiteX0" fmla="*/ 96965 w 146780"/>
                <a:gd name="connsiteY0" fmla="*/ 167164 h 167163"/>
                <a:gd name="connsiteX1" fmla="*/ 40767 w 146780"/>
                <a:gd name="connsiteY1" fmla="*/ 93345 h 167163"/>
                <a:gd name="connsiteX2" fmla="*/ 40767 w 146780"/>
                <a:gd name="connsiteY2" fmla="*/ 167164 h 167163"/>
                <a:gd name="connsiteX3" fmla="*/ 0 w 146780"/>
                <a:gd name="connsiteY3" fmla="*/ 167164 h 167163"/>
                <a:gd name="connsiteX4" fmla="*/ 0 w 146780"/>
                <a:gd name="connsiteY4" fmla="*/ 0 h 167163"/>
                <a:gd name="connsiteX5" fmla="*/ 40767 w 146780"/>
                <a:gd name="connsiteY5" fmla="*/ 0 h 167163"/>
                <a:gd name="connsiteX6" fmla="*/ 40767 w 146780"/>
                <a:gd name="connsiteY6" fmla="*/ 73343 h 167163"/>
                <a:gd name="connsiteX7" fmla="*/ 96488 w 146780"/>
                <a:gd name="connsiteY7" fmla="*/ 0 h 167163"/>
                <a:gd name="connsiteX8" fmla="*/ 144399 w 146780"/>
                <a:gd name="connsiteY8" fmla="*/ 0 h 167163"/>
                <a:gd name="connsiteX9" fmla="*/ 79629 w 146780"/>
                <a:gd name="connsiteY9" fmla="*/ 81915 h 167163"/>
                <a:gd name="connsiteX10" fmla="*/ 146780 w 146780"/>
                <a:gd name="connsiteY10" fmla="*/ 167164 h 167163"/>
                <a:gd name="connsiteX11" fmla="*/ 96965 w 146780"/>
                <a:gd name="connsiteY11" fmla="*/ 167164 h 16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6780" h="167163">
                  <a:moveTo>
                    <a:pt x="96965" y="167164"/>
                  </a:moveTo>
                  <a:lnTo>
                    <a:pt x="40767" y="93345"/>
                  </a:lnTo>
                  <a:lnTo>
                    <a:pt x="40767" y="167164"/>
                  </a:lnTo>
                  <a:lnTo>
                    <a:pt x="0" y="167164"/>
                  </a:lnTo>
                  <a:lnTo>
                    <a:pt x="0" y="0"/>
                  </a:lnTo>
                  <a:lnTo>
                    <a:pt x="40767" y="0"/>
                  </a:lnTo>
                  <a:lnTo>
                    <a:pt x="40767" y="73343"/>
                  </a:lnTo>
                  <a:lnTo>
                    <a:pt x="96488" y="0"/>
                  </a:lnTo>
                  <a:lnTo>
                    <a:pt x="144399" y="0"/>
                  </a:lnTo>
                  <a:lnTo>
                    <a:pt x="79629" y="81915"/>
                  </a:lnTo>
                  <a:lnTo>
                    <a:pt x="146780" y="167164"/>
                  </a:lnTo>
                  <a:lnTo>
                    <a:pt x="96965" y="167164"/>
                  </a:lnTo>
                  <a:close/>
                </a:path>
              </a:pathLst>
            </a:custGeom>
            <a:grpFill/>
            <a:ln w="9525" cap="flat">
              <a:noFill/>
              <a:prstDash val="solid"/>
              <a:miter/>
            </a:ln>
          </p:spPr>
          <p:txBody>
            <a:bodyPr rtlCol="0" anchor="ctr"/>
            <a:lstStyle/>
            <a:p>
              <a:endParaRPr lang="fi-FI" sz="3200"/>
            </a:p>
          </p:txBody>
        </p:sp>
        <p:sp>
          <p:nvSpPr>
            <p:cNvPr id="556" name="Vapaamuotoinen: Muoto 555">
              <a:extLst>
                <a:ext uri="{FF2B5EF4-FFF2-40B4-BE49-F238E27FC236}">
                  <a16:creationId xmlns:a16="http://schemas.microsoft.com/office/drawing/2014/main" id="{FF2574A7-FB08-540F-52BF-A342A089A16E}"/>
                </a:ext>
              </a:extLst>
            </p:cNvPr>
            <p:cNvSpPr/>
            <p:nvPr/>
          </p:nvSpPr>
          <p:spPr>
            <a:xfrm>
              <a:off x="4034980" y="2344673"/>
              <a:ext cx="140207" cy="136683"/>
            </a:xfrm>
            <a:custGeom>
              <a:avLst/>
              <a:gdLst>
                <a:gd name="connsiteX0" fmla="*/ 7810 w 140207"/>
                <a:gd name="connsiteY0" fmla="*/ 32195 h 136683"/>
                <a:gd name="connsiteX1" fmla="*/ 28861 w 140207"/>
                <a:gd name="connsiteY1" fmla="*/ 8382 h 136683"/>
                <a:gd name="connsiteX2" fmla="*/ 58579 w 140207"/>
                <a:gd name="connsiteY2" fmla="*/ 0 h 136683"/>
                <a:gd name="connsiteX3" fmla="*/ 83249 w 140207"/>
                <a:gd name="connsiteY3" fmla="*/ 5715 h 136683"/>
                <a:gd name="connsiteX4" fmla="*/ 99536 w 140207"/>
                <a:gd name="connsiteY4" fmla="*/ 20669 h 136683"/>
                <a:gd name="connsiteX5" fmla="*/ 99536 w 140207"/>
                <a:gd name="connsiteY5" fmla="*/ 1905 h 136683"/>
                <a:gd name="connsiteX6" fmla="*/ 140208 w 140207"/>
                <a:gd name="connsiteY6" fmla="*/ 1905 h 136683"/>
                <a:gd name="connsiteX7" fmla="*/ 140208 w 140207"/>
                <a:gd name="connsiteY7" fmla="*/ 134779 h 136683"/>
                <a:gd name="connsiteX8" fmla="*/ 99536 w 140207"/>
                <a:gd name="connsiteY8" fmla="*/ 134779 h 136683"/>
                <a:gd name="connsiteX9" fmla="*/ 99536 w 140207"/>
                <a:gd name="connsiteY9" fmla="*/ 115919 h 136683"/>
                <a:gd name="connsiteX10" fmla="*/ 82963 w 140207"/>
                <a:gd name="connsiteY10" fmla="*/ 130969 h 136683"/>
                <a:gd name="connsiteX11" fmla="*/ 58293 w 140207"/>
                <a:gd name="connsiteY11" fmla="*/ 136684 h 136683"/>
                <a:gd name="connsiteX12" fmla="*/ 28765 w 140207"/>
                <a:gd name="connsiteY12" fmla="*/ 128207 h 136683"/>
                <a:gd name="connsiteX13" fmla="*/ 7715 w 140207"/>
                <a:gd name="connsiteY13" fmla="*/ 104108 h 136683"/>
                <a:gd name="connsiteX14" fmla="*/ 0 w 140207"/>
                <a:gd name="connsiteY14" fmla="*/ 68009 h 136683"/>
                <a:gd name="connsiteX15" fmla="*/ 7715 w 140207"/>
                <a:gd name="connsiteY15" fmla="*/ 32004 h 136683"/>
                <a:gd name="connsiteX16" fmla="*/ 91154 w 140207"/>
                <a:gd name="connsiteY16" fmla="*/ 44387 h 136683"/>
                <a:gd name="connsiteX17" fmla="*/ 70580 w 140207"/>
                <a:gd name="connsiteY17" fmla="*/ 35623 h 136683"/>
                <a:gd name="connsiteX18" fmla="*/ 50006 w 140207"/>
                <a:gd name="connsiteY18" fmla="*/ 44291 h 136683"/>
                <a:gd name="connsiteX19" fmla="*/ 41529 w 140207"/>
                <a:gd name="connsiteY19" fmla="*/ 68199 h 136683"/>
                <a:gd name="connsiteX20" fmla="*/ 50006 w 140207"/>
                <a:gd name="connsiteY20" fmla="*/ 92393 h 136683"/>
                <a:gd name="connsiteX21" fmla="*/ 70580 w 140207"/>
                <a:gd name="connsiteY21" fmla="*/ 101346 h 136683"/>
                <a:gd name="connsiteX22" fmla="*/ 91154 w 140207"/>
                <a:gd name="connsiteY22" fmla="*/ 92583 h 136683"/>
                <a:gd name="connsiteX23" fmla="*/ 99631 w 140207"/>
                <a:gd name="connsiteY23" fmla="*/ 68485 h 136683"/>
                <a:gd name="connsiteX24" fmla="*/ 91154 w 140207"/>
                <a:gd name="connsiteY24" fmla="*/ 44482 h 136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7" h="136683">
                  <a:moveTo>
                    <a:pt x="7810" y="32195"/>
                  </a:moveTo>
                  <a:cubicBezTo>
                    <a:pt x="12954" y="21908"/>
                    <a:pt x="20002" y="13907"/>
                    <a:pt x="28861" y="8382"/>
                  </a:cubicBezTo>
                  <a:cubicBezTo>
                    <a:pt x="37719" y="2858"/>
                    <a:pt x="47625" y="0"/>
                    <a:pt x="58579" y="0"/>
                  </a:cubicBezTo>
                  <a:cubicBezTo>
                    <a:pt x="67913" y="0"/>
                    <a:pt x="76200" y="1905"/>
                    <a:pt x="83249" y="5715"/>
                  </a:cubicBezTo>
                  <a:cubicBezTo>
                    <a:pt x="90297" y="9525"/>
                    <a:pt x="95726" y="14478"/>
                    <a:pt x="99536" y="20669"/>
                  </a:cubicBezTo>
                  <a:lnTo>
                    <a:pt x="99536" y="1905"/>
                  </a:lnTo>
                  <a:lnTo>
                    <a:pt x="140208" y="1905"/>
                  </a:lnTo>
                  <a:lnTo>
                    <a:pt x="140208" y="134779"/>
                  </a:lnTo>
                  <a:lnTo>
                    <a:pt x="99536" y="134779"/>
                  </a:lnTo>
                  <a:lnTo>
                    <a:pt x="99536" y="115919"/>
                  </a:lnTo>
                  <a:cubicBezTo>
                    <a:pt x="95536" y="122111"/>
                    <a:pt x="90011" y="127159"/>
                    <a:pt x="82963" y="130969"/>
                  </a:cubicBezTo>
                  <a:cubicBezTo>
                    <a:pt x="75914" y="134779"/>
                    <a:pt x="67723" y="136684"/>
                    <a:pt x="58293" y="136684"/>
                  </a:cubicBezTo>
                  <a:cubicBezTo>
                    <a:pt x="47530" y="136684"/>
                    <a:pt x="37624" y="133826"/>
                    <a:pt x="28765" y="128207"/>
                  </a:cubicBezTo>
                  <a:cubicBezTo>
                    <a:pt x="19907" y="122587"/>
                    <a:pt x="12859" y="114586"/>
                    <a:pt x="7715" y="104108"/>
                  </a:cubicBezTo>
                  <a:cubicBezTo>
                    <a:pt x="2572" y="93726"/>
                    <a:pt x="0" y="81725"/>
                    <a:pt x="0" y="68009"/>
                  </a:cubicBezTo>
                  <a:cubicBezTo>
                    <a:pt x="0" y="54293"/>
                    <a:pt x="2572" y="42386"/>
                    <a:pt x="7715" y="32004"/>
                  </a:cubicBezTo>
                  <a:close/>
                  <a:moveTo>
                    <a:pt x="91154" y="44387"/>
                  </a:moveTo>
                  <a:cubicBezTo>
                    <a:pt x="85534" y="38481"/>
                    <a:pt x="78676" y="35623"/>
                    <a:pt x="70580" y="35623"/>
                  </a:cubicBezTo>
                  <a:cubicBezTo>
                    <a:pt x="62484" y="35623"/>
                    <a:pt x="55626" y="38481"/>
                    <a:pt x="50006" y="44291"/>
                  </a:cubicBezTo>
                  <a:cubicBezTo>
                    <a:pt x="44387" y="50102"/>
                    <a:pt x="41529" y="58103"/>
                    <a:pt x="41529" y="68199"/>
                  </a:cubicBezTo>
                  <a:cubicBezTo>
                    <a:pt x="41529" y="78296"/>
                    <a:pt x="44387" y="86392"/>
                    <a:pt x="50006" y="92393"/>
                  </a:cubicBezTo>
                  <a:cubicBezTo>
                    <a:pt x="55626" y="98298"/>
                    <a:pt x="62484" y="101346"/>
                    <a:pt x="70580" y="101346"/>
                  </a:cubicBezTo>
                  <a:cubicBezTo>
                    <a:pt x="78676" y="101346"/>
                    <a:pt x="85534" y="98393"/>
                    <a:pt x="91154" y="92583"/>
                  </a:cubicBezTo>
                  <a:cubicBezTo>
                    <a:pt x="96774" y="86678"/>
                    <a:pt x="99631" y="78677"/>
                    <a:pt x="99631" y="68485"/>
                  </a:cubicBezTo>
                  <a:cubicBezTo>
                    <a:pt x="99631" y="58293"/>
                    <a:pt x="96774" y="50292"/>
                    <a:pt x="91154" y="44482"/>
                  </a:cubicBezTo>
                  <a:close/>
                </a:path>
              </a:pathLst>
            </a:custGeom>
            <a:grpFill/>
            <a:ln w="9525" cap="flat">
              <a:noFill/>
              <a:prstDash val="solid"/>
              <a:miter/>
            </a:ln>
          </p:spPr>
          <p:txBody>
            <a:bodyPr rtlCol="0" anchor="ctr"/>
            <a:lstStyle/>
            <a:p>
              <a:endParaRPr lang="fi-FI" sz="3200"/>
            </a:p>
          </p:txBody>
        </p:sp>
        <p:sp>
          <p:nvSpPr>
            <p:cNvPr id="557" name="Vapaamuotoinen: Muoto 556">
              <a:extLst>
                <a:ext uri="{FF2B5EF4-FFF2-40B4-BE49-F238E27FC236}">
                  <a16:creationId xmlns:a16="http://schemas.microsoft.com/office/drawing/2014/main" id="{D9490D39-FA50-CD6D-7BD8-73357B7CF65A}"/>
                </a:ext>
              </a:extLst>
            </p:cNvPr>
            <p:cNvSpPr/>
            <p:nvPr/>
          </p:nvSpPr>
          <p:spPr>
            <a:xfrm>
              <a:off x="4203572" y="2346579"/>
              <a:ext cx="132397" cy="134302"/>
            </a:xfrm>
            <a:custGeom>
              <a:avLst/>
              <a:gdLst>
                <a:gd name="connsiteX0" fmla="*/ 132398 w 132397"/>
                <a:gd name="connsiteY0" fmla="*/ 0 h 134302"/>
                <a:gd name="connsiteX1" fmla="*/ 132398 w 132397"/>
                <a:gd name="connsiteY1" fmla="*/ 132874 h 134302"/>
                <a:gd name="connsiteX2" fmla="*/ 91630 w 132397"/>
                <a:gd name="connsiteY2" fmla="*/ 132874 h 134302"/>
                <a:gd name="connsiteX3" fmla="*/ 91630 w 132397"/>
                <a:gd name="connsiteY3" fmla="*/ 114776 h 134302"/>
                <a:gd name="connsiteX4" fmla="*/ 74867 w 132397"/>
                <a:gd name="connsiteY4" fmla="*/ 128968 h 134302"/>
                <a:gd name="connsiteX5" fmla="*/ 51435 w 132397"/>
                <a:gd name="connsiteY5" fmla="*/ 134302 h 134302"/>
                <a:gd name="connsiteX6" fmla="*/ 24575 w 132397"/>
                <a:gd name="connsiteY6" fmla="*/ 127540 h 134302"/>
                <a:gd name="connsiteX7" fmla="*/ 6477 w 132397"/>
                <a:gd name="connsiteY7" fmla="*/ 107918 h 134302"/>
                <a:gd name="connsiteX8" fmla="*/ 0 w 132397"/>
                <a:gd name="connsiteY8" fmla="*/ 77724 h 134302"/>
                <a:gd name="connsiteX9" fmla="*/ 0 w 132397"/>
                <a:gd name="connsiteY9" fmla="*/ 0 h 134302"/>
                <a:gd name="connsiteX10" fmla="*/ 40481 w 132397"/>
                <a:gd name="connsiteY10" fmla="*/ 0 h 134302"/>
                <a:gd name="connsiteX11" fmla="*/ 40481 w 132397"/>
                <a:gd name="connsiteY11" fmla="*/ 72199 h 134302"/>
                <a:gd name="connsiteX12" fmla="*/ 47434 w 132397"/>
                <a:gd name="connsiteY12" fmla="*/ 92869 h 134302"/>
                <a:gd name="connsiteX13" fmla="*/ 66008 w 132397"/>
                <a:gd name="connsiteY13" fmla="*/ 100298 h 134302"/>
                <a:gd name="connsiteX14" fmla="*/ 84773 w 132397"/>
                <a:gd name="connsiteY14" fmla="*/ 92869 h 134302"/>
                <a:gd name="connsiteX15" fmla="*/ 91630 w 132397"/>
                <a:gd name="connsiteY15" fmla="*/ 72199 h 134302"/>
                <a:gd name="connsiteX16" fmla="*/ 91630 w 132397"/>
                <a:gd name="connsiteY16" fmla="*/ 0 h 134302"/>
                <a:gd name="connsiteX17" fmla="*/ 132398 w 132397"/>
                <a:gd name="connsiteY17" fmla="*/ 0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2397" h="134302">
                  <a:moveTo>
                    <a:pt x="132398" y="0"/>
                  </a:moveTo>
                  <a:lnTo>
                    <a:pt x="132398" y="132874"/>
                  </a:lnTo>
                  <a:lnTo>
                    <a:pt x="91630" y="132874"/>
                  </a:lnTo>
                  <a:lnTo>
                    <a:pt x="91630" y="114776"/>
                  </a:lnTo>
                  <a:cubicBezTo>
                    <a:pt x="87535" y="120682"/>
                    <a:pt x="81915" y="125349"/>
                    <a:pt x="74867" y="128968"/>
                  </a:cubicBezTo>
                  <a:cubicBezTo>
                    <a:pt x="67818" y="132588"/>
                    <a:pt x="60007" y="134302"/>
                    <a:pt x="51435" y="134302"/>
                  </a:cubicBezTo>
                  <a:cubicBezTo>
                    <a:pt x="41243" y="134302"/>
                    <a:pt x="32290" y="132017"/>
                    <a:pt x="24575" y="127540"/>
                  </a:cubicBezTo>
                  <a:cubicBezTo>
                    <a:pt x="16764" y="122968"/>
                    <a:pt x="10763" y="116491"/>
                    <a:pt x="6477" y="107918"/>
                  </a:cubicBezTo>
                  <a:cubicBezTo>
                    <a:pt x="2191" y="99346"/>
                    <a:pt x="0" y="89249"/>
                    <a:pt x="0" y="77724"/>
                  </a:cubicBezTo>
                  <a:lnTo>
                    <a:pt x="0" y="0"/>
                  </a:lnTo>
                  <a:lnTo>
                    <a:pt x="40481" y="0"/>
                  </a:lnTo>
                  <a:lnTo>
                    <a:pt x="40481" y="72199"/>
                  </a:lnTo>
                  <a:cubicBezTo>
                    <a:pt x="40481" y="81058"/>
                    <a:pt x="42767" y="88011"/>
                    <a:pt x="47434" y="92869"/>
                  </a:cubicBezTo>
                  <a:cubicBezTo>
                    <a:pt x="52102" y="97727"/>
                    <a:pt x="58198" y="100298"/>
                    <a:pt x="66008" y="100298"/>
                  </a:cubicBezTo>
                  <a:cubicBezTo>
                    <a:pt x="73819" y="100298"/>
                    <a:pt x="80201" y="97822"/>
                    <a:pt x="84773" y="92869"/>
                  </a:cubicBezTo>
                  <a:cubicBezTo>
                    <a:pt x="89345" y="87916"/>
                    <a:pt x="91630" y="81058"/>
                    <a:pt x="91630" y="72199"/>
                  </a:cubicBezTo>
                  <a:lnTo>
                    <a:pt x="91630" y="0"/>
                  </a:lnTo>
                  <a:lnTo>
                    <a:pt x="132398" y="0"/>
                  </a:lnTo>
                  <a:close/>
                </a:path>
              </a:pathLst>
            </a:custGeom>
            <a:grpFill/>
            <a:ln w="9525" cap="flat">
              <a:noFill/>
              <a:prstDash val="solid"/>
              <a:miter/>
            </a:ln>
          </p:spPr>
          <p:txBody>
            <a:bodyPr rtlCol="0" anchor="ctr"/>
            <a:lstStyle/>
            <a:p>
              <a:endParaRPr lang="fi-FI" sz="3200"/>
            </a:p>
          </p:txBody>
        </p:sp>
        <p:sp>
          <p:nvSpPr>
            <p:cNvPr id="558" name="Vapaamuotoinen: Muoto 557">
              <a:extLst>
                <a:ext uri="{FF2B5EF4-FFF2-40B4-BE49-F238E27FC236}">
                  <a16:creationId xmlns:a16="http://schemas.microsoft.com/office/drawing/2014/main" id="{6071ECE2-4125-58FD-5B2B-372DEC95F203}"/>
                </a:ext>
              </a:extLst>
            </p:cNvPr>
            <p:cNvSpPr/>
            <p:nvPr/>
          </p:nvSpPr>
          <p:spPr>
            <a:xfrm>
              <a:off x="4365306" y="2345150"/>
              <a:ext cx="132111" cy="134302"/>
            </a:xfrm>
            <a:custGeom>
              <a:avLst/>
              <a:gdLst>
                <a:gd name="connsiteX0" fmla="*/ 118205 w 132111"/>
                <a:gd name="connsiteY0" fmla="*/ 15145 h 134302"/>
                <a:gd name="connsiteX1" fmla="*/ 132112 w 132111"/>
                <a:gd name="connsiteY1" fmla="*/ 56674 h 134302"/>
                <a:gd name="connsiteX2" fmla="*/ 132112 w 132111"/>
                <a:gd name="connsiteY2" fmla="*/ 134303 h 134302"/>
                <a:gd name="connsiteX3" fmla="*/ 91630 w 132111"/>
                <a:gd name="connsiteY3" fmla="*/ 134303 h 134302"/>
                <a:gd name="connsiteX4" fmla="*/ 91630 w 132111"/>
                <a:gd name="connsiteY4" fmla="*/ 62103 h 134302"/>
                <a:gd name="connsiteX5" fmla="*/ 84773 w 132111"/>
                <a:gd name="connsiteY5" fmla="*/ 41434 h 134302"/>
                <a:gd name="connsiteX6" fmla="*/ 66199 w 132111"/>
                <a:gd name="connsiteY6" fmla="*/ 34004 h 134302"/>
                <a:gd name="connsiteX7" fmla="*/ 47625 w 132111"/>
                <a:gd name="connsiteY7" fmla="*/ 41434 h 134302"/>
                <a:gd name="connsiteX8" fmla="*/ 40767 w 132111"/>
                <a:gd name="connsiteY8" fmla="*/ 62103 h 134302"/>
                <a:gd name="connsiteX9" fmla="*/ 40767 w 132111"/>
                <a:gd name="connsiteY9" fmla="*/ 134303 h 134302"/>
                <a:gd name="connsiteX10" fmla="*/ 0 w 132111"/>
                <a:gd name="connsiteY10" fmla="*/ 134303 h 134302"/>
                <a:gd name="connsiteX11" fmla="*/ 0 w 132111"/>
                <a:gd name="connsiteY11" fmla="*/ 1429 h 134302"/>
                <a:gd name="connsiteX12" fmla="*/ 40767 w 132111"/>
                <a:gd name="connsiteY12" fmla="*/ 1429 h 134302"/>
                <a:gd name="connsiteX13" fmla="*/ 40767 w 132111"/>
                <a:gd name="connsiteY13" fmla="*/ 19050 h 134302"/>
                <a:gd name="connsiteX14" fmla="*/ 57436 w 132111"/>
                <a:gd name="connsiteY14" fmla="*/ 5143 h 134302"/>
                <a:gd name="connsiteX15" fmla="*/ 80963 w 132111"/>
                <a:gd name="connsiteY15" fmla="*/ 0 h 134302"/>
                <a:gd name="connsiteX16" fmla="*/ 118205 w 132111"/>
                <a:gd name="connsiteY16" fmla="*/ 15145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34302">
                  <a:moveTo>
                    <a:pt x="118205" y="15145"/>
                  </a:moveTo>
                  <a:cubicBezTo>
                    <a:pt x="127445" y="25241"/>
                    <a:pt x="132112" y="39053"/>
                    <a:pt x="132112" y="56674"/>
                  </a:cubicBezTo>
                  <a:lnTo>
                    <a:pt x="132112" y="134303"/>
                  </a:lnTo>
                  <a:lnTo>
                    <a:pt x="91630" y="134303"/>
                  </a:lnTo>
                  <a:lnTo>
                    <a:pt x="91630" y="62103"/>
                  </a:lnTo>
                  <a:cubicBezTo>
                    <a:pt x="91630" y="53245"/>
                    <a:pt x="89345" y="46291"/>
                    <a:pt x="84773" y="41434"/>
                  </a:cubicBezTo>
                  <a:cubicBezTo>
                    <a:pt x="80201" y="36576"/>
                    <a:pt x="74009" y="34004"/>
                    <a:pt x="66199" y="34004"/>
                  </a:cubicBezTo>
                  <a:cubicBezTo>
                    <a:pt x="58388" y="34004"/>
                    <a:pt x="52197" y="36481"/>
                    <a:pt x="47625" y="41434"/>
                  </a:cubicBezTo>
                  <a:cubicBezTo>
                    <a:pt x="43053" y="46387"/>
                    <a:pt x="40767" y="53245"/>
                    <a:pt x="40767" y="62103"/>
                  </a:cubicBezTo>
                  <a:lnTo>
                    <a:pt x="40767" y="134303"/>
                  </a:lnTo>
                  <a:lnTo>
                    <a:pt x="0" y="134303"/>
                  </a:lnTo>
                  <a:lnTo>
                    <a:pt x="0" y="1429"/>
                  </a:lnTo>
                  <a:lnTo>
                    <a:pt x="40767" y="1429"/>
                  </a:lnTo>
                  <a:lnTo>
                    <a:pt x="40767" y="19050"/>
                  </a:lnTo>
                  <a:cubicBezTo>
                    <a:pt x="44863" y="13145"/>
                    <a:pt x="50482" y="8572"/>
                    <a:pt x="57436" y="5143"/>
                  </a:cubicBezTo>
                  <a:cubicBezTo>
                    <a:pt x="64389" y="1714"/>
                    <a:pt x="72295" y="0"/>
                    <a:pt x="80963" y="0"/>
                  </a:cubicBezTo>
                  <a:cubicBezTo>
                    <a:pt x="96488" y="0"/>
                    <a:pt x="108966" y="5048"/>
                    <a:pt x="118205" y="15145"/>
                  </a:cubicBezTo>
                  <a:close/>
                </a:path>
              </a:pathLst>
            </a:custGeom>
            <a:grpFill/>
            <a:ln w="9525" cap="flat">
              <a:noFill/>
              <a:prstDash val="solid"/>
              <a:miter/>
            </a:ln>
          </p:spPr>
          <p:txBody>
            <a:bodyPr rtlCol="0" anchor="ctr"/>
            <a:lstStyle/>
            <a:p>
              <a:endParaRPr lang="fi-FI" sz="3200"/>
            </a:p>
          </p:txBody>
        </p:sp>
        <p:sp>
          <p:nvSpPr>
            <p:cNvPr id="559" name="Vapaamuotoinen: Muoto 558">
              <a:extLst>
                <a:ext uri="{FF2B5EF4-FFF2-40B4-BE49-F238E27FC236}">
                  <a16:creationId xmlns:a16="http://schemas.microsoft.com/office/drawing/2014/main" id="{5B334C7B-AA07-C360-014F-1AB3046CF229}"/>
                </a:ext>
              </a:extLst>
            </p:cNvPr>
            <p:cNvSpPr/>
            <p:nvPr/>
          </p:nvSpPr>
          <p:spPr>
            <a:xfrm>
              <a:off x="4521993" y="2288762"/>
              <a:ext cx="48291"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335" y="2096"/>
                    <a:pt x="17145" y="0"/>
                    <a:pt x="24289" y="0"/>
                  </a:cubicBezTo>
                  <a:cubicBezTo>
                    <a:pt x="31433" y="0"/>
                    <a:pt x="37052" y="2096"/>
                    <a:pt x="41529" y="6287"/>
                  </a:cubicBezTo>
                  <a:cubicBezTo>
                    <a:pt x="46006" y="10478"/>
                    <a:pt x="48292" y="15812"/>
                    <a:pt x="48292" y="22098"/>
                  </a:cubicBezTo>
                  <a:cubicBezTo>
                    <a:pt x="48292" y="28385"/>
                    <a:pt x="46006" y="33528"/>
                    <a:pt x="41529" y="37719"/>
                  </a:cubicBezTo>
                  <a:cubicBezTo>
                    <a:pt x="36957"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grpFill/>
            <a:ln w="9525" cap="flat">
              <a:noFill/>
              <a:prstDash val="solid"/>
              <a:miter/>
            </a:ln>
          </p:spPr>
          <p:txBody>
            <a:bodyPr rtlCol="0" anchor="ctr"/>
            <a:lstStyle/>
            <a:p>
              <a:endParaRPr lang="fi-FI" sz="3200"/>
            </a:p>
          </p:txBody>
        </p:sp>
        <p:sp>
          <p:nvSpPr>
            <p:cNvPr id="560" name="Vapaamuotoinen: Muoto 559">
              <a:extLst>
                <a:ext uri="{FF2B5EF4-FFF2-40B4-BE49-F238E27FC236}">
                  <a16:creationId xmlns:a16="http://schemas.microsoft.com/office/drawing/2014/main" id="{DF69CE4B-15E7-5925-DB84-F1D62395061E}"/>
                </a:ext>
              </a:extLst>
            </p:cNvPr>
            <p:cNvSpPr/>
            <p:nvPr/>
          </p:nvSpPr>
          <p:spPr>
            <a:xfrm>
              <a:off x="4587906" y="2344673"/>
              <a:ext cx="140208" cy="136683"/>
            </a:xfrm>
            <a:custGeom>
              <a:avLst/>
              <a:gdLst>
                <a:gd name="connsiteX0" fmla="*/ 7810 w 140208"/>
                <a:gd name="connsiteY0" fmla="*/ 32195 h 136683"/>
                <a:gd name="connsiteX1" fmla="*/ 28861 w 140208"/>
                <a:gd name="connsiteY1" fmla="*/ 8382 h 136683"/>
                <a:gd name="connsiteX2" fmla="*/ 58579 w 140208"/>
                <a:gd name="connsiteY2" fmla="*/ 0 h 136683"/>
                <a:gd name="connsiteX3" fmla="*/ 83249 w 140208"/>
                <a:gd name="connsiteY3" fmla="*/ 5715 h 136683"/>
                <a:gd name="connsiteX4" fmla="*/ 99536 w 140208"/>
                <a:gd name="connsiteY4" fmla="*/ 20669 h 136683"/>
                <a:gd name="connsiteX5" fmla="*/ 99536 w 140208"/>
                <a:gd name="connsiteY5" fmla="*/ 1905 h 136683"/>
                <a:gd name="connsiteX6" fmla="*/ 140208 w 140208"/>
                <a:gd name="connsiteY6" fmla="*/ 1905 h 136683"/>
                <a:gd name="connsiteX7" fmla="*/ 140208 w 140208"/>
                <a:gd name="connsiteY7" fmla="*/ 134779 h 136683"/>
                <a:gd name="connsiteX8" fmla="*/ 99536 w 140208"/>
                <a:gd name="connsiteY8" fmla="*/ 134779 h 136683"/>
                <a:gd name="connsiteX9" fmla="*/ 99536 w 140208"/>
                <a:gd name="connsiteY9" fmla="*/ 115919 h 136683"/>
                <a:gd name="connsiteX10" fmla="*/ 82963 w 140208"/>
                <a:gd name="connsiteY10" fmla="*/ 130969 h 136683"/>
                <a:gd name="connsiteX11" fmla="*/ 58293 w 140208"/>
                <a:gd name="connsiteY11" fmla="*/ 136684 h 136683"/>
                <a:gd name="connsiteX12" fmla="*/ 28766 w 140208"/>
                <a:gd name="connsiteY12" fmla="*/ 128207 h 136683"/>
                <a:gd name="connsiteX13" fmla="*/ 7715 w 140208"/>
                <a:gd name="connsiteY13" fmla="*/ 104108 h 136683"/>
                <a:gd name="connsiteX14" fmla="*/ 0 w 140208"/>
                <a:gd name="connsiteY14" fmla="*/ 68009 h 136683"/>
                <a:gd name="connsiteX15" fmla="*/ 7715 w 140208"/>
                <a:gd name="connsiteY15" fmla="*/ 32004 h 136683"/>
                <a:gd name="connsiteX16" fmla="*/ 91154 w 140208"/>
                <a:gd name="connsiteY16" fmla="*/ 44387 h 136683"/>
                <a:gd name="connsiteX17" fmla="*/ 70580 w 140208"/>
                <a:gd name="connsiteY17" fmla="*/ 35623 h 136683"/>
                <a:gd name="connsiteX18" fmla="*/ 50006 w 140208"/>
                <a:gd name="connsiteY18" fmla="*/ 44291 h 136683"/>
                <a:gd name="connsiteX19" fmla="*/ 41529 w 140208"/>
                <a:gd name="connsiteY19" fmla="*/ 68199 h 136683"/>
                <a:gd name="connsiteX20" fmla="*/ 50006 w 140208"/>
                <a:gd name="connsiteY20" fmla="*/ 92393 h 136683"/>
                <a:gd name="connsiteX21" fmla="*/ 70580 w 140208"/>
                <a:gd name="connsiteY21" fmla="*/ 101346 h 136683"/>
                <a:gd name="connsiteX22" fmla="*/ 91154 w 140208"/>
                <a:gd name="connsiteY22" fmla="*/ 92583 h 136683"/>
                <a:gd name="connsiteX23" fmla="*/ 99631 w 140208"/>
                <a:gd name="connsiteY23" fmla="*/ 68485 h 136683"/>
                <a:gd name="connsiteX24" fmla="*/ 91154 w 140208"/>
                <a:gd name="connsiteY24" fmla="*/ 44482 h 136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8" h="136683">
                  <a:moveTo>
                    <a:pt x="7810" y="32195"/>
                  </a:moveTo>
                  <a:cubicBezTo>
                    <a:pt x="12954" y="21908"/>
                    <a:pt x="20002" y="13907"/>
                    <a:pt x="28861" y="8382"/>
                  </a:cubicBezTo>
                  <a:cubicBezTo>
                    <a:pt x="37719" y="2858"/>
                    <a:pt x="47720" y="0"/>
                    <a:pt x="58579" y="0"/>
                  </a:cubicBezTo>
                  <a:cubicBezTo>
                    <a:pt x="67913" y="0"/>
                    <a:pt x="76200" y="1905"/>
                    <a:pt x="83249" y="5715"/>
                  </a:cubicBezTo>
                  <a:cubicBezTo>
                    <a:pt x="90297" y="9525"/>
                    <a:pt x="95726" y="14478"/>
                    <a:pt x="99536" y="20669"/>
                  </a:cubicBezTo>
                  <a:lnTo>
                    <a:pt x="99536" y="1905"/>
                  </a:lnTo>
                  <a:lnTo>
                    <a:pt x="140208" y="1905"/>
                  </a:lnTo>
                  <a:lnTo>
                    <a:pt x="140208" y="134779"/>
                  </a:lnTo>
                  <a:lnTo>
                    <a:pt x="99536" y="134779"/>
                  </a:lnTo>
                  <a:lnTo>
                    <a:pt x="99536" y="115919"/>
                  </a:lnTo>
                  <a:cubicBezTo>
                    <a:pt x="95536" y="122111"/>
                    <a:pt x="90011" y="127159"/>
                    <a:pt x="82963" y="130969"/>
                  </a:cubicBezTo>
                  <a:cubicBezTo>
                    <a:pt x="75914" y="134779"/>
                    <a:pt x="67723" y="136684"/>
                    <a:pt x="58293" y="136684"/>
                  </a:cubicBezTo>
                  <a:cubicBezTo>
                    <a:pt x="47530" y="136684"/>
                    <a:pt x="37624" y="133826"/>
                    <a:pt x="28766" y="128207"/>
                  </a:cubicBezTo>
                  <a:cubicBezTo>
                    <a:pt x="19907" y="122587"/>
                    <a:pt x="12859" y="114586"/>
                    <a:pt x="7715" y="104108"/>
                  </a:cubicBezTo>
                  <a:cubicBezTo>
                    <a:pt x="2572" y="93726"/>
                    <a:pt x="0" y="81725"/>
                    <a:pt x="0" y="68009"/>
                  </a:cubicBezTo>
                  <a:cubicBezTo>
                    <a:pt x="0" y="54293"/>
                    <a:pt x="2572" y="42386"/>
                    <a:pt x="7715" y="32004"/>
                  </a:cubicBezTo>
                  <a:close/>
                  <a:moveTo>
                    <a:pt x="91154" y="44387"/>
                  </a:moveTo>
                  <a:cubicBezTo>
                    <a:pt x="85535" y="38481"/>
                    <a:pt x="78677" y="35623"/>
                    <a:pt x="70580" y="35623"/>
                  </a:cubicBezTo>
                  <a:cubicBezTo>
                    <a:pt x="62484" y="35623"/>
                    <a:pt x="55626" y="38481"/>
                    <a:pt x="50006" y="44291"/>
                  </a:cubicBezTo>
                  <a:cubicBezTo>
                    <a:pt x="44387" y="50102"/>
                    <a:pt x="41529" y="58103"/>
                    <a:pt x="41529" y="68199"/>
                  </a:cubicBezTo>
                  <a:cubicBezTo>
                    <a:pt x="41529" y="78296"/>
                    <a:pt x="44387" y="86392"/>
                    <a:pt x="50006" y="92393"/>
                  </a:cubicBezTo>
                  <a:cubicBezTo>
                    <a:pt x="55626" y="98393"/>
                    <a:pt x="62484" y="101346"/>
                    <a:pt x="70580" y="101346"/>
                  </a:cubicBezTo>
                  <a:cubicBezTo>
                    <a:pt x="78677" y="101346"/>
                    <a:pt x="85535" y="98393"/>
                    <a:pt x="91154" y="92583"/>
                  </a:cubicBezTo>
                  <a:cubicBezTo>
                    <a:pt x="96774" y="86678"/>
                    <a:pt x="99631" y="78677"/>
                    <a:pt x="99631" y="68485"/>
                  </a:cubicBezTo>
                  <a:cubicBezTo>
                    <a:pt x="99631" y="58293"/>
                    <a:pt x="96774" y="50292"/>
                    <a:pt x="91154" y="44482"/>
                  </a:cubicBezTo>
                  <a:close/>
                </a:path>
              </a:pathLst>
            </a:custGeom>
            <a:grpFill/>
            <a:ln w="9525" cap="flat">
              <a:noFill/>
              <a:prstDash val="solid"/>
              <a:miter/>
            </a:ln>
          </p:spPr>
          <p:txBody>
            <a:bodyPr rtlCol="0" anchor="ctr"/>
            <a:lstStyle/>
            <a:p>
              <a:endParaRPr lang="fi-FI" sz="3200"/>
            </a:p>
          </p:txBody>
        </p:sp>
        <p:sp>
          <p:nvSpPr>
            <p:cNvPr id="561" name="Vapaamuotoinen: Muoto 560">
              <a:extLst>
                <a:ext uri="{FF2B5EF4-FFF2-40B4-BE49-F238E27FC236}">
                  <a16:creationId xmlns:a16="http://schemas.microsoft.com/office/drawing/2014/main" id="{C5046A60-1732-5AEB-87CA-490626AE2815}"/>
                </a:ext>
              </a:extLst>
            </p:cNvPr>
            <p:cNvSpPr/>
            <p:nvPr/>
          </p:nvSpPr>
          <p:spPr>
            <a:xfrm>
              <a:off x="4753926" y="2288762"/>
              <a:ext cx="48291"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335" y="2096"/>
                    <a:pt x="17145" y="0"/>
                    <a:pt x="24289" y="0"/>
                  </a:cubicBezTo>
                  <a:cubicBezTo>
                    <a:pt x="31433" y="0"/>
                    <a:pt x="37052" y="2096"/>
                    <a:pt x="41529" y="6287"/>
                  </a:cubicBezTo>
                  <a:cubicBezTo>
                    <a:pt x="46006" y="10478"/>
                    <a:pt x="48292" y="15812"/>
                    <a:pt x="48292" y="22098"/>
                  </a:cubicBezTo>
                  <a:cubicBezTo>
                    <a:pt x="48292" y="28385"/>
                    <a:pt x="46006" y="33528"/>
                    <a:pt x="41529" y="37719"/>
                  </a:cubicBezTo>
                  <a:cubicBezTo>
                    <a:pt x="36957"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grpFill/>
            <a:ln w="9525" cap="flat">
              <a:noFill/>
              <a:prstDash val="solid"/>
              <a:miter/>
            </a:ln>
          </p:spPr>
          <p:txBody>
            <a:bodyPr rtlCol="0" anchor="ctr"/>
            <a:lstStyle/>
            <a:p>
              <a:endParaRPr lang="fi-FI" sz="3200"/>
            </a:p>
          </p:txBody>
        </p:sp>
        <p:sp>
          <p:nvSpPr>
            <p:cNvPr id="562" name="Vapaamuotoinen: Muoto 561">
              <a:extLst>
                <a:ext uri="{FF2B5EF4-FFF2-40B4-BE49-F238E27FC236}">
                  <a16:creationId xmlns:a16="http://schemas.microsoft.com/office/drawing/2014/main" id="{BFEA212E-48B4-854A-5A7A-F666C98F1389}"/>
                </a:ext>
              </a:extLst>
            </p:cNvPr>
            <p:cNvSpPr/>
            <p:nvPr/>
          </p:nvSpPr>
          <p:spPr>
            <a:xfrm>
              <a:off x="4828031" y="2345150"/>
              <a:ext cx="132111" cy="134302"/>
            </a:xfrm>
            <a:custGeom>
              <a:avLst/>
              <a:gdLst>
                <a:gd name="connsiteX0" fmla="*/ 118205 w 132111"/>
                <a:gd name="connsiteY0" fmla="*/ 15145 h 134302"/>
                <a:gd name="connsiteX1" fmla="*/ 132112 w 132111"/>
                <a:gd name="connsiteY1" fmla="*/ 56674 h 134302"/>
                <a:gd name="connsiteX2" fmla="*/ 132112 w 132111"/>
                <a:gd name="connsiteY2" fmla="*/ 134303 h 134302"/>
                <a:gd name="connsiteX3" fmla="*/ 91631 w 132111"/>
                <a:gd name="connsiteY3" fmla="*/ 134303 h 134302"/>
                <a:gd name="connsiteX4" fmla="*/ 91631 w 132111"/>
                <a:gd name="connsiteY4" fmla="*/ 62103 h 134302"/>
                <a:gd name="connsiteX5" fmla="*/ 84773 w 132111"/>
                <a:gd name="connsiteY5" fmla="*/ 41434 h 134302"/>
                <a:gd name="connsiteX6" fmla="*/ 66199 w 132111"/>
                <a:gd name="connsiteY6" fmla="*/ 34004 h 134302"/>
                <a:gd name="connsiteX7" fmla="*/ 47625 w 132111"/>
                <a:gd name="connsiteY7" fmla="*/ 41434 h 134302"/>
                <a:gd name="connsiteX8" fmla="*/ 40767 w 132111"/>
                <a:gd name="connsiteY8" fmla="*/ 62103 h 134302"/>
                <a:gd name="connsiteX9" fmla="*/ 40767 w 132111"/>
                <a:gd name="connsiteY9" fmla="*/ 134303 h 134302"/>
                <a:gd name="connsiteX10" fmla="*/ 0 w 132111"/>
                <a:gd name="connsiteY10" fmla="*/ 134303 h 134302"/>
                <a:gd name="connsiteX11" fmla="*/ 0 w 132111"/>
                <a:gd name="connsiteY11" fmla="*/ 1429 h 134302"/>
                <a:gd name="connsiteX12" fmla="*/ 40767 w 132111"/>
                <a:gd name="connsiteY12" fmla="*/ 1429 h 134302"/>
                <a:gd name="connsiteX13" fmla="*/ 40767 w 132111"/>
                <a:gd name="connsiteY13" fmla="*/ 19050 h 134302"/>
                <a:gd name="connsiteX14" fmla="*/ 57436 w 132111"/>
                <a:gd name="connsiteY14" fmla="*/ 5143 h 134302"/>
                <a:gd name="connsiteX15" fmla="*/ 80963 w 132111"/>
                <a:gd name="connsiteY15" fmla="*/ 0 h 134302"/>
                <a:gd name="connsiteX16" fmla="*/ 118205 w 132111"/>
                <a:gd name="connsiteY16" fmla="*/ 15145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34302">
                  <a:moveTo>
                    <a:pt x="118205" y="15145"/>
                  </a:moveTo>
                  <a:cubicBezTo>
                    <a:pt x="127445" y="25241"/>
                    <a:pt x="132112" y="39053"/>
                    <a:pt x="132112" y="56674"/>
                  </a:cubicBezTo>
                  <a:lnTo>
                    <a:pt x="132112" y="134303"/>
                  </a:lnTo>
                  <a:lnTo>
                    <a:pt x="91631" y="134303"/>
                  </a:lnTo>
                  <a:lnTo>
                    <a:pt x="91631" y="62103"/>
                  </a:lnTo>
                  <a:cubicBezTo>
                    <a:pt x="91631" y="53245"/>
                    <a:pt x="89345" y="46291"/>
                    <a:pt x="84773" y="41434"/>
                  </a:cubicBezTo>
                  <a:cubicBezTo>
                    <a:pt x="80201" y="36576"/>
                    <a:pt x="74009" y="34004"/>
                    <a:pt x="66199" y="34004"/>
                  </a:cubicBezTo>
                  <a:cubicBezTo>
                    <a:pt x="58388" y="34004"/>
                    <a:pt x="52197" y="36481"/>
                    <a:pt x="47625" y="41434"/>
                  </a:cubicBezTo>
                  <a:cubicBezTo>
                    <a:pt x="43053" y="46387"/>
                    <a:pt x="40767" y="53245"/>
                    <a:pt x="40767" y="62103"/>
                  </a:cubicBezTo>
                  <a:lnTo>
                    <a:pt x="40767" y="134303"/>
                  </a:lnTo>
                  <a:lnTo>
                    <a:pt x="0" y="134303"/>
                  </a:lnTo>
                  <a:lnTo>
                    <a:pt x="0" y="1429"/>
                  </a:lnTo>
                  <a:lnTo>
                    <a:pt x="40767" y="1429"/>
                  </a:lnTo>
                  <a:lnTo>
                    <a:pt x="40767" y="19050"/>
                  </a:lnTo>
                  <a:cubicBezTo>
                    <a:pt x="44863" y="13145"/>
                    <a:pt x="50483" y="8572"/>
                    <a:pt x="57436" y="5143"/>
                  </a:cubicBezTo>
                  <a:cubicBezTo>
                    <a:pt x="64389" y="1714"/>
                    <a:pt x="72295" y="0"/>
                    <a:pt x="80963" y="0"/>
                  </a:cubicBezTo>
                  <a:cubicBezTo>
                    <a:pt x="96488" y="0"/>
                    <a:pt x="108966" y="5048"/>
                    <a:pt x="118205" y="15145"/>
                  </a:cubicBezTo>
                  <a:close/>
                </a:path>
              </a:pathLst>
            </a:custGeom>
            <a:grpFill/>
            <a:ln w="9525" cap="flat">
              <a:noFill/>
              <a:prstDash val="solid"/>
              <a:miter/>
            </a:ln>
          </p:spPr>
          <p:txBody>
            <a:bodyPr rtlCol="0" anchor="ctr"/>
            <a:lstStyle/>
            <a:p>
              <a:endParaRPr lang="fi-FI" sz="3200"/>
            </a:p>
          </p:txBody>
        </p:sp>
        <p:sp>
          <p:nvSpPr>
            <p:cNvPr id="563" name="Vapaamuotoinen: Muoto 562">
              <a:extLst>
                <a:ext uri="{FF2B5EF4-FFF2-40B4-BE49-F238E27FC236}">
                  <a16:creationId xmlns:a16="http://schemas.microsoft.com/office/drawing/2014/main" id="{C192822C-C9B5-72A9-0138-D0240E1986FC}"/>
                </a:ext>
              </a:extLst>
            </p:cNvPr>
            <p:cNvSpPr/>
            <p:nvPr/>
          </p:nvSpPr>
          <p:spPr>
            <a:xfrm>
              <a:off x="4980431" y="2344578"/>
              <a:ext cx="133350" cy="136779"/>
            </a:xfrm>
            <a:custGeom>
              <a:avLst/>
              <a:gdLst>
                <a:gd name="connsiteX0" fmla="*/ 132588 w 133350"/>
                <a:gd name="connsiteY0" fmla="*/ 78200 h 136779"/>
                <a:gd name="connsiteX1" fmla="*/ 40481 w 133350"/>
                <a:gd name="connsiteY1" fmla="*/ 78200 h 136779"/>
                <a:gd name="connsiteX2" fmla="*/ 48482 w 133350"/>
                <a:gd name="connsiteY2" fmla="*/ 97155 h 136779"/>
                <a:gd name="connsiteX3" fmla="*/ 65723 w 133350"/>
                <a:gd name="connsiteY3" fmla="*/ 103727 h 136779"/>
                <a:gd name="connsiteX4" fmla="*/ 86963 w 133350"/>
                <a:gd name="connsiteY4" fmla="*/ 90869 h 136779"/>
                <a:gd name="connsiteX5" fmla="*/ 130302 w 133350"/>
                <a:gd name="connsiteY5" fmla="*/ 90869 h 136779"/>
                <a:gd name="connsiteX6" fmla="*/ 118301 w 133350"/>
                <a:gd name="connsiteY6" fmla="*/ 114395 h 136779"/>
                <a:gd name="connsiteX7" fmla="*/ 96488 w 133350"/>
                <a:gd name="connsiteY7" fmla="*/ 130873 h 136779"/>
                <a:gd name="connsiteX8" fmla="*/ 67151 w 133350"/>
                <a:gd name="connsiteY8" fmla="*/ 136779 h 136779"/>
                <a:gd name="connsiteX9" fmla="*/ 32385 w 133350"/>
                <a:gd name="connsiteY9" fmla="*/ 128397 h 136779"/>
                <a:gd name="connsiteX10" fmla="*/ 8573 w 133350"/>
                <a:gd name="connsiteY10" fmla="*/ 104584 h 136779"/>
                <a:gd name="connsiteX11" fmla="*/ 0 w 133350"/>
                <a:gd name="connsiteY11" fmla="*/ 68390 h 136779"/>
                <a:gd name="connsiteX12" fmla="*/ 8477 w 133350"/>
                <a:gd name="connsiteY12" fmla="*/ 32194 h 136779"/>
                <a:gd name="connsiteX13" fmla="*/ 32195 w 133350"/>
                <a:gd name="connsiteY13" fmla="*/ 8382 h 136779"/>
                <a:gd name="connsiteX14" fmla="*/ 67151 w 133350"/>
                <a:gd name="connsiteY14" fmla="*/ 0 h 136779"/>
                <a:gd name="connsiteX15" fmla="*/ 101441 w 133350"/>
                <a:gd name="connsiteY15" fmla="*/ 8096 h 136779"/>
                <a:gd name="connsiteX16" fmla="*/ 124873 w 133350"/>
                <a:gd name="connsiteY16" fmla="*/ 31147 h 136779"/>
                <a:gd name="connsiteX17" fmla="*/ 133350 w 133350"/>
                <a:gd name="connsiteY17" fmla="*/ 66104 h 136779"/>
                <a:gd name="connsiteX18" fmla="*/ 132588 w 133350"/>
                <a:gd name="connsiteY18" fmla="*/ 78010 h 136779"/>
                <a:gd name="connsiteX19" fmla="*/ 91631 w 133350"/>
                <a:gd name="connsiteY19" fmla="*/ 55531 h 136779"/>
                <a:gd name="connsiteX20" fmla="*/ 84487 w 133350"/>
                <a:gd name="connsiteY20" fmla="*/ 38862 h 136779"/>
                <a:gd name="connsiteX21" fmla="*/ 66580 w 133350"/>
                <a:gd name="connsiteY21" fmla="*/ 32671 h 136779"/>
                <a:gd name="connsiteX22" fmla="*/ 49340 w 133350"/>
                <a:gd name="connsiteY22" fmla="*/ 38576 h 136779"/>
                <a:gd name="connsiteX23" fmla="*/ 40672 w 133350"/>
                <a:gd name="connsiteY23" fmla="*/ 55531 h 136779"/>
                <a:gd name="connsiteX24" fmla="*/ 91631 w 133350"/>
                <a:gd name="connsiteY24" fmla="*/ 55531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3350" h="136779">
                  <a:moveTo>
                    <a:pt x="132588" y="78200"/>
                  </a:moveTo>
                  <a:lnTo>
                    <a:pt x="40481" y="78200"/>
                  </a:lnTo>
                  <a:cubicBezTo>
                    <a:pt x="41148" y="86487"/>
                    <a:pt x="43815" y="92773"/>
                    <a:pt x="48482" y="97155"/>
                  </a:cubicBezTo>
                  <a:cubicBezTo>
                    <a:pt x="53150" y="101536"/>
                    <a:pt x="58960" y="103727"/>
                    <a:pt x="65723" y="103727"/>
                  </a:cubicBezTo>
                  <a:cubicBezTo>
                    <a:pt x="75914" y="103727"/>
                    <a:pt x="82963" y="99441"/>
                    <a:pt x="86963" y="90869"/>
                  </a:cubicBezTo>
                  <a:lnTo>
                    <a:pt x="130302" y="90869"/>
                  </a:lnTo>
                  <a:cubicBezTo>
                    <a:pt x="128111" y="99632"/>
                    <a:pt x="124111" y="107442"/>
                    <a:pt x="118301" y="114395"/>
                  </a:cubicBezTo>
                  <a:cubicBezTo>
                    <a:pt x="112490" y="121348"/>
                    <a:pt x="105251" y="126873"/>
                    <a:pt x="96488" y="130873"/>
                  </a:cubicBezTo>
                  <a:cubicBezTo>
                    <a:pt x="87725" y="134874"/>
                    <a:pt x="78010" y="136779"/>
                    <a:pt x="67151" y="136779"/>
                  </a:cubicBezTo>
                  <a:cubicBezTo>
                    <a:pt x="54102" y="136779"/>
                    <a:pt x="42577" y="134017"/>
                    <a:pt x="32385" y="128397"/>
                  </a:cubicBezTo>
                  <a:cubicBezTo>
                    <a:pt x="22193" y="122872"/>
                    <a:pt x="14288" y="114871"/>
                    <a:pt x="8573" y="104584"/>
                  </a:cubicBezTo>
                  <a:cubicBezTo>
                    <a:pt x="2858" y="94297"/>
                    <a:pt x="0" y="82201"/>
                    <a:pt x="0" y="68390"/>
                  </a:cubicBezTo>
                  <a:cubicBezTo>
                    <a:pt x="0" y="54578"/>
                    <a:pt x="2762" y="42481"/>
                    <a:pt x="8477" y="32194"/>
                  </a:cubicBezTo>
                  <a:cubicBezTo>
                    <a:pt x="14097" y="21907"/>
                    <a:pt x="22003" y="13906"/>
                    <a:pt x="32195" y="8382"/>
                  </a:cubicBezTo>
                  <a:cubicBezTo>
                    <a:pt x="42386" y="2857"/>
                    <a:pt x="54007" y="0"/>
                    <a:pt x="67151" y="0"/>
                  </a:cubicBezTo>
                  <a:cubicBezTo>
                    <a:pt x="80296" y="0"/>
                    <a:pt x="91440" y="2667"/>
                    <a:pt x="101441" y="8096"/>
                  </a:cubicBezTo>
                  <a:cubicBezTo>
                    <a:pt x="111443" y="13525"/>
                    <a:pt x="119253" y="21241"/>
                    <a:pt x="124873" y="31147"/>
                  </a:cubicBezTo>
                  <a:cubicBezTo>
                    <a:pt x="130493" y="41053"/>
                    <a:pt x="133350" y="52768"/>
                    <a:pt x="133350" y="66104"/>
                  </a:cubicBezTo>
                  <a:cubicBezTo>
                    <a:pt x="133350" y="69914"/>
                    <a:pt x="133064" y="73914"/>
                    <a:pt x="132588" y="78010"/>
                  </a:cubicBezTo>
                  <a:close/>
                  <a:moveTo>
                    <a:pt x="91631" y="55531"/>
                  </a:moveTo>
                  <a:cubicBezTo>
                    <a:pt x="91631" y="48578"/>
                    <a:pt x="89249" y="42958"/>
                    <a:pt x="84487" y="38862"/>
                  </a:cubicBezTo>
                  <a:cubicBezTo>
                    <a:pt x="79724" y="34766"/>
                    <a:pt x="73819" y="32671"/>
                    <a:pt x="66580" y="32671"/>
                  </a:cubicBezTo>
                  <a:cubicBezTo>
                    <a:pt x="59341" y="32671"/>
                    <a:pt x="54007" y="34671"/>
                    <a:pt x="49340" y="38576"/>
                  </a:cubicBezTo>
                  <a:cubicBezTo>
                    <a:pt x="44672" y="42577"/>
                    <a:pt x="41720" y="48197"/>
                    <a:pt x="40672" y="55531"/>
                  </a:cubicBezTo>
                  <a:lnTo>
                    <a:pt x="91631" y="55531"/>
                  </a:lnTo>
                  <a:close/>
                </a:path>
              </a:pathLst>
            </a:custGeom>
            <a:grpFill/>
            <a:ln w="9525" cap="flat">
              <a:noFill/>
              <a:prstDash val="solid"/>
              <a:miter/>
            </a:ln>
          </p:spPr>
          <p:txBody>
            <a:bodyPr rtlCol="0" anchor="ctr"/>
            <a:lstStyle/>
            <a:p>
              <a:endParaRPr lang="fi-FI" sz="3200"/>
            </a:p>
          </p:txBody>
        </p:sp>
        <p:sp>
          <p:nvSpPr>
            <p:cNvPr id="564" name="Vapaamuotoinen: Muoto 563">
              <a:extLst>
                <a:ext uri="{FF2B5EF4-FFF2-40B4-BE49-F238E27FC236}">
                  <a16:creationId xmlns:a16="http://schemas.microsoft.com/office/drawing/2014/main" id="{C21EF03E-EE0B-2376-138F-5E89F3E34DC1}"/>
                </a:ext>
              </a:extLst>
            </p:cNvPr>
            <p:cNvSpPr/>
            <p:nvPr/>
          </p:nvSpPr>
          <p:spPr>
            <a:xfrm>
              <a:off x="5135212" y="2345150"/>
              <a:ext cx="132111" cy="134302"/>
            </a:xfrm>
            <a:custGeom>
              <a:avLst/>
              <a:gdLst>
                <a:gd name="connsiteX0" fmla="*/ 118205 w 132111"/>
                <a:gd name="connsiteY0" fmla="*/ 15145 h 134302"/>
                <a:gd name="connsiteX1" fmla="*/ 132112 w 132111"/>
                <a:gd name="connsiteY1" fmla="*/ 56674 h 134302"/>
                <a:gd name="connsiteX2" fmla="*/ 132112 w 132111"/>
                <a:gd name="connsiteY2" fmla="*/ 134303 h 134302"/>
                <a:gd name="connsiteX3" fmla="*/ 91630 w 132111"/>
                <a:gd name="connsiteY3" fmla="*/ 134303 h 134302"/>
                <a:gd name="connsiteX4" fmla="*/ 91630 w 132111"/>
                <a:gd name="connsiteY4" fmla="*/ 62103 h 134302"/>
                <a:gd name="connsiteX5" fmla="*/ 84772 w 132111"/>
                <a:gd name="connsiteY5" fmla="*/ 41434 h 134302"/>
                <a:gd name="connsiteX6" fmla="*/ 66199 w 132111"/>
                <a:gd name="connsiteY6" fmla="*/ 34004 h 134302"/>
                <a:gd name="connsiteX7" fmla="*/ 47625 w 132111"/>
                <a:gd name="connsiteY7" fmla="*/ 41434 h 134302"/>
                <a:gd name="connsiteX8" fmla="*/ 40767 w 132111"/>
                <a:gd name="connsiteY8" fmla="*/ 62103 h 134302"/>
                <a:gd name="connsiteX9" fmla="*/ 40767 w 132111"/>
                <a:gd name="connsiteY9" fmla="*/ 134303 h 134302"/>
                <a:gd name="connsiteX10" fmla="*/ 0 w 132111"/>
                <a:gd name="connsiteY10" fmla="*/ 134303 h 134302"/>
                <a:gd name="connsiteX11" fmla="*/ 0 w 132111"/>
                <a:gd name="connsiteY11" fmla="*/ 1429 h 134302"/>
                <a:gd name="connsiteX12" fmla="*/ 40767 w 132111"/>
                <a:gd name="connsiteY12" fmla="*/ 1429 h 134302"/>
                <a:gd name="connsiteX13" fmla="*/ 40767 w 132111"/>
                <a:gd name="connsiteY13" fmla="*/ 19050 h 134302"/>
                <a:gd name="connsiteX14" fmla="*/ 57436 w 132111"/>
                <a:gd name="connsiteY14" fmla="*/ 5143 h 134302"/>
                <a:gd name="connsiteX15" fmla="*/ 80963 w 132111"/>
                <a:gd name="connsiteY15" fmla="*/ 0 h 134302"/>
                <a:gd name="connsiteX16" fmla="*/ 118205 w 132111"/>
                <a:gd name="connsiteY16" fmla="*/ 15145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34302">
                  <a:moveTo>
                    <a:pt x="118205" y="15145"/>
                  </a:moveTo>
                  <a:cubicBezTo>
                    <a:pt x="127444" y="25241"/>
                    <a:pt x="132112" y="39053"/>
                    <a:pt x="132112" y="56674"/>
                  </a:cubicBezTo>
                  <a:lnTo>
                    <a:pt x="132112" y="134303"/>
                  </a:lnTo>
                  <a:lnTo>
                    <a:pt x="91630" y="134303"/>
                  </a:lnTo>
                  <a:lnTo>
                    <a:pt x="91630" y="62103"/>
                  </a:lnTo>
                  <a:cubicBezTo>
                    <a:pt x="91630" y="53245"/>
                    <a:pt x="89344" y="46291"/>
                    <a:pt x="84772" y="41434"/>
                  </a:cubicBezTo>
                  <a:cubicBezTo>
                    <a:pt x="80200" y="36576"/>
                    <a:pt x="74009" y="34004"/>
                    <a:pt x="66199" y="34004"/>
                  </a:cubicBezTo>
                  <a:cubicBezTo>
                    <a:pt x="58388" y="34004"/>
                    <a:pt x="52197" y="36481"/>
                    <a:pt x="47625" y="41434"/>
                  </a:cubicBezTo>
                  <a:cubicBezTo>
                    <a:pt x="43053" y="46387"/>
                    <a:pt x="40767" y="53245"/>
                    <a:pt x="40767" y="62103"/>
                  </a:cubicBezTo>
                  <a:lnTo>
                    <a:pt x="40767" y="134303"/>
                  </a:lnTo>
                  <a:lnTo>
                    <a:pt x="0" y="134303"/>
                  </a:lnTo>
                  <a:lnTo>
                    <a:pt x="0" y="1429"/>
                  </a:lnTo>
                  <a:lnTo>
                    <a:pt x="40767" y="1429"/>
                  </a:lnTo>
                  <a:lnTo>
                    <a:pt x="40767" y="19050"/>
                  </a:lnTo>
                  <a:cubicBezTo>
                    <a:pt x="44863" y="13145"/>
                    <a:pt x="50482" y="8572"/>
                    <a:pt x="57436" y="5143"/>
                  </a:cubicBezTo>
                  <a:cubicBezTo>
                    <a:pt x="64389" y="1714"/>
                    <a:pt x="72295" y="0"/>
                    <a:pt x="80963" y="0"/>
                  </a:cubicBezTo>
                  <a:cubicBezTo>
                    <a:pt x="96488" y="0"/>
                    <a:pt x="108966" y="5048"/>
                    <a:pt x="118205" y="15145"/>
                  </a:cubicBezTo>
                  <a:close/>
                </a:path>
              </a:pathLst>
            </a:custGeom>
            <a:grpFill/>
            <a:ln w="9525" cap="flat">
              <a:noFill/>
              <a:prstDash val="solid"/>
              <a:miter/>
            </a:ln>
          </p:spPr>
          <p:txBody>
            <a:bodyPr rtlCol="0" anchor="ctr"/>
            <a:lstStyle/>
            <a:p>
              <a:endParaRPr lang="fi-FI" sz="3200"/>
            </a:p>
          </p:txBody>
        </p:sp>
        <p:sp>
          <p:nvSpPr>
            <p:cNvPr id="565" name="Vapaamuotoinen: Muoto 564">
              <a:extLst>
                <a:ext uri="{FF2B5EF4-FFF2-40B4-BE49-F238E27FC236}">
                  <a16:creationId xmlns:a16="http://schemas.microsoft.com/office/drawing/2014/main" id="{45640BAF-EBA1-1738-0DC4-296FD3331F55}"/>
                </a:ext>
              </a:extLst>
            </p:cNvPr>
            <p:cNvSpPr/>
            <p:nvPr/>
          </p:nvSpPr>
          <p:spPr>
            <a:xfrm>
              <a:off x="3870864" y="2558891"/>
              <a:ext cx="166115" cy="169830"/>
            </a:xfrm>
            <a:custGeom>
              <a:avLst/>
              <a:gdLst>
                <a:gd name="connsiteX0" fmla="*/ 123730 w 166115"/>
                <a:gd name="connsiteY0" fmla="*/ 52007 h 169830"/>
                <a:gd name="connsiteX1" fmla="*/ 108013 w 166115"/>
                <a:gd name="connsiteY1" fmla="*/ 36100 h 169830"/>
                <a:gd name="connsiteX2" fmla="*/ 84677 w 166115"/>
                <a:gd name="connsiteY2" fmla="*/ 30575 h 169830"/>
                <a:gd name="connsiteX3" fmla="*/ 58484 w 166115"/>
                <a:gd name="connsiteY3" fmla="*/ 37243 h 169830"/>
                <a:gd name="connsiteX4" fmla="*/ 40577 w 166115"/>
                <a:gd name="connsiteY4" fmla="*/ 56293 h 169830"/>
                <a:gd name="connsiteX5" fmla="*/ 34195 w 166115"/>
                <a:gd name="connsiteY5" fmla="*/ 84868 h 169830"/>
                <a:gd name="connsiteX6" fmla="*/ 40767 w 166115"/>
                <a:gd name="connsiteY6" fmla="*/ 113919 h 169830"/>
                <a:gd name="connsiteX7" fmla="*/ 58960 w 166115"/>
                <a:gd name="connsiteY7" fmla="*/ 132969 h 169830"/>
                <a:gd name="connsiteX8" fmla="*/ 86106 w 166115"/>
                <a:gd name="connsiteY8" fmla="*/ 139637 h 169830"/>
                <a:gd name="connsiteX9" fmla="*/ 117348 w 166115"/>
                <a:gd name="connsiteY9" fmla="*/ 129540 h 169830"/>
                <a:gd name="connsiteX10" fmla="*/ 133255 w 166115"/>
                <a:gd name="connsiteY10" fmla="*/ 101346 h 169830"/>
                <a:gd name="connsiteX11" fmla="*/ 76105 w 166115"/>
                <a:gd name="connsiteY11" fmla="*/ 101346 h 169830"/>
                <a:gd name="connsiteX12" fmla="*/ 76105 w 166115"/>
                <a:gd name="connsiteY12" fmla="*/ 75914 h 169830"/>
                <a:gd name="connsiteX13" fmla="*/ 166116 w 166115"/>
                <a:gd name="connsiteY13" fmla="*/ 75914 h 169830"/>
                <a:gd name="connsiteX14" fmla="*/ 166116 w 166115"/>
                <a:gd name="connsiteY14" fmla="*/ 104965 h 169830"/>
                <a:gd name="connsiteX15" fmla="*/ 151829 w 166115"/>
                <a:gd name="connsiteY15" fmla="*/ 137160 h 169830"/>
                <a:gd name="connsiteX16" fmla="*/ 123635 w 166115"/>
                <a:gd name="connsiteY16" fmla="*/ 160877 h 169830"/>
                <a:gd name="connsiteX17" fmla="*/ 84963 w 166115"/>
                <a:gd name="connsiteY17" fmla="*/ 169831 h 169830"/>
                <a:gd name="connsiteX18" fmla="*/ 41529 w 166115"/>
                <a:gd name="connsiteY18" fmla="*/ 158972 h 169830"/>
                <a:gd name="connsiteX19" fmla="*/ 11049 w 166115"/>
                <a:gd name="connsiteY19" fmla="*/ 128873 h 169830"/>
                <a:gd name="connsiteX20" fmla="*/ 0 w 166115"/>
                <a:gd name="connsiteY20" fmla="*/ 85058 h 169830"/>
                <a:gd name="connsiteX21" fmla="*/ 11049 w 166115"/>
                <a:gd name="connsiteY21" fmla="*/ 41148 h 169830"/>
                <a:gd name="connsiteX22" fmla="*/ 41529 w 166115"/>
                <a:gd name="connsiteY22" fmla="*/ 10859 h 169830"/>
                <a:gd name="connsiteX23" fmla="*/ 84773 w 166115"/>
                <a:gd name="connsiteY23" fmla="*/ 0 h 169830"/>
                <a:gd name="connsiteX24" fmla="*/ 133541 w 166115"/>
                <a:gd name="connsiteY24" fmla="*/ 13716 h 169830"/>
                <a:gd name="connsiteX25" fmla="*/ 162116 w 166115"/>
                <a:gd name="connsiteY25" fmla="*/ 52197 h 169830"/>
                <a:gd name="connsiteX26" fmla="*/ 123730 w 166115"/>
                <a:gd name="connsiteY26" fmla="*/ 52197 h 169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6115" h="169830">
                  <a:moveTo>
                    <a:pt x="123730" y="52007"/>
                  </a:moveTo>
                  <a:cubicBezTo>
                    <a:pt x="119920" y="45053"/>
                    <a:pt x="114681" y="39719"/>
                    <a:pt x="108013" y="36100"/>
                  </a:cubicBezTo>
                  <a:cubicBezTo>
                    <a:pt x="101346" y="32480"/>
                    <a:pt x="93536" y="30575"/>
                    <a:pt x="84677" y="30575"/>
                  </a:cubicBezTo>
                  <a:cubicBezTo>
                    <a:pt x="74867" y="30575"/>
                    <a:pt x="66104" y="32766"/>
                    <a:pt x="58484" y="37243"/>
                  </a:cubicBezTo>
                  <a:cubicBezTo>
                    <a:pt x="50864" y="41719"/>
                    <a:pt x="44958" y="48006"/>
                    <a:pt x="40577" y="56293"/>
                  </a:cubicBezTo>
                  <a:cubicBezTo>
                    <a:pt x="36290" y="64580"/>
                    <a:pt x="34195" y="74105"/>
                    <a:pt x="34195" y="84868"/>
                  </a:cubicBezTo>
                  <a:cubicBezTo>
                    <a:pt x="34195" y="95631"/>
                    <a:pt x="36386" y="105632"/>
                    <a:pt x="40767" y="113919"/>
                  </a:cubicBezTo>
                  <a:cubicBezTo>
                    <a:pt x="45149" y="122206"/>
                    <a:pt x="51245" y="128492"/>
                    <a:pt x="58960" y="132969"/>
                  </a:cubicBezTo>
                  <a:cubicBezTo>
                    <a:pt x="66770" y="137446"/>
                    <a:pt x="75819" y="139637"/>
                    <a:pt x="86106" y="139637"/>
                  </a:cubicBezTo>
                  <a:cubicBezTo>
                    <a:pt x="98774" y="139637"/>
                    <a:pt x="109157" y="136303"/>
                    <a:pt x="117348" y="129540"/>
                  </a:cubicBezTo>
                  <a:cubicBezTo>
                    <a:pt x="125444" y="122777"/>
                    <a:pt x="130778" y="113348"/>
                    <a:pt x="133255" y="101346"/>
                  </a:cubicBezTo>
                  <a:lnTo>
                    <a:pt x="76105" y="101346"/>
                  </a:lnTo>
                  <a:lnTo>
                    <a:pt x="76105" y="75914"/>
                  </a:lnTo>
                  <a:lnTo>
                    <a:pt x="166116" y="75914"/>
                  </a:lnTo>
                  <a:lnTo>
                    <a:pt x="166116" y="104965"/>
                  </a:lnTo>
                  <a:cubicBezTo>
                    <a:pt x="163925" y="116586"/>
                    <a:pt x="159163" y="127254"/>
                    <a:pt x="151829" y="137160"/>
                  </a:cubicBezTo>
                  <a:cubicBezTo>
                    <a:pt x="144494" y="146971"/>
                    <a:pt x="135160" y="154877"/>
                    <a:pt x="123635" y="160877"/>
                  </a:cubicBezTo>
                  <a:cubicBezTo>
                    <a:pt x="112109" y="166783"/>
                    <a:pt x="99251" y="169831"/>
                    <a:pt x="84963" y="169831"/>
                  </a:cubicBezTo>
                  <a:cubicBezTo>
                    <a:pt x="68961" y="169831"/>
                    <a:pt x="54388" y="166211"/>
                    <a:pt x="41529" y="158972"/>
                  </a:cubicBezTo>
                  <a:cubicBezTo>
                    <a:pt x="28575" y="151733"/>
                    <a:pt x="18383" y="141732"/>
                    <a:pt x="11049" y="128873"/>
                  </a:cubicBezTo>
                  <a:cubicBezTo>
                    <a:pt x="3715" y="116015"/>
                    <a:pt x="0" y="101441"/>
                    <a:pt x="0" y="85058"/>
                  </a:cubicBezTo>
                  <a:cubicBezTo>
                    <a:pt x="0" y="68675"/>
                    <a:pt x="3715" y="54102"/>
                    <a:pt x="11049" y="41148"/>
                  </a:cubicBezTo>
                  <a:cubicBezTo>
                    <a:pt x="18383" y="28194"/>
                    <a:pt x="28575" y="18097"/>
                    <a:pt x="41529" y="10859"/>
                  </a:cubicBezTo>
                  <a:cubicBezTo>
                    <a:pt x="54483" y="3620"/>
                    <a:pt x="68866" y="0"/>
                    <a:pt x="84773" y="0"/>
                  </a:cubicBezTo>
                  <a:cubicBezTo>
                    <a:pt x="103537" y="0"/>
                    <a:pt x="119825" y="4572"/>
                    <a:pt x="133541" y="13716"/>
                  </a:cubicBezTo>
                  <a:cubicBezTo>
                    <a:pt x="147352" y="22860"/>
                    <a:pt x="156877" y="35623"/>
                    <a:pt x="162116" y="52197"/>
                  </a:cubicBezTo>
                  <a:lnTo>
                    <a:pt x="123730" y="52197"/>
                  </a:lnTo>
                  <a:close/>
                </a:path>
              </a:pathLst>
            </a:custGeom>
            <a:grpFill/>
            <a:ln w="9525" cap="flat">
              <a:noFill/>
              <a:prstDash val="solid"/>
              <a:miter/>
            </a:ln>
          </p:spPr>
          <p:txBody>
            <a:bodyPr rtlCol="0" anchor="ctr"/>
            <a:lstStyle/>
            <a:p>
              <a:endParaRPr lang="fi-FI" sz="3200"/>
            </a:p>
          </p:txBody>
        </p:sp>
        <p:sp>
          <p:nvSpPr>
            <p:cNvPr id="566" name="Vapaamuotoinen: Muoto 565">
              <a:extLst>
                <a:ext uri="{FF2B5EF4-FFF2-40B4-BE49-F238E27FC236}">
                  <a16:creationId xmlns:a16="http://schemas.microsoft.com/office/drawing/2014/main" id="{73213516-AC4C-732B-1A8B-C5FE20C30AF0}"/>
                </a:ext>
              </a:extLst>
            </p:cNvPr>
            <p:cNvSpPr/>
            <p:nvPr/>
          </p:nvSpPr>
          <p:spPr>
            <a:xfrm>
              <a:off x="4061650" y="2593371"/>
              <a:ext cx="73914" cy="133731"/>
            </a:xfrm>
            <a:custGeom>
              <a:avLst/>
              <a:gdLst>
                <a:gd name="connsiteX0" fmla="*/ 50197 w 73914"/>
                <a:gd name="connsiteY0" fmla="*/ 5905 h 133731"/>
                <a:gd name="connsiteX1" fmla="*/ 73914 w 73914"/>
                <a:gd name="connsiteY1" fmla="*/ 0 h 133731"/>
                <a:gd name="connsiteX2" fmla="*/ 73914 w 73914"/>
                <a:gd name="connsiteY2" fmla="*/ 34957 h 133731"/>
                <a:gd name="connsiteX3" fmla="*/ 65056 w 73914"/>
                <a:gd name="connsiteY3" fmla="*/ 34957 h 133731"/>
                <a:gd name="connsiteX4" fmla="*/ 41339 w 73914"/>
                <a:gd name="connsiteY4" fmla="*/ 42291 h 133731"/>
                <a:gd name="connsiteX5" fmla="*/ 33338 w 73914"/>
                <a:gd name="connsiteY5" fmla="*/ 68008 h 133731"/>
                <a:gd name="connsiteX6" fmla="*/ 33338 w 73914"/>
                <a:gd name="connsiteY6" fmla="*/ 133731 h 133731"/>
                <a:gd name="connsiteX7" fmla="*/ 0 w 73914"/>
                <a:gd name="connsiteY7" fmla="*/ 133731 h 133731"/>
                <a:gd name="connsiteX8" fmla="*/ 0 w 73914"/>
                <a:gd name="connsiteY8" fmla="*/ 1810 h 133731"/>
                <a:gd name="connsiteX9" fmla="*/ 33338 w 73914"/>
                <a:gd name="connsiteY9" fmla="*/ 1810 h 133731"/>
                <a:gd name="connsiteX10" fmla="*/ 33338 w 73914"/>
                <a:gd name="connsiteY10" fmla="*/ 22289 h 133731"/>
                <a:gd name="connsiteX11" fmla="*/ 50102 w 73914"/>
                <a:gd name="connsiteY11" fmla="*/ 5905 h 13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3914" h="133731">
                  <a:moveTo>
                    <a:pt x="50197" y="5905"/>
                  </a:moveTo>
                  <a:cubicBezTo>
                    <a:pt x="57055" y="1905"/>
                    <a:pt x="64960" y="0"/>
                    <a:pt x="73914" y="0"/>
                  </a:cubicBezTo>
                  <a:lnTo>
                    <a:pt x="73914" y="34957"/>
                  </a:lnTo>
                  <a:lnTo>
                    <a:pt x="65056" y="34957"/>
                  </a:lnTo>
                  <a:cubicBezTo>
                    <a:pt x="54578" y="34957"/>
                    <a:pt x="46672" y="37433"/>
                    <a:pt x="41339" y="42291"/>
                  </a:cubicBezTo>
                  <a:cubicBezTo>
                    <a:pt x="36005" y="47244"/>
                    <a:pt x="33338" y="55817"/>
                    <a:pt x="33338" y="68008"/>
                  </a:cubicBezTo>
                  <a:lnTo>
                    <a:pt x="33338" y="133731"/>
                  </a:lnTo>
                  <a:lnTo>
                    <a:pt x="0" y="133731"/>
                  </a:lnTo>
                  <a:lnTo>
                    <a:pt x="0" y="1810"/>
                  </a:lnTo>
                  <a:lnTo>
                    <a:pt x="33338" y="1810"/>
                  </a:lnTo>
                  <a:lnTo>
                    <a:pt x="33338" y="22289"/>
                  </a:lnTo>
                  <a:cubicBezTo>
                    <a:pt x="37624" y="15335"/>
                    <a:pt x="43243" y="9811"/>
                    <a:pt x="50102" y="5905"/>
                  </a:cubicBezTo>
                  <a:close/>
                </a:path>
              </a:pathLst>
            </a:custGeom>
            <a:grpFill/>
            <a:ln w="9525" cap="flat">
              <a:noFill/>
              <a:prstDash val="solid"/>
              <a:miter/>
            </a:ln>
          </p:spPr>
          <p:txBody>
            <a:bodyPr rtlCol="0" anchor="ctr"/>
            <a:lstStyle/>
            <a:p>
              <a:endParaRPr lang="fi-FI" sz="3200"/>
            </a:p>
          </p:txBody>
        </p:sp>
        <p:sp>
          <p:nvSpPr>
            <p:cNvPr id="567" name="Vapaamuotoinen: Muoto 566">
              <a:extLst>
                <a:ext uri="{FF2B5EF4-FFF2-40B4-BE49-F238E27FC236}">
                  <a16:creationId xmlns:a16="http://schemas.microsoft.com/office/drawing/2014/main" id="{FAD5C0E1-D7CD-8C24-B1A3-2BA0E597364A}"/>
                </a:ext>
              </a:extLst>
            </p:cNvPr>
            <p:cNvSpPr/>
            <p:nvPr/>
          </p:nvSpPr>
          <p:spPr>
            <a:xfrm>
              <a:off x="4149184" y="2592990"/>
              <a:ext cx="137350" cy="136112"/>
            </a:xfrm>
            <a:custGeom>
              <a:avLst/>
              <a:gdLst>
                <a:gd name="connsiteX0" fmla="*/ 8096 w 137350"/>
                <a:gd name="connsiteY0" fmla="*/ 32195 h 136112"/>
                <a:gd name="connsiteX1" fmla="*/ 29718 w 137350"/>
                <a:gd name="connsiteY1" fmla="*/ 8382 h 136112"/>
                <a:gd name="connsiteX2" fmla="*/ 60293 w 137350"/>
                <a:gd name="connsiteY2" fmla="*/ 0 h 136112"/>
                <a:gd name="connsiteX3" fmla="*/ 86106 w 137350"/>
                <a:gd name="connsiteY3" fmla="*/ 5905 h 136112"/>
                <a:gd name="connsiteX4" fmla="*/ 103822 w 137350"/>
                <a:gd name="connsiteY4" fmla="*/ 20955 h 136112"/>
                <a:gd name="connsiteX5" fmla="*/ 103822 w 137350"/>
                <a:gd name="connsiteY5" fmla="*/ 2096 h 136112"/>
                <a:gd name="connsiteX6" fmla="*/ 137350 w 137350"/>
                <a:gd name="connsiteY6" fmla="*/ 2096 h 136112"/>
                <a:gd name="connsiteX7" fmla="*/ 137350 w 137350"/>
                <a:gd name="connsiteY7" fmla="*/ 134017 h 136112"/>
                <a:gd name="connsiteX8" fmla="*/ 103822 w 137350"/>
                <a:gd name="connsiteY8" fmla="*/ 134017 h 136112"/>
                <a:gd name="connsiteX9" fmla="*/ 103822 w 137350"/>
                <a:gd name="connsiteY9" fmla="*/ 114681 h 136112"/>
                <a:gd name="connsiteX10" fmla="*/ 86106 w 137350"/>
                <a:gd name="connsiteY10" fmla="*/ 130016 h 136112"/>
                <a:gd name="connsiteX11" fmla="*/ 60007 w 137350"/>
                <a:gd name="connsiteY11" fmla="*/ 136112 h 136112"/>
                <a:gd name="connsiteX12" fmla="*/ 29623 w 137350"/>
                <a:gd name="connsiteY12" fmla="*/ 127540 h 136112"/>
                <a:gd name="connsiteX13" fmla="*/ 8001 w 137350"/>
                <a:gd name="connsiteY13" fmla="*/ 103346 h 136112"/>
                <a:gd name="connsiteX14" fmla="*/ 0 w 137350"/>
                <a:gd name="connsiteY14" fmla="*/ 67532 h 136112"/>
                <a:gd name="connsiteX15" fmla="*/ 8001 w 137350"/>
                <a:gd name="connsiteY15" fmla="*/ 32099 h 136112"/>
                <a:gd name="connsiteX16" fmla="*/ 99155 w 137350"/>
                <a:gd name="connsiteY16" fmla="*/ 47339 h 136112"/>
                <a:gd name="connsiteX17" fmla="*/ 86296 w 137350"/>
                <a:gd name="connsiteY17" fmla="*/ 34004 h 136112"/>
                <a:gd name="connsiteX18" fmla="*/ 68866 w 137350"/>
                <a:gd name="connsiteY18" fmla="*/ 29337 h 136112"/>
                <a:gd name="connsiteX19" fmla="*/ 51721 w 137350"/>
                <a:gd name="connsiteY19" fmla="*/ 33814 h 136112"/>
                <a:gd name="connsiteX20" fmla="*/ 38957 w 137350"/>
                <a:gd name="connsiteY20" fmla="*/ 47053 h 136112"/>
                <a:gd name="connsiteX21" fmla="*/ 34099 w 137350"/>
                <a:gd name="connsiteY21" fmla="*/ 67628 h 136112"/>
                <a:gd name="connsiteX22" fmla="*/ 38957 w 137350"/>
                <a:gd name="connsiteY22" fmla="*/ 88487 h 136112"/>
                <a:gd name="connsiteX23" fmla="*/ 51816 w 137350"/>
                <a:gd name="connsiteY23" fmla="*/ 102203 h 136112"/>
                <a:gd name="connsiteX24" fmla="*/ 68866 w 137350"/>
                <a:gd name="connsiteY24" fmla="*/ 106966 h 136112"/>
                <a:gd name="connsiteX25" fmla="*/ 86296 w 137350"/>
                <a:gd name="connsiteY25" fmla="*/ 102299 h 136112"/>
                <a:gd name="connsiteX26" fmla="*/ 99155 w 137350"/>
                <a:gd name="connsiteY26" fmla="*/ 88964 h 136112"/>
                <a:gd name="connsiteX27" fmla="*/ 103918 w 137350"/>
                <a:gd name="connsiteY27" fmla="*/ 68104 h 136112"/>
                <a:gd name="connsiteX28" fmla="*/ 99155 w 137350"/>
                <a:gd name="connsiteY28" fmla="*/ 47244 h 136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350" h="136112">
                  <a:moveTo>
                    <a:pt x="8096" y="32195"/>
                  </a:moveTo>
                  <a:cubicBezTo>
                    <a:pt x="13430" y="21907"/>
                    <a:pt x="20669" y="13906"/>
                    <a:pt x="29718" y="8382"/>
                  </a:cubicBezTo>
                  <a:cubicBezTo>
                    <a:pt x="38862" y="2857"/>
                    <a:pt x="49054" y="0"/>
                    <a:pt x="60293" y="0"/>
                  </a:cubicBezTo>
                  <a:cubicBezTo>
                    <a:pt x="70104" y="0"/>
                    <a:pt x="78772" y="2000"/>
                    <a:pt x="86106" y="5905"/>
                  </a:cubicBezTo>
                  <a:cubicBezTo>
                    <a:pt x="93536" y="9906"/>
                    <a:pt x="99441" y="14859"/>
                    <a:pt x="103822" y="20955"/>
                  </a:cubicBezTo>
                  <a:lnTo>
                    <a:pt x="103822" y="2096"/>
                  </a:lnTo>
                  <a:lnTo>
                    <a:pt x="137350" y="2096"/>
                  </a:lnTo>
                  <a:lnTo>
                    <a:pt x="137350" y="134017"/>
                  </a:lnTo>
                  <a:lnTo>
                    <a:pt x="103822" y="134017"/>
                  </a:lnTo>
                  <a:lnTo>
                    <a:pt x="103822" y="114681"/>
                  </a:lnTo>
                  <a:cubicBezTo>
                    <a:pt x="99536" y="120872"/>
                    <a:pt x="93631" y="126016"/>
                    <a:pt x="86106" y="130016"/>
                  </a:cubicBezTo>
                  <a:cubicBezTo>
                    <a:pt x="78581" y="134112"/>
                    <a:pt x="69914" y="136112"/>
                    <a:pt x="60007" y="136112"/>
                  </a:cubicBezTo>
                  <a:cubicBezTo>
                    <a:pt x="48863" y="136112"/>
                    <a:pt x="38767" y="133255"/>
                    <a:pt x="29623" y="127540"/>
                  </a:cubicBezTo>
                  <a:cubicBezTo>
                    <a:pt x="20479" y="121825"/>
                    <a:pt x="13240" y="113728"/>
                    <a:pt x="8001" y="103346"/>
                  </a:cubicBezTo>
                  <a:cubicBezTo>
                    <a:pt x="2667" y="92964"/>
                    <a:pt x="0" y="80963"/>
                    <a:pt x="0" y="67532"/>
                  </a:cubicBezTo>
                  <a:cubicBezTo>
                    <a:pt x="0" y="54102"/>
                    <a:pt x="2667" y="42386"/>
                    <a:pt x="8001" y="32099"/>
                  </a:cubicBezTo>
                  <a:close/>
                  <a:moveTo>
                    <a:pt x="99155" y="47339"/>
                  </a:moveTo>
                  <a:cubicBezTo>
                    <a:pt x="96012" y="41529"/>
                    <a:pt x="91726" y="37052"/>
                    <a:pt x="86296" y="34004"/>
                  </a:cubicBezTo>
                  <a:cubicBezTo>
                    <a:pt x="80867" y="30861"/>
                    <a:pt x="75152" y="29337"/>
                    <a:pt x="68866" y="29337"/>
                  </a:cubicBezTo>
                  <a:cubicBezTo>
                    <a:pt x="62579" y="29337"/>
                    <a:pt x="56959" y="30861"/>
                    <a:pt x="51721" y="33814"/>
                  </a:cubicBezTo>
                  <a:cubicBezTo>
                    <a:pt x="46482" y="36862"/>
                    <a:pt x="42196" y="41243"/>
                    <a:pt x="38957" y="47053"/>
                  </a:cubicBezTo>
                  <a:cubicBezTo>
                    <a:pt x="35719" y="52864"/>
                    <a:pt x="34099" y="59722"/>
                    <a:pt x="34099" y="67628"/>
                  </a:cubicBezTo>
                  <a:cubicBezTo>
                    <a:pt x="34099" y="75533"/>
                    <a:pt x="35719" y="82487"/>
                    <a:pt x="38957" y="88487"/>
                  </a:cubicBezTo>
                  <a:cubicBezTo>
                    <a:pt x="42196" y="94393"/>
                    <a:pt x="46482" y="98965"/>
                    <a:pt x="51816" y="102203"/>
                  </a:cubicBezTo>
                  <a:cubicBezTo>
                    <a:pt x="57150" y="105347"/>
                    <a:pt x="62770" y="106966"/>
                    <a:pt x="68866" y="106966"/>
                  </a:cubicBezTo>
                  <a:cubicBezTo>
                    <a:pt x="74962" y="106966"/>
                    <a:pt x="80867" y="105442"/>
                    <a:pt x="86296" y="102299"/>
                  </a:cubicBezTo>
                  <a:cubicBezTo>
                    <a:pt x="91726" y="99155"/>
                    <a:pt x="96012" y="94774"/>
                    <a:pt x="99155" y="88964"/>
                  </a:cubicBezTo>
                  <a:cubicBezTo>
                    <a:pt x="102298" y="83153"/>
                    <a:pt x="103918" y="76200"/>
                    <a:pt x="103918" y="68104"/>
                  </a:cubicBezTo>
                  <a:cubicBezTo>
                    <a:pt x="103918" y="60007"/>
                    <a:pt x="102298" y="53054"/>
                    <a:pt x="99155" y="47244"/>
                  </a:cubicBezTo>
                  <a:close/>
                </a:path>
              </a:pathLst>
            </a:custGeom>
            <a:grpFill/>
            <a:ln w="9525" cap="flat">
              <a:noFill/>
              <a:prstDash val="solid"/>
              <a:miter/>
            </a:ln>
          </p:spPr>
          <p:txBody>
            <a:bodyPr rtlCol="0" anchor="ctr"/>
            <a:lstStyle/>
            <a:p>
              <a:endParaRPr lang="fi-FI" sz="3200"/>
            </a:p>
          </p:txBody>
        </p:sp>
        <p:sp>
          <p:nvSpPr>
            <p:cNvPr id="568" name="Vapaamuotoinen: Muoto 567">
              <a:extLst>
                <a:ext uri="{FF2B5EF4-FFF2-40B4-BE49-F238E27FC236}">
                  <a16:creationId xmlns:a16="http://schemas.microsoft.com/office/drawing/2014/main" id="{1ED10E69-988E-9CA9-18E2-84FC122F8B6D}"/>
                </a:ext>
              </a:extLst>
            </p:cNvPr>
            <p:cNvSpPr/>
            <p:nvPr/>
          </p:nvSpPr>
          <p:spPr>
            <a:xfrm>
              <a:off x="4319205" y="2593371"/>
              <a:ext cx="125825" cy="133731"/>
            </a:xfrm>
            <a:custGeom>
              <a:avLst/>
              <a:gdLst>
                <a:gd name="connsiteX0" fmla="*/ 111347 w 125825"/>
                <a:gd name="connsiteY0" fmla="*/ 14859 h 133731"/>
                <a:gd name="connsiteX1" fmla="*/ 125825 w 125825"/>
                <a:gd name="connsiteY1" fmla="*/ 56388 h 133731"/>
                <a:gd name="connsiteX2" fmla="*/ 125825 w 125825"/>
                <a:gd name="connsiteY2" fmla="*/ 133731 h 133731"/>
                <a:gd name="connsiteX3" fmla="*/ 92488 w 125825"/>
                <a:gd name="connsiteY3" fmla="*/ 133731 h 133731"/>
                <a:gd name="connsiteX4" fmla="*/ 92488 w 125825"/>
                <a:gd name="connsiteY4" fmla="*/ 60865 h 133731"/>
                <a:gd name="connsiteX5" fmla="*/ 84582 w 125825"/>
                <a:gd name="connsiteY5" fmla="*/ 36671 h 133731"/>
                <a:gd name="connsiteX6" fmla="*/ 63151 w 125825"/>
                <a:gd name="connsiteY6" fmla="*/ 28194 h 133731"/>
                <a:gd name="connsiteX7" fmla="*/ 41339 w 125825"/>
                <a:gd name="connsiteY7" fmla="*/ 36671 h 133731"/>
                <a:gd name="connsiteX8" fmla="*/ 33338 w 125825"/>
                <a:gd name="connsiteY8" fmla="*/ 60865 h 133731"/>
                <a:gd name="connsiteX9" fmla="*/ 33338 w 125825"/>
                <a:gd name="connsiteY9" fmla="*/ 133731 h 133731"/>
                <a:gd name="connsiteX10" fmla="*/ 0 w 125825"/>
                <a:gd name="connsiteY10" fmla="*/ 133731 h 133731"/>
                <a:gd name="connsiteX11" fmla="*/ 0 w 125825"/>
                <a:gd name="connsiteY11" fmla="*/ 1810 h 133731"/>
                <a:gd name="connsiteX12" fmla="*/ 33338 w 125825"/>
                <a:gd name="connsiteY12" fmla="*/ 1810 h 133731"/>
                <a:gd name="connsiteX13" fmla="*/ 33338 w 125825"/>
                <a:gd name="connsiteY13" fmla="*/ 18288 h 133731"/>
                <a:gd name="connsiteX14" fmla="*/ 50387 w 125825"/>
                <a:gd name="connsiteY14" fmla="*/ 4858 h 133731"/>
                <a:gd name="connsiteX15" fmla="*/ 73152 w 125825"/>
                <a:gd name="connsiteY15" fmla="*/ 0 h 133731"/>
                <a:gd name="connsiteX16" fmla="*/ 111252 w 125825"/>
                <a:gd name="connsiteY16" fmla="*/ 14859 h 13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5825" h="133731">
                  <a:moveTo>
                    <a:pt x="111347" y="14859"/>
                  </a:moveTo>
                  <a:cubicBezTo>
                    <a:pt x="121063" y="24765"/>
                    <a:pt x="125825" y="38672"/>
                    <a:pt x="125825" y="56388"/>
                  </a:cubicBezTo>
                  <a:lnTo>
                    <a:pt x="125825" y="133731"/>
                  </a:lnTo>
                  <a:lnTo>
                    <a:pt x="92488" y="133731"/>
                  </a:lnTo>
                  <a:lnTo>
                    <a:pt x="92488" y="60865"/>
                  </a:lnTo>
                  <a:cubicBezTo>
                    <a:pt x="92488" y="50387"/>
                    <a:pt x="89916" y="42291"/>
                    <a:pt x="84582" y="36671"/>
                  </a:cubicBezTo>
                  <a:cubicBezTo>
                    <a:pt x="79343" y="31051"/>
                    <a:pt x="72200" y="28194"/>
                    <a:pt x="63151" y="28194"/>
                  </a:cubicBezTo>
                  <a:cubicBezTo>
                    <a:pt x="54102" y="28194"/>
                    <a:pt x="46673" y="31051"/>
                    <a:pt x="41339" y="36671"/>
                  </a:cubicBezTo>
                  <a:cubicBezTo>
                    <a:pt x="36005" y="42291"/>
                    <a:pt x="33338" y="50387"/>
                    <a:pt x="33338" y="60865"/>
                  </a:cubicBezTo>
                  <a:lnTo>
                    <a:pt x="33338" y="133731"/>
                  </a:lnTo>
                  <a:lnTo>
                    <a:pt x="0" y="133731"/>
                  </a:lnTo>
                  <a:lnTo>
                    <a:pt x="0" y="1810"/>
                  </a:lnTo>
                  <a:lnTo>
                    <a:pt x="33338" y="1810"/>
                  </a:lnTo>
                  <a:lnTo>
                    <a:pt x="33338" y="18288"/>
                  </a:lnTo>
                  <a:cubicBezTo>
                    <a:pt x="37814" y="12573"/>
                    <a:pt x="43434" y="8096"/>
                    <a:pt x="50387" y="4858"/>
                  </a:cubicBezTo>
                  <a:cubicBezTo>
                    <a:pt x="57245" y="1619"/>
                    <a:pt x="64865" y="0"/>
                    <a:pt x="73152" y="0"/>
                  </a:cubicBezTo>
                  <a:cubicBezTo>
                    <a:pt x="88868" y="0"/>
                    <a:pt x="101537" y="4953"/>
                    <a:pt x="111252" y="14859"/>
                  </a:cubicBezTo>
                  <a:close/>
                </a:path>
              </a:pathLst>
            </a:custGeom>
            <a:grpFill/>
            <a:ln w="9525" cap="flat">
              <a:noFill/>
              <a:prstDash val="solid"/>
              <a:miter/>
            </a:ln>
          </p:spPr>
          <p:txBody>
            <a:bodyPr rtlCol="0" anchor="ctr"/>
            <a:lstStyle/>
            <a:p>
              <a:endParaRPr lang="fi-FI" sz="3200"/>
            </a:p>
          </p:txBody>
        </p:sp>
        <p:sp>
          <p:nvSpPr>
            <p:cNvPr id="569" name="Vapaamuotoinen: Muoto 568">
              <a:extLst>
                <a:ext uri="{FF2B5EF4-FFF2-40B4-BE49-F238E27FC236}">
                  <a16:creationId xmlns:a16="http://schemas.microsoft.com/office/drawing/2014/main" id="{E2B5A8C2-95BE-3E15-53FD-148077E9346F}"/>
                </a:ext>
              </a:extLst>
            </p:cNvPr>
            <p:cNvSpPr/>
            <p:nvPr/>
          </p:nvSpPr>
          <p:spPr>
            <a:xfrm>
              <a:off x="4476749" y="2550890"/>
              <a:ext cx="121443" cy="176212"/>
            </a:xfrm>
            <a:custGeom>
              <a:avLst/>
              <a:gdLst>
                <a:gd name="connsiteX0" fmla="*/ 78105 w 121443"/>
                <a:gd name="connsiteY0" fmla="*/ 176213 h 176212"/>
                <a:gd name="connsiteX1" fmla="*/ 33338 w 121443"/>
                <a:gd name="connsiteY1" fmla="*/ 120015 h 176212"/>
                <a:gd name="connsiteX2" fmla="*/ 33338 w 121443"/>
                <a:gd name="connsiteY2" fmla="*/ 176213 h 176212"/>
                <a:gd name="connsiteX3" fmla="*/ 0 w 121443"/>
                <a:gd name="connsiteY3" fmla="*/ 176213 h 176212"/>
                <a:gd name="connsiteX4" fmla="*/ 0 w 121443"/>
                <a:gd name="connsiteY4" fmla="*/ 0 h 176212"/>
                <a:gd name="connsiteX5" fmla="*/ 33338 w 121443"/>
                <a:gd name="connsiteY5" fmla="*/ 0 h 176212"/>
                <a:gd name="connsiteX6" fmla="*/ 33338 w 121443"/>
                <a:gd name="connsiteY6" fmla="*/ 100203 h 176212"/>
                <a:gd name="connsiteX7" fmla="*/ 77629 w 121443"/>
                <a:gd name="connsiteY7" fmla="*/ 44196 h 176212"/>
                <a:gd name="connsiteX8" fmla="*/ 120967 w 121443"/>
                <a:gd name="connsiteY8" fmla="*/ 44196 h 176212"/>
                <a:gd name="connsiteX9" fmla="*/ 62865 w 121443"/>
                <a:gd name="connsiteY9" fmla="*/ 110395 h 176212"/>
                <a:gd name="connsiteX10" fmla="*/ 121444 w 121443"/>
                <a:gd name="connsiteY10" fmla="*/ 176117 h 176212"/>
                <a:gd name="connsiteX11" fmla="*/ 78105 w 121443"/>
                <a:gd name="connsiteY11" fmla="*/ 176117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443" h="176212">
                  <a:moveTo>
                    <a:pt x="78105" y="176213"/>
                  </a:moveTo>
                  <a:lnTo>
                    <a:pt x="33338" y="120015"/>
                  </a:lnTo>
                  <a:lnTo>
                    <a:pt x="33338" y="176213"/>
                  </a:lnTo>
                  <a:lnTo>
                    <a:pt x="0" y="176213"/>
                  </a:lnTo>
                  <a:lnTo>
                    <a:pt x="0" y="0"/>
                  </a:lnTo>
                  <a:lnTo>
                    <a:pt x="33338" y="0"/>
                  </a:lnTo>
                  <a:lnTo>
                    <a:pt x="33338" y="100203"/>
                  </a:lnTo>
                  <a:lnTo>
                    <a:pt x="77629" y="44196"/>
                  </a:lnTo>
                  <a:lnTo>
                    <a:pt x="120967" y="44196"/>
                  </a:lnTo>
                  <a:lnTo>
                    <a:pt x="62865" y="110395"/>
                  </a:lnTo>
                  <a:lnTo>
                    <a:pt x="121444" y="176117"/>
                  </a:lnTo>
                  <a:lnTo>
                    <a:pt x="78105" y="176117"/>
                  </a:lnTo>
                  <a:close/>
                </a:path>
              </a:pathLst>
            </a:custGeom>
            <a:grpFill/>
            <a:ln w="9525" cap="flat">
              <a:noFill/>
              <a:prstDash val="solid"/>
              <a:miter/>
            </a:ln>
          </p:spPr>
          <p:txBody>
            <a:bodyPr rtlCol="0" anchor="ctr"/>
            <a:lstStyle/>
            <a:p>
              <a:endParaRPr lang="fi-FI" sz="3200"/>
            </a:p>
          </p:txBody>
        </p:sp>
        <p:sp>
          <p:nvSpPr>
            <p:cNvPr id="570" name="Vapaamuotoinen: Muoto 569">
              <a:extLst>
                <a:ext uri="{FF2B5EF4-FFF2-40B4-BE49-F238E27FC236}">
                  <a16:creationId xmlns:a16="http://schemas.microsoft.com/office/drawing/2014/main" id="{8A19AEFB-98C9-96D4-3F1F-B69B357FB6AA}"/>
                </a:ext>
              </a:extLst>
            </p:cNvPr>
            <p:cNvSpPr/>
            <p:nvPr/>
          </p:nvSpPr>
          <p:spPr>
            <a:xfrm>
              <a:off x="4614671" y="2595086"/>
              <a:ext cx="125825" cy="133635"/>
            </a:xfrm>
            <a:custGeom>
              <a:avLst/>
              <a:gdLst>
                <a:gd name="connsiteX0" fmla="*/ 125635 w 125825"/>
                <a:gd name="connsiteY0" fmla="*/ 95 h 133635"/>
                <a:gd name="connsiteX1" fmla="*/ 125635 w 125825"/>
                <a:gd name="connsiteY1" fmla="*/ 132017 h 133635"/>
                <a:gd name="connsiteX2" fmla="*/ 92107 w 125825"/>
                <a:gd name="connsiteY2" fmla="*/ 132017 h 133635"/>
                <a:gd name="connsiteX3" fmla="*/ 92107 w 125825"/>
                <a:gd name="connsiteY3" fmla="*/ 115348 h 133635"/>
                <a:gd name="connsiteX4" fmla="*/ 75343 w 125825"/>
                <a:gd name="connsiteY4" fmla="*/ 128778 h 133635"/>
                <a:gd name="connsiteX5" fmla="*/ 52864 w 125825"/>
                <a:gd name="connsiteY5" fmla="*/ 133636 h 133635"/>
                <a:gd name="connsiteX6" fmla="*/ 25432 w 125825"/>
                <a:gd name="connsiteY6" fmla="*/ 127064 h 133635"/>
                <a:gd name="connsiteX7" fmla="*/ 6763 w 125825"/>
                <a:gd name="connsiteY7" fmla="*/ 107728 h 133635"/>
                <a:gd name="connsiteX8" fmla="*/ 0 w 125825"/>
                <a:gd name="connsiteY8" fmla="*/ 77343 h 133635"/>
                <a:gd name="connsiteX9" fmla="*/ 0 w 125825"/>
                <a:gd name="connsiteY9" fmla="*/ 0 h 133635"/>
                <a:gd name="connsiteX10" fmla="*/ 33338 w 125825"/>
                <a:gd name="connsiteY10" fmla="*/ 0 h 133635"/>
                <a:gd name="connsiteX11" fmla="*/ 33338 w 125825"/>
                <a:gd name="connsiteY11" fmla="*/ 72580 h 133635"/>
                <a:gd name="connsiteX12" fmla="*/ 41243 w 125825"/>
                <a:gd name="connsiteY12" fmla="*/ 96774 h 133635"/>
                <a:gd name="connsiteX13" fmla="*/ 62674 w 125825"/>
                <a:gd name="connsiteY13" fmla="*/ 105251 h 133635"/>
                <a:gd name="connsiteX14" fmla="*/ 84391 w 125825"/>
                <a:gd name="connsiteY14" fmla="*/ 96774 h 133635"/>
                <a:gd name="connsiteX15" fmla="*/ 92297 w 125825"/>
                <a:gd name="connsiteY15" fmla="*/ 72580 h 133635"/>
                <a:gd name="connsiteX16" fmla="*/ 92297 w 125825"/>
                <a:gd name="connsiteY16" fmla="*/ 0 h 133635"/>
                <a:gd name="connsiteX17" fmla="*/ 125825 w 125825"/>
                <a:gd name="connsiteY17" fmla="*/ 0 h 133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5825" h="133635">
                  <a:moveTo>
                    <a:pt x="125635" y="95"/>
                  </a:moveTo>
                  <a:lnTo>
                    <a:pt x="125635" y="132017"/>
                  </a:lnTo>
                  <a:lnTo>
                    <a:pt x="92107" y="132017"/>
                  </a:lnTo>
                  <a:lnTo>
                    <a:pt x="92107" y="115348"/>
                  </a:lnTo>
                  <a:cubicBezTo>
                    <a:pt x="87820" y="121063"/>
                    <a:pt x="82201" y="125540"/>
                    <a:pt x="75343" y="128778"/>
                  </a:cubicBezTo>
                  <a:cubicBezTo>
                    <a:pt x="68390" y="132017"/>
                    <a:pt x="60960" y="133636"/>
                    <a:pt x="52864" y="133636"/>
                  </a:cubicBezTo>
                  <a:cubicBezTo>
                    <a:pt x="42577" y="133636"/>
                    <a:pt x="33433" y="131445"/>
                    <a:pt x="25432" y="127064"/>
                  </a:cubicBezTo>
                  <a:cubicBezTo>
                    <a:pt x="17526" y="122682"/>
                    <a:pt x="11240" y="116300"/>
                    <a:pt x="6763" y="107728"/>
                  </a:cubicBezTo>
                  <a:cubicBezTo>
                    <a:pt x="2286" y="99250"/>
                    <a:pt x="0" y="89154"/>
                    <a:pt x="0" y="77343"/>
                  </a:cubicBezTo>
                  <a:lnTo>
                    <a:pt x="0" y="0"/>
                  </a:lnTo>
                  <a:lnTo>
                    <a:pt x="33338" y="0"/>
                  </a:lnTo>
                  <a:lnTo>
                    <a:pt x="33338" y="72580"/>
                  </a:lnTo>
                  <a:cubicBezTo>
                    <a:pt x="33338" y="83058"/>
                    <a:pt x="36004" y="91154"/>
                    <a:pt x="41243" y="96774"/>
                  </a:cubicBezTo>
                  <a:cubicBezTo>
                    <a:pt x="46482" y="102394"/>
                    <a:pt x="53626" y="105251"/>
                    <a:pt x="62674" y="105251"/>
                  </a:cubicBezTo>
                  <a:cubicBezTo>
                    <a:pt x="71723" y="105251"/>
                    <a:pt x="79153" y="102394"/>
                    <a:pt x="84391" y="96774"/>
                  </a:cubicBezTo>
                  <a:cubicBezTo>
                    <a:pt x="89630" y="91154"/>
                    <a:pt x="92297" y="83058"/>
                    <a:pt x="92297" y="72580"/>
                  </a:cubicBezTo>
                  <a:lnTo>
                    <a:pt x="92297" y="0"/>
                  </a:lnTo>
                  <a:lnTo>
                    <a:pt x="125825" y="0"/>
                  </a:lnTo>
                  <a:close/>
                </a:path>
              </a:pathLst>
            </a:custGeom>
            <a:grpFill/>
            <a:ln w="9525" cap="flat">
              <a:noFill/>
              <a:prstDash val="solid"/>
              <a:miter/>
            </a:ln>
          </p:spPr>
          <p:txBody>
            <a:bodyPr rtlCol="0" anchor="ctr"/>
            <a:lstStyle/>
            <a:p>
              <a:endParaRPr lang="fi-FI" sz="3200"/>
            </a:p>
          </p:txBody>
        </p:sp>
        <p:sp>
          <p:nvSpPr>
            <p:cNvPr id="571" name="Vapaamuotoinen: Muoto 570">
              <a:extLst>
                <a:ext uri="{FF2B5EF4-FFF2-40B4-BE49-F238E27FC236}">
                  <a16:creationId xmlns:a16="http://schemas.microsoft.com/office/drawing/2014/main" id="{9FA3FE3E-633E-4617-C357-DB50E2191BE2}"/>
                </a:ext>
              </a:extLst>
            </p:cNvPr>
            <p:cNvSpPr/>
            <p:nvPr/>
          </p:nvSpPr>
          <p:spPr>
            <a:xfrm>
              <a:off x="4773167" y="2550890"/>
              <a:ext cx="33337" cy="176212"/>
            </a:xfrm>
            <a:custGeom>
              <a:avLst/>
              <a:gdLst>
                <a:gd name="connsiteX0" fmla="*/ 33338 w 33337"/>
                <a:gd name="connsiteY0" fmla="*/ 0 h 176212"/>
                <a:gd name="connsiteX1" fmla="*/ 33338 w 33337"/>
                <a:gd name="connsiteY1" fmla="*/ 176213 h 176212"/>
                <a:gd name="connsiteX2" fmla="*/ 0 w 33337"/>
                <a:gd name="connsiteY2" fmla="*/ 176213 h 176212"/>
                <a:gd name="connsiteX3" fmla="*/ 0 w 33337"/>
                <a:gd name="connsiteY3" fmla="*/ 0 h 176212"/>
                <a:gd name="connsiteX4" fmla="*/ 33338 w 33337"/>
                <a:gd name="connsiteY4" fmla="*/ 0 h 176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37" h="176212">
                  <a:moveTo>
                    <a:pt x="33338" y="0"/>
                  </a:moveTo>
                  <a:lnTo>
                    <a:pt x="33338" y="176213"/>
                  </a:lnTo>
                  <a:lnTo>
                    <a:pt x="0" y="176213"/>
                  </a:lnTo>
                  <a:lnTo>
                    <a:pt x="0" y="0"/>
                  </a:lnTo>
                  <a:lnTo>
                    <a:pt x="33338" y="0"/>
                  </a:lnTo>
                  <a:close/>
                </a:path>
              </a:pathLst>
            </a:custGeom>
            <a:grpFill/>
            <a:ln w="9525" cap="flat">
              <a:noFill/>
              <a:prstDash val="solid"/>
              <a:miter/>
            </a:ln>
          </p:spPr>
          <p:txBody>
            <a:bodyPr rtlCol="0" anchor="ctr"/>
            <a:lstStyle/>
            <a:p>
              <a:endParaRPr lang="fi-FI" sz="3200"/>
            </a:p>
          </p:txBody>
        </p:sp>
        <p:sp>
          <p:nvSpPr>
            <p:cNvPr id="572" name="Vapaamuotoinen: Muoto 571">
              <a:extLst>
                <a:ext uri="{FF2B5EF4-FFF2-40B4-BE49-F238E27FC236}">
                  <a16:creationId xmlns:a16="http://schemas.microsoft.com/office/drawing/2014/main" id="{19B454E2-3E1C-7873-0E97-CC18F21E7149}"/>
                </a:ext>
              </a:extLst>
            </p:cNvPr>
            <p:cNvSpPr/>
            <p:nvPr/>
          </p:nvSpPr>
          <p:spPr>
            <a:xfrm>
              <a:off x="4839366" y="2550890"/>
              <a:ext cx="33337" cy="176212"/>
            </a:xfrm>
            <a:custGeom>
              <a:avLst/>
              <a:gdLst>
                <a:gd name="connsiteX0" fmla="*/ 33338 w 33337"/>
                <a:gd name="connsiteY0" fmla="*/ 0 h 176212"/>
                <a:gd name="connsiteX1" fmla="*/ 33338 w 33337"/>
                <a:gd name="connsiteY1" fmla="*/ 176213 h 176212"/>
                <a:gd name="connsiteX2" fmla="*/ 0 w 33337"/>
                <a:gd name="connsiteY2" fmla="*/ 176213 h 176212"/>
                <a:gd name="connsiteX3" fmla="*/ 0 w 33337"/>
                <a:gd name="connsiteY3" fmla="*/ 0 h 176212"/>
                <a:gd name="connsiteX4" fmla="*/ 33338 w 33337"/>
                <a:gd name="connsiteY4" fmla="*/ 0 h 176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37" h="176212">
                  <a:moveTo>
                    <a:pt x="33338" y="0"/>
                  </a:moveTo>
                  <a:lnTo>
                    <a:pt x="33338" y="176213"/>
                  </a:lnTo>
                  <a:lnTo>
                    <a:pt x="0" y="176213"/>
                  </a:lnTo>
                  <a:lnTo>
                    <a:pt x="0" y="0"/>
                  </a:lnTo>
                  <a:lnTo>
                    <a:pt x="33338" y="0"/>
                  </a:lnTo>
                  <a:close/>
                </a:path>
              </a:pathLst>
            </a:custGeom>
            <a:grpFill/>
            <a:ln w="9525" cap="flat">
              <a:noFill/>
              <a:prstDash val="solid"/>
              <a:miter/>
            </a:ln>
          </p:spPr>
          <p:txBody>
            <a:bodyPr rtlCol="0" anchor="ctr"/>
            <a:lstStyle/>
            <a:p>
              <a:endParaRPr lang="fi-FI" sz="3200"/>
            </a:p>
          </p:txBody>
        </p:sp>
        <p:sp>
          <p:nvSpPr>
            <p:cNvPr id="573" name="Vapaamuotoinen: Muoto 572">
              <a:extLst>
                <a:ext uri="{FF2B5EF4-FFF2-40B4-BE49-F238E27FC236}">
                  <a16:creationId xmlns:a16="http://schemas.microsoft.com/office/drawing/2014/main" id="{D04D07A7-8B79-1A2A-915F-FE3724D349C4}"/>
                </a:ext>
              </a:extLst>
            </p:cNvPr>
            <p:cNvSpPr/>
            <p:nvPr/>
          </p:nvSpPr>
          <p:spPr>
            <a:xfrm>
              <a:off x="4896897" y="2592990"/>
              <a:ext cx="137350" cy="136112"/>
            </a:xfrm>
            <a:custGeom>
              <a:avLst/>
              <a:gdLst>
                <a:gd name="connsiteX0" fmla="*/ 8096 w 137350"/>
                <a:gd name="connsiteY0" fmla="*/ 32195 h 136112"/>
                <a:gd name="connsiteX1" fmla="*/ 29718 w 137350"/>
                <a:gd name="connsiteY1" fmla="*/ 8382 h 136112"/>
                <a:gd name="connsiteX2" fmla="*/ 60293 w 137350"/>
                <a:gd name="connsiteY2" fmla="*/ 0 h 136112"/>
                <a:gd name="connsiteX3" fmla="*/ 86106 w 137350"/>
                <a:gd name="connsiteY3" fmla="*/ 5905 h 136112"/>
                <a:gd name="connsiteX4" fmla="*/ 103823 w 137350"/>
                <a:gd name="connsiteY4" fmla="*/ 20955 h 136112"/>
                <a:gd name="connsiteX5" fmla="*/ 103823 w 137350"/>
                <a:gd name="connsiteY5" fmla="*/ 2096 h 136112"/>
                <a:gd name="connsiteX6" fmla="*/ 137350 w 137350"/>
                <a:gd name="connsiteY6" fmla="*/ 2096 h 136112"/>
                <a:gd name="connsiteX7" fmla="*/ 137350 w 137350"/>
                <a:gd name="connsiteY7" fmla="*/ 134017 h 136112"/>
                <a:gd name="connsiteX8" fmla="*/ 103823 w 137350"/>
                <a:gd name="connsiteY8" fmla="*/ 134017 h 136112"/>
                <a:gd name="connsiteX9" fmla="*/ 103823 w 137350"/>
                <a:gd name="connsiteY9" fmla="*/ 114681 h 136112"/>
                <a:gd name="connsiteX10" fmla="*/ 86106 w 137350"/>
                <a:gd name="connsiteY10" fmla="*/ 130016 h 136112"/>
                <a:gd name="connsiteX11" fmla="*/ 60008 w 137350"/>
                <a:gd name="connsiteY11" fmla="*/ 136112 h 136112"/>
                <a:gd name="connsiteX12" fmla="*/ 29623 w 137350"/>
                <a:gd name="connsiteY12" fmla="*/ 127540 h 136112"/>
                <a:gd name="connsiteX13" fmla="*/ 8001 w 137350"/>
                <a:gd name="connsiteY13" fmla="*/ 103346 h 136112"/>
                <a:gd name="connsiteX14" fmla="*/ 0 w 137350"/>
                <a:gd name="connsiteY14" fmla="*/ 67532 h 136112"/>
                <a:gd name="connsiteX15" fmla="*/ 8001 w 137350"/>
                <a:gd name="connsiteY15" fmla="*/ 32099 h 136112"/>
                <a:gd name="connsiteX16" fmla="*/ 99155 w 137350"/>
                <a:gd name="connsiteY16" fmla="*/ 47339 h 136112"/>
                <a:gd name="connsiteX17" fmla="*/ 86296 w 137350"/>
                <a:gd name="connsiteY17" fmla="*/ 34004 h 136112"/>
                <a:gd name="connsiteX18" fmla="*/ 68866 w 137350"/>
                <a:gd name="connsiteY18" fmla="*/ 29337 h 136112"/>
                <a:gd name="connsiteX19" fmla="*/ 51721 w 137350"/>
                <a:gd name="connsiteY19" fmla="*/ 33814 h 136112"/>
                <a:gd name="connsiteX20" fmla="*/ 38957 w 137350"/>
                <a:gd name="connsiteY20" fmla="*/ 47053 h 136112"/>
                <a:gd name="connsiteX21" fmla="*/ 34100 w 137350"/>
                <a:gd name="connsiteY21" fmla="*/ 67628 h 136112"/>
                <a:gd name="connsiteX22" fmla="*/ 38957 w 137350"/>
                <a:gd name="connsiteY22" fmla="*/ 88487 h 136112"/>
                <a:gd name="connsiteX23" fmla="*/ 51816 w 137350"/>
                <a:gd name="connsiteY23" fmla="*/ 102203 h 136112"/>
                <a:gd name="connsiteX24" fmla="*/ 68866 w 137350"/>
                <a:gd name="connsiteY24" fmla="*/ 106966 h 136112"/>
                <a:gd name="connsiteX25" fmla="*/ 86296 w 137350"/>
                <a:gd name="connsiteY25" fmla="*/ 102299 h 136112"/>
                <a:gd name="connsiteX26" fmla="*/ 99155 w 137350"/>
                <a:gd name="connsiteY26" fmla="*/ 88964 h 136112"/>
                <a:gd name="connsiteX27" fmla="*/ 103918 w 137350"/>
                <a:gd name="connsiteY27" fmla="*/ 68104 h 136112"/>
                <a:gd name="connsiteX28" fmla="*/ 99155 w 137350"/>
                <a:gd name="connsiteY28" fmla="*/ 47244 h 136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350" h="136112">
                  <a:moveTo>
                    <a:pt x="8096" y="32195"/>
                  </a:moveTo>
                  <a:cubicBezTo>
                    <a:pt x="13430" y="21907"/>
                    <a:pt x="20669" y="13906"/>
                    <a:pt x="29718" y="8382"/>
                  </a:cubicBezTo>
                  <a:cubicBezTo>
                    <a:pt x="38862" y="2857"/>
                    <a:pt x="49054" y="0"/>
                    <a:pt x="60293" y="0"/>
                  </a:cubicBezTo>
                  <a:cubicBezTo>
                    <a:pt x="70104" y="0"/>
                    <a:pt x="78772" y="2000"/>
                    <a:pt x="86106" y="5905"/>
                  </a:cubicBezTo>
                  <a:cubicBezTo>
                    <a:pt x="93536" y="9906"/>
                    <a:pt x="99441" y="14859"/>
                    <a:pt x="103823" y="20955"/>
                  </a:cubicBezTo>
                  <a:lnTo>
                    <a:pt x="103823" y="2096"/>
                  </a:lnTo>
                  <a:lnTo>
                    <a:pt x="137350" y="2096"/>
                  </a:lnTo>
                  <a:lnTo>
                    <a:pt x="137350" y="134017"/>
                  </a:lnTo>
                  <a:lnTo>
                    <a:pt x="103823" y="134017"/>
                  </a:lnTo>
                  <a:lnTo>
                    <a:pt x="103823" y="114681"/>
                  </a:lnTo>
                  <a:cubicBezTo>
                    <a:pt x="99536" y="120872"/>
                    <a:pt x="93631" y="126016"/>
                    <a:pt x="86106" y="130016"/>
                  </a:cubicBezTo>
                  <a:cubicBezTo>
                    <a:pt x="78581" y="134112"/>
                    <a:pt x="69913" y="136112"/>
                    <a:pt x="60008" y="136112"/>
                  </a:cubicBezTo>
                  <a:cubicBezTo>
                    <a:pt x="48863" y="136112"/>
                    <a:pt x="38767" y="133255"/>
                    <a:pt x="29623" y="127540"/>
                  </a:cubicBezTo>
                  <a:cubicBezTo>
                    <a:pt x="20479" y="121825"/>
                    <a:pt x="13240" y="113728"/>
                    <a:pt x="8001" y="103346"/>
                  </a:cubicBezTo>
                  <a:cubicBezTo>
                    <a:pt x="2667" y="92964"/>
                    <a:pt x="0" y="80963"/>
                    <a:pt x="0" y="67532"/>
                  </a:cubicBezTo>
                  <a:cubicBezTo>
                    <a:pt x="0" y="54102"/>
                    <a:pt x="2667" y="42386"/>
                    <a:pt x="8001" y="32099"/>
                  </a:cubicBezTo>
                  <a:close/>
                  <a:moveTo>
                    <a:pt x="99155" y="47339"/>
                  </a:moveTo>
                  <a:cubicBezTo>
                    <a:pt x="96012" y="41529"/>
                    <a:pt x="91726" y="37052"/>
                    <a:pt x="86296" y="34004"/>
                  </a:cubicBezTo>
                  <a:cubicBezTo>
                    <a:pt x="80867" y="30861"/>
                    <a:pt x="75152" y="29337"/>
                    <a:pt x="68866" y="29337"/>
                  </a:cubicBezTo>
                  <a:cubicBezTo>
                    <a:pt x="62579" y="29337"/>
                    <a:pt x="56959" y="30861"/>
                    <a:pt x="51721" y="33814"/>
                  </a:cubicBezTo>
                  <a:cubicBezTo>
                    <a:pt x="46482" y="36862"/>
                    <a:pt x="42196" y="41243"/>
                    <a:pt x="38957" y="47053"/>
                  </a:cubicBezTo>
                  <a:cubicBezTo>
                    <a:pt x="35719" y="52864"/>
                    <a:pt x="34100" y="59722"/>
                    <a:pt x="34100" y="67628"/>
                  </a:cubicBezTo>
                  <a:cubicBezTo>
                    <a:pt x="34100" y="75533"/>
                    <a:pt x="35719" y="82487"/>
                    <a:pt x="38957" y="88487"/>
                  </a:cubicBezTo>
                  <a:cubicBezTo>
                    <a:pt x="42196" y="94393"/>
                    <a:pt x="46482" y="98965"/>
                    <a:pt x="51816" y="102203"/>
                  </a:cubicBezTo>
                  <a:cubicBezTo>
                    <a:pt x="57150" y="105347"/>
                    <a:pt x="62770" y="106966"/>
                    <a:pt x="68866" y="106966"/>
                  </a:cubicBezTo>
                  <a:cubicBezTo>
                    <a:pt x="74962" y="106966"/>
                    <a:pt x="80867" y="105442"/>
                    <a:pt x="86296" y="102299"/>
                  </a:cubicBezTo>
                  <a:cubicBezTo>
                    <a:pt x="91726" y="99155"/>
                    <a:pt x="96012" y="94774"/>
                    <a:pt x="99155" y="88964"/>
                  </a:cubicBezTo>
                  <a:cubicBezTo>
                    <a:pt x="102298" y="83153"/>
                    <a:pt x="103918" y="76200"/>
                    <a:pt x="103918" y="68104"/>
                  </a:cubicBezTo>
                  <a:cubicBezTo>
                    <a:pt x="103918" y="60007"/>
                    <a:pt x="102298" y="53054"/>
                    <a:pt x="99155" y="47244"/>
                  </a:cubicBezTo>
                  <a:close/>
                </a:path>
              </a:pathLst>
            </a:custGeom>
            <a:grpFill/>
            <a:ln w="9525" cap="flat">
              <a:noFill/>
              <a:prstDash val="solid"/>
              <a:miter/>
            </a:ln>
          </p:spPr>
          <p:txBody>
            <a:bodyPr rtlCol="0" anchor="ctr"/>
            <a:lstStyle/>
            <a:p>
              <a:endParaRPr lang="fi-FI" sz="3200"/>
            </a:p>
          </p:txBody>
        </p:sp>
      </p:grpSp>
      <p:grpSp>
        <p:nvGrpSpPr>
          <p:cNvPr id="598" name="Ryhmä 597">
            <a:extLst>
              <a:ext uri="{FF2B5EF4-FFF2-40B4-BE49-F238E27FC236}">
                <a16:creationId xmlns:a16="http://schemas.microsoft.com/office/drawing/2014/main" id="{6FB9C4C5-99FA-DCEB-7302-C44B2D1E6B73}"/>
              </a:ext>
              <a:ext uri="{C183D7F6-B498-43B3-948B-1728B52AA6E4}">
                <adec:decorative xmlns:adec="http://schemas.microsoft.com/office/drawing/2017/decorative" val="1"/>
              </a:ext>
            </a:extLst>
          </p:cNvPr>
          <p:cNvGrpSpPr/>
          <p:nvPr userDrawn="1"/>
        </p:nvGrpSpPr>
        <p:grpSpPr>
          <a:xfrm>
            <a:off x="9443336" y="5179468"/>
            <a:ext cx="1150066" cy="348166"/>
            <a:chOff x="3748563" y="2288762"/>
            <a:chExt cx="1654016" cy="500729"/>
          </a:xfrm>
          <a:solidFill>
            <a:schemeClr val="bg1"/>
          </a:solidFill>
        </p:grpSpPr>
        <p:sp>
          <p:nvSpPr>
            <p:cNvPr id="578" name="Vapaamuotoinen: Muoto 577">
              <a:extLst>
                <a:ext uri="{FF2B5EF4-FFF2-40B4-BE49-F238E27FC236}">
                  <a16:creationId xmlns:a16="http://schemas.microsoft.com/office/drawing/2014/main" id="{9F1AEB22-40F4-6D67-8AB8-C7804D5F8432}"/>
                </a:ext>
              </a:extLst>
            </p:cNvPr>
            <p:cNvSpPr/>
            <p:nvPr/>
          </p:nvSpPr>
          <p:spPr>
            <a:xfrm>
              <a:off x="3748563" y="2312288"/>
              <a:ext cx="146780" cy="167163"/>
            </a:xfrm>
            <a:custGeom>
              <a:avLst/>
              <a:gdLst>
                <a:gd name="connsiteX0" fmla="*/ 96869 w 146780"/>
                <a:gd name="connsiteY0" fmla="*/ 167164 h 167163"/>
                <a:gd name="connsiteX1" fmla="*/ 40672 w 146780"/>
                <a:gd name="connsiteY1" fmla="*/ 93345 h 167163"/>
                <a:gd name="connsiteX2" fmla="*/ 40672 w 146780"/>
                <a:gd name="connsiteY2" fmla="*/ 167164 h 167163"/>
                <a:gd name="connsiteX3" fmla="*/ 0 w 146780"/>
                <a:gd name="connsiteY3" fmla="*/ 167164 h 167163"/>
                <a:gd name="connsiteX4" fmla="*/ 0 w 146780"/>
                <a:gd name="connsiteY4" fmla="*/ 0 h 167163"/>
                <a:gd name="connsiteX5" fmla="*/ 40767 w 146780"/>
                <a:gd name="connsiteY5" fmla="*/ 0 h 167163"/>
                <a:gd name="connsiteX6" fmla="*/ 40767 w 146780"/>
                <a:gd name="connsiteY6" fmla="*/ 73343 h 167163"/>
                <a:gd name="connsiteX7" fmla="*/ 96488 w 146780"/>
                <a:gd name="connsiteY7" fmla="*/ 0 h 167163"/>
                <a:gd name="connsiteX8" fmla="*/ 144399 w 146780"/>
                <a:gd name="connsiteY8" fmla="*/ 0 h 167163"/>
                <a:gd name="connsiteX9" fmla="*/ 79629 w 146780"/>
                <a:gd name="connsiteY9" fmla="*/ 81915 h 167163"/>
                <a:gd name="connsiteX10" fmla="*/ 146780 w 146780"/>
                <a:gd name="connsiteY10" fmla="*/ 167164 h 167163"/>
                <a:gd name="connsiteX11" fmla="*/ 97060 w 146780"/>
                <a:gd name="connsiteY11" fmla="*/ 167164 h 16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6780" h="167163">
                  <a:moveTo>
                    <a:pt x="96869" y="167164"/>
                  </a:moveTo>
                  <a:lnTo>
                    <a:pt x="40672" y="93345"/>
                  </a:lnTo>
                  <a:lnTo>
                    <a:pt x="40672" y="167164"/>
                  </a:lnTo>
                  <a:lnTo>
                    <a:pt x="0" y="167164"/>
                  </a:lnTo>
                  <a:lnTo>
                    <a:pt x="0" y="0"/>
                  </a:lnTo>
                  <a:lnTo>
                    <a:pt x="40767" y="0"/>
                  </a:lnTo>
                  <a:lnTo>
                    <a:pt x="40767" y="73343"/>
                  </a:lnTo>
                  <a:lnTo>
                    <a:pt x="96488" y="0"/>
                  </a:lnTo>
                  <a:lnTo>
                    <a:pt x="144399" y="0"/>
                  </a:lnTo>
                  <a:lnTo>
                    <a:pt x="79629" y="81915"/>
                  </a:lnTo>
                  <a:lnTo>
                    <a:pt x="146780" y="167164"/>
                  </a:lnTo>
                  <a:lnTo>
                    <a:pt x="97060" y="167164"/>
                  </a:lnTo>
                  <a:close/>
                </a:path>
              </a:pathLst>
            </a:custGeom>
            <a:grpFill/>
            <a:ln w="9525" cap="flat">
              <a:noFill/>
              <a:prstDash val="solid"/>
              <a:miter/>
            </a:ln>
          </p:spPr>
          <p:txBody>
            <a:bodyPr rtlCol="0" anchor="ctr"/>
            <a:lstStyle/>
            <a:p>
              <a:endParaRPr lang="fi-FI" sz="3200"/>
            </a:p>
          </p:txBody>
        </p:sp>
        <p:sp>
          <p:nvSpPr>
            <p:cNvPr id="579" name="Vapaamuotoinen: Muoto 578">
              <a:extLst>
                <a:ext uri="{FF2B5EF4-FFF2-40B4-BE49-F238E27FC236}">
                  <a16:creationId xmlns:a16="http://schemas.microsoft.com/office/drawing/2014/main" id="{5A0B4D0F-FF0C-963B-BD65-A8A3F544367A}"/>
                </a:ext>
              </a:extLst>
            </p:cNvPr>
            <p:cNvSpPr/>
            <p:nvPr/>
          </p:nvSpPr>
          <p:spPr>
            <a:xfrm>
              <a:off x="3910774" y="2288762"/>
              <a:ext cx="48291"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240" y="2096"/>
                    <a:pt x="17145" y="0"/>
                    <a:pt x="24289" y="0"/>
                  </a:cubicBezTo>
                  <a:cubicBezTo>
                    <a:pt x="31432" y="0"/>
                    <a:pt x="37052" y="2096"/>
                    <a:pt x="41529" y="6287"/>
                  </a:cubicBezTo>
                  <a:cubicBezTo>
                    <a:pt x="46006" y="10478"/>
                    <a:pt x="48292" y="15812"/>
                    <a:pt x="48292" y="22098"/>
                  </a:cubicBezTo>
                  <a:cubicBezTo>
                    <a:pt x="48292" y="28385"/>
                    <a:pt x="46006" y="33528"/>
                    <a:pt x="41529" y="37719"/>
                  </a:cubicBezTo>
                  <a:cubicBezTo>
                    <a:pt x="36957"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grpFill/>
            <a:ln w="9525" cap="flat">
              <a:noFill/>
              <a:prstDash val="solid"/>
              <a:miter/>
            </a:ln>
          </p:spPr>
          <p:txBody>
            <a:bodyPr rtlCol="0" anchor="ctr"/>
            <a:lstStyle/>
            <a:p>
              <a:endParaRPr lang="fi-FI" sz="3200"/>
            </a:p>
          </p:txBody>
        </p:sp>
        <p:sp>
          <p:nvSpPr>
            <p:cNvPr id="580" name="Vapaamuotoinen: Muoto 579">
              <a:extLst>
                <a:ext uri="{FF2B5EF4-FFF2-40B4-BE49-F238E27FC236}">
                  <a16:creationId xmlns:a16="http://schemas.microsoft.com/office/drawing/2014/main" id="{807B1B28-1483-6962-2B7F-52E67671778F}"/>
                </a:ext>
              </a:extLst>
            </p:cNvPr>
            <p:cNvSpPr/>
            <p:nvPr/>
          </p:nvSpPr>
          <p:spPr>
            <a:xfrm>
              <a:off x="3984688" y="2345245"/>
              <a:ext cx="82486" cy="134397"/>
            </a:xfrm>
            <a:custGeom>
              <a:avLst/>
              <a:gdLst>
                <a:gd name="connsiteX0" fmla="*/ 58674 w 82486"/>
                <a:gd name="connsiteY0" fmla="*/ 6287 h 134397"/>
                <a:gd name="connsiteX1" fmla="*/ 82487 w 82486"/>
                <a:gd name="connsiteY1" fmla="*/ 0 h 134397"/>
                <a:gd name="connsiteX2" fmla="*/ 82487 w 82486"/>
                <a:gd name="connsiteY2" fmla="*/ 43148 h 134397"/>
                <a:gd name="connsiteX3" fmla="*/ 71247 w 82486"/>
                <a:gd name="connsiteY3" fmla="*/ 43148 h 134397"/>
                <a:gd name="connsiteX4" fmla="*/ 48387 w 82486"/>
                <a:gd name="connsiteY4" fmla="*/ 49720 h 134397"/>
                <a:gd name="connsiteX5" fmla="*/ 40767 w 82486"/>
                <a:gd name="connsiteY5" fmla="*/ 72676 h 134397"/>
                <a:gd name="connsiteX6" fmla="*/ 40767 w 82486"/>
                <a:gd name="connsiteY6" fmla="*/ 134398 h 134397"/>
                <a:gd name="connsiteX7" fmla="*/ 0 w 82486"/>
                <a:gd name="connsiteY7" fmla="*/ 134398 h 134397"/>
                <a:gd name="connsiteX8" fmla="*/ 0 w 82486"/>
                <a:gd name="connsiteY8" fmla="*/ 1334 h 134397"/>
                <a:gd name="connsiteX9" fmla="*/ 40767 w 82486"/>
                <a:gd name="connsiteY9" fmla="*/ 1334 h 134397"/>
                <a:gd name="connsiteX10" fmla="*/ 40767 w 82486"/>
                <a:gd name="connsiteY10" fmla="*/ 23527 h 134397"/>
                <a:gd name="connsiteX11" fmla="*/ 58674 w 82486"/>
                <a:gd name="connsiteY11" fmla="*/ 6287 h 13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86" h="134397">
                  <a:moveTo>
                    <a:pt x="58674" y="6287"/>
                  </a:moveTo>
                  <a:cubicBezTo>
                    <a:pt x="65818" y="2096"/>
                    <a:pt x="73724" y="0"/>
                    <a:pt x="82487" y="0"/>
                  </a:cubicBezTo>
                  <a:lnTo>
                    <a:pt x="82487" y="43148"/>
                  </a:lnTo>
                  <a:lnTo>
                    <a:pt x="71247" y="43148"/>
                  </a:lnTo>
                  <a:cubicBezTo>
                    <a:pt x="61055" y="43148"/>
                    <a:pt x="53435" y="45339"/>
                    <a:pt x="48387" y="49720"/>
                  </a:cubicBezTo>
                  <a:cubicBezTo>
                    <a:pt x="43339" y="54102"/>
                    <a:pt x="40767" y="61722"/>
                    <a:pt x="40767" y="72676"/>
                  </a:cubicBezTo>
                  <a:lnTo>
                    <a:pt x="40767" y="134398"/>
                  </a:lnTo>
                  <a:lnTo>
                    <a:pt x="0" y="134398"/>
                  </a:lnTo>
                  <a:lnTo>
                    <a:pt x="0" y="1334"/>
                  </a:lnTo>
                  <a:lnTo>
                    <a:pt x="40767" y="1334"/>
                  </a:lnTo>
                  <a:lnTo>
                    <a:pt x="40767" y="23527"/>
                  </a:lnTo>
                  <a:cubicBezTo>
                    <a:pt x="45530" y="16193"/>
                    <a:pt x="51435" y="10477"/>
                    <a:pt x="58674" y="6287"/>
                  </a:cubicBezTo>
                  <a:close/>
                </a:path>
              </a:pathLst>
            </a:custGeom>
            <a:grpFill/>
            <a:ln w="9525" cap="flat">
              <a:noFill/>
              <a:prstDash val="solid"/>
              <a:miter/>
            </a:ln>
          </p:spPr>
          <p:txBody>
            <a:bodyPr rtlCol="0" anchor="ctr"/>
            <a:lstStyle/>
            <a:p>
              <a:endParaRPr lang="fi-FI" sz="3200"/>
            </a:p>
          </p:txBody>
        </p:sp>
        <p:sp>
          <p:nvSpPr>
            <p:cNvPr id="581" name="Vapaamuotoinen: Muoto 580">
              <a:extLst>
                <a:ext uri="{FF2B5EF4-FFF2-40B4-BE49-F238E27FC236}">
                  <a16:creationId xmlns:a16="http://schemas.microsoft.com/office/drawing/2014/main" id="{59B278D6-093F-B99B-0B3A-28C6789BA3B3}"/>
                </a:ext>
              </a:extLst>
            </p:cNvPr>
            <p:cNvSpPr/>
            <p:nvPr/>
          </p:nvSpPr>
          <p:spPr>
            <a:xfrm>
              <a:off x="4086606" y="2303240"/>
              <a:ext cx="131730" cy="176212"/>
            </a:xfrm>
            <a:custGeom>
              <a:avLst/>
              <a:gdLst>
                <a:gd name="connsiteX0" fmla="*/ 81248 w 131730"/>
                <a:gd name="connsiteY0" fmla="*/ 176213 h 176212"/>
                <a:gd name="connsiteX1" fmla="*/ 40767 w 131730"/>
                <a:gd name="connsiteY1" fmla="*/ 120491 h 176212"/>
                <a:gd name="connsiteX2" fmla="*/ 40767 w 131730"/>
                <a:gd name="connsiteY2" fmla="*/ 176213 h 176212"/>
                <a:gd name="connsiteX3" fmla="*/ 0 w 131730"/>
                <a:gd name="connsiteY3" fmla="*/ 176213 h 176212"/>
                <a:gd name="connsiteX4" fmla="*/ 0 w 131730"/>
                <a:gd name="connsiteY4" fmla="*/ 0 h 176212"/>
                <a:gd name="connsiteX5" fmla="*/ 40767 w 131730"/>
                <a:gd name="connsiteY5" fmla="*/ 0 h 176212"/>
                <a:gd name="connsiteX6" fmla="*/ 40767 w 131730"/>
                <a:gd name="connsiteY6" fmla="*/ 97441 h 176212"/>
                <a:gd name="connsiteX7" fmla="*/ 80963 w 131730"/>
                <a:gd name="connsiteY7" fmla="*/ 43339 h 176212"/>
                <a:gd name="connsiteX8" fmla="*/ 131254 w 131730"/>
                <a:gd name="connsiteY8" fmla="*/ 43339 h 176212"/>
                <a:gd name="connsiteX9" fmla="*/ 76009 w 131730"/>
                <a:gd name="connsiteY9" fmla="*/ 110014 h 176212"/>
                <a:gd name="connsiteX10" fmla="*/ 131731 w 131730"/>
                <a:gd name="connsiteY10" fmla="*/ 176213 h 176212"/>
                <a:gd name="connsiteX11" fmla="*/ 81248 w 131730"/>
                <a:gd name="connsiteY11" fmla="*/ 176213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1730" h="176212">
                  <a:moveTo>
                    <a:pt x="81248" y="176213"/>
                  </a:moveTo>
                  <a:lnTo>
                    <a:pt x="40767" y="120491"/>
                  </a:lnTo>
                  <a:lnTo>
                    <a:pt x="40767" y="176213"/>
                  </a:lnTo>
                  <a:lnTo>
                    <a:pt x="0" y="176213"/>
                  </a:lnTo>
                  <a:lnTo>
                    <a:pt x="0" y="0"/>
                  </a:lnTo>
                  <a:lnTo>
                    <a:pt x="40767" y="0"/>
                  </a:lnTo>
                  <a:lnTo>
                    <a:pt x="40767" y="97441"/>
                  </a:lnTo>
                  <a:lnTo>
                    <a:pt x="80963" y="43339"/>
                  </a:lnTo>
                  <a:lnTo>
                    <a:pt x="131254" y="43339"/>
                  </a:lnTo>
                  <a:lnTo>
                    <a:pt x="76009" y="110014"/>
                  </a:lnTo>
                  <a:lnTo>
                    <a:pt x="131731" y="176213"/>
                  </a:lnTo>
                  <a:lnTo>
                    <a:pt x="81248" y="176213"/>
                  </a:lnTo>
                  <a:close/>
                </a:path>
              </a:pathLst>
            </a:custGeom>
            <a:grpFill/>
            <a:ln w="9525" cap="flat">
              <a:noFill/>
              <a:prstDash val="solid"/>
              <a:miter/>
            </a:ln>
          </p:spPr>
          <p:txBody>
            <a:bodyPr rtlCol="0" anchor="ctr"/>
            <a:lstStyle/>
            <a:p>
              <a:endParaRPr lang="fi-FI" sz="3200"/>
            </a:p>
          </p:txBody>
        </p:sp>
        <p:sp>
          <p:nvSpPr>
            <p:cNvPr id="582" name="Vapaamuotoinen: Muoto 581">
              <a:extLst>
                <a:ext uri="{FF2B5EF4-FFF2-40B4-BE49-F238E27FC236}">
                  <a16:creationId xmlns:a16="http://schemas.microsoft.com/office/drawing/2014/main" id="{550EB207-E3BA-1653-C977-378A5912A4D4}"/>
                </a:ext>
              </a:extLst>
            </p:cNvPr>
            <p:cNvSpPr/>
            <p:nvPr/>
          </p:nvSpPr>
          <p:spPr>
            <a:xfrm>
              <a:off x="4233767" y="2303240"/>
              <a:ext cx="131730" cy="176212"/>
            </a:xfrm>
            <a:custGeom>
              <a:avLst/>
              <a:gdLst>
                <a:gd name="connsiteX0" fmla="*/ 81248 w 131730"/>
                <a:gd name="connsiteY0" fmla="*/ 176213 h 176212"/>
                <a:gd name="connsiteX1" fmla="*/ 40767 w 131730"/>
                <a:gd name="connsiteY1" fmla="*/ 120491 h 176212"/>
                <a:gd name="connsiteX2" fmla="*/ 40767 w 131730"/>
                <a:gd name="connsiteY2" fmla="*/ 176213 h 176212"/>
                <a:gd name="connsiteX3" fmla="*/ 0 w 131730"/>
                <a:gd name="connsiteY3" fmla="*/ 176213 h 176212"/>
                <a:gd name="connsiteX4" fmla="*/ 0 w 131730"/>
                <a:gd name="connsiteY4" fmla="*/ 0 h 176212"/>
                <a:gd name="connsiteX5" fmla="*/ 40767 w 131730"/>
                <a:gd name="connsiteY5" fmla="*/ 0 h 176212"/>
                <a:gd name="connsiteX6" fmla="*/ 40767 w 131730"/>
                <a:gd name="connsiteY6" fmla="*/ 97441 h 176212"/>
                <a:gd name="connsiteX7" fmla="*/ 80963 w 131730"/>
                <a:gd name="connsiteY7" fmla="*/ 43339 h 176212"/>
                <a:gd name="connsiteX8" fmla="*/ 131254 w 131730"/>
                <a:gd name="connsiteY8" fmla="*/ 43339 h 176212"/>
                <a:gd name="connsiteX9" fmla="*/ 76009 w 131730"/>
                <a:gd name="connsiteY9" fmla="*/ 110014 h 176212"/>
                <a:gd name="connsiteX10" fmla="*/ 131731 w 131730"/>
                <a:gd name="connsiteY10" fmla="*/ 176213 h 176212"/>
                <a:gd name="connsiteX11" fmla="*/ 81248 w 131730"/>
                <a:gd name="connsiteY11" fmla="*/ 176213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1730" h="176212">
                  <a:moveTo>
                    <a:pt x="81248" y="176213"/>
                  </a:moveTo>
                  <a:lnTo>
                    <a:pt x="40767" y="120491"/>
                  </a:lnTo>
                  <a:lnTo>
                    <a:pt x="40767" y="176213"/>
                  </a:lnTo>
                  <a:lnTo>
                    <a:pt x="0" y="176213"/>
                  </a:lnTo>
                  <a:lnTo>
                    <a:pt x="0" y="0"/>
                  </a:lnTo>
                  <a:lnTo>
                    <a:pt x="40767" y="0"/>
                  </a:lnTo>
                  <a:lnTo>
                    <a:pt x="40767" y="97441"/>
                  </a:lnTo>
                  <a:lnTo>
                    <a:pt x="80963" y="43339"/>
                  </a:lnTo>
                  <a:lnTo>
                    <a:pt x="131254" y="43339"/>
                  </a:lnTo>
                  <a:lnTo>
                    <a:pt x="76009" y="110014"/>
                  </a:lnTo>
                  <a:lnTo>
                    <a:pt x="131731" y="176213"/>
                  </a:lnTo>
                  <a:lnTo>
                    <a:pt x="81248" y="176213"/>
                  </a:lnTo>
                  <a:close/>
                </a:path>
              </a:pathLst>
            </a:custGeom>
            <a:grpFill/>
            <a:ln w="9525" cap="flat">
              <a:noFill/>
              <a:prstDash val="solid"/>
              <a:miter/>
            </a:ln>
          </p:spPr>
          <p:txBody>
            <a:bodyPr rtlCol="0" anchor="ctr"/>
            <a:lstStyle/>
            <a:p>
              <a:endParaRPr lang="fi-FI" sz="3200"/>
            </a:p>
          </p:txBody>
        </p:sp>
        <p:sp>
          <p:nvSpPr>
            <p:cNvPr id="583" name="Vapaamuotoinen: Muoto 582">
              <a:extLst>
                <a:ext uri="{FF2B5EF4-FFF2-40B4-BE49-F238E27FC236}">
                  <a16:creationId xmlns:a16="http://schemas.microsoft.com/office/drawing/2014/main" id="{3D7AD990-8DD3-3806-9ABD-4936DCDA8F60}"/>
                </a:ext>
              </a:extLst>
            </p:cNvPr>
            <p:cNvSpPr/>
            <p:nvPr/>
          </p:nvSpPr>
          <p:spPr>
            <a:xfrm>
              <a:off x="4372927" y="2344673"/>
              <a:ext cx="138112" cy="136779"/>
            </a:xfrm>
            <a:custGeom>
              <a:avLst/>
              <a:gdLst>
                <a:gd name="connsiteX0" fmla="*/ 33433 w 138112"/>
                <a:gd name="connsiteY0" fmla="*/ 128397 h 136779"/>
                <a:gd name="connsiteX1" fmla="*/ 8954 w 138112"/>
                <a:gd name="connsiteY1" fmla="*/ 104584 h 136779"/>
                <a:gd name="connsiteX2" fmla="*/ 0 w 138112"/>
                <a:gd name="connsiteY2" fmla="*/ 68390 h 136779"/>
                <a:gd name="connsiteX3" fmla="*/ 9049 w 138112"/>
                <a:gd name="connsiteY3" fmla="*/ 32290 h 136779"/>
                <a:gd name="connsiteX4" fmla="*/ 33814 w 138112"/>
                <a:gd name="connsiteY4" fmla="*/ 8382 h 136779"/>
                <a:gd name="connsiteX5" fmla="*/ 69056 w 138112"/>
                <a:gd name="connsiteY5" fmla="*/ 0 h 136779"/>
                <a:gd name="connsiteX6" fmla="*/ 104299 w 138112"/>
                <a:gd name="connsiteY6" fmla="*/ 8382 h 136779"/>
                <a:gd name="connsiteX7" fmla="*/ 129064 w 138112"/>
                <a:gd name="connsiteY7" fmla="*/ 32290 h 136779"/>
                <a:gd name="connsiteX8" fmla="*/ 138113 w 138112"/>
                <a:gd name="connsiteY8" fmla="*/ 68390 h 136779"/>
                <a:gd name="connsiteX9" fmla="*/ 128969 w 138112"/>
                <a:gd name="connsiteY9" fmla="*/ 104489 h 136779"/>
                <a:gd name="connsiteX10" fmla="*/ 104013 w 138112"/>
                <a:gd name="connsiteY10" fmla="*/ 128397 h 136779"/>
                <a:gd name="connsiteX11" fmla="*/ 68675 w 138112"/>
                <a:gd name="connsiteY11" fmla="*/ 136779 h 136779"/>
                <a:gd name="connsiteX12" fmla="*/ 33528 w 138112"/>
                <a:gd name="connsiteY12" fmla="*/ 128397 h 136779"/>
                <a:gd name="connsiteX13" fmla="*/ 88487 w 138112"/>
                <a:gd name="connsiteY13" fmla="*/ 92964 h 136779"/>
                <a:gd name="connsiteX14" fmla="*/ 96679 w 138112"/>
                <a:gd name="connsiteY14" fmla="*/ 68390 h 136779"/>
                <a:gd name="connsiteX15" fmla="*/ 88678 w 138112"/>
                <a:gd name="connsiteY15" fmla="*/ 43910 h 136779"/>
                <a:gd name="connsiteX16" fmla="*/ 69056 w 138112"/>
                <a:gd name="connsiteY16" fmla="*/ 35338 h 136779"/>
                <a:gd name="connsiteX17" fmla="*/ 49244 w 138112"/>
                <a:gd name="connsiteY17" fmla="*/ 43815 h 136779"/>
                <a:gd name="connsiteX18" fmla="*/ 41434 w 138112"/>
                <a:gd name="connsiteY18" fmla="*/ 68485 h 136779"/>
                <a:gd name="connsiteX19" fmla="*/ 49149 w 138112"/>
                <a:gd name="connsiteY19" fmla="*/ 93059 h 136779"/>
                <a:gd name="connsiteX20" fmla="*/ 68580 w 138112"/>
                <a:gd name="connsiteY20" fmla="*/ 101632 h 136779"/>
                <a:gd name="connsiteX21" fmla="*/ 88487 w 138112"/>
                <a:gd name="connsiteY21" fmla="*/ 93059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8112" h="136779">
                  <a:moveTo>
                    <a:pt x="33433" y="128397"/>
                  </a:moveTo>
                  <a:cubicBezTo>
                    <a:pt x="23050" y="122873"/>
                    <a:pt x="14859" y="114871"/>
                    <a:pt x="8954" y="104584"/>
                  </a:cubicBezTo>
                  <a:cubicBezTo>
                    <a:pt x="3048" y="94298"/>
                    <a:pt x="0" y="82201"/>
                    <a:pt x="0" y="68390"/>
                  </a:cubicBezTo>
                  <a:cubicBezTo>
                    <a:pt x="0" y="54578"/>
                    <a:pt x="3048" y="42672"/>
                    <a:pt x="9049" y="32290"/>
                  </a:cubicBezTo>
                  <a:cubicBezTo>
                    <a:pt x="15050" y="21908"/>
                    <a:pt x="23336" y="13907"/>
                    <a:pt x="33814" y="8382"/>
                  </a:cubicBezTo>
                  <a:cubicBezTo>
                    <a:pt x="44291" y="2858"/>
                    <a:pt x="56007" y="0"/>
                    <a:pt x="69056" y="0"/>
                  </a:cubicBezTo>
                  <a:cubicBezTo>
                    <a:pt x="82106" y="0"/>
                    <a:pt x="93821" y="2762"/>
                    <a:pt x="104299" y="8382"/>
                  </a:cubicBezTo>
                  <a:cubicBezTo>
                    <a:pt x="114776" y="13907"/>
                    <a:pt x="123063" y="21908"/>
                    <a:pt x="129064" y="32290"/>
                  </a:cubicBezTo>
                  <a:cubicBezTo>
                    <a:pt x="135065" y="42672"/>
                    <a:pt x="138113" y="54673"/>
                    <a:pt x="138113" y="68390"/>
                  </a:cubicBezTo>
                  <a:cubicBezTo>
                    <a:pt x="138113" y="82106"/>
                    <a:pt x="135065" y="94107"/>
                    <a:pt x="128969" y="104489"/>
                  </a:cubicBezTo>
                  <a:cubicBezTo>
                    <a:pt x="122873" y="114871"/>
                    <a:pt x="114491" y="122873"/>
                    <a:pt x="104013" y="128397"/>
                  </a:cubicBezTo>
                  <a:cubicBezTo>
                    <a:pt x="93440" y="133922"/>
                    <a:pt x="81629" y="136779"/>
                    <a:pt x="68675" y="136779"/>
                  </a:cubicBezTo>
                  <a:cubicBezTo>
                    <a:pt x="55721" y="136779"/>
                    <a:pt x="43910" y="134017"/>
                    <a:pt x="33528" y="128397"/>
                  </a:cubicBezTo>
                  <a:close/>
                  <a:moveTo>
                    <a:pt x="88487" y="92964"/>
                  </a:moveTo>
                  <a:cubicBezTo>
                    <a:pt x="93917" y="87249"/>
                    <a:pt x="96679" y="79058"/>
                    <a:pt x="96679" y="68390"/>
                  </a:cubicBezTo>
                  <a:cubicBezTo>
                    <a:pt x="96679" y="57722"/>
                    <a:pt x="94012" y="49625"/>
                    <a:pt x="88678" y="43910"/>
                  </a:cubicBezTo>
                  <a:cubicBezTo>
                    <a:pt x="83344" y="38195"/>
                    <a:pt x="76772" y="35338"/>
                    <a:pt x="69056" y="35338"/>
                  </a:cubicBezTo>
                  <a:cubicBezTo>
                    <a:pt x="61341" y="35338"/>
                    <a:pt x="54483" y="38195"/>
                    <a:pt x="49244" y="43815"/>
                  </a:cubicBezTo>
                  <a:cubicBezTo>
                    <a:pt x="44006" y="49435"/>
                    <a:pt x="41434" y="57626"/>
                    <a:pt x="41434" y="68485"/>
                  </a:cubicBezTo>
                  <a:cubicBezTo>
                    <a:pt x="41434" y="79343"/>
                    <a:pt x="44006" y="87344"/>
                    <a:pt x="49149" y="93059"/>
                  </a:cubicBezTo>
                  <a:cubicBezTo>
                    <a:pt x="54293" y="98774"/>
                    <a:pt x="60770" y="101632"/>
                    <a:pt x="68580" y="101632"/>
                  </a:cubicBezTo>
                  <a:cubicBezTo>
                    <a:pt x="76391" y="101632"/>
                    <a:pt x="82963" y="98774"/>
                    <a:pt x="88487" y="93059"/>
                  </a:cubicBezTo>
                  <a:close/>
                </a:path>
              </a:pathLst>
            </a:custGeom>
            <a:grpFill/>
            <a:ln w="9525" cap="flat">
              <a:noFill/>
              <a:prstDash val="solid"/>
              <a:miter/>
            </a:ln>
          </p:spPr>
          <p:txBody>
            <a:bodyPr rtlCol="0" anchor="ctr"/>
            <a:lstStyle/>
            <a:p>
              <a:endParaRPr lang="fi-FI" sz="3200"/>
            </a:p>
          </p:txBody>
        </p:sp>
        <p:sp>
          <p:nvSpPr>
            <p:cNvPr id="584" name="Vapaamuotoinen: Muoto 583">
              <a:extLst>
                <a:ext uri="{FF2B5EF4-FFF2-40B4-BE49-F238E27FC236}">
                  <a16:creationId xmlns:a16="http://schemas.microsoft.com/office/drawing/2014/main" id="{DBCF0BC1-7A57-195E-E7B7-708475FA1FC3}"/>
                </a:ext>
              </a:extLst>
            </p:cNvPr>
            <p:cNvSpPr/>
            <p:nvPr/>
          </p:nvSpPr>
          <p:spPr>
            <a:xfrm>
              <a:off x="4532756" y="2345150"/>
              <a:ext cx="132111" cy="134302"/>
            </a:xfrm>
            <a:custGeom>
              <a:avLst/>
              <a:gdLst>
                <a:gd name="connsiteX0" fmla="*/ 118205 w 132111"/>
                <a:gd name="connsiteY0" fmla="*/ 15145 h 134302"/>
                <a:gd name="connsiteX1" fmla="*/ 132112 w 132111"/>
                <a:gd name="connsiteY1" fmla="*/ 56674 h 134302"/>
                <a:gd name="connsiteX2" fmla="*/ 132112 w 132111"/>
                <a:gd name="connsiteY2" fmla="*/ 134303 h 134302"/>
                <a:gd name="connsiteX3" fmla="*/ 91631 w 132111"/>
                <a:gd name="connsiteY3" fmla="*/ 134303 h 134302"/>
                <a:gd name="connsiteX4" fmla="*/ 91631 w 132111"/>
                <a:gd name="connsiteY4" fmla="*/ 62103 h 134302"/>
                <a:gd name="connsiteX5" fmla="*/ 84773 w 132111"/>
                <a:gd name="connsiteY5" fmla="*/ 41434 h 134302"/>
                <a:gd name="connsiteX6" fmla="*/ 66199 w 132111"/>
                <a:gd name="connsiteY6" fmla="*/ 34100 h 134302"/>
                <a:gd name="connsiteX7" fmla="*/ 47625 w 132111"/>
                <a:gd name="connsiteY7" fmla="*/ 41434 h 134302"/>
                <a:gd name="connsiteX8" fmla="*/ 40767 w 132111"/>
                <a:gd name="connsiteY8" fmla="*/ 62103 h 134302"/>
                <a:gd name="connsiteX9" fmla="*/ 40767 w 132111"/>
                <a:gd name="connsiteY9" fmla="*/ 134303 h 134302"/>
                <a:gd name="connsiteX10" fmla="*/ 0 w 132111"/>
                <a:gd name="connsiteY10" fmla="*/ 134303 h 134302"/>
                <a:gd name="connsiteX11" fmla="*/ 0 w 132111"/>
                <a:gd name="connsiteY11" fmla="*/ 1429 h 134302"/>
                <a:gd name="connsiteX12" fmla="*/ 40767 w 132111"/>
                <a:gd name="connsiteY12" fmla="*/ 1429 h 134302"/>
                <a:gd name="connsiteX13" fmla="*/ 40767 w 132111"/>
                <a:gd name="connsiteY13" fmla="*/ 19050 h 134302"/>
                <a:gd name="connsiteX14" fmla="*/ 57436 w 132111"/>
                <a:gd name="connsiteY14" fmla="*/ 5143 h 134302"/>
                <a:gd name="connsiteX15" fmla="*/ 80963 w 132111"/>
                <a:gd name="connsiteY15" fmla="*/ 0 h 134302"/>
                <a:gd name="connsiteX16" fmla="*/ 118205 w 132111"/>
                <a:gd name="connsiteY16" fmla="*/ 15145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34302">
                  <a:moveTo>
                    <a:pt x="118205" y="15145"/>
                  </a:moveTo>
                  <a:cubicBezTo>
                    <a:pt x="127540" y="25241"/>
                    <a:pt x="132112" y="39053"/>
                    <a:pt x="132112" y="56674"/>
                  </a:cubicBezTo>
                  <a:lnTo>
                    <a:pt x="132112" y="134303"/>
                  </a:lnTo>
                  <a:lnTo>
                    <a:pt x="91631" y="134303"/>
                  </a:lnTo>
                  <a:lnTo>
                    <a:pt x="91631" y="62103"/>
                  </a:lnTo>
                  <a:cubicBezTo>
                    <a:pt x="91631" y="53245"/>
                    <a:pt x="89345" y="46291"/>
                    <a:pt x="84773" y="41434"/>
                  </a:cubicBezTo>
                  <a:cubicBezTo>
                    <a:pt x="80201" y="36576"/>
                    <a:pt x="74009" y="34100"/>
                    <a:pt x="66199" y="34100"/>
                  </a:cubicBezTo>
                  <a:cubicBezTo>
                    <a:pt x="58388" y="34100"/>
                    <a:pt x="52197" y="36576"/>
                    <a:pt x="47625" y="41434"/>
                  </a:cubicBezTo>
                  <a:cubicBezTo>
                    <a:pt x="43053" y="46387"/>
                    <a:pt x="40767" y="53245"/>
                    <a:pt x="40767" y="62103"/>
                  </a:cubicBezTo>
                  <a:lnTo>
                    <a:pt x="40767" y="134303"/>
                  </a:lnTo>
                  <a:lnTo>
                    <a:pt x="0" y="134303"/>
                  </a:lnTo>
                  <a:lnTo>
                    <a:pt x="0" y="1429"/>
                  </a:lnTo>
                  <a:lnTo>
                    <a:pt x="40767" y="1429"/>
                  </a:lnTo>
                  <a:lnTo>
                    <a:pt x="40767" y="19050"/>
                  </a:lnTo>
                  <a:cubicBezTo>
                    <a:pt x="44863" y="13145"/>
                    <a:pt x="50483" y="8572"/>
                    <a:pt x="57436" y="5143"/>
                  </a:cubicBezTo>
                  <a:cubicBezTo>
                    <a:pt x="64389" y="1714"/>
                    <a:pt x="72295" y="0"/>
                    <a:pt x="80963" y="0"/>
                  </a:cubicBezTo>
                  <a:cubicBezTo>
                    <a:pt x="96488" y="0"/>
                    <a:pt x="108966" y="5048"/>
                    <a:pt x="118205" y="15145"/>
                  </a:cubicBezTo>
                  <a:close/>
                </a:path>
              </a:pathLst>
            </a:custGeom>
            <a:grpFill/>
            <a:ln w="9525" cap="flat">
              <a:noFill/>
              <a:prstDash val="solid"/>
              <a:miter/>
            </a:ln>
          </p:spPr>
          <p:txBody>
            <a:bodyPr rtlCol="0" anchor="ctr"/>
            <a:lstStyle/>
            <a:p>
              <a:endParaRPr lang="fi-FI" sz="3200"/>
            </a:p>
          </p:txBody>
        </p:sp>
        <p:sp>
          <p:nvSpPr>
            <p:cNvPr id="585" name="Vapaamuotoinen: Muoto 584">
              <a:extLst>
                <a:ext uri="{FF2B5EF4-FFF2-40B4-BE49-F238E27FC236}">
                  <a16:creationId xmlns:a16="http://schemas.microsoft.com/office/drawing/2014/main" id="{CD2A15AC-FBFB-81DD-8743-4D5B279E962D}"/>
                </a:ext>
              </a:extLst>
            </p:cNvPr>
            <p:cNvSpPr/>
            <p:nvPr/>
          </p:nvSpPr>
          <p:spPr>
            <a:xfrm>
              <a:off x="4692014" y="2346579"/>
              <a:ext cx="132492" cy="134302"/>
            </a:xfrm>
            <a:custGeom>
              <a:avLst/>
              <a:gdLst>
                <a:gd name="connsiteX0" fmla="*/ 132398 w 132492"/>
                <a:gd name="connsiteY0" fmla="*/ 0 h 134302"/>
                <a:gd name="connsiteX1" fmla="*/ 132398 w 132492"/>
                <a:gd name="connsiteY1" fmla="*/ 132874 h 134302"/>
                <a:gd name="connsiteX2" fmla="*/ 91631 w 132492"/>
                <a:gd name="connsiteY2" fmla="*/ 132874 h 134302"/>
                <a:gd name="connsiteX3" fmla="*/ 91631 w 132492"/>
                <a:gd name="connsiteY3" fmla="*/ 114776 h 134302"/>
                <a:gd name="connsiteX4" fmla="*/ 74867 w 132492"/>
                <a:gd name="connsiteY4" fmla="*/ 128968 h 134302"/>
                <a:gd name="connsiteX5" fmla="*/ 51435 w 132492"/>
                <a:gd name="connsiteY5" fmla="*/ 134302 h 134302"/>
                <a:gd name="connsiteX6" fmla="*/ 24479 w 132492"/>
                <a:gd name="connsiteY6" fmla="*/ 127540 h 134302"/>
                <a:gd name="connsiteX7" fmla="*/ 6382 w 132492"/>
                <a:gd name="connsiteY7" fmla="*/ 107918 h 134302"/>
                <a:gd name="connsiteX8" fmla="*/ 0 w 132492"/>
                <a:gd name="connsiteY8" fmla="*/ 77724 h 134302"/>
                <a:gd name="connsiteX9" fmla="*/ 0 w 132492"/>
                <a:gd name="connsiteY9" fmla="*/ 0 h 134302"/>
                <a:gd name="connsiteX10" fmla="*/ 40481 w 132492"/>
                <a:gd name="connsiteY10" fmla="*/ 0 h 134302"/>
                <a:gd name="connsiteX11" fmla="*/ 40481 w 132492"/>
                <a:gd name="connsiteY11" fmla="*/ 72199 h 134302"/>
                <a:gd name="connsiteX12" fmla="*/ 47435 w 132492"/>
                <a:gd name="connsiteY12" fmla="*/ 92869 h 134302"/>
                <a:gd name="connsiteX13" fmla="*/ 66008 w 132492"/>
                <a:gd name="connsiteY13" fmla="*/ 100298 h 134302"/>
                <a:gd name="connsiteX14" fmla="*/ 84868 w 132492"/>
                <a:gd name="connsiteY14" fmla="*/ 92869 h 134302"/>
                <a:gd name="connsiteX15" fmla="*/ 91726 w 132492"/>
                <a:gd name="connsiteY15" fmla="*/ 72199 h 134302"/>
                <a:gd name="connsiteX16" fmla="*/ 91726 w 132492"/>
                <a:gd name="connsiteY16" fmla="*/ 0 h 134302"/>
                <a:gd name="connsiteX17" fmla="*/ 132493 w 132492"/>
                <a:gd name="connsiteY17" fmla="*/ 0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2492" h="134302">
                  <a:moveTo>
                    <a:pt x="132398" y="0"/>
                  </a:moveTo>
                  <a:lnTo>
                    <a:pt x="132398" y="132874"/>
                  </a:lnTo>
                  <a:lnTo>
                    <a:pt x="91631" y="132874"/>
                  </a:lnTo>
                  <a:lnTo>
                    <a:pt x="91631" y="114776"/>
                  </a:lnTo>
                  <a:cubicBezTo>
                    <a:pt x="87535" y="120682"/>
                    <a:pt x="81915" y="125349"/>
                    <a:pt x="74867" y="128968"/>
                  </a:cubicBezTo>
                  <a:cubicBezTo>
                    <a:pt x="67818" y="132588"/>
                    <a:pt x="60008" y="134302"/>
                    <a:pt x="51435" y="134302"/>
                  </a:cubicBezTo>
                  <a:cubicBezTo>
                    <a:pt x="41243" y="134302"/>
                    <a:pt x="32290" y="132017"/>
                    <a:pt x="24479" y="127540"/>
                  </a:cubicBezTo>
                  <a:cubicBezTo>
                    <a:pt x="16669" y="123063"/>
                    <a:pt x="10668" y="116491"/>
                    <a:pt x="6382" y="107918"/>
                  </a:cubicBezTo>
                  <a:cubicBezTo>
                    <a:pt x="2096" y="99346"/>
                    <a:pt x="0" y="89249"/>
                    <a:pt x="0" y="77724"/>
                  </a:cubicBezTo>
                  <a:lnTo>
                    <a:pt x="0" y="0"/>
                  </a:lnTo>
                  <a:lnTo>
                    <a:pt x="40481" y="0"/>
                  </a:lnTo>
                  <a:lnTo>
                    <a:pt x="40481" y="72199"/>
                  </a:lnTo>
                  <a:cubicBezTo>
                    <a:pt x="40481" y="81058"/>
                    <a:pt x="42767" y="88011"/>
                    <a:pt x="47435" y="92869"/>
                  </a:cubicBezTo>
                  <a:cubicBezTo>
                    <a:pt x="52006" y="97822"/>
                    <a:pt x="58198" y="100298"/>
                    <a:pt x="66008" y="100298"/>
                  </a:cubicBezTo>
                  <a:cubicBezTo>
                    <a:pt x="73819" y="100298"/>
                    <a:pt x="80200" y="97822"/>
                    <a:pt x="84868" y="92869"/>
                  </a:cubicBezTo>
                  <a:cubicBezTo>
                    <a:pt x="89440" y="87916"/>
                    <a:pt x="91726" y="81058"/>
                    <a:pt x="91726" y="72199"/>
                  </a:cubicBezTo>
                  <a:lnTo>
                    <a:pt x="91726" y="0"/>
                  </a:lnTo>
                  <a:lnTo>
                    <a:pt x="132493" y="0"/>
                  </a:lnTo>
                  <a:close/>
                </a:path>
              </a:pathLst>
            </a:custGeom>
            <a:grpFill/>
            <a:ln w="9525" cap="flat">
              <a:noFill/>
              <a:prstDash val="solid"/>
              <a:miter/>
            </a:ln>
          </p:spPr>
          <p:txBody>
            <a:bodyPr rtlCol="0" anchor="ctr"/>
            <a:lstStyle/>
            <a:p>
              <a:endParaRPr lang="fi-FI" sz="3200"/>
            </a:p>
          </p:txBody>
        </p:sp>
        <p:sp>
          <p:nvSpPr>
            <p:cNvPr id="586" name="Vapaamuotoinen: Muoto 585">
              <a:extLst>
                <a:ext uri="{FF2B5EF4-FFF2-40B4-BE49-F238E27FC236}">
                  <a16:creationId xmlns:a16="http://schemas.microsoft.com/office/drawing/2014/main" id="{94DBDCE0-C007-F959-98D7-1AA95778416C}"/>
                </a:ext>
              </a:extLst>
            </p:cNvPr>
            <p:cNvSpPr/>
            <p:nvPr/>
          </p:nvSpPr>
          <p:spPr>
            <a:xfrm>
              <a:off x="4853844" y="2345054"/>
              <a:ext cx="223456" cy="134492"/>
            </a:xfrm>
            <a:custGeom>
              <a:avLst/>
              <a:gdLst>
                <a:gd name="connsiteX0" fmla="*/ 208788 w 223456"/>
                <a:gd name="connsiteY0" fmla="*/ 15145 h 134492"/>
                <a:gd name="connsiteX1" fmla="*/ 223457 w 223456"/>
                <a:gd name="connsiteY1" fmla="*/ 56864 h 134492"/>
                <a:gd name="connsiteX2" fmla="*/ 223457 w 223456"/>
                <a:gd name="connsiteY2" fmla="*/ 134493 h 134492"/>
                <a:gd name="connsiteX3" fmla="*/ 182975 w 223456"/>
                <a:gd name="connsiteY3" fmla="*/ 134493 h 134492"/>
                <a:gd name="connsiteX4" fmla="*/ 182975 w 223456"/>
                <a:gd name="connsiteY4" fmla="*/ 62294 h 134492"/>
                <a:gd name="connsiteX5" fmla="*/ 176213 w 223456"/>
                <a:gd name="connsiteY5" fmla="*/ 42386 h 134492"/>
                <a:gd name="connsiteX6" fmla="*/ 157544 w 223456"/>
                <a:gd name="connsiteY6" fmla="*/ 35338 h 134492"/>
                <a:gd name="connsiteX7" fmla="*/ 138875 w 223456"/>
                <a:gd name="connsiteY7" fmla="*/ 42386 h 134492"/>
                <a:gd name="connsiteX8" fmla="*/ 132112 w 223456"/>
                <a:gd name="connsiteY8" fmla="*/ 62294 h 134492"/>
                <a:gd name="connsiteX9" fmla="*/ 132112 w 223456"/>
                <a:gd name="connsiteY9" fmla="*/ 134493 h 134492"/>
                <a:gd name="connsiteX10" fmla="*/ 91631 w 223456"/>
                <a:gd name="connsiteY10" fmla="*/ 134493 h 134492"/>
                <a:gd name="connsiteX11" fmla="*/ 91631 w 223456"/>
                <a:gd name="connsiteY11" fmla="*/ 62294 h 134492"/>
                <a:gd name="connsiteX12" fmla="*/ 84868 w 223456"/>
                <a:gd name="connsiteY12" fmla="*/ 42386 h 134492"/>
                <a:gd name="connsiteX13" fmla="*/ 66199 w 223456"/>
                <a:gd name="connsiteY13" fmla="*/ 35338 h 134492"/>
                <a:gd name="connsiteX14" fmla="*/ 47530 w 223456"/>
                <a:gd name="connsiteY14" fmla="*/ 42386 h 134492"/>
                <a:gd name="connsiteX15" fmla="*/ 40767 w 223456"/>
                <a:gd name="connsiteY15" fmla="*/ 62294 h 134492"/>
                <a:gd name="connsiteX16" fmla="*/ 40767 w 223456"/>
                <a:gd name="connsiteY16" fmla="*/ 134493 h 134492"/>
                <a:gd name="connsiteX17" fmla="*/ 0 w 223456"/>
                <a:gd name="connsiteY17" fmla="*/ 134493 h 134492"/>
                <a:gd name="connsiteX18" fmla="*/ 0 w 223456"/>
                <a:gd name="connsiteY18" fmla="*/ 1524 h 134492"/>
                <a:gd name="connsiteX19" fmla="*/ 40767 w 223456"/>
                <a:gd name="connsiteY19" fmla="*/ 1524 h 134492"/>
                <a:gd name="connsiteX20" fmla="*/ 40767 w 223456"/>
                <a:gd name="connsiteY20" fmla="*/ 18193 h 134492"/>
                <a:gd name="connsiteX21" fmla="*/ 56960 w 223456"/>
                <a:gd name="connsiteY21" fmla="*/ 4953 h 134492"/>
                <a:gd name="connsiteX22" fmla="*/ 79629 w 223456"/>
                <a:gd name="connsiteY22" fmla="*/ 95 h 134492"/>
                <a:gd name="connsiteX23" fmla="*/ 106394 w 223456"/>
                <a:gd name="connsiteY23" fmla="*/ 6572 h 134492"/>
                <a:gd name="connsiteX24" fmla="*/ 124873 w 223456"/>
                <a:gd name="connsiteY24" fmla="*/ 24860 h 134492"/>
                <a:gd name="connsiteX25" fmla="*/ 143637 w 223456"/>
                <a:gd name="connsiteY25" fmla="*/ 6953 h 134492"/>
                <a:gd name="connsiteX26" fmla="*/ 169545 w 223456"/>
                <a:gd name="connsiteY26" fmla="*/ 0 h 134492"/>
                <a:gd name="connsiteX27" fmla="*/ 208979 w 223456"/>
                <a:gd name="connsiteY27" fmla="*/ 15049 h 134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23456" h="134492">
                  <a:moveTo>
                    <a:pt x="208788" y="15145"/>
                  </a:moveTo>
                  <a:cubicBezTo>
                    <a:pt x="218599" y="25146"/>
                    <a:pt x="223457" y="39053"/>
                    <a:pt x="223457" y="56864"/>
                  </a:cubicBezTo>
                  <a:lnTo>
                    <a:pt x="223457" y="134493"/>
                  </a:lnTo>
                  <a:lnTo>
                    <a:pt x="182975" y="134493"/>
                  </a:lnTo>
                  <a:lnTo>
                    <a:pt x="182975" y="62294"/>
                  </a:lnTo>
                  <a:cubicBezTo>
                    <a:pt x="182975" y="53721"/>
                    <a:pt x="180689" y="47054"/>
                    <a:pt x="176213" y="42386"/>
                  </a:cubicBezTo>
                  <a:cubicBezTo>
                    <a:pt x="171736" y="37719"/>
                    <a:pt x="165449" y="35338"/>
                    <a:pt x="157544" y="35338"/>
                  </a:cubicBezTo>
                  <a:cubicBezTo>
                    <a:pt x="149638" y="35338"/>
                    <a:pt x="143351" y="37719"/>
                    <a:pt x="138875" y="42386"/>
                  </a:cubicBezTo>
                  <a:cubicBezTo>
                    <a:pt x="134303" y="47054"/>
                    <a:pt x="132112" y="53721"/>
                    <a:pt x="132112" y="62294"/>
                  </a:cubicBezTo>
                  <a:lnTo>
                    <a:pt x="132112" y="134493"/>
                  </a:lnTo>
                  <a:lnTo>
                    <a:pt x="91631" y="134493"/>
                  </a:lnTo>
                  <a:lnTo>
                    <a:pt x="91631" y="62294"/>
                  </a:lnTo>
                  <a:cubicBezTo>
                    <a:pt x="91631" y="53721"/>
                    <a:pt x="89345" y="47054"/>
                    <a:pt x="84868" y="42386"/>
                  </a:cubicBezTo>
                  <a:cubicBezTo>
                    <a:pt x="80296" y="37719"/>
                    <a:pt x="74105" y="35338"/>
                    <a:pt x="66199" y="35338"/>
                  </a:cubicBezTo>
                  <a:cubicBezTo>
                    <a:pt x="58293" y="35338"/>
                    <a:pt x="52007" y="37719"/>
                    <a:pt x="47530" y="42386"/>
                  </a:cubicBezTo>
                  <a:cubicBezTo>
                    <a:pt x="43053" y="47054"/>
                    <a:pt x="40767" y="53721"/>
                    <a:pt x="40767" y="62294"/>
                  </a:cubicBezTo>
                  <a:lnTo>
                    <a:pt x="40767" y="134493"/>
                  </a:lnTo>
                  <a:lnTo>
                    <a:pt x="0" y="134493"/>
                  </a:lnTo>
                  <a:lnTo>
                    <a:pt x="0" y="1524"/>
                  </a:lnTo>
                  <a:lnTo>
                    <a:pt x="40767" y="1524"/>
                  </a:lnTo>
                  <a:lnTo>
                    <a:pt x="40767" y="18193"/>
                  </a:lnTo>
                  <a:cubicBezTo>
                    <a:pt x="44863" y="12668"/>
                    <a:pt x="50292" y="8287"/>
                    <a:pt x="56960" y="4953"/>
                  </a:cubicBezTo>
                  <a:cubicBezTo>
                    <a:pt x="63627" y="1715"/>
                    <a:pt x="71152" y="95"/>
                    <a:pt x="79629" y="95"/>
                  </a:cubicBezTo>
                  <a:cubicBezTo>
                    <a:pt x="89630" y="95"/>
                    <a:pt x="98584" y="2286"/>
                    <a:pt x="106394" y="6572"/>
                  </a:cubicBezTo>
                  <a:cubicBezTo>
                    <a:pt x="114205" y="10859"/>
                    <a:pt x="120396" y="16954"/>
                    <a:pt x="124873" y="24860"/>
                  </a:cubicBezTo>
                  <a:cubicBezTo>
                    <a:pt x="129445" y="17526"/>
                    <a:pt x="135731" y="11621"/>
                    <a:pt x="143637" y="6953"/>
                  </a:cubicBezTo>
                  <a:cubicBezTo>
                    <a:pt x="151543" y="2381"/>
                    <a:pt x="160211" y="0"/>
                    <a:pt x="169545" y="0"/>
                  </a:cubicBezTo>
                  <a:cubicBezTo>
                    <a:pt x="186023" y="0"/>
                    <a:pt x="199168" y="5048"/>
                    <a:pt x="208979" y="15049"/>
                  </a:cubicBezTo>
                  <a:close/>
                </a:path>
              </a:pathLst>
            </a:custGeom>
            <a:grpFill/>
            <a:ln w="9525" cap="flat">
              <a:noFill/>
              <a:prstDash val="solid"/>
              <a:miter/>
            </a:ln>
          </p:spPr>
          <p:txBody>
            <a:bodyPr rtlCol="0" anchor="ctr"/>
            <a:lstStyle/>
            <a:p>
              <a:endParaRPr lang="fi-FI" sz="3200"/>
            </a:p>
          </p:txBody>
        </p:sp>
        <p:sp>
          <p:nvSpPr>
            <p:cNvPr id="587" name="Vapaamuotoinen: Muoto 586">
              <a:extLst>
                <a:ext uri="{FF2B5EF4-FFF2-40B4-BE49-F238E27FC236}">
                  <a16:creationId xmlns:a16="http://schemas.microsoft.com/office/drawing/2014/main" id="{2220033B-0CB0-7738-B100-43E02D249D20}"/>
                </a:ext>
              </a:extLst>
            </p:cNvPr>
            <p:cNvSpPr/>
            <p:nvPr/>
          </p:nvSpPr>
          <p:spPr>
            <a:xfrm>
              <a:off x="5106066" y="2345054"/>
              <a:ext cx="223456" cy="134492"/>
            </a:xfrm>
            <a:custGeom>
              <a:avLst/>
              <a:gdLst>
                <a:gd name="connsiteX0" fmla="*/ 208788 w 223456"/>
                <a:gd name="connsiteY0" fmla="*/ 15145 h 134492"/>
                <a:gd name="connsiteX1" fmla="*/ 223456 w 223456"/>
                <a:gd name="connsiteY1" fmla="*/ 56864 h 134492"/>
                <a:gd name="connsiteX2" fmla="*/ 223456 w 223456"/>
                <a:gd name="connsiteY2" fmla="*/ 134493 h 134492"/>
                <a:gd name="connsiteX3" fmla="*/ 182975 w 223456"/>
                <a:gd name="connsiteY3" fmla="*/ 134493 h 134492"/>
                <a:gd name="connsiteX4" fmla="*/ 182975 w 223456"/>
                <a:gd name="connsiteY4" fmla="*/ 62294 h 134492"/>
                <a:gd name="connsiteX5" fmla="*/ 176213 w 223456"/>
                <a:gd name="connsiteY5" fmla="*/ 42386 h 134492"/>
                <a:gd name="connsiteX6" fmla="*/ 157543 w 223456"/>
                <a:gd name="connsiteY6" fmla="*/ 35338 h 134492"/>
                <a:gd name="connsiteX7" fmla="*/ 138874 w 223456"/>
                <a:gd name="connsiteY7" fmla="*/ 42386 h 134492"/>
                <a:gd name="connsiteX8" fmla="*/ 132112 w 223456"/>
                <a:gd name="connsiteY8" fmla="*/ 62294 h 134492"/>
                <a:gd name="connsiteX9" fmla="*/ 132112 w 223456"/>
                <a:gd name="connsiteY9" fmla="*/ 134493 h 134492"/>
                <a:gd name="connsiteX10" fmla="*/ 91630 w 223456"/>
                <a:gd name="connsiteY10" fmla="*/ 134493 h 134492"/>
                <a:gd name="connsiteX11" fmla="*/ 91630 w 223456"/>
                <a:gd name="connsiteY11" fmla="*/ 62294 h 134492"/>
                <a:gd name="connsiteX12" fmla="*/ 84868 w 223456"/>
                <a:gd name="connsiteY12" fmla="*/ 42386 h 134492"/>
                <a:gd name="connsiteX13" fmla="*/ 66199 w 223456"/>
                <a:gd name="connsiteY13" fmla="*/ 35338 h 134492"/>
                <a:gd name="connsiteX14" fmla="*/ 47530 w 223456"/>
                <a:gd name="connsiteY14" fmla="*/ 42386 h 134492"/>
                <a:gd name="connsiteX15" fmla="*/ 40767 w 223456"/>
                <a:gd name="connsiteY15" fmla="*/ 62294 h 134492"/>
                <a:gd name="connsiteX16" fmla="*/ 40767 w 223456"/>
                <a:gd name="connsiteY16" fmla="*/ 134493 h 134492"/>
                <a:gd name="connsiteX17" fmla="*/ 0 w 223456"/>
                <a:gd name="connsiteY17" fmla="*/ 134493 h 134492"/>
                <a:gd name="connsiteX18" fmla="*/ 0 w 223456"/>
                <a:gd name="connsiteY18" fmla="*/ 1524 h 134492"/>
                <a:gd name="connsiteX19" fmla="*/ 40767 w 223456"/>
                <a:gd name="connsiteY19" fmla="*/ 1524 h 134492"/>
                <a:gd name="connsiteX20" fmla="*/ 40767 w 223456"/>
                <a:gd name="connsiteY20" fmla="*/ 18193 h 134492"/>
                <a:gd name="connsiteX21" fmla="*/ 56959 w 223456"/>
                <a:gd name="connsiteY21" fmla="*/ 4953 h 134492"/>
                <a:gd name="connsiteX22" fmla="*/ 79629 w 223456"/>
                <a:gd name="connsiteY22" fmla="*/ 95 h 134492"/>
                <a:gd name="connsiteX23" fmla="*/ 106394 w 223456"/>
                <a:gd name="connsiteY23" fmla="*/ 6572 h 134492"/>
                <a:gd name="connsiteX24" fmla="*/ 124873 w 223456"/>
                <a:gd name="connsiteY24" fmla="*/ 24860 h 134492"/>
                <a:gd name="connsiteX25" fmla="*/ 143637 w 223456"/>
                <a:gd name="connsiteY25" fmla="*/ 6953 h 134492"/>
                <a:gd name="connsiteX26" fmla="*/ 169545 w 223456"/>
                <a:gd name="connsiteY26" fmla="*/ 0 h 134492"/>
                <a:gd name="connsiteX27" fmla="*/ 208978 w 223456"/>
                <a:gd name="connsiteY27" fmla="*/ 15049 h 134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23456" h="134492">
                  <a:moveTo>
                    <a:pt x="208788" y="15145"/>
                  </a:moveTo>
                  <a:cubicBezTo>
                    <a:pt x="218599" y="25146"/>
                    <a:pt x="223456" y="39053"/>
                    <a:pt x="223456" y="56864"/>
                  </a:cubicBezTo>
                  <a:lnTo>
                    <a:pt x="223456" y="134493"/>
                  </a:lnTo>
                  <a:lnTo>
                    <a:pt x="182975" y="134493"/>
                  </a:lnTo>
                  <a:lnTo>
                    <a:pt x="182975" y="62294"/>
                  </a:lnTo>
                  <a:cubicBezTo>
                    <a:pt x="182975" y="53721"/>
                    <a:pt x="180689" y="47054"/>
                    <a:pt x="176213" y="42386"/>
                  </a:cubicBezTo>
                  <a:cubicBezTo>
                    <a:pt x="171736" y="37719"/>
                    <a:pt x="165449" y="35338"/>
                    <a:pt x="157543" y="35338"/>
                  </a:cubicBezTo>
                  <a:cubicBezTo>
                    <a:pt x="149638" y="35338"/>
                    <a:pt x="143351" y="37719"/>
                    <a:pt x="138874" y="42386"/>
                  </a:cubicBezTo>
                  <a:cubicBezTo>
                    <a:pt x="134302" y="47054"/>
                    <a:pt x="132112" y="53721"/>
                    <a:pt x="132112" y="62294"/>
                  </a:cubicBezTo>
                  <a:lnTo>
                    <a:pt x="132112" y="134493"/>
                  </a:lnTo>
                  <a:lnTo>
                    <a:pt x="91630" y="134493"/>
                  </a:lnTo>
                  <a:lnTo>
                    <a:pt x="91630" y="62294"/>
                  </a:lnTo>
                  <a:cubicBezTo>
                    <a:pt x="91630" y="53721"/>
                    <a:pt x="89344" y="47054"/>
                    <a:pt x="84868" y="42386"/>
                  </a:cubicBezTo>
                  <a:cubicBezTo>
                    <a:pt x="80296" y="37719"/>
                    <a:pt x="74104" y="35338"/>
                    <a:pt x="66199" y="35338"/>
                  </a:cubicBezTo>
                  <a:cubicBezTo>
                    <a:pt x="58293" y="35338"/>
                    <a:pt x="52006" y="37719"/>
                    <a:pt x="47530" y="42386"/>
                  </a:cubicBezTo>
                  <a:cubicBezTo>
                    <a:pt x="43053" y="47054"/>
                    <a:pt x="40767" y="53721"/>
                    <a:pt x="40767" y="62294"/>
                  </a:cubicBezTo>
                  <a:lnTo>
                    <a:pt x="40767" y="134493"/>
                  </a:lnTo>
                  <a:lnTo>
                    <a:pt x="0" y="134493"/>
                  </a:lnTo>
                  <a:lnTo>
                    <a:pt x="0" y="1524"/>
                  </a:lnTo>
                  <a:lnTo>
                    <a:pt x="40767" y="1524"/>
                  </a:lnTo>
                  <a:lnTo>
                    <a:pt x="40767" y="18193"/>
                  </a:lnTo>
                  <a:cubicBezTo>
                    <a:pt x="44863" y="12668"/>
                    <a:pt x="50292" y="8287"/>
                    <a:pt x="56959" y="4953"/>
                  </a:cubicBezTo>
                  <a:cubicBezTo>
                    <a:pt x="63627" y="1715"/>
                    <a:pt x="71152" y="95"/>
                    <a:pt x="79629" y="95"/>
                  </a:cubicBezTo>
                  <a:cubicBezTo>
                    <a:pt x="89630" y="95"/>
                    <a:pt x="98584" y="2286"/>
                    <a:pt x="106394" y="6572"/>
                  </a:cubicBezTo>
                  <a:cubicBezTo>
                    <a:pt x="114205" y="10859"/>
                    <a:pt x="120396" y="16954"/>
                    <a:pt x="124873" y="24860"/>
                  </a:cubicBezTo>
                  <a:cubicBezTo>
                    <a:pt x="129445" y="17526"/>
                    <a:pt x="135731" y="11621"/>
                    <a:pt x="143637" y="6953"/>
                  </a:cubicBezTo>
                  <a:cubicBezTo>
                    <a:pt x="151543" y="2381"/>
                    <a:pt x="160210" y="0"/>
                    <a:pt x="169545" y="0"/>
                  </a:cubicBezTo>
                  <a:cubicBezTo>
                    <a:pt x="186023" y="0"/>
                    <a:pt x="199168" y="5048"/>
                    <a:pt x="208978" y="15049"/>
                  </a:cubicBezTo>
                  <a:close/>
                </a:path>
              </a:pathLst>
            </a:custGeom>
            <a:grpFill/>
            <a:ln w="9525" cap="flat">
              <a:noFill/>
              <a:prstDash val="solid"/>
              <a:miter/>
            </a:ln>
          </p:spPr>
          <p:txBody>
            <a:bodyPr rtlCol="0" anchor="ctr"/>
            <a:lstStyle/>
            <a:p>
              <a:endParaRPr lang="fi-FI" sz="3200"/>
            </a:p>
          </p:txBody>
        </p:sp>
        <p:sp>
          <p:nvSpPr>
            <p:cNvPr id="588" name="Vapaamuotoinen: Muoto 587">
              <a:extLst>
                <a:ext uri="{FF2B5EF4-FFF2-40B4-BE49-F238E27FC236}">
                  <a16:creationId xmlns:a16="http://schemas.microsoft.com/office/drawing/2014/main" id="{18752C50-EE1D-1668-BD43-F964BE946D08}"/>
                </a:ext>
              </a:extLst>
            </p:cNvPr>
            <p:cNvSpPr/>
            <p:nvPr/>
          </p:nvSpPr>
          <p:spPr>
            <a:xfrm>
              <a:off x="5354288" y="2288762"/>
              <a:ext cx="48291"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239" y="2096"/>
                    <a:pt x="17145" y="0"/>
                    <a:pt x="24289" y="0"/>
                  </a:cubicBezTo>
                  <a:cubicBezTo>
                    <a:pt x="31432" y="0"/>
                    <a:pt x="37052" y="2096"/>
                    <a:pt x="41529" y="6287"/>
                  </a:cubicBezTo>
                  <a:cubicBezTo>
                    <a:pt x="46006" y="10478"/>
                    <a:pt x="48292" y="15812"/>
                    <a:pt x="48292" y="22098"/>
                  </a:cubicBezTo>
                  <a:cubicBezTo>
                    <a:pt x="48292" y="28385"/>
                    <a:pt x="46006" y="33528"/>
                    <a:pt x="41529" y="37719"/>
                  </a:cubicBezTo>
                  <a:cubicBezTo>
                    <a:pt x="36957"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grpFill/>
            <a:ln w="9525" cap="flat">
              <a:noFill/>
              <a:prstDash val="solid"/>
              <a:miter/>
            </a:ln>
          </p:spPr>
          <p:txBody>
            <a:bodyPr rtlCol="0" anchor="ctr"/>
            <a:lstStyle/>
            <a:p>
              <a:endParaRPr lang="fi-FI" sz="3200"/>
            </a:p>
          </p:txBody>
        </p:sp>
        <p:sp>
          <p:nvSpPr>
            <p:cNvPr id="589" name="Vapaamuotoinen: Muoto 588">
              <a:extLst>
                <a:ext uri="{FF2B5EF4-FFF2-40B4-BE49-F238E27FC236}">
                  <a16:creationId xmlns:a16="http://schemas.microsoft.com/office/drawing/2014/main" id="{39D838EB-9E2B-0CF7-4068-FE5C3A037DDE}"/>
                </a:ext>
              </a:extLst>
            </p:cNvPr>
            <p:cNvSpPr/>
            <p:nvPr/>
          </p:nvSpPr>
          <p:spPr>
            <a:xfrm>
              <a:off x="3750183" y="2560891"/>
              <a:ext cx="135921" cy="166211"/>
            </a:xfrm>
            <a:custGeom>
              <a:avLst/>
              <a:gdLst>
                <a:gd name="connsiteX0" fmla="*/ 93821 w 135921"/>
                <a:gd name="connsiteY0" fmla="*/ 166211 h 166211"/>
                <a:gd name="connsiteX1" fmla="*/ 33337 w 135921"/>
                <a:gd name="connsiteY1" fmla="*/ 92202 h 166211"/>
                <a:gd name="connsiteX2" fmla="*/ 33337 w 135921"/>
                <a:gd name="connsiteY2" fmla="*/ 166211 h 166211"/>
                <a:gd name="connsiteX3" fmla="*/ 0 w 135921"/>
                <a:gd name="connsiteY3" fmla="*/ 166211 h 166211"/>
                <a:gd name="connsiteX4" fmla="*/ 0 w 135921"/>
                <a:gd name="connsiteY4" fmla="*/ 0 h 166211"/>
                <a:gd name="connsiteX5" fmla="*/ 33337 w 135921"/>
                <a:gd name="connsiteY5" fmla="*/ 0 h 166211"/>
                <a:gd name="connsiteX6" fmla="*/ 33337 w 135921"/>
                <a:gd name="connsiteY6" fmla="*/ 74581 h 166211"/>
                <a:gd name="connsiteX7" fmla="*/ 93821 w 135921"/>
                <a:gd name="connsiteY7" fmla="*/ 0 h 166211"/>
                <a:gd name="connsiteX8" fmla="*/ 134017 w 135921"/>
                <a:gd name="connsiteY8" fmla="*/ 0 h 166211"/>
                <a:gd name="connsiteX9" fmla="*/ 65437 w 135921"/>
                <a:gd name="connsiteY9" fmla="*/ 82391 h 166211"/>
                <a:gd name="connsiteX10" fmla="*/ 135922 w 135921"/>
                <a:gd name="connsiteY10" fmla="*/ 166211 h 166211"/>
                <a:gd name="connsiteX11" fmla="*/ 93726 w 135921"/>
                <a:gd name="connsiteY11" fmla="*/ 166211 h 166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5921" h="166211">
                  <a:moveTo>
                    <a:pt x="93821" y="166211"/>
                  </a:moveTo>
                  <a:lnTo>
                    <a:pt x="33337" y="92202"/>
                  </a:lnTo>
                  <a:lnTo>
                    <a:pt x="33337" y="166211"/>
                  </a:lnTo>
                  <a:lnTo>
                    <a:pt x="0" y="166211"/>
                  </a:lnTo>
                  <a:lnTo>
                    <a:pt x="0" y="0"/>
                  </a:lnTo>
                  <a:lnTo>
                    <a:pt x="33337" y="0"/>
                  </a:lnTo>
                  <a:lnTo>
                    <a:pt x="33337" y="74581"/>
                  </a:lnTo>
                  <a:lnTo>
                    <a:pt x="93821" y="0"/>
                  </a:lnTo>
                  <a:lnTo>
                    <a:pt x="134017" y="0"/>
                  </a:lnTo>
                  <a:lnTo>
                    <a:pt x="65437" y="82391"/>
                  </a:lnTo>
                  <a:lnTo>
                    <a:pt x="135922" y="166211"/>
                  </a:lnTo>
                  <a:lnTo>
                    <a:pt x="93726" y="166211"/>
                  </a:lnTo>
                  <a:close/>
                </a:path>
              </a:pathLst>
            </a:custGeom>
            <a:grpFill/>
            <a:ln w="9525" cap="flat">
              <a:noFill/>
              <a:prstDash val="solid"/>
              <a:miter/>
            </a:ln>
          </p:spPr>
          <p:txBody>
            <a:bodyPr rtlCol="0" anchor="ctr"/>
            <a:lstStyle/>
            <a:p>
              <a:endParaRPr lang="fi-FI" sz="3200"/>
            </a:p>
          </p:txBody>
        </p:sp>
        <p:sp>
          <p:nvSpPr>
            <p:cNvPr id="590" name="Vapaamuotoinen: Muoto 589">
              <a:extLst>
                <a:ext uri="{FF2B5EF4-FFF2-40B4-BE49-F238E27FC236}">
                  <a16:creationId xmlns:a16="http://schemas.microsoft.com/office/drawing/2014/main" id="{20CC1C6F-4B94-6376-D48A-10FF75FF9D51}"/>
                </a:ext>
              </a:extLst>
            </p:cNvPr>
            <p:cNvSpPr/>
            <p:nvPr/>
          </p:nvSpPr>
          <p:spPr>
            <a:xfrm>
              <a:off x="3892867" y="2595181"/>
              <a:ext cx="141446" cy="194310"/>
            </a:xfrm>
            <a:custGeom>
              <a:avLst/>
              <a:gdLst>
                <a:gd name="connsiteX0" fmla="*/ 141446 w 141446"/>
                <a:gd name="connsiteY0" fmla="*/ 0 h 194310"/>
                <a:gd name="connsiteX1" fmla="*/ 59817 w 141446"/>
                <a:gd name="connsiteY1" fmla="*/ 194310 h 194310"/>
                <a:gd name="connsiteX2" fmla="*/ 24289 w 141446"/>
                <a:gd name="connsiteY2" fmla="*/ 194310 h 194310"/>
                <a:gd name="connsiteX3" fmla="*/ 52864 w 141446"/>
                <a:gd name="connsiteY3" fmla="*/ 128588 h 194310"/>
                <a:gd name="connsiteX4" fmla="*/ 0 w 141446"/>
                <a:gd name="connsiteY4" fmla="*/ 0 h 194310"/>
                <a:gd name="connsiteX5" fmla="*/ 37338 w 141446"/>
                <a:gd name="connsiteY5" fmla="*/ 0 h 194310"/>
                <a:gd name="connsiteX6" fmla="*/ 71438 w 141446"/>
                <a:gd name="connsiteY6" fmla="*/ 92202 h 194310"/>
                <a:gd name="connsiteX7" fmla="*/ 105918 w 141446"/>
                <a:gd name="connsiteY7" fmla="*/ 0 h 194310"/>
                <a:gd name="connsiteX8" fmla="*/ 141351 w 141446"/>
                <a:gd name="connsiteY8" fmla="*/ 0 h 194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446" h="194310">
                  <a:moveTo>
                    <a:pt x="141446" y="0"/>
                  </a:moveTo>
                  <a:lnTo>
                    <a:pt x="59817" y="194310"/>
                  </a:lnTo>
                  <a:lnTo>
                    <a:pt x="24289" y="194310"/>
                  </a:lnTo>
                  <a:lnTo>
                    <a:pt x="52864" y="128588"/>
                  </a:lnTo>
                  <a:lnTo>
                    <a:pt x="0" y="0"/>
                  </a:lnTo>
                  <a:lnTo>
                    <a:pt x="37338" y="0"/>
                  </a:lnTo>
                  <a:lnTo>
                    <a:pt x="71438" y="92202"/>
                  </a:lnTo>
                  <a:lnTo>
                    <a:pt x="105918" y="0"/>
                  </a:lnTo>
                  <a:lnTo>
                    <a:pt x="141351" y="0"/>
                  </a:lnTo>
                  <a:close/>
                </a:path>
              </a:pathLst>
            </a:custGeom>
            <a:grpFill/>
            <a:ln w="9525" cap="flat">
              <a:noFill/>
              <a:prstDash val="solid"/>
              <a:miter/>
            </a:ln>
          </p:spPr>
          <p:txBody>
            <a:bodyPr rtlCol="0" anchor="ctr"/>
            <a:lstStyle/>
            <a:p>
              <a:endParaRPr lang="fi-FI" sz="3200"/>
            </a:p>
          </p:txBody>
        </p:sp>
        <p:sp>
          <p:nvSpPr>
            <p:cNvPr id="591" name="Vapaamuotoinen: Muoto 590">
              <a:extLst>
                <a:ext uri="{FF2B5EF4-FFF2-40B4-BE49-F238E27FC236}">
                  <a16:creationId xmlns:a16="http://schemas.microsoft.com/office/drawing/2014/main" id="{FD03BCE8-AF71-D3CE-E7E3-1216B63EE7CA}"/>
                </a:ext>
              </a:extLst>
            </p:cNvPr>
            <p:cNvSpPr/>
            <p:nvPr/>
          </p:nvSpPr>
          <p:spPr>
            <a:xfrm>
              <a:off x="4052220" y="2593371"/>
              <a:ext cx="73818" cy="133731"/>
            </a:xfrm>
            <a:custGeom>
              <a:avLst/>
              <a:gdLst>
                <a:gd name="connsiteX0" fmla="*/ 50101 w 73818"/>
                <a:gd name="connsiteY0" fmla="*/ 5905 h 133731"/>
                <a:gd name="connsiteX1" fmla="*/ 73819 w 73818"/>
                <a:gd name="connsiteY1" fmla="*/ 0 h 133731"/>
                <a:gd name="connsiteX2" fmla="*/ 73819 w 73818"/>
                <a:gd name="connsiteY2" fmla="*/ 34957 h 133731"/>
                <a:gd name="connsiteX3" fmla="*/ 65056 w 73818"/>
                <a:gd name="connsiteY3" fmla="*/ 34957 h 133731"/>
                <a:gd name="connsiteX4" fmla="*/ 41339 w 73818"/>
                <a:gd name="connsiteY4" fmla="*/ 42291 h 133731"/>
                <a:gd name="connsiteX5" fmla="*/ 33338 w 73818"/>
                <a:gd name="connsiteY5" fmla="*/ 68008 h 133731"/>
                <a:gd name="connsiteX6" fmla="*/ 33338 w 73818"/>
                <a:gd name="connsiteY6" fmla="*/ 133731 h 133731"/>
                <a:gd name="connsiteX7" fmla="*/ 0 w 73818"/>
                <a:gd name="connsiteY7" fmla="*/ 133731 h 133731"/>
                <a:gd name="connsiteX8" fmla="*/ 0 w 73818"/>
                <a:gd name="connsiteY8" fmla="*/ 1810 h 133731"/>
                <a:gd name="connsiteX9" fmla="*/ 33338 w 73818"/>
                <a:gd name="connsiteY9" fmla="*/ 1810 h 133731"/>
                <a:gd name="connsiteX10" fmla="*/ 33338 w 73818"/>
                <a:gd name="connsiteY10" fmla="*/ 22289 h 133731"/>
                <a:gd name="connsiteX11" fmla="*/ 50101 w 73818"/>
                <a:gd name="connsiteY11" fmla="*/ 5905 h 13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3818" h="133731">
                  <a:moveTo>
                    <a:pt x="50101" y="5905"/>
                  </a:moveTo>
                  <a:cubicBezTo>
                    <a:pt x="57055" y="1905"/>
                    <a:pt x="64865" y="0"/>
                    <a:pt x="73819" y="0"/>
                  </a:cubicBezTo>
                  <a:lnTo>
                    <a:pt x="73819" y="34957"/>
                  </a:lnTo>
                  <a:lnTo>
                    <a:pt x="65056" y="34957"/>
                  </a:lnTo>
                  <a:cubicBezTo>
                    <a:pt x="54578" y="34957"/>
                    <a:pt x="46673" y="37433"/>
                    <a:pt x="41339" y="42291"/>
                  </a:cubicBezTo>
                  <a:cubicBezTo>
                    <a:pt x="36004" y="47244"/>
                    <a:pt x="33338" y="55817"/>
                    <a:pt x="33338" y="68008"/>
                  </a:cubicBezTo>
                  <a:lnTo>
                    <a:pt x="33338" y="133731"/>
                  </a:lnTo>
                  <a:lnTo>
                    <a:pt x="0" y="133731"/>
                  </a:lnTo>
                  <a:lnTo>
                    <a:pt x="0" y="1810"/>
                  </a:lnTo>
                  <a:lnTo>
                    <a:pt x="33338" y="1810"/>
                  </a:lnTo>
                  <a:lnTo>
                    <a:pt x="33338" y="22289"/>
                  </a:lnTo>
                  <a:cubicBezTo>
                    <a:pt x="37624" y="15335"/>
                    <a:pt x="43244" y="9811"/>
                    <a:pt x="50101" y="5905"/>
                  </a:cubicBezTo>
                  <a:close/>
                </a:path>
              </a:pathLst>
            </a:custGeom>
            <a:grpFill/>
            <a:ln w="9525" cap="flat">
              <a:noFill/>
              <a:prstDash val="solid"/>
              <a:miter/>
            </a:ln>
          </p:spPr>
          <p:txBody>
            <a:bodyPr rtlCol="0" anchor="ctr"/>
            <a:lstStyle/>
            <a:p>
              <a:endParaRPr lang="fi-FI" sz="3200"/>
            </a:p>
          </p:txBody>
        </p:sp>
        <p:sp>
          <p:nvSpPr>
            <p:cNvPr id="592" name="Vapaamuotoinen: Muoto 591">
              <a:extLst>
                <a:ext uri="{FF2B5EF4-FFF2-40B4-BE49-F238E27FC236}">
                  <a16:creationId xmlns:a16="http://schemas.microsoft.com/office/drawing/2014/main" id="{5B6DA16F-A0CB-B386-6802-04ED81789122}"/>
                </a:ext>
              </a:extLst>
            </p:cNvPr>
            <p:cNvSpPr/>
            <p:nvPr/>
          </p:nvSpPr>
          <p:spPr>
            <a:xfrm>
              <a:off x="4148328" y="2550890"/>
              <a:ext cx="121443" cy="176212"/>
            </a:xfrm>
            <a:custGeom>
              <a:avLst/>
              <a:gdLst>
                <a:gd name="connsiteX0" fmla="*/ 78105 w 121443"/>
                <a:gd name="connsiteY0" fmla="*/ 176213 h 176212"/>
                <a:gd name="connsiteX1" fmla="*/ 33338 w 121443"/>
                <a:gd name="connsiteY1" fmla="*/ 120015 h 176212"/>
                <a:gd name="connsiteX2" fmla="*/ 33338 w 121443"/>
                <a:gd name="connsiteY2" fmla="*/ 176213 h 176212"/>
                <a:gd name="connsiteX3" fmla="*/ 0 w 121443"/>
                <a:gd name="connsiteY3" fmla="*/ 176213 h 176212"/>
                <a:gd name="connsiteX4" fmla="*/ 0 w 121443"/>
                <a:gd name="connsiteY4" fmla="*/ 0 h 176212"/>
                <a:gd name="connsiteX5" fmla="*/ 33338 w 121443"/>
                <a:gd name="connsiteY5" fmla="*/ 0 h 176212"/>
                <a:gd name="connsiteX6" fmla="*/ 33338 w 121443"/>
                <a:gd name="connsiteY6" fmla="*/ 100203 h 176212"/>
                <a:gd name="connsiteX7" fmla="*/ 77629 w 121443"/>
                <a:gd name="connsiteY7" fmla="*/ 44196 h 176212"/>
                <a:gd name="connsiteX8" fmla="*/ 120968 w 121443"/>
                <a:gd name="connsiteY8" fmla="*/ 44196 h 176212"/>
                <a:gd name="connsiteX9" fmla="*/ 62865 w 121443"/>
                <a:gd name="connsiteY9" fmla="*/ 110395 h 176212"/>
                <a:gd name="connsiteX10" fmla="*/ 121444 w 121443"/>
                <a:gd name="connsiteY10" fmla="*/ 176117 h 176212"/>
                <a:gd name="connsiteX11" fmla="*/ 78105 w 121443"/>
                <a:gd name="connsiteY11" fmla="*/ 176117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443" h="176212">
                  <a:moveTo>
                    <a:pt x="78105" y="176213"/>
                  </a:moveTo>
                  <a:lnTo>
                    <a:pt x="33338" y="120015"/>
                  </a:lnTo>
                  <a:lnTo>
                    <a:pt x="33338" y="176213"/>
                  </a:lnTo>
                  <a:lnTo>
                    <a:pt x="0" y="176213"/>
                  </a:lnTo>
                  <a:lnTo>
                    <a:pt x="0" y="0"/>
                  </a:lnTo>
                  <a:lnTo>
                    <a:pt x="33338" y="0"/>
                  </a:lnTo>
                  <a:lnTo>
                    <a:pt x="33338" y="100203"/>
                  </a:lnTo>
                  <a:lnTo>
                    <a:pt x="77629" y="44196"/>
                  </a:lnTo>
                  <a:lnTo>
                    <a:pt x="120968" y="44196"/>
                  </a:lnTo>
                  <a:lnTo>
                    <a:pt x="62865" y="110395"/>
                  </a:lnTo>
                  <a:lnTo>
                    <a:pt x="121444" y="176117"/>
                  </a:lnTo>
                  <a:lnTo>
                    <a:pt x="78105" y="176117"/>
                  </a:lnTo>
                  <a:close/>
                </a:path>
              </a:pathLst>
            </a:custGeom>
            <a:grpFill/>
            <a:ln w="9525" cap="flat">
              <a:noFill/>
              <a:prstDash val="solid"/>
              <a:miter/>
            </a:ln>
          </p:spPr>
          <p:txBody>
            <a:bodyPr rtlCol="0" anchor="ctr"/>
            <a:lstStyle/>
            <a:p>
              <a:endParaRPr lang="fi-FI" sz="3200"/>
            </a:p>
          </p:txBody>
        </p:sp>
        <p:sp>
          <p:nvSpPr>
            <p:cNvPr id="593" name="Vapaamuotoinen: Muoto 592">
              <a:extLst>
                <a:ext uri="{FF2B5EF4-FFF2-40B4-BE49-F238E27FC236}">
                  <a16:creationId xmlns:a16="http://schemas.microsoft.com/office/drawing/2014/main" id="{809EB763-CFEE-E298-8219-C399322F0897}"/>
                </a:ext>
              </a:extLst>
            </p:cNvPr>
            <p:cNvSpPr/>
            <p:nvPr/>
          </p:nvSpPr>
          <p:spPr>
            <a:xfrm>
              <a:off x="4280249" y="2593086"/>
              <a:ext cx="109346" cy="136302"/>
            </a:xfrm>
            <a:custGeom>
              <a:avLst/>
              <a:gdLst>
                <a:gd name="connsiteX0" fmla="*/ 28575 w 109346"/>
                <a:gd name="connsiteY0" fmla="*/ 130302 h 136302"/>
                <a:gd name="connsiteX1" fmla="*/ 8192 w 109346"/>
                <a:gd name="connsiteY1" fmla="*/ 114490 h 136302"/>
                <a:gd name="connsiteX2" fmla="*/ 0 w 109346"/>
                <a:gd name="connsiteY2" fmla="*/ 92297 h 136302"/>
                <a:gd name="connsiteX3" fmla="*/ 33528 w 109346"/>
                <a:gd name="connsiteY3" fmla="*/ 92297 h 136302"/>
                <a:gd name="connsiteX4" fmla="*/ 41053 w 109346"/>
                <a:gd name="connsiteY4" fmla="*/ 104965 h 136302"/>
                <a:gd name="connsiteX5" fmla="*/ 57341 w 109346"/>
                <a:gd name="connsiteY5" fmla="*/ 110014 h 136302"/>
                <a:gd name="connsiteX6" fmla="*/ 72199 w 109346"/>
                <a:gd name="connsiteY6" fmla="*/ 106204 h 136302"/>
                <a:gd name="connsiteX7" fmla="*/ 77534 w 109346"/>
                <a:gd name="connsiteY7" fmla="*/ 96393 h 136302"/>
                <a:gd name="connsiteX8" fmla="*/ 70961 w 109346"/>
                <a:gd name="connsiteY8" fmla="*/ 86773 h 136302"/>
                <a:gd name="connsiteX9" fmla="*/ 50102 w 109346"/>
                <a:gd name="connsiteY9" fmla="*/ 79724 h 136302"/>
                <a:gd name="connsiteX10" fmla="*/ 25908 w 109346"/>
                <a:gd name="connsiteY10" fmla="*/ 72295 h 136302"/>
                <a:gd name="connsiteX11" fmla="*/ 9716 w 109346"/>
                <a:gd name="connsiteY11" fmla="*/ 60674 h 136302"/>
                <a:gd name="connsiteX12" fmla="*/ 2953 w 109346"/>
                <a:gd name="connsiteY12" fmla="*/ 39529 h 136302"/>
                <a:gd name="connsiteX13" fmla="*/ 9239 w 109346"/>
                <a:gd name="connsiteY13" fmla="*/ 19526 h 136302"/>
                <a:gd name="connsiteX14" fmla="*/ 27337 w 109346"/>
                <a:gd name="connsiteY14" fmla="*/ 5239 h 136302"/>
                <a:gd name="connsiteX15" fmla="*/ 55055 w 109346"/>
                <a:gd name="connsiteY15" fmla="*/ 0 h 136302"/>
                <a:gd name="connsiteX16" fmla="*/ 92678 w 109346"/>
                <a:gd name="connsiteY16" fmla="*/ 11811 h 136302"/>
                <a:gd name="connsiteX17" fmla="*/ 108109 w 109346"/>
                <a:gd name="connsiteY17" fmla="*/ 43624 h 136302"/>
                <a:gd name="connsiteX18" fmla="*/ 76200 w 109346"/>
                <a:gd name="connsiteY18" fmla="*/ 43624 h 136302"/>
                <a:gd name="connsiteX19" fmla="*/ 69628 w 109346"/>
                <a:gd name="connsiteY19" fmla="*/ 31147 h 136302"/>
                <a:gd name="connsiteX20" fmla="*/ 54007 w 109346"/>
                <a:gd name="connsiteY20" fmla="*/ 26479 h 136302"/>
                <a:gd name="connsiteX21" fmla="*/ 40100 w 109346"/>
                <a:gd name="connsiteY21" fmla="*/ 29813 h 136302"/>
                <a:gd name="connsiteX22" fmla="*/ 35243 w 109346"/>
                <a:gd name="connsiteY22" fmla="*/ 39052 h 136302"/>
                <a:gd name="connsiteX23" fmla="*/ 41910 w 109346"/>
                <a:gd name="connsiteY23" fmla="*/ 49149 h 136302"/>
                <a:gd name="connsiteX24" fmla="*/ 62675 w 109346"/>
                <a:gd name="connsiteY24" fmla="*/ 56197 h 136302"/>
                <a:gd name="connsiteX25" fmla="*/ 86201 w 109346"/>
                <a:gd name="connsiteY25" fmla="*/ 63627 h 136302"/>
                <a:gd name="connsiteX26" fmla="*/ 102299 w 109346"/>
                <a:gd name="connsiteY26" fmla="*/ 75438 h 136302"/>
                <a:gd name="connsiteX27" fmla="*/ 109347 w 109346"/>
                <a:gd name="connsiteY27" fmla="*/ 96488 h 136302"/>
                <a:gd name="connsiteX28" fmla="*/ 103061 w 109346"/>
                <a:gd name="connsiteY28" fmla="*/ 116967 h 136302"/>
                <a:gd name="connsiteX29" fmla="*/ 84963 w 109346"/>
                <a:gd name="connsiteY29" fmla="*/ 131159 h 136302"/>
                <a:gd name="connsiteX30" fmla="*/ 57436 w 109346"/>
                <a:gd name="connsiteY30" fmla="*/ 136303 h 136302"/>
                <a:gd name="connsiteX31" fmla="*/ 28384 w 109346"/>
                <a:gd name="connsiteY31" fmla="*/ 130492 h 13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9346" h="136302">
                  <a:moveTo>
                    <a:pt x="28575" y="130302"/>
                  </a:moveTo>
                  <a:cubicBezTo>
                    <a:pt x="20003" y="126397"/>
                    <a:pt x="13240" y="121158"/>
                    <a:pt x="8192" y="114490"/>
                  </a:cubicBezTo>
                  <a:cubicBezTo>
                    <a:pt x="3143" y="107823"/>
                    <a:pt x="476" y="100489"/>
                    <a:pt x="0" y="92297"/>
                  </a:cubicBezTo>
                  <a:lnTo>
                    <a:pt x="33528" y="92297"/>
                  </a:lnTo>
                  <a:cubicBezTo>
                    <a:pt x="34195" y="97345"/>
                    <a:pt x="36671" y="101632"/>
                    <a:pt x="41053" y="104965"/>
                  </a:cubicBezTo>
                  <a:cubicBezTo>
                    <a:pt x="45434" y="108299"/>
                    <a:pt x="50864" y="110014"/>
                    <a:pt x="57341" y="110014"/>
                  </a:cubicBezTo>
                  <a:cubicBezTo>
                    <a:pt x="63818" y="110014"/>
                    <a:pt x="68675" y="108775"/>
                    <a:pt x="72199" y="106204"/>
                  </a:cubicBezTo>
                  <a:cubicBezTo>
                    <a:pt x="75724" y="103632"/>
                    <a:pt x="77534" y="100393"/>
                    <a:pt x="77534" y="96393"/>
                  </a:cubicBezTo>
                  <a:cubicBezTo>
                    <a:pt x="77534" y="92107"/>
                    <a:pt x="75343" y="88868"/>
                    <a:pt x="70961" y="86773"/>
                  </a:cubicBezTo>
                  <a:cubicBezTo>
                    <a:pt x="66580" y="84582"/>
                    <a:pt x="59627" y="82296"/>
                    <a:pt x="50102" y="79724"/>
                  </a:cubicBezTo>
                  <a:cubicBezTo>
                    <a:pt x="40291" y="77343"/>
                    <a:pt x="32195" y="74866"/>
                    <a:pt x="25908" y="72295"/>
                  </a:cubicBezTo>
                  <a:cubicBezTo>
                    <a:pt x="19622" y="69723"/>
                    <a:pt x="14288" y="65913"/>
                    <a:pt x="9716" y="60674"/>
                  </a:cubicBezTo>
                  <a:cubicBezTo>
                    <a:pt x="5144" y="55435"/>
                    <a:pt x="2953" y="48387"/>
                    <a:pt x="2953" y="39529"/>
                  </a:cubicBezTo>
                  <a:cubicBezTo>
                    <a:pt x="2953" y="32194"/>
                    <a:pt x="5048" y="25527"/>
                    <a:pt x="9239" y="19526"/>
                  </a:cubicBezTo>
                  <a:cubicBezTo>
                    <a:pt x="13430" y="13525"/>
                    <a:pt x="19526" y="8763"/>
                    <a:pt x="27337" y="5239"/>
                  </a:cubicBezTo>
                  <a:cubicBezTo>
                    <a:pt x="35147" y="1714"/>
                    <a:pt x="44387" y="0"/>
                    <a:pt x="55055" y="0"/>
                  </a:cubicBezTo>
                  <a:cubicBezTo>
                    <a:pt x="70771" y="0"/>
                    <a:pt x="83344" y="3905"/>
                    <a:pt x="92678" y="11811"/>
                  </a:cubicBezTo>
                  <a:cubicBezTo>
                    <a:pt x="102013" y="19621"/>
                    <a:pt x="107156" y="30289"/>
                    <a:pt x="108109" y="43624"/>
                  </a:cubicBezTo>
                  <a:lnTo>
                    <a:pt x="76200" y="43624"/>
                  </a:lnTo>
                  <a:cubicBezTo>
                    <a:pt x="75724" y="38386"/>
                    <a:pt x="73533" y="34195"/>
                    <a:pt x="69628" y="31147"/>
                  </a:cubicBezTo>
                  <a:cubicBezTo>
                    <a:pt x="65722" y="28099"/>
                    <a:pt x="60579" y="26479"/>
                    <a:pt x="54007" y="26479"/>
                  </a:cubicBezTo>
                  <a:cubicBezTo>
                    <a:pt x="48006" y="26479"/>
                    <a:pt x="43339" y="27622"/>
                    <a:pt x="40100" y="29813"/>
                  </a:cubicBezTo>
                  <a:cubicBezTo>
                    <a:pt x="36862" y="32004"/>
                    <a:pt x="35243" y="35147"/>
                    <a:pt x="35243" y="39052"/>
                  </a:cubicBezTo>
                  <a:cubicBezTo>
                    <a:pt x="35243" y="43529"/>
                    <a:pt x="37433" y="46863"/>
                    <a:pt x="41910" y="49149"/>
                  </a:cubicBezTo>
                  <a:cubicBezTo>
                    <a:pt x="46387" y="51435"/>
                    <a:pt x="53245" y="53816"/>
                    <a:pt x="62675" y="56197"/>
                  </a:cubicBezTo>
                  <a:cubicBezTo>
                    <a:pt x="72199" y="58579"/>
                    <a:pt x="80010" y="61055"/>
                    <a:pt x="86201" y="63627"/>
                  </a:cubicBezTo>
                  <a:cubicBezTo>
                    <a:pt x="92393" y="66199"/>
                    <a:pt x="97726" y="70104"/>
                    <a:pt x="102299" y="75438"/>
                  </a:cubicBezTo>
                  <a:cubicBezTo>
                    <a:pt x="106775" y="80772"/>
                    <a:pt x="109157" y="87820"/>
                    <a:pt x="109347" y="96488"/>
                  </a:cubicBezTo>
                  <a:cubicBezTo>
                    <a:pt x="109347" y="104108"/>
                    <a:pt x="107251" y="110966"/>
                    <a:pt x="103061" y="116967"/>
                  </a:cubicBezTo>
                  <a:cubicBezTo>
                    <a:pt x="98870" y="122968"/>
                    <a:pt x="92869" y="127730"/>
                    <a:pt x="84963" y="131159"/>
                  </a:cubicBezTo>
                  <a:cubicBezTo>
                    <a:pt x="77057" y="134588"/>
                    <a:pt x="67913" y="136303"/>
                    <a:pt x="57436" y="136303"/>
                  </a:cubicBezTo>
                  <a:cubicBezTo>
                    <a:pt x="46958" y="136303"/>
                    <a:pt x="36957" y="134302"/>
                    <a:pt x="28384" y="130492"/>
                  </a:cubicBezTo>
                  <a:close/>
                </a:path>
              </a:pathLst>
            </a:custGeom>
            <a:grpFill/>
            <a:ln w="9525" cap="flat">
              <a:noFill/>
              <a:prstDash val="solid"/>
              <a:miter/>
            </a:ln>
          </p:spPr>
          <p:txBody>
            <a:bodyPr rtlCol="0" anchor="ctr"/>
            <a:lstStyle/>
            <a:p>
              <a:endParaRPr lang="fi-FI" sz="3200"/>
            </a:p>
          </p:txBody>
        </p:sp>
        <p:sp>
          <p:nvSpPr>
            <p:cNvPr id="594" name="Vapaamuotoinen: Muoto 593">
              <a:extLst>
                <a:ext uri="{FF2B5EF4-FFF2-40B4-BE49-F238E27FC236}">
                  <a16:creationId xmlns:a16="http://schemas.microsoft.com/office/drawing/2014/main" id="{A02473BB-AFEA-AB60-A8E8-611B403FE07D}"/>
                </a:ext>
              </a:extLst>
            </p:cNvPr>
            <p:cNvSpPr/>
            <p:nvPr/>
          </p:nvSpPr>
          <p:spPr>
            <a:xfrm>
              <a:off x="4417218" y="2550890"/>
              <a:ext cx="33337" cy="176212"/>
            </a:xfrm>
            <a:custGeom>
              <a:avLst/>
              <a:gdLst>
                <a:gd name="connsiteX0" fmla="*/ 33338 w 33337"/>
                <a:gd name="connsiteY0" fmla="*/ 0 h 176212"/>
                <a:gd name="connsiteX1" fmla="*/ 33338 w 33337"/>
                <a:gd name="connsiteY1" fmla="*/ 176213 h 176212"/>
                <a:gd name="connsiteX2" fmla="*/ 0 w 33337"/>
                <a:gd name="connsiteY2" fmla="*/ 176213 h 176212"/>
                <a:gd name="connsiteX3" fmla="*/ 0 w 33337"/>
                <a:gd name="connsiteY3" fmla="*/ 0 h 176212"/>
                <a:gd name="connsiteX4" fmla="*/ 33338 w 33337"/>
                <a:gd name="connsiteY4" fmla="*/ 0 h 176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37" h="176212">
                  <a:moveTo>
                    <a:pt x="33338" y="0"/>
                  </a:moveTo>
                  <a:lnTo>
                    <a:pt x="33338" y="176213"/>
                  </a:lnTo>
                  <a:lnTo>
                    <a:pt x="0" y="176213"/>
                  </a:lnTo>
                  <a:lnTo>
                    <a:pt x="0" y="0"/>
                  </a:lnTo>
                  <a:lnTo>
                    <a:pt x="33338" y="0"/>
                  </a:lnTo>
                  <a:close/>
                </a:path>
              </a:pathLst>
            </a:custGeom>
            <a:grpFill/>
            <a:ln w="9525" cap="flat">
              <a:noFill/>
              <a:prstDash val="solid"/>
              <a:miter/>
            </a:ln>
          </p:spPr>
          <p:txBody>
            <a:bodyPr rtlCol="0" anchor="ctr"/>
            <a:lstStyle/>
            <a:p>
              <a:endParaRPr lang="fi-FI" sz="3200"/>
            </a:p>
          </p:txBody>
        </p:sp>
        <p:sp>
          <p:nvSpPr>
            <p:cNvPr id="595" name="Vapaamuotoinen: Muoto 594">
              <a:extLst>
                <a:ext uri="{FF2B5EF4-FFF2-40B4-BE49-F238E27FC236}">
                  <a16:creationId xmlns:a16="http://schemas.microsoft.com/office/drawing/2014/main" id="{B4B58FE3-E277-F980-E79F-742AE7E1AA7A}"/>
                </a:ext>
              </a:extLst>
            </p:cNvPr>
            <p:cNvSpPr/>
            <p:nvPr/>
          </p:nvSpPr>
          <p:spPr>
            <a:xfrm>
              <a:off x="4474749" y="2547842"/>
              <a:ext cx="137541" cy="181355"/>
            </a:xfrm>
            <a:custGeom>
              <a:avLst/>
              <a:gdLst>
                <a:gd name="connsiteX0" fmla="*/ 8096 w 137541"/>
                <a:gd name="connsiteY0" fmla="*/ 77343 h 181355"/>
                <a:gd name="connsiteX1" fmla="*/ 29813 w 137541"/>
                <a:gd name="connsiteY1" fmla="*/ 53531 h 181355"/>
                <a:gd name="connsiteX2" fmla="*/ 60388 w 137541"/>
                <a:gd name="connsiteY2" fmla="*/ 45148 h 181355"/>
                <a:gd name="connsiteX3" fmla="*/ 86201 w 137541"/>
                <a:gd name="connsiteY3" fmla="*/ 51054 h 181355"/>
                <a:gd name="connsiteX4" fmla="*/ 103918 w 137541"/>
                <a:gd name="connsiteY4" fmla="*/ 66104 h 181355"/>
                <a:gd name="connsiteX5" fmla="*/ 103918 w 137541"/>
                <a:gd name="connsiteY5" fmla="*/ 47244 h 181355"/>
                <a:gd name="connsiteX6" fmla="*/ 137541 w 137541"/>
                <a:gd name="connsiteY6" fmla="*/ 47244 h 181355"/>
                <a:gd name="connsiteX7" fmla="*/ 137541 w 137541"/>
                <a:gd name="connsiteY7" fmla="*/ 179165 h 181355"/>
                <a:gd name="connsiteX8" fmla="*/ 103918 w 137541"/>
                <a:gd name="connsiteY8" fmla="*/ 179165 h 181355"/>
                <a:gd name="connsiteX9" fmla="*/ 103918 w 137541"/>
                <a:gd name="connsiteY9" fmla="*/ 159925 h 181355"/>
                <a:gd name="connsiteX10" fmla="*/ 86201 w 137541"/>
                <a:gd name="connsiteY10" fmla="*/ 175260 h 181355"/>
                <a:gd name="connsiteX11" fmla="*/ 60103 w 137541"/>
                <a:gd name="connsiteY11" fmla="*/ 181356 h 181355"/>
                <a:gd name="connsiteX12" fmla="*/ 29718 w 137541"/>
                <a:gd name="connsiteY12" fmla="*/ 172784 h 181355"/>
                <a:gd name="connsiteX13" fmla="*/ 8001 w 137541"/>
                <a:gd name="connsiteY13" fmla="*/ 148590 h 181355"/>
                <a:gd name="connsiteX14" fmla="*/ 0 w 137541"/>
                <a:gd name="connsiteY14" fmla="*/ 112776 h 181355"/>
                <a:gd name="connsiteX15" fmla="*/ 8001 w 137541"/>
                <a:gd name="connsiteY15" fmla="*/ 77343 h 181355"/>
                <a:gd name="connsiteX16" fmla="*/ 99155 w 137541"/>
                <a:gd name="connsiteY16" fmla="*/ 92488 h 181355"/>
                <a:gd name="connsiteX17" fmla="*/ 86296 w 137541"/>
                <a:gd name="connsiteY17" fmla="*/ 79153 h 181355"/>
                <a:gd name="connsiteX18" fmla="*/ 68866 w 137541"/>
                <a:gd name="connsiteY18" fmla="*/ 74486 h 181355"/>
                <a:gd name="connsiteX19" fmla="*/ 51721 w 137541"/>
                <a:gd name="connsiteY19" fmla="*/ 79058 h 181355"/>
                <a:gd name="connsiteX20" fmla="*/ 38957 w 137541"/>
                <a:gd name="connsiteY20" fmla="*/ 92297 h 181355"/>
                <a:gd name="connsiteX21" fmla="*/ 34100 w 137541"/>
                <a:gd name="connsiteY21" fmla="*/ 112871 h 181355"/>
                <a:gd name="connsiteX22" fmla="*/ 38957 w 137541"/>
                <a:gd name="connsiteY22" fmla="*/ 133731 h 181355"/>
                <a:gd name="connsiteX23" fmla="*/ 51816 w 137541"/>
                <a:gd name="connsiteY23" fmla="*/ 147447 h 181355"/>
                <a:gd name="connsiteX24" fmla="*/ 68866 w 137541"/>
                <a:gd name="connsiteY24" fmla="*/ 152210 h 181355"/>
                <a:gd name="connsiteX25" fmla="*/ 86296 w 137541"/>
                <a:gd name="connsiteY25" fmla="*/ 147542 h 181355"/>
                <a:gd name="connsiteX26" fmla="*/ 99155 w 137541"/>
                <a:gd name="connsiteY26" fmla="*/ 134207 h 181355"/>
                <a:gd name="connsiteX27" fmla="*/ 103918 w 137541"/>
                <a:gd name="connsiteY27" fmla="*/ 113348 h 181355"/>
                <a:gd name="connsiteX28" fmla="*/ 99155 w 137541"/>
                <a:gd name="connsiteY28" fmla="*/ 92488 h 181355"/>
                <a:gd name="connsiteX29" fmla="*/ 40100 w 137541"/>
                <a:gd name="connsiteY29" fmla="*/ 27146 h 181355"/>
                <a:gd name="connsiteX30" fmla="*/ 35528 w 137541"/>
                <a:gd name="connsiteY30" fmla="*/ 16002 h 181355"/>
                <a:gd name="connsiteX31" fmla="*/ 40100 w 137541"/>
                <a:gd name="connsiteY31" fmla="*/ 4667 h 181355"/>
                <a:gd name="connsiteX32" fmla="*/ 51244 w 137541"/>
                <a:gd name="connsiteY32" fmla="*/ 0 h 181355"/>
                <a:gd name="connsiteX33" fmla="*/ 62579 w 137541"/>
                <a:gd name="connsiteY33" fmla="*/ 4667 h 181355"/>
                <a:gd name="connsiteX34" fmla="*/ 67246 w 137541"/>
                <a:gd name="connsiteY34" fmla="*/ 16002 h 181355"/>
                <a:gd name="connsiteX35" fmla="*/ 62579 w 137541"/>
                <a:gd name="connsiteY35" fmla="*/ 27146 h 181355"/>
                <a:gd name="connsiteX36" fmla="*/ 51244 w 137541"/>
                <a:gd name="connsiteY36" fmla="*/ 31718 h 181355"/>
                <a:gd name="connsiteX37" fmla="*/ 40100 w 137541"/>
                <a:gd name="connsiteY37" fmla="*/ 27146 h 181355"/>
                <a:gd name="connsiteX38" fmla="*/ 84106 w 137541"/>
                <a:gd name="connsiteY38" fmla="*/ 27146 h 181355"/>
                <a:gd name="connsiteX39" fmla="*/ 79534 w 137541"/>
                <a:gd name="connsiteY39" fmla="*/ 16002 h 181355"/>
                <a:gd name="connsiteX40" fmla="*/ 84106 w 137541"/>
                <a:gd name="connsiteY40" fmla="*/ 4667 h 181355"/>
                <a:gd name="connsiteX41" fmla="*/ 95250 w 137541"/>
                <a:gd name="connsiteY41" fmla="*/ 0 h 181355"/>
                <a:gd name="connsiteX42" fmla="*/ 106585 w 137541"/>
                <a:gd name="connsiteY42" fmla="*/ 4667 h 181355"/>
                <a:gd name="connsiteX43" fmla="*/ 111252 w 137541"/>
                <a:gd name="connsiteY43" fmla="*/ 16002 h 181355"/>
                <a:gd name="connsiteX44" fmla="*/ 106585 w 137541"/>
                <a:gd name="connsiteY44" fmla="*/ 27146 h 181355"/>
                <a:gd name="connsiteX45" fmla="*/ 95250 w 137541"/>
                <a:gd name="connsiteY45" fmla="*/ 31718 h 181355"/>
                <a:gd name="connsiteX46" fmla="*/ 84106 w 137541"/>
                <a:gd name="connsiteY46" fmla="*/ 27146 h 181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37541" h="181355">
                  <a:moveTo>
                    <a:pt x="8096" y="77343"/>
                  </a:moveTo>
                  <a:cubicBezTo>
                    <a:pt x="13430" y="67056"/>
                    <a:pt x="20669" y="59055"/>
                    <a:pt x="29813" y="53531"/>
                  </a:cubicBezTo>
                  <a:cubicBezTo>
                    <a:pt x="38957" y="48006"/>
                    <a:pt x="49149" y="45148"/>
                    <a:pt x="60388" y="45148"/>
                  </a:cubicBezTo>
                  <a:cubicBezTo>
                    <a:pt x="70199" y="45148"/>
                    <a:pt x="78867" y="47149"/>
                    <a:pt x="86201" y="51054"/>
                  </a:cubicBezTo>
                  <a:cubicBezTo>
                    <a:pt x="93631" y="55055"/>
                    <a:pt x="99536" y="60008"/>
                    <a:pt x="103918" y="66104"/>
                  </a:cubicBezTo>
                  <a:lnTo>
                    <a:pt x="103918" y="47244"/>
                  </a:lnTo>
                  <a:lnTo>
                    <a:pt x="137541" y="47244"/>
                  </a:lnTo>
                  <a:lnTo>
                    <a:pt x="137541" y="179165"/>
                  </a:lnTo>
                  <a:lnTo>
                    <a:pt x="103918" y="179165"/>
                  </a:lnTo>
                  <a:lnTo>
                    <a:pt x="103918" y="159925"/>
                  </a:lnTo>
                  <a:cubicBezTo>
                    <a:pt x="99631" y="166116"/>
                    <a:pt x="93726" y="171260"/>
                    <a:pt x="86201" y="175260"/>
                  </a:cubicBezTo>
                  <a:cubicBezTo>
                    <a:pt x="78677" y="179356"/>
                    <a:pt x="70009" y="181356"/>
                    <a:pt x="60103" y="181356"/>
                  </a:cubicBezTo>
                  <a:cubicBezTo>
                    <a:pt x="48958" y="181356"/>
                    <a:pt x="38862" y="178499"/>
                    <a:pt x="29718" y="172784"/>
                  </a:cubicBezTo>
                  <a:cubicBezTo>
                    <a:pt x="20574" y="167068"/>
                    <a:pt x="13335" y="158972"/>
                    <a:pt x="8001" y="148590"/>
                  </a:cubicBezTo>
                  <a:cubicBezTo>
                    <a:pt x="2667" y="138208"/>
                    <a:pt x="0" y="126206"/>
                    <a:pt x="0" y="112776"/>
                  </a:cubicBezTo>
                  <a:cubicBezTo>
                    <a:pt x="0" y="99346"/>
                    <a:pt x="2667" y="87630"/>
                    <a:pt x="8001" y="77343"/>
                  </a:cubicBezTo>
                  <a:close/>
                  <a:moveTo>
                    <a:pt x="99155" y="92488"/>
                  </a:moveTo>
                  <a:cubicBezTo>
                    <a:pt x="96012" y="86678"/>
                    <a:pt x="91726" y="82201"/>
                    <a:pt x="86296" y="79153"/>
                  </a:cubicBezTo>
                  <a:cubicBezTo>
                    <a:pt x="80867" y="76105"/>
                    <a:pt x="75057" y="74486"/>
                    <a:pt x="68866" y="74486"/>
                  </a:cubicBezTo>
                  <a:cubicBezTo>
                    <a:pt x="62675" y="74486"/>
                    <a:pt x="56959" y="76010"/>
                    <a:pt x="51721" y="79058"/>
                  </a:cubicBezTo>
                  <a:cubicBezTo>
                    <a:pt x="46482" y="82106"/>
                    <a:pt x="42196" y="86487"/>
                    <a:pt x="38957" y="92297"/>
                  </a:cubicBezTo>
                  <a:cubicBezTo>
                    <a:pt x="35719" y="98108"/>
                    <a:pt x="34100" y="104965"/>
                    <a:pt x="34100" y="112871"/>
                  </a:cubicBezTo>
                  <a:cubicBezTo>
                    <a:pt x="34100" y="120777"/>
                    <a:pt x="35719" y="127730"/>
                    <a:pt x="38957" y="133731"/>
                  </a:cubicBezTo>
                  <a:cubicBezTo>
                    <a:pt x="42196" y="139732"/>
                    <a:pt x="46482" y="144304"/>
                    <a:pt x="51816" y="147447"/>
                  </a:cubicBezTo>
                  <a:cubicBezTo>
                    <a:pt x="57150" y="150590"/>
                    <a:pt x="62770" y="152210"/>
                    <a:pt x="68866" y="152210"/>
                  </a:cubicBezTo>
                  <a:cubicBezTo>
                    <a:pt x="74962" y="152210"/>
                    <a:pt x="80867" y="150686"/>
                    <a:pt x="86296" y="147542"/>
                  </a:cubicBezTo>
                  <a:cubicBezTo>
                    <a:pt x="91726" y="144399"/>
                    <a:pt x="96012" y="140017"/>
                    <a:pt x="99155" y="134207"/>
                  </a:cubicBezTo>
                  <a:cubicBezTo>
                    <a:pt x="102298" y="128397"/>
                    <a:pt x="103918" y="121444"/>
                    <a:pt x="103918" y="113348"/>
                  </a:cubicBezTo>
                  <a:cubicBezTo>
                    <a:pt x="103918" y="105251"/>
                    <a:pt x="102298" y="98298"/>
                    <a:pt x="99155" y="92488"/>
                  </a:cubicBezTo>
                  <a:close/>
                  <a:moveTo>
                    <a:pt x="40100" y="27146"/>
                  </a:moveTo>
                  <a:cubicBezTo>
                    <a:pt x="37052" y="24098"/>
                    <a:pt x="35528" y="20383"/>
                    <a:pt x="35528" y="16002"/>
                  </a:cubicBezTo>
                  <a:cubicBezTo>
                    <a:pt x="35528" y="11620"/>
                    <a:pt x="37052" y="7810"/>
                    <a:pt x="40100" y="4667"/>
                  </a:cubicBezTo>
                  <a:cubicBezTo>
                    <a:pt x="43148" y="1524"/>
                    <a:pt x="46863" y="0"/>
                    <a:pt x="51244" y="0"/>
                  </a:cubicBezTo>
                  <a:cubicBezTo>
                    <a:pt x="55626" y="0"/>
                    <a:pt x="59436" y="1524"/>
                    <a:pt x="62579" y="4667"/>
                  </a:cubicBezTo>
                  <a:cubicBezTo>
                    <a:pt x="65723" y="7715"/>
                    <a:pt x="67246" y="11525"/>
                    <a:pt x="67246" y="16002"/>
                  </a:cubicBezTo>
                  <a:cubicBezTo>
                    <a:pt x="67246" y="20479"/>
                    <a:pt x="65723" y="24194"/>
                    <a:pt x="62579" y="27146"/>
                  </a:cubicBezTo>
                  <a:cubicBezTo>
                    <a:pt x="59531" y="30194"/>
                    <a:pt x="55721" y="31718"/>
                    <a:pt x="51244" y="31718"/>
                  </a:cubicBezTo>
                  <a:cubicBezTo>
                    <a:pt x="46768" y="31718"/>
                    <a:pt x="43053" y="30194"/>
                    <a:pt x="40100" y="27146"/>
                  </a:cubicBezTo>
                  <a:close/>
                  <a:moveTo>
                    <a:pt x="84106" y="27146"/>
                  </a:moveTo>
                  <a:cubicBezTo>
                    <a:pt x="81058" y="24098"/>
                    <a:pt x="79534" y="20383"/>
                    <a:pt x="79534" y="16002"/>
                  </a:cubicBezTo>
                  <a:cubicBezTo>
                    <a:pt x="79534" y="11620"/>
                    <a:pt x="81058" y="7810"/>
                    <a:pt x="84106" y="4667"/>
                  </a:cubicBezTo>
                  <a:cubicBezTo>
                    <a:pt x="87154" y="1524"/>
                    <a:pt x="90869" y="0"/>
                    <a:pt x="95250" y="0"/>
                  </a:cubicBezTo>
                  <a:cubicBezTo>
                    <a:pt x="99631" y="0"/>
                    <a:pt x="103442" y="1524"/>
                    <a:pt x="106585" y="4667"/>
                  </a:cubicBezTo>
                  <a:cubicBezTo>
                    <a:pt x="109728" y="7715"/>
                    <a:pt x="111252" y="11525"/>
                    <a:pt x="111252" y="16002"/>
                  </a:cubicBezTo>
                  <a:cubicBezTo>
                    <a:pt x="111252" y="20479"/>
                    <a:pt x="109728" y="24194"/>
                    <a:pt x="106585" y="27146"/>
                  </a:cubicBezTo>
                  <a:cubicBezTo>
                    <a:pt x="103537" y="30194"/>
                    <a:pt x="99727" y="31718"/>
                    <a:pt x="95250" y="31718"/>
                  </a:cubicBezTo>
                  <a:cubicBezTo>
                    <a:pt x="90773" y="31718"/>
                    <a:pt x="87058" y="30194"/>
                    <a:pt x="84106" y="27146"/>
                  </a:cubicBezTo>
                  <a:close/>
                </a:path>
              </a:pathLst>
            </a:custGeom>
            <a:grpFill/>
            <a:ln w="9525" cap="flat">
              <a:noFill/>
              <a:prstDash val="solid"/>
              <a:miter/>
            </a:ln>
          </p:spPr>
          <p:txBody>
            <a:bodyPr rtlCol="0" anchor="ctr"/>
            <a:lstStyle/>
            <a:p>
              <a:endParaRPr lang="fi-FI" sz="3200"/>
            </a:p>
          </p:txBody>
        </p:sp>
        <p:sp>
          <p:nvSpPr>
            <p:cNvPr id="596" name="Vapaamuotoinen: Muoto 595">
              <a:extLst>
                <a:ext uri="{FF2B5EF4-FFF2-40B4-BE49-F238E27FC236}">
                  <a16:creationId xmlns:a16="http://schemas.microsoft.com/office/drawing/2014/main" id="{F4EE80F3-6064-9CED-52A8-74E1335F3720}"/>
                </a:ext>
              </a:extLst>
            </p:cNvPr>
            <p:cNvSpPr/>
            <p:nvPr/>
          </p:nvSpPr>
          <p:spPr>
            <a:xfrm>
              <a:off x="4634388" y="2562510"/>
              <a:ext cx="78771" cy="164592"/>
            </a:xfrm>
            <a:custGeom>
              <a:avLst/>
              <a:gdLst>
                <a:gd name="connsiteX0" fmla="*/ 49244 w 78771"/>
                <a:gd name="connsiteY0" fmla="*/ 60103 h 164592"/>
                <a:gd name="connsiteX1" fmla="*/ 49244 w 78771"/>
                <a:gd name="connsiteY1" fmla="*/ 123920 h 164592"/>
                <a:gd name="connsiteX2" fmla="*/ 52483 w 78771"/>
                <a:gd name="connsiteY2" fmla="*/ 133540 h 164592"/>
                <a:gd name="connsiteX3" fmla="*/ 63341 w 78771"/>
                <a:gd name="connsiteY3" fmla="*/ 136493 h 164592"/>
                <a:gd name="connsiteX4" fmla="*/ 78772 w 78771"/>
                <a:gd name="connsiteY4" fmla="*/ 136493 h 164592"/>
                <a:gd name="connsiteX5" fmla="*/ 78772 w 78771"/>
                <a:gd name="connsiteY5" fmla="*/ 164592 h 164592"/>
                <a:gd name="connsiteX6" fmla="*/ 57817 w 78771"/>
                <a:gd name="connsiteY6" fmla="*/ 164592 h 164592"/>
                <a:gd name="connsiteX7" fmla="*/ 15716 w 78771"/>
                <a:gd name="connsiteY7" fmla="*/ 123634 h 164592"/>
                <a:gd name="connsiteX8" fmla="*/ 15716 w 78771"/>
                <a:gd name="connsiteY8" fmla="*/ 60008 h 164592"/>
                <a:gd name="connsiteX9" fmla="*/ 0 w 78771"/>
                <a:gd name="connsiteY9" fmla="*/ 60008 h 164592"/>
                <a:gd name="connsiteX10" fmla="*/ 0 w 78771"/>
                <a:gd name="connsiteY10" fmla="*/ 32576 h 164592"/>
                <a:gd name="connsiteX11" fmla="*/ 15716 w 78771"/>
                <a:gd name="connsiteY11" fmla="*/ 32576 h 164592"/>
                <a:gd name="connsiteX12" fmla="*/ 15716 w 78771"/>
                <a:gd name="connsiteY12" fmla="*/ 0 h 164592"/>
                <a:gd name="connsiteX13" fmla="*/ 49244 w 78771"/>
                <a:gd name="connsiteY13" fmla="*/ 0 h 164592"/>
                <a:gd name="connsiteX14" fmla="*/ 49244 w 78771"/>
                <a:gd name="connsiteY14" fmla="*/ 32576 h 164592"/>
                <a:gd name="connsiteX15" fmla="*/ 78772 w 78771"/>
                <a:gd name="connsiteY15" fmla="*/ 32576 h 164592"/>
                <a:gd name="connsiteX16" fmla="*/ 78772 w 78771"/>
                <a:gd name="connsiteY16" fmla="*/ 60008 h 164592"/>
                <a:gd name="connsiteX17" fmla="*/ 49244 w 78771"/>
                <a:gd name="connsiteY17" fmla="*/ 60008 h 164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8771" h="164592">
                  <a:moveTo>
                    <a:pt x="49244" y="60103"/>
                  </a:moveTo>
                  <a:lnTo>
                    <a:pt x="49244" y="123920"/>
                  </a:lnTo>
                  <a:cubicBezTo>
                    <a:pt x="49244" y="128397"/>
                    <a:pt x="50292" y="131540"/>
                    <a:pt x="52483" y="133540"/>
                  </a:cubicBezTo>
                  <a:cubicBezTo>
                    <a:pt x="54578" y="135541"/>
                    <a:pt x="58198" y="136493"/>
                    <a:pt x="63341" y="136493"/>
                  </a:cubicBezTo>
                  <a:lnTo>
                    <a:pt x="78772" y="136493"/>
                  </a:lnTo>
                  <a:lnTo>
                    <a:pt x="78772" y="164592"/>
                  </a:lnTo>
                  <a:lnTo>
                    <a:pt x="57817" y="164592"/>
                  </a:lnTo>
                  <a:cubicBezTo>
                    <a:pt x="29718" y="164592"/>
                    <a:pt x="15716" y="150971"/>
                    <a:pt x="15716" y="123634"/>
                  </a:cubicBezTo>
                  <a:lnTo>
                    <a:pt x="15716" y="60008"/>
                  </a:lnTo>
                  <a:lnTo>
                    <a:pt x="0" y="60008"/>
                  </a:lnTo>
                  <a:lnTo>
                    <a:pt x="0" y="32576"/>
                  </a:lnTo>
                  <a:lnTo>
                    <a:pt x="15716" y="32576"/>
                  </a:lnTo>
                  <a:lnTo>
                    <a:pt x="15716" y="0"/>
                  </a:lnTo>
                  <a:lnTo>
                    <a:pt x="49244" y="0"/>
                  </a:lnTo>
                  <a:lnTo>
                    <a:pt x="49244" y="32576"/>
                  </a:lnTo>
                  <a:lnTo>
                    <a:pt x="78772" y="32576"/>
                  </a:lnTo>
                  <a:lnTo>
                    <a:pt x="78772" y="60008"/>
                  </a:lnTo>
                  <a:lnTo>
                    <a:pt x="49244" y="60008"/>
                  </a:lnTo>
                  <a:close/>
                </a:path>
              </a:pathLst>
            </a:custGeom>
            <a:grpFill/>
            <a:ln w="9525" cap="flat">
              <a:noFill/>
              <a:prstDash val="solid"/>
              <a:miter/>
            </a:ln>
          </p:spPr>
          <p:txBody>
            <a:bodyPr rtlCol="0" anchor="ctr"/>
            <a:lstStyle/>
            <a:p>
              <a:endParaRPr lang="fi-FI" sz="3200"/>
            </a:p>
          </p:txBody>
        </p:sp>
        <p:sp>
          <p:nvSpPr>
            <p:cNvPr id="597" name="Vapaamuotoinen: Muoto 596">
              <a:extLst>
                <a:ext uri="{FF2B5EF4-FFF2-40B4-BE49-F238E27FC236}">
                  <a16:creationId xmlns:a16="http://schemas.microsoft.com/office/drawing/2014/main" id="{D0591CCA-28EF-98DD-4BB7-4BD306C7346C}"/>
                </a:ext>
              </a:extLst>
            </p:cNvPr>
            <p:cNvSpPr/>
            <p:nvPr/>
          </p:nvSpPr>
          <p:spPr>
            <a:xfrm>
              <a:off x="4726685" y="2562510"/>
              <a:ext cx="78866" cy="164592"/>
            </a:xfrm>
            <a:custGeom>
              <a:avLst/>
              <a:gdLst>
                <a:gd name="connsiteX0" fmla="*/ 49340 w 78866"/>
                <a:gd name="connsiteY0" fmla="*/ 60103 h 164592"/>
                <a:gd name="connsiteX1" fmla="*/ 49340 w 78866"/>
                <a:gd name="connsiteY1" fmla="*/ 123920 h 164592"/>
                <a:gd name="connsiteX2" fmla="*/ 52578 w 78866"/>
                <a:gd name="connsiteY2" fmla="*/ 133540 h 164592"/>
                <a:gd name="connsiteX3" fmla="*/ 63437 w 78866"/>
                <a:gd name="connsiteY3" fmla="*/ 136493 h 164592"/>
                <a:gd name="connsiteX4" fmla="*/ 78867 w 78866"/>
                <a:gd name="connsiteY4" fmla="*/ 136493 h 164592"/>
                <a:gd name="connsiteX5" fmla="*/ 78867 w 78866"/>
                <a:gd name="connsiteY5" fmla="*/ 164592 h 164592"/>
                <a:gd name="connsiteX6" fmla="*/ 57912 w 78866"/>
                <a:gd name="connsiteY6" fmla="*/ 164592 h 164592"/>
                <a:gd name="connsiteX7" fmla="*/ 15716 w 78866"/>
                <a:gd name="connsiteY7" fmla="*/ 123634 h 164592"/>
                <a:gd name="connsiteX8" fmla="*/ 15716 w 78866"/>
                <a:gd name="connsiteY8" fmla="*/ 60008 h 164592"/>
                <a:gd name="connsiteX9" fmla="*/ 0 w 78866"/>
                <a:gd name="connsiteY9" fmla="*/ 60008 h 164592"/>
                <a:gd name="connsiteX10" fmla="*/ 0 w 78866"/>
                <a:gd name="connsiteY10" fmla="*/ 32576 h 164592"/>
                <a:gd name="connsiteX11" fmla="*/ 15716 w 78866"/>
                <a:gd name="connsiteY11" fmla="*/ 32576 h 164592"/>
                <a:gd name="connsiteX12" fmla="*/ 15716 w 78866"/>
                <a:gd name="connsiteY12" fmla="*/ 0 h 164592"/>
                <a:gd name="connsiteX13" fmla="*/ 49340 w 78866"/>
                <a:gd name="connsiteY13" fmla="*/ 0 h 164592"/>
                <a:gd name="connsiteX14" fmla="*/ 49340 w 78866"/>
                <a:gd name="connsiteY14" fmla="*/ 32576 h 164592"/>
                <a:gd name="connsiteX15" fmla="*/ 78867 w 78866"/>
                <a:gd name="connsiteY15" fmla="*/ 32576 h 164592"/>
                <a:gd name="connsiteX16" fmla="*/ 78867 w 78866"/>
                <a:gd name="connsiteY16" fmla="*/ 60008 h 164592"/>
                <a:gd name="connsiteX17" fmla="*/ 49340 w 78866"/>
                <a:gd name="connsiteY17" fmla="*/ 60008 h 164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8866" h="164592">
                  <a:moveTo>
                    <a:pt x="49340" y="60103"/>
                  </a:moveTo>
                  <a:lnTo>
                    <a:pt x="49340" y="123920"/>
                  </a:lnTo>
                  <a:cubicBezTo>
                    <a:pt x="49340" y="128397"/>
                    <a:pt x="50387" y="131540"/>
                    <a:pt x="52578" y="133540"/>
                  </a:cubicBezTo>
                  <a:cubicBezTo>
                    <a:pt x="54674" y="135541"/>
                    <a:pt x="58293" y="136493"/>
                    <a:pt x="63437" y="136493"/>
                  </a:cubicBezTo>
                  <a:lnTo>
                    <a:pt x="78867" y="136493"/>
                  </a:lnTo>
                  <a:lnTo>
                    <a:pt x="78867" y="164592"/>
                  </a:lnTo>
                  <a:lnTo>
                    <a:pt x="57912" y="164592"/>
                  </a:lnTo>
                  <a:cubicBezTo>
                    <a:pt x="29813" y="164592"/>
                    <a:pt x="15716" y="150971"/>
                    <a:pt x="15716" y="123634"/>
                  </a:cubicBezTo>
                  <a:lnTo>
                    <a:pt x="15716" y="60008"/>
                  </a:lnTo>
                  <a:lnTo>
                    <a:pt x="0" y="60008"/>
                  </a:lnTo>
                  <a:lnTo>
                    <a:pt x="0" y="32576"/>
                  </a:lnTo>
                  <a:lnTo>
                    <a:pt x="15716" y="32576"/>
                  </a:lnTo>
                  <a:lnTo>
                    <a:pt x="15716" y="0"/>
                  </a:lnTo>
                  <a:lnTo>
                    <a:pt x="49340" y="0"/>
                  </a:lnTo>
                  <a:lnTo>
                    <a:pt x="49340" y="32576"/>
                  </a:lnTo>
                  <a:lnTo>
                    <a:pt x="78867" y="32576"/>
                  </a:lnTo>
                  <a:lnTo>
                    <a:pt x="78867" y="60008"/>
                  </a:lnTo>
                  <a:lnTo>
                    <a:pt x="49340" y="60008"/>
                  </a:lnTo>
                  <a:close/>
                </a:path>
              </a:pathLst>
            </a:custGeom>
            <a:grpFill/>
            <a:ln w="9525" cap="flat">
              <a:noFill/>
              <a:prstDash val="solid"/>
              <a:miter/>
            </a:ln>
          </p:spPr>
          <p:txBody>
            <a:bodyPr rtlCol="0" anchor="ctr"/>
            <a:lstStyle/>
            <a:p>
              <a:endParaRPr lang="fi-FI" sz="3200"/>
            </a:p>
          </p:txBody>
        </p:sp>
      </p:grpSp>
      <p:grpSp>
        <p:nvGrpSpPr>
          <p:cNvPr id="616" name="Ryhmä 615">
            <a:extLst>
              <a:ext uri="{FF2B5EF4-FFF2-40B4-BE49-F238E27FC236}">
                <a16:creationId xmlns:a16="http://schemas.microsoft.com/office/drawing/2014/main" id="{12842C8F-E0AA-36EF-47DD-CABF51202819}"/>
              </a:ext>
              <a:ext uri="{C183D7F6-B498-43B3-948B-1728B52AA6E4}">
                <adec:decorative xmlns:adec="http://schemas.microsoft.com/office/drawing/2017/decorative" val="1"/>
              </a:ext>
            </a:extLst>
          </p:cNvPr>
          <p:cNvGrpSpPr/>
          <p:nvPr userDrawn="1"/>
        </p:nvGrpSpPr>
        <p:grpSpPr>
          <a:xfrm>
            <a:off x="8796946" y="3752167"/>
            <a:ext cx="674078" cy="348496"/>
            <a:chOff x="4081938" y="2288762"/>
            <a:chExt cx="969454" cy="501204"/>
          </a:xfrm>
          <a:solidFill>
            <a:schemeClr val="accent1"/>
          </a:solidFill>
        </p:grpSpPr>
        <p:sp>
          <p:nvSpPr>
            <p:cNvPr id="602" name="Vapaamuotoinen: Muoto 601">
              <a:extLst>
                <a:ext uri="{FF2B5EF4-FFF2-40B4-BE49-F238E27FC236}">
                  <a16:creationId xmlns:a16="http://schemas.microsoft.com/office/drawing/2014/main" id="{A27EF7CA-EF6F-A6B0-53A1-A18E528A6961}"/>
                </a:ext>
              </a:extLst>
            </p:cNvPr>
            <p:cNvSpPr/>
            <p:nvPr/>
          </p:nvSpPr>
          <p:spPr>
            <a:xfrm>
              <a:off x="4081938" y="2309812"/>
              <a:ext cx="126015" cy="171164"/>
            </a:xfrm>
            <a:custGeom>
              <a:avLst/>
              <a:gdLst>
                <a:gd name="connsiteX0" fmla="*/ 32385 w 126015"/>
                <a:gd name="connsiteY0" fmla="*/ 165354 h 171164"/>
                <a:gd name="connsiteX1" fmla="*/ 9144 w 126015"/>
                <a:gd name="connsiteY1" fmla="*/ 147733 h 171164"/>
                <a:gd name="connsiteX2" fmla="*/ 0 w 126015"/>
                <a:gd name="connsiteY2" fmla="*/ 119634 h 171164"/>
                <a:gd name="connsiteX3" fmla="*/ 43339 w 126015"/>
                <a:gd name="connsiteY3" fmla="*/ 119634 h 171164"/>
                <a:gd name="connsiteX4" fmla="*/ 49721 w 126015"/>
                <a:gd name="connsiteY4" fmla="*/ 133826 h 171164"/>
                <a:gd name="connsiteX5" fmla="*/ 64008 w 126015"/>
                <a:gd name="connsiteY5" fmla="*/ 138684 h 171164"/>
                <a:gd name="connsiteX6" fmla="*/ 78296 w 126015"/>
                <a:gd name="connsiteY6" fmla="*/ 134493 h 171164"/>
                <a:gd name="connsiteX7" fmla="*/ 83534 w 126015"/>
                <a:gd name="connsiteY7" fmla="*/ 122968 h 171164"/>
                <a:gd name="connsiteX8" fmla="*/ 79343 w 126015"/>
                <a:gd name="connsiteY8" fmla="*/ 112681 h 171164"/>
                <a:gd name="connsiteX9" fmla="*/ 69056 w 126015"/>
                <a:gd name="connsiteY9" fmla="*/ 106013 h 171164"/>
                <a:gd name="connsiteX10" fmla="*/ 51816 w 126015"/>
                <a:gd name="connsiteY10" fmla="*/ 100108 h 171164"/>
                <a:gd name="connsiteX11" fmla="*/ 25432 w 126015"/>
                <a:gd name="connsiteY11" fmla="*/ 90107 h 171164"/>
                <a:gd name="connsiteX12" fmla="*/ 7811 w 126015"/>
                <a:gd name="connsiteY12" fmla="*/ 75343 h 171164"/>
                <a:gd name="connsiteX13" fmla="*/ 476 w 126015"/>
                <a:gd name="connsiteY13" fmla="*/ 49816 h 171164"/>
                <a:gd name="connsiteX14" fmla="*/ 17336 w 126015"/>
                <a:gd name="connsiteY14" fmla="*/ 13240 h 171164"/>
                <a:gd name="connsiteX15" fmla="*/ 61341 w 126015"/>
                <a:gd name="connsiteY15" fmla="*/ 0 h 171164"/>
                <a:gd name="connsiteX16" fmla="*/ 105823 w 126015"/>
                <a:gd name="connsiteY16" fmla="*/ 13240 h 171164"/>
                <a:gd name="connsiteX17" fmla="*/ 123920 w 126015"/>
                <a:gd name="connsiteY17" fmla="*/ 50006 h 171164"/>
                <a:gd name="connsiteX18" fmla="*/ 79915 w 126015"/>
                <a:gd name="connsiteY18" fmla="*/ 50006 h 171164"/>
                <a:gd name="connsiteX19" fmla="*/ 74009 w 126015"/>
                <a:gd name="connsiteY19" fmla="*/ 37243 h 171164"/>
                <a:gd name="connsiteX20" fmla="*/ 59912 w 126015"/>
                <a:gd name="connsiteY20" fmla="*/ 32576 h 171164"/>
                <a:gd name="connsiteX21" fmla="*/ 48006 w 126015"/>
                <a:gd name="connsiteY21" fmla="*/ 36481 h 171164"/>
                <a:gd name="connsiteX22" fmla="*/ 43434 w 126015"/>
                <a:gd name="connsiteY22" fmla="*/ 47816 h 171164"/>
                <a:gd name="connsiteX23" fmla="*/ 51054 w 126015"/>
                <a:gd name="connsiteY23" fmla="*/ 60389 h 171164"/>
                <a:gd name="connsiteX24" fmla="*/ 74867 w 126015"/>
                <a:gd name="connsiteY24" fmla="*/ 70199 h 171164"/>
                <a:gd name="connsiteX25" fmla="*/ 101156 w 126015"/>
                <a:gd name="connsiteY25" fmla="*/ 80677 h 171164"/>
                <a:gd name="connsiteX26" fmla="*/ 118682 w 126015"/>
                <a:gd name="connsiteY26" fmla="*/ 95250 h 171164"/>
                <a:gd name="connsiteX27" fmla="*/ 126016 w 126015"/>
                <a:gd name="connsiteY27" fmla="*/ 119729 h 171164"/>
                <a:gd name="connsiteX28" fmla="*/ 118777 w 126015"/>
                <a:gd name="connsiteY28" fmla="*/ 145733 h 171164"/>
                <a:gd name="connsiteX29" fmla="*/ 97727 w 126015"/>
                <a:gd name="connsiteY29" fmla="*/ 164306 h 171164"/>
                <a:gd name="connsiteX30" fmla="*/ 65056 w 126015"/>
                <a:gd name="connsiteY30" fmla="*/ 171164 h 171164"/>
                <a:gd name="connsiteX31" fmla="*/ 32194 w 126015"/>
                <a:gd name="connsiteY31" fmla="*/ 165259 h 171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6015" h="171164">
                  <a:moveTo>
                    <a:pt x="32385" y="165354"/>
                  </a:moveTo>
                  <a:cubicBezTo>
                    <a:pt x="22670" y="161354"/>
                    <a:pt x="14954" y="155543"/>
                    <a:pt x="9144" y="147733"/>
                  </a:cubicBezTo>
                  <a:cubicBezTo>
                    <a:pt x="3334" y="139922"/>
                    <a:pt x="286" y="130588"/>
                    <a:pt x="0" y="119634"/>
                  </a:cubicBezTo>
                  <a:lnTo>
                    <a:pt x="43339" y="119634"/>
                  </a:lnTo>
                  <a:cubicBezTo>
                    <a:pt x="44006" y="125825"/>
                    <a:pt x="46101" y="130588"/>
                    <a:pt x="49721" y="133826"/>
                  </a:cubicBezTo>
                  <a:cubicBezTo>
                    <a:pt x="53340" y="137065"/>
                    <a:pt x="58103" y="138684"/>
                    <a:pt x="64008" y="138684"/>
                  </a:cubicBezTo>
                  <a:cubicBezTo>
                    <a:pt x="69914" y="138684"/>
                    <a:pt x="74771" y="137255"/>
                    <a:pt x="78296" y="134493"/>
                  </a:cubicBezTo>
                  <a:cubicBezTo>
                    <a:pt x="81820" y="131731"/>
                    <a:pt x="83534" y="127826"/>
                    <a:pt x="83534" y="122968"/>
                  </a:cubicBezTo>
                  <a:cubicBezTo>
                    <a:pt x="83534" y="118872"/>
                    <a:pt x="82106" y="115443"/>
                    <a:pt x="79343" y="112681"/>
                  </a:cubicBezTo>
                  <a:cubicBezTo>
                    <a:pt x="76581" y="110014"/>
                    <a:pt x="73152" y="107728"/>
                    <a:pt x="69056" y="106013"/>
                  </a:cubicBezTo>
                  <a:cubicBezTo>
                    <a:pt x="64961" y="104299"/>
                    <a:pt x="59246" y="102299"/>
                    <a:pt x="51816" y="100108"/>
                  </a:cubicBezTo>
                  <a:cubicBezTo>
                    <a:pt x="41053" y="96774"/>
                    <a:pt x="32194" y="93440"/>
                    <a:pt x="25432" y="90107"/>
                  </a:cubicBezTo>
                  <a:cubicBezTo>
                    <a:pt x="18574" y="86773"/>
                    <a:pt x="12764" y="81820"/>
                    <a:pt x="7811" y="75343"/>
                  </a:cubicBezTo>
                  <a:cubicBezTo>
                    <a:pt x="2858" y="68866"/>
                    <a:pt x="476" y="60293"/>
                    <a:pt x="476" y="49816"/>
                  </a:cubicBezTo>
                  <a:cubicBezTo>
                    <a:pt x="476" y="34290"/>
                    <a:pt x="6096" y="22098"/>
                    <a:pt x="17336" y="13240"/>
                  </a:cubicBezTo>
                  <a:cubicBezTo>
                    <a:pt x="28575" y="4477"/>
                    <a:pt x="43339" y="0"/>
                    <a:pt x="61341" y="0"/>
                  </a:cubicBezTo>
                  <a:cubicBezTo>
                    <a:pt x="79343" y="0"/>
                    <a:pt x="94583" y="4382"/>
                    <a:pt x="105823" y="13240"/>
                  </a:cubicBezTo>
                  <a:cubicBezTo>
                    <a:pt x="117062" y="22098"/>
                    <a:pt x="123158" y="34290"/>
                    <a:pt x="123920" y="50006"/>
                  </a:cubicBezTo>
                  <a:lnTo>
                    <a:pt x="79915" y="50006"/>
                  </a:lnTo>
                  <a:cubicBezTo>
                    <a:pt x="79629" y="44577"/>
                    <a:pt x="77629" y="40386"/>
                    <a:pt x="74009" y="37243"/>
                  </a:cubicBezTo>
                  <a:cubicBezTo>
                    <a:pt x="70390" y="34195"/>
                    <a:pt x="65627" y="32576"/>
                    <a:pt x="59912" y="32576"/>
                  </a:cubicBezTo>
                  <a:cubicBezTo>
                    <a:pt x="54959" y="32576"/>
                    <a:pt x="51054" y="33909"/>
                    <a:pt x="48006" y="36481"/>
                  </a:cubicBezTo>
                  <a:cubicBezTo>
                    <a:pt x="44958" y="39053"/>
                    <a:pt x="43434" y="42863"/>
                    <a:pt x="43434" y="47816"/>
                  </a:cubicBezTo>
                  <a:cubicBezTo>
                    <a:pt x="43434" y="53245"/>
                    <a:pt x="46006" y="57436"/>
                    <a:pt x="51054" y="60389"/>
                  </a:cubicBezTo>
                  <a:cubicBezTo>
                    <a:pt x="56102" y="63341"/>
                    <a:pt x="64103" y="66675"/>
                    <a:pt x="74867" y="70199"/>
                  </a:cubicBezTo>
                  <a:cubicBezTo>
                    <a:pt x="85630" y="73819"/>
                    <a:pt x="94393" y="77343"/>
                    <a:pt x="101156" y="80677"/>
                  </a:cubicBezTo>
                  <a:cubicBezTo>
                    <a:pt x="107918" y="84011"/>
                    <a:pt x="113729" y="88868"/>
                    <a:pt x="118682" y="95250"/>
                  </a:cubicBezTo>
                  <a:cubicBezTo>
                    <a:pt x="123635" y="101632"/>
                    <a:pt x="126016" y="109823"/>
                    <a:pt x="126016" y="119729"/>
                  </a:cubicBezTo>
                  <a:cubicBezTo>
                    <a:pt x="126016" y="129635"/>
                    <a:pt x="123635" y="137922"/>
                    <a:pt x="118777" y="145733"/>
                  </a:cubicBezTo>
                  <a:cubicBezTo>
                    <a:pt x="113919" y="153543"/>
                    <a:pt x="106871" y="159734"/>
                    <a:pt x="97727" y="164306"/>
                  </a:cubicBezTo>
                  <a:cubicBezTo>
                    <a:pt x="88487" y="168878"/>
                    <a:pt x="77629" y="171164"/>
                    <a:pt x="65056" y="171164"/>
                  </a:cubicBezTo>
                  <a:cubicBezTo>
                    <a:pt x="52483" y="171164"/>
                    <a:pt x="41910" y="169164"/>
                    <a:pt x="32194" y="165259"/>
                  </a:cubicBezTo>
                  <a:close/>
                </a:path>
              </a:pathLst>
            </a:custGeom>
            <a:grpFill/>
            <a:ln w="9525" cap="flat">
              <a:noFill/>
              <a:prstDash val="solid"/>
              <a:miter/>
            </a:ln>
          </p:spPr>
          <p:txBody>
            <a:bodyPr rtlCol="0" anchor="ctr"/>
            <a:lstStyle/>
            <a:p>
              <a:endParaRPr lang="fi-FI" sz="3200"/>
            </a:p>
          </p:txBody>
        </p:sp>
        <p:sp>
          <p:nvSpPr>
            <p:cNvPr id="603" name="Vapaamuotoinen: Muoto 602">
              <a:extLst>
                <a:ext uri="{FF2B5EF4-FFF2-40B4-BE49-F238E27FC236}">
                  <a16:creationId xmlns:a16="http://schemas.microsoft.com/office/drawing/2014/main" id="{A46FD513-53A3-3853-D7E0-589726BBB44E}"/>
                </a:ext>
              </a:extLst>
            </p:cNvPr>
            <p:cNvSpPr/>
            <p:nvPr/>
          </p:nvSpPr>
          <p:spPr>
            <a:xfrm>
              <a:off x="4229385" y="2288762"/>
              <a:ext cx="48291"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335" y="2096"/>
                    <a:pt x="17145" y="0"/>
                    <a:pt x="24289" y="0"/>
                  </a:cubicBezTo>
                  <a:cubicBezTo>
                    <a:pt x="31432" y="0"/>
                    <a:pt x="37052" y="2096"/>
                    <a:pt x="41529" y="6287"/>
                  </a:cubicBezTo>
                  <a:cubicBezTo>
                    <a:pt x="46006" y="10478"/>
                    <a:pt x="48292" y="15812"/>
                    <a:pt x="48292" y="22098"/>
                  </a:cubicBezTo>
                  <a:cubicBezTo>
                    <a:pt x="48292" y="28385"/>
                    <a:pt x="46006" y="33528"/>
                    <a:pt x="41529" y="37719"/>
                  </a:cubicBezTo>
                  <a:cubicBezTo>
                    <a:pt x="36957"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grpFill/>
            <a:ln w="9525" cap="flat">
              <a:noFill/>
              <a:prstDash val="solid"/>
              <a:miter/>
            </a:ln>
          </p:spPr>
          <p:txBody>
            <a:bodyPr rtlCol="0" anchor="ctr"/>
            <a:lstStyle/>
            <a:p>
              <a:endParaRPr lang="fi-FI" sz="3200"/>
            </a:p>
          </p:txBody>
        </p:sp>
        <p:sp>
          <p:nvSpPr>
            <p:cNvPr id="604" name="Vapaamuotoinen: Muoto 603">
              <a:extLst>
                <a:ext uri="{FF2B5EF4-FFF2-40B4-BE49-F238E27FC236}">
                  <a16:creationId xmlns:a16="http://schemas.microsoft.com/office/drawing/2014/main" id="{CA75F7FD-D391-5935-1A7D-72F1EB6770B6}"/>
                </a:ext>
              </a:extLst>
            </p:cNvPr>
            <p:cNvSpPr/>
            <p:nvPr/>
          </p:nvSpPr>
          <p:spPr>
            <a:xfrm>
              <a:off x="4302060" y="2346579"/>
              <a:ext cx="132492" cy="134302"/>
            </a:xfrm>
            <a:custGeom>
              <a:avLst/>
              <a:gdLst>
                <a:gd name="connsiteX0" fmla="*/ 132493 w 132492"/>
                <a:gd name="connsiteY0" fmla="*/ 0 h 134302"/>
                <a:gd name="connsiteX1" fmla="*/ 132493 w 132492"/>
                <a:gd name="connsiteY1" fmla="*/ 132874 h 134302"/>
                <a:gd name="connsiteX2" fmla="*/ 91726 w 132492"/>
                <a:gd name="connsiteY2" fmla="*/ 132874 h 134302"/>
                <a:gd name="connsiteX3" fmla="*/ 91726 w 132492"/>
                <a:gd name="connsiteY3" fmla="*/ 114776 h 134302"/>
                <a:gd name="connsiteX4" fmla="*/ 74962 w 132492"/>
                <a:gd name="connsiteY4" fmla="*/ 128968 h 134302"/>
                <a:gd name="connsiteX5" fmla="*/ 51530 w 132492"/>
                <a:gd name="connsiteY5" fmla="*/ 134302 h 134302"/>
                <a:gd name="connsiteX6" fmla="*/ 24575 w 132492"/>
                <a:gd name="connsiteY6" fmla="*/ 127540 h 134302"/>
                <a:gd name="connsiteX7" fmla="*/ 6477 w 132492"/>
                <a:gd name="connsiteY7" fmla="*/ 107918 h 134302"/>
                <a:gd name="connsiteX8" fmla="*/ 0 w 132492"/>
                <a:gd name="connsiteY8" fmla="*/ 77724 h 134302"/>
                <a:gd name="connsiteX9" fmla="*/ 0 w 132492"/>
                <a:gd name="connsiteY9" fmla="*/ 0 h 134302"/>
                <a:gd name="connsiteX10" fmla="*/ 40481 w 132492"/>
                <a:gd name="connsiteY10" fmla="*/ 0 h 134302"/>
                <a:gd name="connsiteX11" fmla="*/ 40481 w 132492"/>
                <a:gd name="connsiteY11" fmla="*/ 72199 h 134302"/>
                <a:gd name="connsiteX12" fmla="*/ 47434 w 132492"/>
                <a:gd name="connsiteY12" fmla="*/ 92869 h 134302"/>
                <a:gd name="connsiteX13" fmla="*/ 66008 w 132492"/>
                <a:gd name="connsiteY13" fmla="*/ 100298 h 134302"/>
                <a:gd name="connsiteX14" fmla="*/ 84868 w 132492"/>
                <a:gd name="connsiteY14" fmla="*/ 92869 h 134302"/>
                <a:gd name="connsiteX15" fmla="*/ 91726 w 132492"/>
                <a:gd name="connsiteY15" fmla="*/ 72199 h 134302"/>
                <a:gd name="connsiteX16" fmla="*/ 91726 w 132492"/>
                <a:gd name="connsiteY16" fmla="*/ 0 h 134302"/>
                <a:gd name="connsiteX17" fmla="*/ 132493 w 132492"/>
                <a:gd name="connsiteY17" fmla="*/ 0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2492" h="134302">
                  <a:moveTo>
                    <a:pt x="132493" y="0"/>
                  </a:moveTo>
                  <a:lnTo>
                    <a:pt x="132493" y="132874"/>
                  </a:lnTo>
                  <a:lnTo>
                    <a:pt x="91726" y="132874"/>
                  </a:lnTo>
                  <a:lnTo>
                    <a:pt x="91726" y="114776"/>
                  </a:lnTo>
                  <a:cubicBezTo>
                    <a:pt x="87630" y="120682"/>
                    <a:pt x="82010" y="125349"/>
                    <a:pt x="74962" y="128968"/>
                  </a:cubicBezTo>
                  <a:cubicBezTo>
                    <a:pt x="67913" y="132588"/>
                    <a:pt x="60103" y="134302"/>
                    <a:pt x="51530" y="134302"/>
                  </a:cubicBezTo>
                  <a:cubicBezTo>
                    <a:pt x="41339" y="134302"/>
                    <a:pt x="32385" y="132017"/>
                    <a:pt x="24575" y="127540"/>
                  </a:cubicBezTo>
                  <a:cubicBezTo>
                    <a:pt x="16764" y="122968"/>
                    <a:pt x="10763" y="116491"/>
                    <a:pt x="6477" y="107918"/>
                  </a:cubicBezTo>
                  <a:cubicBezTo>
                    <a:pt x="2191" y="99346"/>
                    <a:pt x="0" y="89249"/>
                    <a:pt x="0" y="77724"/>
                  </a:cubicBezTo>
                  <a:lnTo>
                    <a:pt x="0" y="0"/>
                  </a:lnTo>
                  <a:lnTo>
                    <a:pt x="40481" y="0"/>
                  </a:lnTo>
                  <a:lnTo>
                    <a:pt x="40481" y="72199"/>
                  </a:lnTo>
                  <a:cubicBezTo>
                    <a:pt x="40481" y="81058"/>
                    <a:pt x="42767" y="88011"/>
                    <a:pt x="47434" y="92869"/>
                  </a:cubicBezTo>
                  <a:cubicBezTo>
                    <a:pt x="52007" y="97822"/>
                    <a:pt x="58198" y="100298"/>
                    <a:pt x="66008" y="100298"/>
                  </a:cubicBezTo>
                  <a:cubicBezTo>
                    <a:pt x="73819" y="100298"/>
                    <a:pt x="80201" y="97822"/>
                    <a:pt x="84868" y="92869"/>
                  </a:cubicBezTo>
                  <a:cubicBezTo>
                    <a:pt x="89440" y="87916"/>
                    <a:pt x="91726" y="81058"/>
                    <a:pt x="91726" y="72199"/>
                  </a:cubicBezTo>
                  <a:lnTo>
                    <a:pt x="91726" y="0"/>
                  </a:lnTo>
                  <a:lnTo>
                    <a:pt x="132493" y="0"/>
                  </a:lnTo>
                  <a:close/>
                </a:path>
              </a:pathLst>
            </a:custGeom>
            <a:grpFill/>
            <a:ln w="9525" cap="flat">
              <a:noFill/>
              <a:prstDash val="solid"/>
              <a:miter/>
            </a:ln>
          </p:spPr>
          <p:txBody>
            <a:bodyPr rtlCol="0" anchor="ctr"/>
            <a:lstStyle/>
            <a:p>
              <a:endParaRPr lang="fi-FI" sz="3200"/>
            </a:p>
          </p:txBody>
        </p:sp>
        <p:sp>
          <p:nvSpPr>
            <p:cNvPr id="605" name="Vapaamuotoinen: Muoto 604">
              <a:extLst>
                <a:ext uri="{FF2B5EF4-FFF2-40B4-BE49-F238E27FC236}">
                  <a16:creationId xmlns:a16="http://schemas.microsoft.com/office/drawing/2014/main" id="{AB561057-81B4-3512-8F48-91B0B8CF1469}"/>
                </a:ext>
              </a:extLst>
            </p:cNvPr>
            <p:cNvSpPr/>
            <p:nvPr/>
          </p:nvSpPr>
          <p:spPr>
            <a:xfrm>
              <a:off x="4463890" y="2345150"/>
              <a:ext cx="132111" cy="134302"/>
            </a:xfrm>
            <a:custGeom>
              <a:avLst/>
              <a:gdLst>
                <a:gd name="connsiteX0" fmla="*/ 118205 w 132111"/>
                <a:gd name="connsiteY0" fmla="*/ 15145 h 134302"/>
                <a:gd name="connsiteX1" fmla="*/ 132112 w 132111"/>
                <a:gd name="connsiteY1" fmla="*/ 56674 h 134302"/>
                <a:gd name="connsiteX2" fmla="*/ 132112 w 132111"/>
                <a:gd name="connsiteY2" fmla="*/ 134303 h 134302"/>
                <a:gd name="connsiteX3" fmla="*/ 91630 w 132111"/>
                <a:gd name="connsiteY3" fmla="*/ 134303 h 134302"/>
                <a:gd name="connsiteX4" fmla="*/ 91630 w 132111"/>
                <a:gd name="connsiteY4" fmla="*/ 62103 h 134302"/>
                <a:gd name="connsiteX5" fmla="*/ 84772 w 132111"/>
                <a:gd name="connsiteY5" fmla="*/ 41434 h 134302"/>
                <a:gd name="connsiteX6" fmla="*/ 66199 w 132111"/>
                <a:gd name="connsiteY6" fmla="*/ 34100 h 134302"/>
                <a:gd name="connsiteX7" fmla="*/ 47625 w 132111"/>
                <a:gd name="connsiteY7" fmla="*/ 41434 h 134302"/>
                <a:gd name="connsiteX8" fmla="*/ 40767 w 132111"/>
                <a:gd name="connsiteY8" fmla="*/ 62103 h 134302"/>
                <a:gd name="connsiteX9" fmla="*/ 40767 w 132111"/>
                <a:gd name="connsiteY9" fmla="*/ 134303 h 134302"/>
                <a:gd name="connsiteX10" fmla="*/ 0 w 132111"/>
                <a:gd name="connsiteY10" fmla="*/ 134303 h 134302"/>
                <a:gd name="connsiteX11" fmla="*/ 0 w 132111"/>
                <a:gd name="connsiteY11" fmla="*/ 1429 h 134302"/>
                <a:gd name="connsiteX12" fmla="*/ 40767 w 132111"/>
                <a:gd name="connsiteY12" fmla="*/ 1429 h 134302"/>
                <a:gd name="connsiteX13" fmla="*/ 40767 w 132111"/>
                <a:gd name="connsiteY13" fmla="*/ 19050 h 134302"/>
                <a:gd name="connsiteX14" fmla="*/ 57436 w 132111"/>
                <a:gd name="connsiteY14" fmla="*/ 5143 h 134302"/>
                <a:gd name="connsiteX15" fmla="*/ 80963 w 132111"/>
                <a:gd name="connsiteY15" fmla="*/ 0 h 134302"/>
                <a:gd name="connsiteX16" fmla="*/ 118205 w 132111"/>
                <a:gd name="connsiteY16" fmla="*/ 15145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34302">
                  <a:moveTo>
                    <a:pt x="118205" y="15145"/>
                  </a:moveTo>
                  <a:cubicBezTo>
                    <a:pt x="127540" y="25241"/>
                    <a:pt x="132112" y="39053"/>
                    <a:pt x="132112" y="56674"/>
                  </a:cubicBezTo>
                  <a:lnTo>
                    <a:pt x="132112" y="134303"/>
                  </a:lnTo>
                  <a:lnTo>
                    <a:pt x="91630" y="134303"/>
                  </a:lnTo>
                  <a:lnTo>
                    <a:pt x="91630" y="62103"/>
                  </a:lnTo>
                  <a:cubicBezTo>
                    <a:pt x="91630" y="53245"/>
                    <a:pt x="89344" y="46291"/>
                    <a:pt x="84772" y="41434"/>
                  </a:cubicBezTo>
                  <a:cubicBezTo>
                    <a:pt x="80200" y="36481"/>
                    <a:pt x="74009" y="34100"/>
                    <a:pt x="66199" y="34100"/>
                  </a:cubicBezTo>
                  <a:cubicBezTo>
                    <a:pt x="58388" y="34100"/>
                    <a:pt x="52197" y="36576"/>
                    <a:pt x="47625" y="41434"/>
                  </a:cubicBezTo>
                  <a:cubicBezTo>
                    <a:pt x="43053" y="46291"/>
                    <a:pt x="40767" y="53245"/>
                    <a:pt x="40767" y="62103"/>
                  </a:cubicBezTo>
                  <a:lnTo>
                    <a:pt x="40767" y="134303"/>
                  </a:lnTo>
                  <a:lnTo>
                    <a:pt x="0" y="134303"/>
                  </a:lnTo>
                  <a:lnTo>
                    <a:pt x="0" y="1429"/>
                  </a:lnTo>
                  <a:lnTo>
                    <a:pt x="40767" y="1429"/>
                  </a:lnTo>
                  <a:lnTo>
                    <a:pt x="40767" y="19050"/>
                  </a:lnTo>
                  <a:cubicBezTo>
                    <a:pt x="44863" y="13145"/>
                    <a:pt x="50482" y="8572"/>
                    <a:pt x="57436" y="5143"/>
                  </a:cubicBezTo>
                  <a:cubicBezTo>
                    <a:pt x="64389" y="1714"/>
                    <a:pt x="72295" y="0"/>
                    <a:pt x="80963" y="0"/>
                  </a:cubicBezTo>
                  <a:cubicBezTo>
                    <a:pt x="96488" y="0"/>
                    <a:pt x="108966" y="5048"/>
                    <a:pt x="118205" y="15145"/>
                  </a:cubicBezTo>
                  <a:close/>
                </a:path>
              </a:pathLst>
            </a:custGeom>
            <a:grpFill/>
            <a:ln w="9525" cap="flat">
              <a:noFill/>
              <a:prstDash val="solid"/>
              <a:miter/>
            </a:ln>
          </p:spPr>
          <p:txBody>
            <a:bodyPr rtlCol="0" anchor="ctr"/>
            <a:lstStyle/>
            <a:p>
              <a:endParaRPr lang="fi-FI" sz="3200"/>
            </a:p>
          </p:txBody>
        </p:sp>
        <p:sp>
          <p:nvSpPr>
            <p:cNvPr id="606" name="Vapaamuotoinen: Muoto 605">
              <a:extLst>
                <a:ext uri="{FF2B5EF4-FFF2-40B4-BE49-F238E27FC236}">
                  <a16:creationId xmlns:a16="http://schemas.microsoft.com/office/drawing/2014/main" id="{D593F7B1-75DA-69F1-EAE1-79DA16AFA413}"/>
                </a:ext>
              </a:extLst>
            </p:cNvPr>
            <p:cNvSpPr/>
            <p:nvPr/>
          </p:nvSpPr>
          <p:spPr>
            <a:xfrm>
              <a:off x="4614576" y="2314194"/>
              <a:ext cx="83819" cy="165258"/>
            </a:xfrm>
            <a:custGeom>
              <a:avLst/>
              <a:gdLst>
                <a:gd name="connsiteX0" fmla="*/ 83820 w 83819"/>
                <a:gd name="connsiteY0" fmla="*/ 130778 h 165258"/>
                <a:gd name="connsiteX1" fmla="*/ 83820 w 83819"/>
                <a:gd name="connsiteY1" fmla="*/ 165259 h 165258"/>
                <a:gd name="connsiteX2" fmla="*/ 63055 w 83819"/>
                <a:gd name="connsiteY2" fmla="*/ 165259 h 165258"/>
                <a:gd name="connsiteX3" fmla="*/ 28575 w 83819"/>
                <a:gd name="connsiteY3" fmla="*/ 154400 h 165258"/>
                <a:gd name="connsiteX4" fmla="*/ 16192 w 83819"/>
                <a:gd name="connsiteY4" fmla="*/ 119062 h 165258"/>
                <a:gd name="connsiteX5" fmla="*/ 16192 w 83819"/>
                <a:gd name="connsiteY5" fmla="*/ 66199 h 165258"/>
                <a:gd name="connsiteX6" fmla="*/ 0 w 83819"/>
                <a:gd name="connsiteY6" fmla="*/ 66199 h 165258"/>
                <a:gd name="connsiteX7" fmla="*/ 0 w 83819"/>
                <a:gd name="connsiteY7" fmla="*/ 32385 h 165258"/>
                <a:gd name="connsiteX8" fmla="*/ 16192 w 83819"/>
                <a:gd name="connsiteY8" fmla="*/ 32385 h 165258"/>
                <a:gd name="connsiteX9" fmla="*/ 16192 w 83819"/>
                <a:gd name="connsiteY9" fmla="*/ 0 h 165258"/>
                <a:gd name="connsiteX10" fmla="*/ 56864 w 83819"/>
                <a:gd name="connsiteY10" fmla="*/ 0 h 165258"/>
                <a:gd name="connsiteX11" fmla="*/ 56864 w 83819"/>
                <a:gd name="connsiteY11" fmla="*/ 32385 h 165258"/>
                <a:gd name="connsiteX12" fmla="*/ 83534 w 83819"/>
                <a:gd name="connsiteY12" fmla="*/ 32385 h 165258"/>
                <a:gd name="connsiteX13" fmla="*/ 83534 w 83819"/>
                <a:gd name="connsiteY13" fmla="*/ 66199 h 165258"/>
                <a:gd name="connsiteX14" fmla="*/ 56864 w 83819"/>
                <a:gd name="connsiteY14" fmla="*/ 66199 h 165258"/>
                <a:gd name="connsiteX15" fmla="*/ 56864 w 83819"/>
                <a:gd name="connsiteY15" fmla="*/ 119539 h 165258"/>
                <a:gd name="connsiteX16" fmla="*/ 59722 w 83819"/>
                <a:gd name="connsiteY16" fmla="*/ 128111 h 165258"/>
                <a:gd name="connsiteX17" fmla="*/ 69247 w 83819"/>
                <a:gd name="connsiteY17" fmla="*/ 130683 h 165258"/>
                <a:gd name="connsiteX18" fmla="*/ 83820 w 83819"/>
                <a:gd name="connsiteY18" fmla="*/ 130683 h 16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3819" h="165258">
                  <a:moveTo>
                    <a:pt x="83820" y="130778"/>
                  </a:moveTo>
                  <a:lnTo>
                    <a:pt x="83820" y="165259"/>
                  </a:lnTo>
                  <a:lnTo>
                    <a:pt x="63055" y="165259"/>
                  </a:lnTo>
                  <a:cubicBezTo>
                    <a:pt x="48292" y="165259"/>
                    <a:pt x="36767" y="161639"/>
                    <a:pt x="28575" y="154400"/>
                  </a:cubicBezTo>
                  <a:cubicBezTo>
                    <a:pt x="20288" y="147161"/>
                    <a:pt x="16192" y="135350"/>
                    <a:pt x="16192" y="119062"/>
                  </a:cubicBezTo>
                  <a:lnTo>
                    <a:pt x="16192" y="66199"/>
                  </a:lnTo>
                  <a:lnTo>
                    <a:pt x="0" y="66199"/>
                  </a:lnTo>
                  <a:lnTo>
                    <a:pt x="0" y="32385"/>
                  </a:lnTo>
                  <a:lnTo>
                    <a:pt x="16192" y="32385"/>
                  </a:lnTo>
                  <a:lnTo>
                    <a:pt x="16192" y="0"/>
                  </a:lnTo>
                  <a:lnTo>
                    <a:pt x="56864" y="0"/>
                  </a:lnTo>
                  <a:lnTo>
                    <a:pt x="56864" y="32385"/>
                  </a:lnTo>
                  <a:lnTo>
                    <a:pt x="83534" y="32385"/>
                  </a:lnTo>
                  <a:lnTo>
                    <a:pt x="83534" y="66199"/>
                  </a:lnTo>
                  <a:lnTo>
                    <a:pt x="56864" y="66199"/>
                  </a:lnTo>
                  <a:lnTo>
                    <a:pt x="56864" y="119539"/>
                  </a:lnTo>
                  <a:cubicBezTo>
                    <a:pt x="56864" y="123539"/>
                    <a:pt x="57817" y="126397"/>
                    <a:pt x="59722" y="128111"/>
                  </a:cubicBezTo>
                  <a:cubicBezTo>
                    <a:pt x="61627" y="129826"/>
                    <a:pt x="64770" y="130683"/>
                    <a:pt x="69247" y="130683"/>
                  </a:cubicBezTo>
                  <a:lnTo>
                    <a:pt x="83820" y="130683"/>
                  </a:lnTo>
                  <a:close/>
                </a:path>
              </a:pathLst>
            </a:custGeom>
            <a:grpFill/>
            <a:ln w="9525" cap="flat">
              <a:noFill/>
              <a:prstDash val="solid"/>
              <a:miter/>
            </a:ln>
          </p:spPr>
          <p:txBody>
            <a:bodyPr rtlCol="0" anchor="ctr"/>
            <a:lstStyle/>
            <a:p>
              <a:endParaRPr lang="fi-FI" sz="3200"/>
            </a:p>
          </p:txBody>
        </p:sp>
        <p:sp>
          <p:nvSpPr>
            <p:cNvPr id="607" name="Vapaamuotoinen: Muoto 606">
              <a:extLst>
                <a:ext uri="{FF2B5EF4-FFF2-40B4-BE49-F238E27FC236}">
                  <a16:creationId xmlns:a16="http://schemas.microsoft.com/office/drawing/2014/main" id="{6DEF0427-DA91-680C-DAB7-46901C140818}"/>
                </a:ext>
              </a:extLst>
            </p:cNvPr>
            <p:cNvSpPr/>
            <p:nvPr/>
          </p:nvSpPr>
          <p:spPr>
            <a:xfrm>
              <a:off x="4717255" y="2288762"/>
              <a:ext cx="48291"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335" y="2096"/>
                    <a:pt x="17145" y="0"/>
                    <a:pt x="24289" y="0"/>
                  </a:cubicBezTo>
                  <a:cubicBezTo>
                    <a:pt x="31433" y="0"/>
                    <a:pt x="37052" y="2096"/>
                    <a:pt x="41529" y="6287"/>
                  </a:cubicBezTo>
                  <a:cubicBezTo>
                    <a:pt x="46006" y="10478"/>
                    <a:pt x="48292" y="15812"/>
                    <a:pt x="48292" y="22098"/>
                  </a:cubicBezTo>
                  <a:cubicBezTo>
                    <a:pt x="48292" y="28385"/>
                    <a:pt x="46006" y="33528"/>
                    <a:pt x="41529" y="37719"/>
                  </a:cubicBezTo>
                  <a:cubicBezTo>
                    <a:pt x="36957"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grpFill/>
            <a:ln w="9525" cap="flat">
              <a:noFill/>
              <a:prstDash val="solid"/>
              <a:miter/>
            </a:ln>
          </p:spPr>
          <p:txBody>
            <a:bodyPr rtlCol="0" anchor="ctr"/>
            <a:lstStyle/>
            <a:p>
              <a:endParaRPr lang="fi-FI" sz="3200"/>
            </a:p>
          </p:txBody>
        </p:sp>
        <p:sp>
          <p:nvSpPr>
            <p:cNvPr id="608" name="Vapaamuotoinen: Muoto 607">
              <a:extLst>
                <a:ext uri="{FF2B5EF4-FFF2-40B4-BE49-F238E27FC236}">
                  <a16:creationId xmlns:a16="http://schemas.microsoft.com/office/drawing/2014/main" id="{138E4C1A-9BAA-4246-D5DE-3953198A137C}"/>
                </a:ext>
              </a:extLst>
            </p:cNvPr>
            <p:cNvSpPr/>
            <p:nvPr/>
          </p:nvSpPr>
          <p:spPr>
            <a:xfrm>
              <a:off x="4783264" y="2344673"/>
              <a:ext cx="138112" cy="136779"/>
            </a:xfrm>
            <a:custGeom>
              <a:avLst/>
              <a:gdLst>
                <a:gd name="connsiteX0" fmla="*/ 33433 w 138112"/>
                <a:gd name="connsiteY0" fmla="*/ 128397 h 136779"/>
                <a:gd name="connsiteX1" fmla="*/ 8954 w 138112"/>
                <a:gd name="connsiteY1" fmla="*/ 104584 h 136779"/>
                <a:gd name="connsiteX2" fmla="*/ 0 w 138112"/>
                <a:gd name="connsiteY2" fmla="*/ 68390 h 136779"/>
                <a:gd name="connsiteX3" fmla="*/ 9049 w 138112"/>
                <a:gd name="connsiteY3" fmla="*/ 32290 h 136779"/>
                <a:gd name="connsiteX4" fmla="*/ 33814 w 138112"/>
                <a:gd name="connsiteY4" fmla="*/ 8382 h 136779"/>
                <a:gd name="connsiteX5" fmla="*/ 69056 w 138112"/>
                <a:gd name="connsiteY5" fmla="*/ 0 h 136779"/>
                <a:gd name="connsiteX6" fmla="*/ 104299 w 138112"/>
                <a:gd name="connsiteY6" fmla="*/ 8382 h 136779"/>
                <a:gd name="connsiteX7" fmla="*/ 129064 w 138112"/>
                <a:gd name="connsiteY7" fmla="*/ 32290 h 136779"/>
                <a:gd name="connsiteX8" fmla="*/ 138113 w 138112"/>
                <a:gd name="connsiteY8" fmla="*/ 68390 h 136779"/>
                <a:gd name="connsiteX9" fmla="*/ 128969 w 138112"/>
                <a:gd name="connsiteY9" fmla="*/ 104489 h 136779"/>
                <a:gd name="connsiteX10" fmla="*/ 104013 w 138112"/>
                <a:gd name="connsiteY10" fmla="*/ 128397 h 136779"/>
                <a:gd name="connsiteX11" fmla="*/ 68675 w 138112"/>
                <a:gd name="connsiteY11" fmla="*/ 136779 h 136779"/>
                <a:gd name="connsiteX12" fmla="*/ 33528 w 138112"/>
                <a:gd name="connsiteY12" fmla="*/ 128397 h 136779"/>
                <a:gd name="connsiteX13" fmla="*/ 88392 w 138112"/>
                <a:gd name="connsiteY13" fmla="*/ 92964 h 136779"/>
                <a:gd name="connsiteX14" fmla="*/ 96583 w 138112"/>
                <a:gd name="connsiteY14" fmla="*/ 68390 h 136779"/>
                <a:gd name="connsiteX15" fmla="*/ 88583 w 138112"/>
                <a:gd name="connsiteY15" fmla="*/ 43910 h 136779"/>
                <a:gd name="connsiteX16" fmla="*/ 68961 w 138112"/>
                <a:gd name="connsiteY16" fmla="*/ 35338 h 136779"/>
                <a:gd name="connsiteX17" fmla="*/ 49149 w 138112"/>
                <a:gd name="connsiteY17" fmla="*/ 43815 h 136779"/>
                <a:gd name="connsiteX18" fmla="*/ 41243 w 138112"/>
                <a:gd name="connsiteY18" fmla="*/ 68485 h 136779"/>
                <a:gd name="connsiteX19" fmla="*/ 48958 w 138112"/>
                <a:gd name="connsiteY19" fmla="*/ 93059 h 136779"/>
                <a:gd name="connsiteX20" fmla="*/ 68390 w 138112"/>
                <a:gd name="connsiteY20" fmla="*/ 101632 h 136779"/>
                <a:gd name="connsiteX21" fmla="*/ 88297 w 138112"/>
                <a:gd name="connsiteY21" fmla="*/ 93059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8112" h="136779">
                  <a:moveTo>
                    <a:pt x="33433" y="128397"/>
                  </a:moveTo>
                  <a:cubicBezTo>
                    <a:pt x="23050" y="122873"/>
                    <a:pt x="14859" y="114871"/>
                    <a:pt x="8954" y="104584"/>
                  </a:cubicBezTo>
                  <a:cubicBezTo>
                    <a:pt x="3048" y="94298"/>
                    <a:pt x="0" y="82201"/>
                    <a:pt x="0" y="68390"/>
                  </a:cubicBezTo>
                  <a:cubicBezTo>
                    <a:pt x="0" y="54578"/>
                    <a:pt x="3048" y="42672"/>
                    <a:pt x="9049" y="32290"/>
                  </a:cubicBezTo>
                  <a:cubicBezTo>
                    <a:pt x="15050" y="21908"/>
                    <a:pt x="23336" y="13907"/>
                    <a:pt x="33814" y="8382"/>
                  </a:cubicBezTo>
                  <a:cubicBezTo>
                    <a:pt x="44291" y="2858"/>
                    <a:pt x="56007" y="0"/>
                    <a:pt x="69056" y="0"/>
                  </a:cubicBezTo>
                  <a:cubicBezTo>
                    <a:pt x="82106" y="0"/>
                    <a:pt x="93821" y="2762"/>
                    <a:pt x="104299" y="8382"/>
                  </a:cubicBezTo>
                  <a:cubicBezTo>
                    <a:pt x="114776" y="13907"/>
                    <a:pt x="123063" y="21908"/>
                    <a:pt x="129064" y="32290"/>
                  </a:cubicBezTo>
                  <a:cubicBezTo>
                    <a:pt x="135065" y="42672"/>
                    <a:pt x="138113" y="54673"/>
                    <a:pt x="138113" y="68390"/>
                  </a:cubicBezTo>
                  <a:cubicBezTo>
                    <a:pt x="138113" y="82106"/>
                    <a:pt x="135065" y="94107"/>
                    <a:pt x="128969" y="104489"/>
                  </a:cubicBezTo>
                  <a:cubicBezTo>
                    <a:pt x="122873" y="114871"/>
                    <a:pt x="114490" y="122873"/>
                    <a:pt x="104013" y="128397"/>
                  </a:cubicBezTo>
                  <a:cubicBezTo>
                    <a:pt x="93536" y="133922"/>
                    <a:pt x="81629" y="136779"/>
                    <a:pt x="68675" y="136779"/>
                  </a:cubicBezTo>
                  <a:cubicBezTo>
                    <a:pt x="55721" y="136779"/>
                    <a:pt x="43910" y="134017"/>
                    <a:pt x="33528" y="128397"/>
                  </a:cubicBezTo>
                  <a:close/>
                  <a:moveTo>
                    <a:pt x="88392" y="92964"/>
                  </a:moveTo>
                  <a:cubicBezTo>
                    <a:pt x="93917" y="87249"/>
                    <a:pt x="96583" y="79058"/>
                    <a:pt x="96583" y="68390"/>
                  </a:cubicBezTo>
                  <a:cubicBezTo>
                    <a:pt x="96583" y="57722"/>
                    <a:pt x="93917" y="49625"/>
                    <a:pt x="88583" y="43910"/>
                  </a:cubicBezTo>
                  <a:cubicBezTo>
                    <a:pt x="83248" y="38195"/>
                    <a:pt x="76676" y="35338"/>
                    <a:pt x="68961" y="35338"/>
                  </a:cubicBezTo>
                  <a:cubicBezTo>
                    <a:pt x="61246" y="35338"/>
                    <a:pt x="54388" y="38195"/>
                    <a:pt x="49149" y="43815"/>
                  </a:cubicBezTo>
                  <a:cubicBezTo>
                    <a:pt x="43910" y="49435"/>
                    <a:pt x="41243" y="57626"/>
                    <a:pt x="41243" y="68485"/>
                  </a:cubicBezTo>
                  <a:cubicBezTo>
                    <a:pt x="41243" y="79343"/>
                    <a:pt x="43815" y="87344"/>
                    <a:pt x="48958" y="93059"/>
                  </a:cubicBezTo>
                  <a:cubicBezTo>
                    <a:pt x="54102" y="98774"/>
                    <a:pt x="60579" y="101632"/>
                    <a:pt x="68390" y="101632"/>
                  </a:cubicBezTo>
                  <a:cubicBezTo>
                    <a:pt x="76200" y="101632"/>
                    <a:pt x="82772" y="98774"/>
                    <a:pt x="88297" y="93059"/>
                  </a:cubicBezTo>
                  <a:close/>
                </a:path>
              </a:pathLst>
            </a:custGeom>
            <a:grpFill/>
            <a:ln w="9525" cap="flat">
              <a:noFill/>
              <a:prstDash val="solid"/>
              <a:miter/>
            </a:ln>
          </p:spPr>
          <p:txBody>
            <a:bodyPr rtlCol="0" anchor="ctr"/>
            <a:lstStyle/>
            <a:p>
              <a:endParaRPr lang="fi-FI" sz="3200"/>
            </a:p>
          </p:txBody>
        </p:sp>
        <p:sp>
          <p:nvSpPr>
            <p:cNvPr id="609" name="Vapaamuotoinen: Muoto 608">
              <a:extLst>
                <a:ext uri="{FF2B5EF4-FFF2-40B4-BE49-F238E27FC236}">
                  <a16:creationId xmlns:a16="http://schemas.microsoft.com/office/drawing/2014/main" id="{82B9DF45-2801-684D-D135-CDB6599596DA}"/>
                </a:ext>
              </a:extLst>
            </p:cNvPr>
            <p:cNvSpPr/>
            <p:nvPr/>
          </p:nvSpPr>
          <p:spPr>
            <a:xfrm>
              <a:off x="4084033" y="2558415"/>
              <a:ext cx="120395" cy="170021"/>
            </a:xfrm>
            <a:custGeom>
              <a:avLst/>
              <a:gdLst>
                <a:gd name="connsiteX0" fmla="*/ 30385 w 120395"/>
                <a:gd name="connsiteY0" fmla="*/ 164402 h 170021"/>
                <a:gd name="connsiteX1" fmla="*/ 8382 w 120395"/>
                <a:gd name="connsiteY1" fmla="*/ 147257 h 170021"/>
                <a:gd name="connsiteX2" fmla="*/ 0 w 120395"/>
                <a:gd name="connsiteY2" fmla="*/ 120872 h 170021"/>
                <a:gd name="connsiteX3" fmla="*/ 35719 w 120395"/>
                <a:gd name="connsiteY3" fmla="*/ 120872 h 170021"/>
                <a:gd name="connsiteX4" fmla="*/ 42958 w 120395"/>
                <a:gd name="connsiteY4" fmla="*/ 137065 h 170021"/>
                <a:gd name="connsiteX5" fmla="*/ 60960 w 120395"/>
                <a:gd name="connsiteY5" fmla="*/ 142970 h 170021"/>
                <a:gd name="connsiteX6" fmla="*/ 79343 w 120395"/>
                <a:gd name="connsiteY6" fmla="*/ 137351 h 170021"/>
                <a:gd name="connsiteX7" fmla="*/ 86011 w 120395"/>
                <a:gd name="connsiteY7" fmla="*/ 122682 h 170021"/>
                <a:gd name="connsiteX8" fmla="*/ 81534 w 120395"/>
                <a:gd name="connsiteY8" fmla="*/ 110490 h 170021"/>
                <a:gd name="connsiteX9" fmla="*/ 70199 w 120395"/>
                <a:gd name="connsiteY9" fmla="*/ 102965 h 170021"/>
                <a:gd name="connsiteX10" fmla="*/ 51530 w 120395"/>
                <a:gd name="connsiteY10" fmla="*/ 96869 h 170021"/>
                <a:gd name="connsiteX11" fmla="*/ 25241 w 120395"/>
                <a:gd name="connsiteY11" fmla="*/ 87439 h 170021"/>
                <a:gd name="connsiteX12" fmla="*/ 7810 w 120395"/>
                <a:gd name="connsiteY12" fmla="*/ 73438 h 170021"/>
                <a:gd name="connsiteX13" fmla="*/ 572 w 120395"/>
                <a:gd name="connsiteY13" fmla="*/ 48292 h 170021"/>
                <a:gd name="connsiteX14" fmla="*/ 7906 w 120395"/>
                <a:gd name="connsiteY14" fmla="*/ 22574 h 170021"/>
                <a:gd name="connsiteX15" fmla="*/ 28575 w 120395"/>
                <a:gd name="connsiteY15" fmla="*/ 5810 h 170021"/>
                <a:gd name="connsiteX16" fmla="*/ 59055 w 120395"/>
                <a:gd name="connsiteY16" fmla="*/ 0 h 170021"/>
                <a:gd name="connsiteX17" fmla="*/ 100870 w 120395"/>
                <a:gd name="connsiteY17" fmla="*/ 12478 h 170021"/>
                <a:gd name="connsiteX18" fmla="*/ 118586 w 120395"/>
                <a:gd name="connsiteY18" fmla="*/ 47339 h 170021"/>
                <a:gd name="connsiteX19" fmla="*/ 81915 w 120395"/>
                <a:gd name="connsiteY19" fmla="*/ 47339 h 170021"/>
                <a:gd name="connsiteX20" fmla="*/ 74676 w 120395"/>
                <a:gd name="connsiteY20" fmla="*/ 33147 h 170021"/>
                <a:gd name="connsiteX21" fmla="*/ 56674 w 120395"/>
                <a:gd name="connsiteY21" fmla="*/ 27527 h 170021"/>
                <a:gd name="connsiteX22" fmla="*/ 41053 w 120395"/>
                <a:gd name="connsiteY22" fmla="*/ 32576 h 170021"/>
                <a:gd name="connsiteX23" fmla="*/ 35243 w 120395"/>
                <a:gd name="connsiteY23" fmla="*/ 47054 h 170021"/>
                <a:gd name="connsiteX24" fmla="*/ 39624 w 120395"/>
                <a:gd name="connsiteY24" fmla="*/ 58103 h 170021"/>
                <a:gd name="connsiteX25" fmla="*/ 50578 w 120395"/>
                <a:gd name="connsiteY25" fmla="*/ 65246 h 170021"/>
                <a:gd name="connsiteX26" fmla="*/ 69056 w 120395"/>
                <a:gd name="connsiteY26" fmla="*/ 71533 h 170021"/>
                <a:gd name="connsiteX27" fmla="*/ 95441 w 120395"/>
                <a:gd name="connsiteY27" fmla="*/ 81058 h 170021"/>
                <a:gd name="connsiteX28" fmla="*/ 113062 w 120395"/>
                <a:gd name="connsiteY28" fmla="*/ 95345 h 170021"/>
                <a:gd name="connsiteX29" fmla="*/ 120396 w 120395"/>
                <a:gd name="connsiteY29" fmla="*/ 120301 h 170021"/>
                <a:gd name="connsiteX30" fmla="*/ 113538 w 120395"/>
                <a:gd name="connsiteY30" fmla="*/ 145066 h 170021"/>
                <a:gd name="connsiteX31" fmla="*/ 93345 w 120395"/>
                <a:gd name="connsiteY31" fmla="*/ 163259 h 170021"/>
                <a:gd name="connsiteX32" fmla="*/ 61627 w 120395"/>
                <a:gd name="connsiteY32" fmla="*/ 170021 h 170021"/>
                <a:gd name="connsiteX33" fmla="*/ 30289 w 120395"/>
                <a:gd name="connsiteY33" fmla="*/ 164116 h 170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20395" h="170021">
                  <a:moveTo>
                    <a:pt x="30385" y="164402"/>
                  </a:moveTo>
                  <a:cubicBezTo>
                    <a:pt x="21050" y="160401"/>
                    <a:pt x="13716" y="154686"/>
                    <a:pt x="8382" y="147257"/>
                  </a:cubicBezTo>
                  <a:cubicBezTo>
                    <a:pt x="2953" y="139827"/>
                    <a:pt x="190" y="130969"/>
                    <a:pt x="0" y="120872"/>
                  </a:cubicBezTo>
                  <a:lnTo>
                    <a:pt x="35719" y="120872"/>
                  </a:lnTo>
                  <a:cubicBezTo>
                    <a:pt x="36195" y="127730"/>
                    <a:pt x="38576" y="133064"/>
                    <a:pt x="42958" y="137065"/>
                  </a:cubicBezTo>
                  <a:cubicBezTo>
                    <a:pt x="47339" y="141065"/>
                    <a:pt x="53340" y="142970"/>
                    <a:pt x="60960" y="142970"/>
                  </a:cubicBezTo>
                  <a:cubicBezTo>
                    <a:pt x="68580" y="142970"/>
                    <a:pt x="74867" y="141065"/>
                    <a:pt x="79343" y="137351"/>
                  </a:cubicBezTo>
                  <a:cubicBezTo>
                    <a:pt x="83820" y="133636"/>
                    <a:pt x="86011" y="128778"/>
                    <a:pt x="86011" y="122682"/>
                  </a:cubicBezTo>
                  <a:cubicBezTo>
                    <a:pt x="86011" y="117729"/>
                    <a:pt x="84487" y="113729"/>
                    <a:pt x="81534" y="110490"/>
                  </a:cubicBezTo>
                  <a:cubicBezTo>
                    <a:pt x="78486" y="107347"/>
                    <a:pt x="74771" y="104775"/>
                    <a:pt x="70199" y="102965"/>
                  </a:cubicBezTo>
                  <a:cubicBezTo>
                    <a:pt x="65627" y="101156"/>
                    <a:pt x="59436" y="99155"/>
                    <a:pt x="51530" y="96869"/>
                  </a:cubicBezTo>
                  <a:cubicBezTo>
                    <a:pt x="40767" y="93726"/>
                    <a:pt x="32004" y="90583"/>
                    <a:pt x="25241" y="87439"/>
                  </a:cubicBezTo>
                  <a:cubicBezTo>
                    <a:pt x="18479" y="84391"/>
                    <a:pt x="12668" y="79629"/>
                    <a:pt x="7810" y="73438"/>
                  </a:cubicBezTo>
                  <a:cubicBezTo>
                    <a:pt x="2953" y="67246"/>
                    <a:pt x="572" y="58769"/>
                    <a:pt x="572" y="48292"/>
                  </a:cubicBezTo>
                  <a:cubicBezTo>
                    <a:pt x="572" y="38481"/>
                    <a:pt x="3048" y="29909"/>
                    <a:pt x="7906" y="22574"/>
                  </a:cubicBezTo>
                  <a:cubicBezTo>
                    <a:pt x="12859" y="15240"/>
                    <a:pt x="19717" y="9716"/>
                    <a:pt x="28575" y="5810"/>
                  </a:cubicBezTo>
                  <a:cubicBezTo>
                    <a:pt x="37433" y="1905"/>
                    <a:pt x="47625" y="0"/>
                    <a:pt x="59055" y="0"/>
                  </a:cubicBezTo>
                  <a:cubicBezTo>
                    <a:pt x="76200" y="0"/>
                    <a:pt x="90106" y="4191"/>
                    <a:pt x="100870" y="12478"/>
                  </a:cubicBezTo>
                  <a:cubicBezTo>
                    <a:pt x="111633" y="20765"/>
                    <a:pt x="117539" y="32480"/>
                    <a:pt x="118586" y="47339"/>
                  </a:cubicBezTo>
                  <a:lnTo>
                    <a:pt x="81915" y="47339"/>
                  </a:lnTo>
                  <a:cubicBezTo>
                    <a:pt x="81629" y="41624"/>
                    <a:pt x="79153" y="36862"/>
                    <a:pt x="74676" y="33147"/>
                  </a:cubicBezTo>
                  <a:cubicBezTo>
                    <a:pt x="70199" y="29432"/>
                    <a:pt x="64199" y="27527"/>
                    <a:pt x="56674" y="27527"/>
                  </a:cubicBezTo>
                  <a:cubicBezTo>
                    <a:pt x="50197" y="27527"/>
                    <a:pt x="44958" y="29146"/>
                    <a:pt x="41053" y="32576"/>
                  </a:cubicBezTo>
                  <a:cubicBezTo>
                    <a:pt x="37148" y="35909"/>
                    <a:pt x="35243" y="40767"/>
                    <a:pt x="35243" y="47054"/>
                  </a:cubicBezTo>
                  <a:cubicBezTo>
                    <a:pt x="35243" y="51530"/>
                    <a:pt x="36671" y="55150"/>
                    <a:pt x="39624" y="58103"/>
                  </a:cubicBezTo>
                  <a:cubicBezTo>
                    <a:pt x="42577" y="61055"/>
                    <a:pt x="46196" y="63436"/>
                    <a:pt x="50578" y="65246"/>
                  </a:cubicBezTo>
                  <a:cubicBezTo>
                    <a:pt x="54959" y="67056"/>
                    <a:pt x="61055" y="69152"/>
                    <a:pt x="69056" y="71533"/>
                  </a:cubicBezTo>
                  <a:cubicBezTo>
                    <a:pt x="79820" y="74676"/>
                    <a:pt x="88678" y="77914"/>
                    <a:pt x="95441" y="81058"/>
                  </a:cubicBezTo>
                  <a:cubicBezTo>
                    <a:pt x="102203" y="84201"/>
                    <a:pt x="108109" y="88963"/>
                    <a:pt x="113062" y="95345"/>
                  </a:cubicBezTo>
                  <a:cubicBezTo>
                    <a:pt x="118015" y="101727"/>
                    <a:pt x="120396" y="110014"/>
                    <a:pt x="120396" y="120301"/>
                  </a:cubicBezTo>
                  <a:cubicBezTo>
                    <a:pt x="120396" y="129159"/>
                    <a:pt x="118110" y="137446"/>
                    <a:pt x="113538" y="145066"/>
                  </a:cubicBezTo>
                  <a:cubicBezTo>
                    <a:pt x="108966" y="152686"/>
                    <a:pt x="102203" y="158782"/>
                    <a:pt x="93345" y="163259"/>
                  </a:cubicBezTo>
                  <a:cubicBezTo>
                    <a:pt x="84487" y="167831"/>
                    <a:pt x="73914" y="170021"/>
                    <a:pt x="61627" y="170021"/>
                  </a:cubicBezTo>
                  <a:cubicBezTo>
                    <a:pt x="50006" y="170021"/>
                    <a:pt x="39624" y="168021"/>
                    <a:pt x="30289" y="164116"/>
                  </a:cubicBezTo>
                  <a:close/>
                </a:path>
              </a:pathLst>
            </a:custGeom>
            <a:grpFill/>
            <a:ln w="9525" cap="flat">
              <a:noFill/>
              <a:prstDash val="solid"/>
              <a:miter/>
            </a:ln>
          </p:spPr>
          <p:txBody>
            <a:bodyPr rtlCol="0" anchor="ctr"/>
            <a:lstStyle/>
            <a:p>
              <a:endParaRPr lang="fi-FI" sz="3200"/>
            </a:p>
          </p:txBody>
        </p:sp>
        <p:sp>
          <p:nvSpPr>
            <p:cNvPr id="610" name="Vapaamuotoinen: Muoto 609">
              <a:extLst>
                <a:ext uri="{FF2B5EF4-FFF2-40B4-BE49-F238E27FC236}">
                  <a16:creationId xmlns:a16="http://schemas.microsoft.com/office/drawing/2014/main" id="{7F13E29F-6BDA-FEFB-6E00-FDB93E772C1F}"/>
                </a:ext>
              </a:extLst>
            </p:cNvPr>
            <p:cNvSpPr/>
            <p:nvPr/>
          </p:nvSpPr>
          <p:spPr>
            <a:xfrm>
              <a:off x="4210049" y="2540507"/>
              <a:ext cx="60388" cy="249459"/>
            </a:xfrm>
            <a:custGeom>
              <a:avLst/>
              <a:gdLst>
                <a:gd name="connsiteX0" fmla="*/ 56674 w 60388"/>
                <a:gd name="connsiteY0" fmla="*/ 208312 h 249459"/>
                <a:gd name="connsiteX1" fmla="*/ 45815 w 60388"/>
                <a:gd name="connsiteY1" fmla="*/ 239840 h 249459"/>
                <a:gd name="connsiteX2" fmla="*/ 14764 w 60388"/>
                <a:gd name="connsiteY2" fmla="*/ 249460 h 249459"/>
                <a:gd name="connsiteX3" fmla="*/ 0 w 60388"/>
                <a:gd name="connsiteY3" fmla="*/ 249460 h 249459"/>
                <a:gd name="connsiteX4" fmla="*/ 0 w 60388"/>
                <a:gd name="connsiteY4" fmla="*/ 221075 h 249459"/>
                <a:gd name="connsiteX5" fmla="*/ 9525 w 60388"/>
                <a:gd name="connsiteY5" fmla="*/ 221075 h 249459"/>
                <a:gd name="connsiteX6" fmla="*/ 20193 w 60388"/>
                <a:gd name="connsiteY6" fmla="*/ 218123 h 249459"/>
                <a:gd name="connsiteX7" fmla="*/ 23336 w 60388"/>
                <a:gd name="connsiteY7" fmla="*/ 208502 h 249459"/>
                <a:gd name="connsiteX8" fmla="*/ 23336 w 60388"/>
                <a:gd name="connsiteY8" fmla="*/ 54673 h 249459"/>
                <a:gd name="connsiteX9" fmla="*/ 56674 w 60388"/>
                <a:gd name="connsiteY9" fmla="*/ 54673 h 249459"/>
                <a:gd name="connsiteX10" fmla="*/ 56674 w 60388"/>
                <a:gd name="connsiteY10" fmla="*/ 208217 h 249459"/>
                <a:gd name="connsiteX11" fmla="*/ 25336 w 60388"/>
                <a:gd name="connsiteY11" fmla="*/ 33433 h 249459"/>
                <a:gd name="connsiteX12" fmla="*/ 19526 w 60388"/>
                <a:gd name="connsiteY12" fmla="*/ 19526 h 249459"/>
                <a:gd name="connsiteX13" fmla="*/ 25336 w 60388"/>
                <a:gd name="connsiteY13" fmla="*/ 5620 h 249459"/>
                <a:gd name="connsiteX14" fmla="*/ 40195 w 60388"/>
                <a:gd name="connsiteY14" fmla="*/ 0 h 249459"/>
                <a:gd name="connsiteX15" fmla="*/ 54673 w 60388"/>
                <a:gd name="connsiteY15" fmla="*/ 5620 h 249459"/>
                <a:gd name="connsiteX16" fmla="*/ 60389 w 60388"/>
                <a:gd name="connsiteY16" fmla="*/ 19526 h 249459"/>
                <a:gd name="connsiteX17" fmla="*/ 54673 w 60388"/>
                <a:gd name="connsiteY17" fmla="*/ 33433 h 249459"/>
                <a:gd name="connsiteX18" fmla="*/ 40195 w 60388"/>
                <a:gd name="connsiteY18" fmla="*/ 39053 h 249459"/>
                <a:gd name="connsiteX19" fmla="*/ 25336 w 60388"/>
                <a:gd name="connsiteY19" fmla="*/ 33433 h 249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388" h="249459">
                  <a:moveTo>
                    <a:pt x="56674" y="208312"/>
                  </a:moveTo>
                  <a:cubicBezTo>
                    <a:pt x="56674" y="222885"/>
                    <a:pt x="53054" y="233458"/>
                    <a:pt x="45815" y="239840"/>
                  </a:cubicBezTo>
                  <a:cubicBezTo>
                    <a:pt x="38576" y="246317"/>
                    <a:pt x="28194" y="249460"/>
                    <a:pt x="14764" y="249460"/>
                  </a:cubicBezTo>
                  <a:lnTo>
                    <a:pt x="0" y="249460"/>
                  </a:lnTo>
                  <a:lnTo>
                    <a:pt x="0" y="221075"/>
                  </a:lnTo>
                  <a:lnTo>
                    <a:pt x="9525" y="221075"/>
                  </a:lnTo>
                  <a:cubicBezTo>
                    <a:pt x="14573" y="221075"/>
                    <a:pt x="18193" y="220123"/>
                    <a:pt x="20193" y="218123"/>
                  </a:cubicBezTo>
                  <a:cubicBezTo>
                    <a:pt x="22289" y="216122"/>
                    <a:pt x="23336" y="212884"/>
                    <a:pt x="23336" y="208502"/>
                  </a:cubicBezTo>
                  <a:lnTo>
                    <a:pt x="23336" y="54673"/>
                  </a:lnTo>
                  <a:lnTo>
                    <a:pt x="56674" y="54673"/>
                  </a:lnTo>
                  <a:lnTo>
                    <a:pt x="56674" y="208217"/>
                  </a:lnTo>
                  <a:close/>
                  <a:moveTo>
                    <a:pt x="25336" y="33433"/>
                  </a:moveTo>
                  <a:cubicBezTo>
                    <a:pt x="21431" y="29718"/>
                    <a:pt x="19526" y="25051"/>
                    <a:pt x="19526" y="19526"/>
                  </a:cubicBezTo>
                  <a:cubicBezTo>
                    <a:pt x="19526" y="14002"/>
                    <a:pt x="21431" y="9335"/>
                    <a:pt x="25336" y="5620"/>
                  </a:cubicBezTo>
                  <a:cubicBezTo>
                    <a:pt x="29242" y="1905"/>
                    <a:pt x="34195" y="0"/>
                    <a:pt x="40195" y="0"/>
                  </a:cubicBezTo>
                  <a:cubicBezTo>
                    <a:pt x="46196" y="0"/>
                    <a:pt x="50864" y="1905"/>
                    <a:pt x="54673" y="5620"/>
                  </a:cubicBezTo>
                  <a:cubicBezTo>
                    <a:pt x="58483" y="9335"/>
                    <a:pt x="60389" y="14002"/>
                    <a:pt x="60389" y="19526"/>
                  </a:cubicBezTo>
                  <a:cubicBezTo>
                    <a:pt x="60389" y="25051"/>
                    <a:pt x="58483" y="29718"/>
                    <a:pt x="54673" y="33433"/>
                  </a:cubicBezTo>
                  <a:cubicBezTo>
                    <a:pt x="50864" y="37148"/>
                    <a:pt x="46006" y="39053"/>
                    <a:pt x="40195" y="39053"/>
                  </a:cubicBezTo>
                  <a:cubicBezTo>
                    <a:pt x="34385" y="39053"/>
                    <a:pt x="29242" y="37148"/>
                    <a:pt x="25336" y="33433"/>
                  </a:cubicBezTo>
                  <a:close/>
                </a:path>
              </a:pathLst>
            </a:custGeom>
            <a:grpFill/>
            <a:ln w="9525" cap="flat">
              <a:noFill/>
              <a:prstDash val="solid"/>
              <a:miter/>
            </a:ln>
          </p:spPr>
          <p:txBody>
            <a:bodyPr rtlCol="0" anchor="ctr"/>
            <a:lstStyle/>
            <a:p>
              <a:endParaRPr lang="fi-FI" sz="3200"/>
            </a:p>
          </p:txBody>
        </p:sp>
        <p:sp>
          <p:nvSpPr>
            <p:cNvPr id="611" name="Vapaamuotoinen: Muoto 610">
              <a:extLst>
                <a:ext uri="{FF2B5EF4-FFF2-40B4-BE49-F238E27FC236}">
                  <a16:creationId xmlns:a16="http://schemas.microsoft.com/office/drawing/2014/main" id="{D454B89E-3A2B-C8F0-CE17-C45EE942D3AE}"/>
                </a:ext>
              </a:extLst>
            </p:cNvPr>
            <p:cNvSpPr/>
            <p:nvPr/>
          </p:nvSpPr>
          <p:spPr>
            <a:xfrm>
              <a:off x="4298441" y="2595086"/>
              <a:ext cx="125634" cy="133635"/>
            </a:xfrm>
            <a:custGeom>
              <a:avLst/>
              <a:gdLst>
                <a:gd name="connsiteX0" fmla="*/ 125635 w 125634"/>
                <a:gd name="connsiteY0" fmla="*/ 95 h 133635"/>
                <a:gd name="connsiteX1" fmla="*/ 125635 w 125634"/>
                <a:gd name="connsiteY1" fmla="*/ 132017 h 133635"/>
                <a:gd name="connsiteX2" fmla="*/ 92107 w 125634"/>
                <a:gd name="connsiteY2" fmla="*/ 132017 h 133635"/>
                <a:gd name="connsiteX3" fmla="*/ 92107 w 125634"/>
                <a:gd name="connsiteY3" fmla="*/ 115348 h 133635"/>
                <a:gd name="connsiteX4" fmla="*/ 75343 w 125634"/>
                <a:gd name="connsiteY4" fmla="*/ 128778 h 133635"/>
                <a:gd name="connsiteX5" fmla="*/ 52864 w 125634"/>
                <a:gd name="connsiteY5" fmla="*/ 133636 h 133635"/>
                <a:gd name="connsiteX6" fmla="*/ 25432 w 125634"/>
                <a:gd name="connsiteY6" fmla="*/ 127064 h 133635"/>
                <a:gd name="connsiteX7" fmla="*/ 6763 w 125634"/>
                <a:gd name="connsiteY7" fmla="*/ 107728 h 133635"/>
                <a:gd name="connsiteX8" fmla="*/ 0 w 125634"/>
                <a:gd name="connsiteY8" fmla="*/ 77343 h 133635"/>
                <a:gd name="connsiteX9" fmla="*/ 0 w 125634"/>
                <a:gd name="connsiteY9" fmla="*/ 0 h 133635"/>
                <a:gd name="connsiteX10" fmla="*/ 33338 w 125634"/>
                <a:gd name="connsiteY10" fmla="*/ 0 h 133635"/>
                <a:gd name="connsiteX11" fmla="*/ 33338 w 125634"/>
                <a:gd name="connsiteY11" fmla="*/ 72580 h 133635"/>
                <a:gd name="connsiteX12" fmla="*/ 41148 w 125634"/>
                <a:gd name="connsiteY12" fmla="*/ 96774 h 133635"/>
                <a:gd name="connsiteX13" fmla="*/ 62579 w 125634"/>
                <a:gd name="connsiteY13" fmla="*/ 105251 h 133635"/>
                <a:gd name="connsiteX14" fmla="*/ 84296 w 125634"/>
                <a:gd name="connsiteY14" fmla="*/ 96774 h 133635"/>
                <a:gd name="connsiteX15" fmla="*/ 92107 w 125634"/>
                <a:gd name="connsiteY15" fmla="*/ 72580 h 133635"/>
                <a:gd name="connsiteX16" fmla="*/ 92107 w 125634"/>
                <a:gd name="connsiteY16" fmla="*/ 0 h 133635"/>
                <a:gd name="connsiteX17" fmla="*/ 125635 w 125634"/>
                <a:gd name="connsiteY17" fmla="*/ 0 h 133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5634" h="133635">
                  <a:moveTo>
                    <a:pt x="125635" y="95"/>
                  </a:moveTo>
                  <a:lnTo>
                    <a:pt x="125635" y="132017"/>
                  </a:lnTo>
                  <a:lnTo>
                    <a:pt x="92107" y="132017"/>
                  </a:lnTo>
                  <a:lnTo>
                    <a:pt x="92107" y="115348"/>
                  </a:lnTo>
                  <a:cubicBezTo>
                    <a:pt x="87820" y="121063"/>
                    <a:pt x="82201" y="125540"/>
                    <a:pt x="75343" y="128778"/>
                  </a:cubicBezTo>
                  <a:cubicBezTo>
                    <a:pt x="68389" y="132017"/>
                    <a:pt x="60960" y="133636"/>
                    <a:pt x="52864" y="133636"/>
                  </a:cubicBezTo>
                  <a:cubicBezTo>
                    <a:pt x="42577" y="133636"/>
                    <a:pt x="33433" y="131445"/>
                    <a:pt x="25432" y="127064"/>
                  </a:cubicBezTo>
                  <a:cubicBezTo>
                    <a:pt x="17526" y="122682"/>
                    <a:pt x="11239" y="116300"/>
                    <a:pt x="6763" y="107728"/>
                  </a:cubicBezTo>
                  <a:cubicBezTo>
                    <a:pt x="2191" y="99250"/>
                    <a:pt x="0" y="89154"/>
                    <a:pt x="0" y="77343"/>
                  </a:cubicBezTo>
                  <a:lnTo>
                    <a:pt x="0" y="0"/>
                  </a:lnTo>
                  <a:lnTo>
                    <a:pt x="33338" y="0"/>
                  </a:lnTo>
                  <a:lnTo>
                    <a:pt x="33338" y="72580"/>
                  </a:lnTo>
                  <a:cubicBezTo>
                    <a:pt x="33338" y="83058"/>
                    <a:pt x="35909" y="91154"/>
                    <a:pt x="41148" y="96774"/>
                  </a:cubicBezTo>
                  <a:cubicBezTo>
                    <a:pt x="46387" y="102394"/>
                    <a:pt x="53530" y="105251"/>
                    <a:pt x="62579" y="105251"/>
                  </a:cubicBezTo>
                  <a:cubicBezTo>
                    <a:pt x="71628" y="105251"/>
                    <a:pt x="79058" y="102394"/>
                    <a:pt x="84296" y="96774"/>
                  </a:cubicBezTo>
                  <a:cubicBezTo>
                    <a:pt x="89535" y="91154"/>
                    <a:pt x="92107" y="83058"/>
                    <a:pt x="92107" y="72580"/>
                  </a:cubicBezTo>
                  <a:lnTo>
                    <a:pt x="92107" y="0"/>
                  </a:lnTo>
                  <a:lnTo>
                    <a:pt x="125635" y="0"/>
                  </a:lnTo>
                  <a:close/>
                </a:path>
              </a:pathLst>
            </a:custGeom>
            <a:grpFill/>
            <a:ln w="9525" cap="flat">
              <a:noFill/>
              <a:prstDash val="solid"/>
              <a:miter/>
            </a:ln>
          </p:spPr>
          <p:txBody>
            <a:bodyPr rtlCol="0" anchor="ctr"/>
            <a:lstStyle/>
            <a:p>
              <a:endParaRPr lang="fi-FI" sz="3200"/>
            </a:p>
          </p:txBody>
        </p:sp>
        <p:sp>
          <p:nvSpPr>
            <p:cNvPr id="612" name="Vapaamuotoinen: Muoto 611">
              <a:extLst>
                <a:ext uri="{FF2B5EF4-FFF2-40B4-BE49-F238E27FC236}">
                  <a16:creationId xmlns:a16="http://schemas.microsoft.com/office/drawing/2014/main" id="{F8D600D0-301D-97F2-B9C1-FE2A43D36225}"/>
                </a:ext>
              </a:extLst>
            </p:cNvPr>
            <p:cNvSpPr/>
            <p:nvPr/>
          </p:nvSpPr>
          <p:spPr>
            <a:xfrm>
              <a:off x="4456937" y="2593371"/>
              <a:ext cx="125730" cy="133731"/>
            </a:xfrm>
            <a:custGeom>
              <a:avLst/>
              <a:gdLst>
                <a:gd name="connsiteX0" fmla="*/ 111252 w 125730"/>
                <a:gd name="connsiteY0" fmla="*/ 14859 h 133731"/>
                <a:gd name="connsiteX1" fmla="*/ 125730 w 125730"/>
                <a:gd name="connsiteY1" fmla="*/ 56388 h 133731"/>
                <a:gd name="connsiteX2" fmla="*/ 125730 w 125730"/>
                <a:gd name="connsiteY2" fmla="*/ 133731 h 133731"/>
                <a:gd name="connsiteX3" fmla="*/ 92393 w 125730"/>
                <a:gd name="connsiteY3" fmla="*/ 133731 h 133731"/>
                <a:gd name="connsiteX4" fmla="*/ 92393 w 125730"/>
                <a:gd name="connsiteY4" fmla="*/ 60865 h 133731"/>
                <a:gd name="connsiteX5" fmla="*/ 84582 w 125730"/>
                <a:gd name="connsiteY5" fmla="*/ 36671 h 133731"/>
                <a:gd name="connsiteX6" fmla="*/ 63151 w 125730"/>
                <a:gd name="connsiteY6" fmla="*/ 28194 h 133731"/>
                <a:gd name="connsiteX7" fmla="*/ 41339 w 125730"/>
                <a:gd name="connsiteY7" fmla="*/ 36671 h 133731"/>
                <a:gd name="connsiteX8" fmla="*/ 33338 w 125730"/>
                <a:gd name="connsiteY8" fmla="*/ 60865 h 133731"/>
                <a:gd name="connsiteX9" fmla="*/ 33338 w 125730"/>
                <a:gd name="connsiteY9" fmla="*/ 133731 h 133731"/>
                <a:gd name="connsiteX10" fmla="*/ 0 w 125730"/>
                <a:gd name="connsiteY10" fmla="*/ 133731 h 133731"/>
                <a:gd name="connsiteX11" fmla="*/ 0 w 125730"/>
                <a:gd name="connsiteY11" fmla="*/ 1810 h 133731"/>
                <a:gd name="connsiteX12" fmla="*/ 33338 w 125730"/>
                <a:gd name="connsiteY12" fmla="*/ 1810 h 133731"/>
                <a:gd name="connsiteX13" fmla="*/ 33338 w 125730"/>
                <a:gd name="connsiteY13" fmla="*/ 18288 h 133731"/>
                <a:gd name="connsiteX14" fmla="*/ 50387 w 125730"/>
                <a:gd name="connsiteY14" fmla="*/ 4858 h 133731"/>
                <a:gd name="connsiteX15" fmla="*/ 73152 w 125730"/>
                <a:gd name="connsiteY15" fmla="*/ 0 h 133731"/>
                <a:gd name="connsiteX16" fmla="*/ 111252 w 125730"/>
                <a:gd name="connsiteY16" fmla="*/ 14859 h 13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5730" h="133731">
                  <a:moveTo>
                    <a:pt x="111252" y="14859"/>
                  </a:moveTo>
                  <a:cubicBezTo>
                    <a:pt x="120968" y="24765"/>
                    <a:pt x="125730" y="38672"/>
                    <a:pt x="125730" y="56388"/>
                  </a:cubicBezTo>
                  <a:lnTo>
                    <a:pt x="125730" y="133731"/>
                  </a:lnTo>
                  <a:lnTo>
                    <a:pt x="92393" y="133731"/>
                  </a:lnTo>
                  <a:lnTo>
                    <a:pt x="92393" y="60865"/>
                  </a:lnTo>
                  <a:cubicBezTo>
                    <a:pt x="92393" y="50387"/>
                    <a:pt x="89821" y="42291"/>
                    <a:pt x="84582" y="36671"/>
                  </a:cubicBezTo>
                  <a:cubicBezTo>
                    <a:pt x="79343" y="31051"/>
                    <a:pt x="72200" y="28194"/>
                    <a:pt x="63151" y="28194"/>
                  </a:cubicBezTo>
                  <a:cubicBezTo>
                    <a:pt x="54102" y="28194"/>
                    <a:pt x="46673" y="31051"/>
                    <a:pt x="41339" y="36671"/>
                  </a:cubicBezTo>
                  <a:cubicBezTo>
                    <a:pt x="36005" y="42291"/>
                    <a:pt x="33338" y="50387"/>
                    <a:pt x="33338" y="60865"/>
                  </a:cubicBezTo>
                  <a:lnTo>
                    <a:pt x="33338" y="133731"/>
                  </a:lnTo>
                  <a:lnTo>
                    <a:pt x="0" y="133731"/>
                  </a:lnTo>
                  <a:lnTo>
                    <a:pt x="0" y="1810"/>
                  </a:lnTo>
                  <a:lnTo>
                    <a:pt x="33338" y="1810"/>
                  </a:lnTo>
                  <a:lnTo>
                    <a:pt x="33338" y="18288"/>
                  </a:lnTo>
                  <a:cubicBezTo>
                    <a:pt x="37814" y="12573"/>
                    <a:pt x="43434" y="8096"/>
                    <a:pt x="50387" y="4858"/>
                  </a:cubicBezTo>
                  <a:cubicBezTo>
                    <a:pt x="57245" y="1619"/>
                    <a:pt x="64865" y="0"/>
                    <a:pt x="73152" y="0"/>
                  </a:cubicBezTo>
                  <a:cubicBezTo>
                    <a:pt x="88868" y="0"/>
                    <a:pt x="101537" y="4953"/>
                    <a:pt x="111252" y="14859"/>
                  </a:cubicBezTo>
                  <a:close/>
                </a:path>
              </a:pathLst>
            </a:custGeom>
            <a:grpFill/>
            <a:ln w="9525" cap="flat">
              <a:noFill/>
              <a:prstDash val="solid"/>
              <a:miter/>
            </a:ln>
          </p:spPr>
          <p:txBody>
            <a:bodyPr rtlCol="0" anchor="ctr"/>
            <a:lstStyle/>
            <a:p>
              <a:endParaRPr lang="fi-FI" sz="3200"/>
            </a:p>
          </p:txBody>
        </p:sp>
        <p:sp>
          <p:nvSpPr>
            <p:cNvPr id="613" name="Vapaamuotoinen: Muoto 612">
              <a:extLst>
                <a:ext uri="{FF2B5EF4-FFF2-40B4-BE49-F238E27FC236}">
                  <a16:creationId xmlns:a16="http://schemas.microsoft.com/office/drawing/2014/main" id="{4240AA44-CC3E-340E-D21E-4111E3269770}"/>
                </a:ext>
              </a:extLst>
            </p:cNvPr>
            <p:cNvSpPr/>
            <p:nvPr/>
          </p:nvSpPr>
          <p:spPr>
            <a:xfrm>
              <a:off x="4605718" y="2550794"/>
              <a:ext cx="137541" cy="178308"/>
            </a:xfrm>
            <a:custGeom>
              <a:avLst/>
              <a:gdLst>
                <a:gd name="connsiteX0" fmla="*/ 8096 w 137541"/>
                <a:gd name="connsiteY0" fmla="*/ 74390 h 178308"/>
                <a:gd name="connsiteX1" fmla="*/ 29908 w 137541"/>
                <a:gd name="connsiteY1" fmla="*/ 50578 h 178308"/>
                <a:gd name="connsiteX2" fmla="*/ 60579 w 137541"/>
                <a:gd name="connsiteY2" fmla="*/ 42196 h 178308"/>
                <a:gd name="connsiteX3" fmla="*/ 85154 w 137541"/>
                <a:gd name="connsiteY3" fmla="*/ 47816 h 178308"/>
                <a:gd name="connsiteX4" fmla="*/ 103727 w 137541"/>
                <a:gd name="connsiteY4" fmla="*/ 62675 h 178308"/>
                <a:gd name="connsiteX5" fmla="*/ 103727 w 137541"/>
                <a:gd name="connsiteY5" fmla="*/ 0 h 178308"/>
                <a:gd name="connsiteX6" fmla="*/ 137541 w 137541"/>
                <a:gd name="connsiteY6" fmla="*/ 0 h 178308"/>
                <a:gd name="connsiteX7" fmla="*/ 137541 w 137541"/>
                <a:gd name="connsiteY7" fmla="*/ 176213 h 178308"/>
                <a:gd name="connsiteX8" fmla="*/ 103727 w 137541"/>
                <a:gd name="connsiteY8" fmla="*/ 176213 h 178308"/>
                <a:gd name="connsiteX9" fmla="*/ 103727 w 137541"/>
                <a:gd name="connsiteY9" fmla="*/ 156686 h 178308"/>
                <a:gd name="connsiteX10" fmla="*/ 86296 w 137541"/>
                <a:gd name="connsiteY10" fmla="*/ 172403 h 178308"/>
                <a:gd name="connsiteX11" fmla="*/ 60293 w 137541"/>
                <a:gd name="connsiteY11" fmla="*/ 178308 h 178308"/>
                <a:gd name="connsiteX12" fmla="*/ 29813 w 137541"/>
                <a:gd name="connsiteY12" fmla="*/ 169736 h 178308"/>
                <a:gd name="connsiteX13" fmla="*/ 8001 w 137541"/>
                <a:gd name="connsiteY13" fmla="*/ 145542 h 178308"/>
                <a:gd name="connsiteX14" fmla="*/ 0 w 137541"/>
                <a:gd name="connsiteY14" fmla="*/ 109728 h 178308"/>
                <a:gd name="connsiteX15" fmla="*/ 8001 w 137541"/>
                <a:gd name="connsiteY15" fmla="*/ 74295 h 178308"/>
                <a:gd name="connsiteX16" fmla="*/ 99155 w 137541"/>
                <a:gd name="connsiteY16" fmla="*/ 89535 h 178308"/>
                <a:gd name="connsiteX17" fmla="*/ 86296 w 137541"/>
                <a:gd name="connsiteY17" fmla="*/ 76200 h 178308"/>
                <a:gd name="connsiteX18" fmla="*/ 68866 w 137541"/>
                <a:gd name="connsiteY18" fmla="*/ 71533 h 178308"/>
                <a:gd name="connsiteX19" fmla="*/ 51721 w 137541"/>
                <a:gd name="connsiteY19" fmla="*/ 76105 h 178308"/>
                <a:gd name="connsiteX20" fmla="*/ 38957 w 137541"/>
                <a:gd name="connsiteY20" fmla="*/ 89345 h 178308"/>
                <a:gd name="connsiteX21" fmla="*/ 34099 w 137541"/>
                <a:gd name="connsiteY21" fmla="*/ 109919 h 178308"/>
                <a:gd name="connsiteX22" fmla="*/ 38957 w 137541"/>
                <a:gd name="connsiteY22" fmla="*/ 130778 h 178308"/>
                <a:gd name="connsiteX23" fmla="*/ 51816 w 137541"/>
                <a:gd name="connsiteY23" fmla="*/ 144494 h 178308"/>
                <a:gd name="connsiteX24" fmla="*/ 68866 w 137541"/>
                <a:gd name="connsiteY24" fmla="*/ 149257 h 178308"/>
                <a:gd name="connsiteX25" fmla="*/ 86296 w 137541"/>
                <a:gd name="connsiteY25" fmla="*/ 144590 h 178308"/>
                <a:gd name="connsiteX26" fmla="*/ 99155 w 137541"/>
                <a:gd name="connsiteY26" fmla="*/ 131255 h 178308"/>
                <a:gd name="connsiteX27" fmla="*/ 103918 w 137541"/>
                <a:gd name="connsiteY27" fmla="*/ 110395 h 178308"/>
                <a:gd name="connsiteX28" fmla="*/ 99155 w 137541"/>
                <a:gd name="connsiteY28" fmla="*/ 89535 h 178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541" h="178308">
                  <a:moveTo>
                    <a:pt x="8096" y="74390"/>
                  </a:moveTo>
                  <a:cubicBezTo>
                    <a:pt x="13430" y="64103"/>
                    <a:pt x="20669" y="56102"/>
                    <a:pt x="29908" y="50578"/>
                  </a:cubicBezTo>
                  <a:cubicBezTo>
                    <a:pt x="39148" y="45053"/>
                    <a:pt x="49340" y="42196"/>
                    <a:pt x="60579" y="42196"/>
                  </a:cubicBezTo>
                  <a:cubicBezTo>
                    <a:pt x="69151" y="42196"/>
                    <a:pt x="77343" y="44101"/>
                    <a:pt x="85154" y="47816"/>
                  </a:cubicBezTo>
                  <a:cubicBezTo>
                    <a:pt x="92964" y="51530"/>
                    <a:pt x="99155" y="56483"/>
                    <a:pt x="103727" y="62675"/>
                  </a:cubicBezTo>
                  <a:lnTo>
                    <a:pt x="103727" y="0"/>
                  </a:lnTo>
                  <a:lnTo>
                    <a:pt x="137541" y="0"/>
                  </a:lnTo>
                  <a:lnTo>
                    <a:pt x="137541" y="176213"/>
                  </a:lnTo>
                  <a:lnTo>
                    <a:pt x="103727" y="176213"/>
                  </a:lnTo>
                  <a:lnTo>
                    <a:pt x="103727" y="156686"/>
                  </a:lnTo>
                  <a:cubicBezTo>
                    <a:pt x="99631" y="163163"/>
                    <a:pt x="93821" y="168402"/>
                    <a:pt x="86296" y="172403"/>
                  </a:cubicBezTo>
                  <a:cubicBezTo>
                    <a:pt x="78867" y="176403"/>
                    <a:pt x="70199" y="178308"/>
                    <a:pt x="60293" y="178308"/>
                  </a:cubicBezTo>
                  <a:cubicBezTo>
                    <a:pt x="49149" y="178308"/>
                    <a:pt x="39052" y="175451"/>
                    <a:pt x="29813" y="169736"/>
                  </a:cubicBezTo>
                  <a:cubicBezTo>
                    <a:pt x="20574" y="164021"/>
                    <a:pt x="13335" y="155924"/>
                    <a:pt x="8001" y="145542"/>
                  </a:cubicBezTo>
                  <a:cubicBezTo>
                    <a:pt x="2667" y="135160"/>
                    <a:pt x="0" y="123158"/>
                    <a:pt x="0" y="109728"/>
                  </a:cubicBezTo>
                  <a:cubicBezTo>
                    <a:pt x="0" y="96298"/>
                    <a:pt x="2667" y="84582"/>
                    <a:pt x="8001" y="74295"/>
                  </a:cubicBezTo>
                  <a:close/>
                  <a:moveTo>
                    <a:pt x="99155" y="89535"/>
                  </a:moveTo>
                  <a:cubicBezTo>
                    <a:pt x="96012" y="83725"/>
                    <a:pt x="91726" y="79248"/>
                    <a:pt x="86296" y="76200"/>
                  </a:cubicBezTo>
                  <a:cubicBezTo>
                    <a:pt x="80867" y="73152"/>
                    <a:pt x="75152" y="71533"/>
                    <a:pt x="68866" y="71533"/>
                  </a:cubicBezTo>
                  <a:cubicBezTo>
                    <a:pt x="62579" y="71533"/>
                    <a:pt x="56959" y="73057"/>
                    <a:pt x="51721" y="76105"/>
                  </a:cubicBezTo>
                  <a:cubicBezTo>
                    <a:pt x="46482" y="79153"/>
                    <a:pt x="42196" y="83534"/>
                    <a:pt x="38957" y="89345"/>
                  </a:cubicBezTo>
                  <a:cubicBezTo>
                    <a:pt x="35719" y="95155"/>
                    <a:pt x="34099" y="102013"/>
                    <a:pt x="34099" y="109919"/>
                  </a:cubicBezTo>
                  <a:cubicBezTo>
                    <a:pt x="34099" y="117824"/>
                    <a:pt x="35719" y="124778"/>
                    <a:pt x="38957" y="130778"/>
                  </a:cubicBezTo>
                  <a:cubicBezTo>
                    <a:pt x="42196" y="136684"/>
                    <a:pt x="46482" y="141351"/>
                    <a:pt x="51816" y="144494"/>
                  </a:cubicBezTo>
                  <a:cubicBezTo>
                    <a:pt x="57150" y="147638"/>
                    <a:pt x="62770" y="149257"/>
                    <a:pt x="68866" y="149257"/>
                  </a:cubicBezTo>
                  <a:cubicBezTo>
                    <a:pt x="74962" y="149257"/>
                    <a:pt x="80867" y="147733"/>
                    <a:pt x="86296" y="144590"/>
                  </a:cubicBezTo>
                  <a:cubicBezTo>
                    <a:pt x="91726" y="141446"/>
                    <a:pt x="96012" y="137065"/>
                    <a:pt x="99155" y="131255"/>
                  </a:cubicBezTo>
                  <a:cubicBezTo>
                    <a:pt x="102298" y="125444"/>
                    <a:pt x="103918" y="118491"/>
                    <a:pt x="103918" y="110395"/>
                  </a:cubicBezTo>
                  <a:cubicBezTo>
                    <a:pt x="103918" y="102299"/>
                    <a:pt x="102298" y="95345"/>
                    <a:pt x="99155" y="89535"/>
                  </a:cubicBezTo>
                  <a:close/>
                </a:path>
              </a:pathLst>
            </a:custGeom>
            <a:grpFill/>
            <a:ln w="9525" cap="flat">
              <a:noFill/>
              <a:prstDash val="solid"/>
              <a:miter/>
            </a:ln>
          </p:spPr>
          <p:txBody>
            <a:bodyPr rtlCol="0" anchor="ctr"/>
            <a:lstStyle/>
            <a:p>
              <a:endParaRPr lang="fi-FI" sz="3200"/>
            </a:p>
          </p:txBody>
        </p:sp>
        <p:sp>
          <p:nvSpPr>
            <p:cNvPr id="614" name="Vapaamuotoinen: Muoto 613">
              <a:extLst>
                <a:ext uri="{FF2B5EF4-FFF2-40B4-BE49-F238E27FC236}">
                  <a16:creationId xmlns:a16="http://schemas.microsoft.com/office/drawing/2014/main" id="{CCEF18DA-E1F7-F7B1-20A8-7F50BAE45875}"/>
                </a:ext>
              </a:extLst>
            </p:cNvPr>
            <p:cNvSpPr/>
            <p:nvPr/>
          </p:nvSpPr>
          <p:spPr>
            <a:xfrm>
              <a:off x="4767071" y="2592990"/>
              <a:ext cx="131159" cy="136302"/>
            </a:xfrm>
            <a:custGeom>
              <a:avLst/>
              <a:gdLst>
                <a:gd name="connsiteX0" fmla="*/ 130397 w 131159"/>
                <a:gd name="connsiteY0" fmla="*/ 78200 h 136302"/>
                <a:gd name="connsiteX1" fmla="*/ 34004 w 131159"/>
                <a:gd name="connsiteY1" fmla="*/ 78200 h 136302"/>
                <a:gd name="connsiteX2" fmla="*/ 44005 w 131159"/>
                <a:gd name="connsiteY2" fmla="*/ 100584 h 136302"/>
                <a:gd name="connsiteX3" fmla="*/ 65722 w 131159"/>
                <a:gd name="connsiteY3" fmla="*/ 108680 h 136302"/>
                <a:gd name="connsiteX4" fmla="*/ 92107 w 131159"/>
                <a:gd name="connsiteY4" fmla="*/ 92678 h 136302"/>
                <a:gd name="connsiteX5" fmla="*/ 128016 w 131159"/>
                <a:gd name="connsiteY5" fmla="*/ 92678 h 136302"/>
                <a:gd name="connsiteX6" fmla="*/ 106108 w 131159"/>
                <a:gd name="connsiteY6" fmla="*/ 124016 h 136302"/>
                <a:gd name="connsiteX7" fmla="*/ 66294 w 131159"/>
                <a:gd name="connsiteY7" fmla="*/ 136303 h 136302"/>
                <a:gd name="connsiteX8" fmla="*/ 32099 w 131159"/>
                <a:gd name="connsiteY8" fmla="*/ 127826 h 136302"/>
                <a:gd name="connsiteX9" fmla="*/ 8477 w 131159"/>
                <a:gd name="connsiteY9" fmla="*/ 103918 h 136302"/>
                <a:gd name="connsiteX10" fmla="*/ 0 w 131159"/>
                <a:gd name="connsiteY10" fmla="*/ 68199 h 136302"/>
                <a:gd name="connsiteX11" fmla="*/ 8382 w 131159"/>
                <a:gd name="connsiteY11" fmla="*/ 32195 h 136302"/>
                <a:gd name="connsiteX12" fmla="*/ 31718 w 131159"/>
                <a:gd name="connsiteY12" fmla="*/ 8382 h 136302"/>
                <a:gd name="connsiteX13" fmla="*/ 66199 w 131159"/>
                <a:gd name="connsiteY13" fmla="*/ 0 h 136302"/>
                <a:gd name="connsiteX14" fmla="*/ 99917 w 131159"/>
                <a:gd name="connsiteY14" fmla="*/ 8096 h 136302"/>
                <a:gd name="connsiteX15" fmla="*/ 122968 w 131159"/>
                <a:gd name="connsiteY15" fmla="*/ 31052 h 136302"/>
                <a:gd name="connsiteX16" fmla="*/ 131159 w 131159"/>
                <a:gd name="connsiteY16" fmla="*/ 65246 h 136302"/>
                <a:gd name="connsiteX17" fmla="*/ 130207 w 131159"/>
                <a:gd name="connsiteY17" fmla="*/ 78105 h 136302"/>
                <a:gd name="connsiteX18" fmla="*/ 96869 w 131159"/>
                <a:gd name="connsiteY18" fmla="*/ 55817 h 136302"/>
                <a:gd name="connsiteX19" fmla="*/ 87535 w 131159"/>
                <a:gd name="connsiteY19" fmla="*/ 35243 h 136302"/>
                <a:gd name="connsiteX20" fmla="*/ 65341 w 131159"/>
                <a:gd name="connsiteY20" fmla="*/ 27527 h 136302"/>
                <a:gd name="connsiteX21" fmla="*/ 44482 w 131159"/>
                <a:gd name="connsiteY21" fmla="*/ 35052 h 136302"/>
                <a:gd name="connsiteX22" fmla="*/ 34099 w 131159"/>
                <a:gd name="connsiteY22" fmla="*/ 55912 h 136302"/>
                <a:gd name="connsiteX23" fmla="*/ 96774 w 131159"/>
                <a:gd name="connsiteY23" fmla="*/ 55912 h 13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1159" h="136302">
                  <a:moveTo>
                    <a:pt x="130397" y="78200"/>
                  </a:moveTo>
                  <a:lnTo>
                    <a:pt x="34004" y="78200"/>
                  </a:lnTo>
                  <a:cubicBezTo>
                    <a:pt x="34766" y="87725"/>
                    <a:pt x="38100" y="95155"/>
                    <a:pt x="44005" y="100584"/>
                  </a:cubicBezTo>
                  <a:cubicBezTo>
                    <a:pt x="49911" y="106013"/>
                    <a:pt x="57150" y="108680"/>
                    <a:pt x="65722" y="108680"/>
                  </a:cubicBezTo>
                  <a:cubicBezTo>
                    <a:pt x="78105" y="108680"/>
                    <a:pt x="86868" y="103346"/>
                    <a:pt x="92107" y="92678"/>
                  </a:cubicBezTo>
                  <a:lnTo>
                    <a:pt x="128016" y="92678"/>
                  </a:lnTo>
                  <a:cubicBezTo>
                    <a:pt x="124206" y="105347"/>
                    <a:pt x="116872" y="115824"/>
                    <a:pt x="106108" y="124016"/>
                  </a:cubicBezTo>
                  <a:cubicBezTo>
                    <a:pt x="95345" y="132207"/>
                    <a:pt x="82010" y="136303"/>
                    <a:pt x="66294" y="136303"/>
                  </a:cubicBezTo>
                  <a:cubicBezTo>
                    <a:pt x="53626" y="136303"/>
                    <a:pt x="42196" y="133445"/>
                    <a:pt x="32099" y="127826"/>
                  </a:cubicBezTo>
                  <a:cubicBezTo>
                    <a:pt x="22003" y="122206"/>
                    <a:pt x="14192" y="114205"/>
                    <a:pt x="8477" y="103918"/>
                  </a:cubicBezTo>
                  <a:cubicBezTo>
                    <a:pt x="2857" y="93631"/>
                    <a:pt x="0" y="81725"/>
                    <a:pt x="0" y="68199"/>
                  </a:cubicBezTo>
                  <a:cubicBezTo>
                    <a:pt x="0" y="54674"/>
                    <a:pt x="2762" y="42577"/>
                    <a:pt x="8382" y="32195"/>
                  </a:cubicBezTo>
                  <a:cubicBezTo>
                    <a:pt x="13906" y="21907"/>
                    <a:pt x="21717" y="13906"/>
                    <a:pt x="31718" y="8382"/>
                  </a:cubicBezTo>
                  <a:cubicBezTo>
                    <a:pt x="41719" y="2857"/>
                    <a:pt x="53245" y="0"/>
                    <a:pt x="66199" y="0"/>
                  </a:cubicBezTo>
                  <a:cubicBezTo>
                    <a:pt x="79153" y="0"/>
                    <a:pt x="90011" y="2667"/>
                    <a:pt x="99917" y="8096"/>
                  </a:cubicBezTo>
                  <a:cubicBezTo>
                    <a:pt x="109823" y="13526"/>
                    <a:pt x="117538" y="21146"/>
                    <a:pt x="122968" y="31052"/>
                  </a:cubicBezTo>
                  <a:cubicBezTo>
                    <a:pt x="128492" y="40957"/>
                    <a:pt x="131159" y="52388"/>
                    <a:pt x="131159" y="65246"/>
                  </a:cubicBezTo>
                  <a:cubicBezTo>
                    <a:pt x="131159" y="70009"/>
                    <a:pt x="130873" y="74295"/>
                    <a:pt x="130207" y="78105"/>
                  </a:cubicBezTo>
                  <a:close/>
                  <a:moveTo>
                    <a:pt x="96869" y="55817"/>
                  </a:moveTo>
                  <a:cubicBezTo>
                    <a:pt x="96679" y="47244"/>
                    <a:pt x="93631" y="40386"/>
                    <a:pt x="87535" y="35243"/>
                  </a:cubicBezTo>
                  <a:cubicBezTo>
                    <a:pt x="81534" y="30099"/>
                    <a:pt x="74104" y="27527"/>
                    <a:pt x="65341" y="27527"/>
                  </a:cubicBezTo>
                  <a:cubicBezTo>
                    <a:pt x="57055" y="27527"/>
                    <a:pt x="50101" y="30004"/>
                    <a:pt x="44482" y="35052"/>
                  </a:cubicBezTo>
                  <a:cubicBezTo>
                    <a:pt x="38862" y="40100"/>
                    <a:pt x="35433" y="46958"/>
                    <a:pt x="34099" y="55912"/>
                  </a:cubicBezTo>
                  <a:lnTo>
                    <a:pt x="96774" y="55912"/>
                  </a:lnTo>
                  <a:close/>
                </a:path>
              </a:pathLst>
            </a:custGeom>
            <a:grpFill/>
            <a:ln w="9525" cap="flat">
              <a:noFill/>
              <a:prstDash val="solid"/>
              <a:miter/>
            </a:ln>
          </p:spPr>
          <p:txBody>
            <a:bodyPr rtlCol="0" anchor="ctr"/>
            <a:lstStyle/>
            <a:p>
              <a:endParaRPr lang="fi-FI" sz="3200"/>
            </a:p>
          </p:txBody>
        </p:sp>
        <p:sp>
          <p:nvSpPr>
            <p:cNvPr id="615" name="Vapaamuotoinen: Muoto 614">
              <a:extLst>
                <a:ext uri="{FF2B5EF4-FFF2-40B4-BE49-F238E27FC236}">
                  <a16:creationId xmlns:a16="http://schemas.microsoft.com/office/drawing/2014/main" id="{CD57FB60-7E64-D9F1-D5F4-916A282F0F0D}"/>
                </a:ext>
              </a:extLst>
            </p:cNvPr>
            <p:cNvSpPr/>
            <p:nvPr/>
          </p:nvSpPr>
          <p:spPr>
            <a:xfrm>
              <a:off x="4914042" y="2528982"/>
              <a:ext cx="137350" cy="200215"/>
            </a:xfrm>
            <a:custGeom>
              <a:avLst/>
              <a:gdLst>
                <a:gd name="connsiteX0" fmla="*/ 8096 w 137350"/>
                <a:gd name="connsiteY0" fmla="*/ 96203 h 200215"/>
                <a:gd name="connsiteX1" fmla="*/ 29718 w 137350"/>
                <a:gd name="connsiteY1" fmla="*/ 72390 h 200215"/>
                <a:gd name="connsiteX2" fmla="*/ 60293 w 137350"/>
                <a:gd name="connsiteY2" fmla="*/ 64008 h 200215"/>
                <a:gd name="connsiteX3" fmla="*/ 86106 w 137350"/>
                <a:gd name="connsiteY3" fmla="*/ 69913 h 200215"/>
                <a:gd name="connsiteX4" fmla="*/ 103822 w 137350"/>
                <a:gd name="connsiteY4" fmla="*/ 84963 h 200215"/>
                <a:gd name="connsiteX5" fmla="*/ 103822 w 137350"/>
                <a:gd name="connsiteY5" fmla="*/ 66104 h 200215"/>
                <a:gd name="connsiteX6" fmla="*/ 137350 w 137350"/>
                <a:gd name="connsiteY6" fmla="*/ 66104 h 200215"/>
                <a:gd name="connsiteX7" fmla="*/ 137350 w 137350"/>
                <a:gd name="connsiteY7" fmla="*/ 198025 h 200215"/>
                <a:gd name="connsiteX8" fmla="*/ 103822 w 137350"/>
                <a:gd name="connsiteY8" fmla="*/ 198025 h 200215"/>
                <a:gd name="connsiteX9" fmla="*/ 103822 w 137350"/>
                <a:gd name="connsiteY9" fmla="*/ 178784 h 200215"/>
                <a:gd name="connsiteX10" fmla="*/ 86106 w 137350"/>
                <a:gd name="connsiteY10" fmla="*/ 194119 h 200215"/>
                <a:gd name="connsiteX11" fmla="*/ 60007 w 137350"/>
                <a:gd name="connsiteY11" fmla="*/ 200215 h 200215"/>
                <a:gd name="connsiteX12" fmla="*/ 29623 w 137350"/>
                <a:gd name="connsiteY12" fmla="*/ 191643 h 200215"/>
                <a:gd name="connsiteX13" fmla="*/ 8001 w 137350"/>
                <a:gd name="connsiteY13" fmla="*/ 167450 h 200215"/>
                <a:gd name="connsiteX14" fmla="*/ 0 w 137350"/>
                <a:gd name="connsiteY14" fmla="*/ 131636 h 200215"/>
                <a:gd name="connsiteX15" fmla="*/ 8001 w 137350"/>
                <a:gd name="connsiteY15" fmla="*/ 96203 h 200215"/>
                <a:gd name="connsiteX16" fmla="*/ 99155 w 137350"/>
                <a:gd name="connsiteY16" fmla="*/ 111347 h 200215"/>
                <a:gd name="connsiteX17" fmla="*/ 86296 w 137350"/>
                <a:gd name="connsiteY17" fmla="*/ 98012 h 200215"/>
                <a:gd name="connsiteX18" fmla="*/ 68866 w 137350"/>
                <a:gd name="connsiteY18" fmla="*/ 93345 h 200215"/>
                <a:gd name="connsiteX19" fmla="*/ 51721 w 137350"/>
                <a:gd name="connsiteY19" fmla="*/ 97917 h 200215"/>
                <a:gd name="connsiteX20" fmla="*/ 38957 w 137350"/>
                <a:gd name="connsiteY20" fmla="*/ 111157 h 200215"/>
                <a:gd name="connsiteX21" fmla="*/ 34099 w 137350"/>
                <a:gd name="connsiteY21" fmla="*/ 131731 h 200215"/>
                <a:gd name="connsiteX22" fmla="*/ 38957 w 137350"/>
                <a:gd name="connsiteY22" fmla="*/ 152590 h 200215"/>
                <a:gd name="connsiteX23" fmla="*/ 51816 w 137350"/>
                <a:gd name="connsiteY23" fmla="*/ 166307 h 200215"/>
                <a:gd name="connsiteX24" fmla="*/ 68866 w 137350"/>
                <a:gd name="connsiteY24" fmla="*/ 171069 h 200215"/>
                <a:gd name="connsiteX25" fmla="*/ 86296 w 137350"/>
                <a:gd name="connsiteY25" fmla="*/ 166402 h 200215"/>
                <a:gd name="connsiteX26" fmla="*/ 99155 w 137350"/>
                <a:gd name="connsiteY26" fmla="*/ 153067 h 200215"/>
                <a:gd name="connsiteX27" fmla="*/ 103918 w 137350"/>
                <a:gd name="connsiteY27" fmla="*/ 132207 h 200215"/>
                <a:gd name="connsiteX28" fmla="*/ 99155 w 137350"/>
                <a:gd name="connsiteY28" fmla="*/ 111347 h 200215"/>
                <a:gd name="connsiteX29" fmla="*/ 93345 w 137350"/>
                <a:gd name="connsiteY29" fmla="*/ 47339 h 200215"/>
                <a:gd name="connsiteX30" fmla="*/ 73438 w 137350"/>
                <a:gd name="connsiteY30" fmla="*/ 54864 h 200215"/>
                <a:gd name="connsiteX31" fmla="*/ 53721 w 137350"/>
                <a:gd name="connsiteY31" fmla="*/ 47339 h 200215"/>
                <a:gd name="connsiteX32" fmla="*/ 45625 w 137350"/>
                <a:gd name="connsiteY32" fmla="*/ 27432 h 200215"/>
                <a:gd name="connsiteX33" fmla="*/ 53721 w 137350"/>
                <a:gd name="connsiteY33" fmla="*/ 7525 h 200215"/>
                <a:gd name="connsiteX34" fmla="*/ 73438 w 137350"/>
                <a:gd name="connsiteY34" fmla="*/ 0 h 200215"/>
                <a:gd name="connsiteX35" fmla="*/ 93345 w 137350"/>
                <a:gd name="connsiteY35" fmla="*/ 7525 h 200215"/>
                <a:gd name="connsiteX36" fmla="*/ 101346 w 137350"/>
                <a:gd name="connsiteY36" fmla="*/ 27432 h 200215"/>
                <a:gd name="connsiteX37" fmla="*/ 93345 w 137350"/>
                <a:gd name="connsiteY37" fmla="*/ 47339 h 200215"/>
                <a:gd name="connsiteX38" fmla="*/ 81534 w 137350"/>
                <a:gd name="connsiteY38" fmla="*/ 18764 h 200215"/>
                <a:gd name="connsiteX39" fmla="*/ 73438 w 137350"/>
                <a:gd name="connsiteY39" fmla="*/ 15526 h 200215"/>
                <a:gd name="connsiteX40" fmla="*/ 65341 w 137350"/>
                <a:gd name="connsiteY40" fmla="*/ 18764 h 200215"/>
                <a:gd name="connsiteX41" fmla="*/ 62008 w 137350"/>
                <a:gd name="connsiteY41" fmla="*/ 27432 h 200215"/>
                <a:gd name="connsiteX42" fmla="*/ 65341 w 137350"/>
                <a:gd name="connsiteY42" fmla="*/ 35909 h 200215"/>
                <a:gd name="connsiteX43" fmla="*/ 73438 w 137350"/>
                <a:gd name="connsiteY43" fmla="*/ 39338 h 200215"/>
                <a:gd name="connsiteX44" fmla="*/ 81534 w 137350"/>
                <a:gd name="connsiteY44" fmla="*/ 35909 h 200215"/>
                <a:gd name="connsiteX45" fmla="*/ 84868 w 137350"/>
                <a:gd name="connsiteY45" fmla="*/ 27432 h 200215"/>
                <a:gd name="connsiteX46" fmla="*/ 81534 w 137350"/>
                <a:gd name="connsiteY46" fmla="*/ 18764 h 200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37350" h="200215">
                  <a:moveTo>
                    <a:pt x="8096" y="96203"/>
                  </a:moveTo>
                  <a:cubicBezTo>
                    <a:pt x="13430" y="85915"/>
                    <a:pt x="20669" y="77914"/>
                    <a:pt x="29718" y="72390"/>
                  </a:cubicBezTo>
                  <a:cubicBezTo>
                    <a:pt x="38862" y="66865"/>
                    <a:pt x="49054" y="64008"/>
                    <a:pt x="60293" y="64008"/>
                  </a:cubicBezTo>
                  <a:cubicBezTo>
                    <a:pt x="70104" y="64008"/>
                    <a:pt x="78772" y="66008"/>
                    <a:pt x="86106" y="69913"/>
                  </a:cubicBezTo>
                  <a:cubicBezTo>
                    <a:pt x="93536" y="73914"/>
                    <a:pt x="99441" y="78867"/>
                    <a:pt x="103822" y="84963"/>
                  </a:cubicBezTo>
                  <a:lnTo>
                    <a:pt x="103822" y="66104"/>
                  </a:lnTo>
                  <a:lnTo>
                    <a:pt x="137350" y="66104"/>
                  </a:lnTo>
                  <a:lnTo>
                    <a:pt x="137350" y="198025"/>
                  </a:lnTo>
                  <a:lnTo>
                    <a:pt x="103822" y="198025"/>
                  </a:lnTo>
                  <a:lnTo>
                    <a:pt x="103822" y="178784"/>
                  </a:lnTo>
                  <a:cubicBezTo>
                    <a:pt x="99536" y="184976"/>
                    <a:pt x="93631" y="190119"/>
                    <a:pt x="86106" y="194119"/>
                  </a:cubicBezTo>
                  <a:cubicBezTo>
                    <a:pt x="78581" y="198215"/>
                    <a:pt x="69913" y="200215"/>
                    <a:pt x="60007" y="200215"/>
                  </a:cubicBezTo>
                  <a:cubicBezTo>
                    <a:pt x="48863" y="200215"/>
                    <a:pt x="38767" y="197358"/>
                    <a:pt x="29623" y="191643"/>
                  </a:cubicBezTo>
                  <a:cubicBezTo>
                    <a:pt x="20479" y="185928"/>
                    <a:pt x="13240" y="177832"/>
                    <a:pt x="8001" y="167450"/>
                  </a:cubicBezTo>
                  <a:cubicBezTo>
                    <a:pt x="2667" y="157067"/>
                    <a:pt x="0" y="145066"/>
                    <a:pt x="0" y="131636"/>
                  </a:cubicBezTo>
                  <a:cubicBezTo>
                    <a:pt x="0" y="118205"/>
                    <a:pt x="2667" y="106489"/>
                    <a:pt x="8001" y="96203"/>
                  </a:cubicBezTo>
                  <a:close/>
                  <a:moveTo>
                    <a:pt x="99155" y="111347"/>
                  </a:moveTo>
                  <a:cubicBezTo>
                    <a:pt x="96012" y="105537"/>
                    <a:pt x="91726" y="101060"/>
                    <a:pt x="86296" y="98012"/>
                  </a:cubicBezTo>
                  <a:cubicBezTo>
                    <a:pt x="80867" y="94964"/>
                    <a:pt x="75152" y="93345"/>
                    <a:pt x="68866" y="93345"/>
                  </a:cubicBezTo>
                  <a:cubicBezTo>
                    <a:pt x="62579" y="93345"/>
                    <a:pt x="56959" y="94869"/>
                    <a:pt x="51721" y="97917"/>
                  </a:cubicBezTo>
                  <a:cubicBezTo>
                    <a:pt x="46482" y="100965"/>
                    <a:pt x="42196" y="105346"/>
                    <a:pt x="38957" y="111157"/>
                  </a:cubicBezTo>
                  <a:cubicBezTo>
                    <a:pt x="35719" y="116967"/>
                    <a:pt x="34099" y="123825"/>
                    <a:pt x="34099" y="131731"/>
                  </a:cubicBezTo>
                  <a:cubicBezTo>
                    <a:pt x="34099" y="139636"/>
                    <a:pt x="35719" y="146590"/>
                    <a:pt x="38957" y="152590"/>
                  </a:cubicBezTo>
                  <a:cubicBezTo>
                    <a:pt x="42196" y="158496"/>
                    <a:pt x="46482" y="163163"/>
                    <a:pt x="51816" y="166307"/>
                  </a:cubicBezTo>
                  <a:cubicBezTo>
                    <a:pt x="57150" y="169450"/>
                    <a:pt x="62770" y="171069"/>
                    <a:pt x="68866" y="171069"/>
                  </a:cubicBezTo>
                  <a:cubicBezTo>
                    <a:pt x="74962" y="171069"/>
                    <a:pt x="80867" y="169545"/>
                    <a:pt x="86296" y="166402"/>
                  </a:cubicBezTo>
                  <a:cubicBezTo>
                    <a:pt x="91726" y="163259"/>
                    <a:pt x="96012" y="158877"/>
                    <a:pt x="99155" y="153067"/>
                  </a:cubicBezTo>
                  <a:cubicBezTo>
                    <a:pt x="102298" y="147257"/>
                    <a:pt x="103918" y="140303"/>
                    <a:pt x="103918" y="132207"/>
                  </a:cubicBezTo>
                  <a:cubicBezTo>
                    <a:pt x="103918" y="124111"/>
                    <a:pt x="102298" y="117158"/>
                    <a:pt x="99155" y="111347"/>
                  </a:cubicBezTo>
                  <a:close/>
                  <a:moveTo>
                    <a:pt x="93345" y="47339"/>
                  </a:moveTo>
                  <a:cubicBezTo>
                    <a:pt x="88011" y="52292"/>
                    <a:pt x="81439" y="54864"/>
                    <a:pt x="73438" y="54864"/>
                  </a:cubicBezTo>
                  <a:cubicBezTo>
                    <a:pt x="65437" y="54864"/>
                    <a:pt x="59055" y="52387"/>
                    <a:pt x="53721" y="47339"/>
                  </a:cubicBezTo>
                  <a:cubicBezTo>
                    <a:pt x="48292" y="42291"/>
                    <a:pt x="45625" y="35719"/>
                    <a:pt x="45625" y="27432"/>
                  </a:cubicBezTo>
                  <a:cubicBezTo>
                    <a:pt x="45625" y="19145"/>
                    <a:pt x="48292" y="12573"/>
                    <a:pt x="53721" y="7525"/>
                  </a:cubicBezTo>
                  <a:cubicBezTo>
                    <a:pt x="59150" y="2477"/>
                    <a:pt x="65722" y="0"/>
                    <a:pt x="73438" y="0"/>
                  </a:cubicBezTo>
                  <a:cubicBezTo>
                    <a:pt x="81153" y="0"/>
                    <a:pt x="88011" y="2477"/>
                    <a:pt x="93345" y="7525"/>
                  </a:cubicBezTo>
                  <a:cubicBezTo>
                    <a:pt x="98679" y="12573"/>
                    <a:pt x="101346" y="19145"/>
                    <a:pt x="101346" y="27432"/>
                  </a:cubicBezTo>
                  <a:cubicBezTo>
                    <a:pt x="101346" y="35719"/>
                    <a:pt x="98679" y="42291"/>
                    <a:pt x="93345" y="47339"/>
                  </a:cubicBezTo>
                  <a:close/>
                  <a:moveTo>
                    <a:pt x="81534" y="18764"/>
                  </a:moveTo>
                  <a:cubicBezTo>
                    <a:pt x="79343" y="16573"/>
                    <a:pt x="76581" y="15526"/>
                    <a:pt x="73438" y="15526"/>
                  </a:cubicBezTo>
                  <a:cubicBezTo>
                    <a:pt x="70294" y="15526"/>
                    <a:pt x="67532" y="16573"/>
                    <a:pt x="65341" y="18764"/>
                  </a:cubicBezTo>
                  <a:cubicBezTo>
                    <a:pt x="63151" y="20860"/>
                    <a:pt x="62008" y="23813"/>
                    <a:pt x="62008" y="27432"/>
                  </a:cubicBezTo>
                  <a:cubicBezTo>
                    <a:pt x="62008" y="30766"/>
                    <a:pt x="63151" y="33623"/>
                    <a:pt x="65341" y="35909"/>
                  </a:cubicBezTo>
                  <a:cubicBezTo>
                    <a:pt x="67532" y="38195"/>
                    <a:pt x="70294" y="39338"/>
                    <a:pt x="73438" y="39338"/>
                  </a:cubicBezTo>
                  <a:cubicBezTo>
                    <a:pt x="76581" y="39338"/>
                    <a:pt x="79343" y="38195"/>
                    <a:pt x="81534" y="35909"/>
                  </a:cubicBezTo>
                  <a:cubicBezTo>
                    <a:pt x="83725" y="33623"/>
                    <a:pt x="84868" y="30766"/>
                    <a:pt x="84868" y="27432"/>
                  </a:cubicBezTo>
                  <a:cubicBezTo>
                    <a:pt x="84868" y="23813"/>
                    <a:pt x="83725" y="20860"/>
                    <a:pt x="81534" y="18764"/>
                  </a:cubicBezTo>
                  <a:close/>
                </a:path>
              </a:pathLst>
            </a:custGeom>
            <a:grpFill/>
            <a:ln w="9525" cap="flat">
              <a:noFill/>
              <a:prstDash val="solid"/>
              <a:miter/>
            </a:ln>
          </p:spPr>
          <p:txBody>
            <a:bodyPr rtlCol="0" anchor="ctr"/>
            <a:lstStyle/>
            <a:p>
              <a:endParaRPr lang="fi-FI" sz="3200"/>
            </a:p>
          </p:txBody>
        </p:sp>
      </p:grpSp>
      <p:grpSp>
        <p:nvGrpSpPr>
          <p:cNvPr id="629" name="Ryhmä 628">
            <a:extLst>
              <a:ext uri="{FF2B5EF4-FFF2-40B4-BE49-F238E27FC236}">
                <a16:creationId xmlns:a16="http://schemas.microsoft.com/office/drawing/2014/main" id="{3745DDD3-99F6-AD71-A083-DE1D7BC8D0C7}"/>
              </a:ext>
              <a:ext uri="{C183D7F6-B498-43B3-948B-1728B52AA6E4}">
                <adec:decorative xmlns:adec="http://schemas.microsoft.com/office/drawing/2017/decorative" val="1"/>
              </a:ext>
            </a:extLst>
          </p:cNvPr>
          <p:cNvGrpSpPr/>
          <p:nvPr userDrawn="1"/>
        </p:nvGrpSpPr>
        <p:grpSpPr>
          <a:xfrm>
            <a:off x="8429920" y="4344591"/>
            <a:ext cx="447511" cy="312998"/>
            <a:chOff x="4253388" y="2279142"/>
            <a:chExt cx="643605" cy="450151"/>
          </a:xfrm>
          <a:solidFill>
            <a:schemeClr val="accent1"/>
          </a:solidFill>
        </p:grpSpPr>
        <p:sp>
          <p:nvSpPr>
            <p:cNvPr id="620" name="Vapaamuotoinen: Muoto 619">
              <a:extLst>
                <a:ext uri="{FF2B5EF4-FFF2-40B4-BE49-F238E27FC236}">
                  <a16:creationId xmlns:a16="http://schemas.microsoft.com/office/drawing/2014/main" id="{6965343F-4D1C-38C5-3C2F-A3C407BDDC67}"/>
                </a:ext>
              </a:extLst>
            </p:cNvPr>
            <p:cNvSpPr/>
            <p:nvPr/>
          </p:nvSpPr>
          <p:spPr>
            <a:xfrm>
              <a:off x="4253388" y="2312288"/>
              <a:ext cx="40766" cy="167163"/>
            </a:xfrm>
            <a:custGeom>
              <a:avLst/>
              <a:gdLst>
                <a:gd name="connsiteX0" fmla="*/ 40767 w 40766"/>
                <a:gd name="connsiteY0" fmla="*/ 0 h 167163"/>
                <a:gd name="connsiteX1" fmla="*/ 40767 w 40766"/>
                <a:gd name="connsiteY1" fmla="*/ 167164 h 167163"/>
                <a:gd name="connsiteX2" fmla="*/ 0 w 40766"/>
                <a:gd name="connsiteY2" fmla="*/ 167164 h 167163"/>
                <a:gd name="connsiteX3" fmla="*/ 0 w 40766"/>
                <a:gd name="connsiteY3" fmla="*/ 0 h 167163"/>
                <a:gd name="connsiteX4" fmla="*/ 40767 w 40766"/>
                <a:gd name="connsiteY4" fmla="*/ 0 h 1671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66" h="167163">
                  <a:moveTo>
                    <a:pt x="40767" y="0"/>
                  </a:moveTo>
                  <a:lnTo>
                    <a:pt x="40767" y="167164"/>
                  </a:lnTo>
                  <a:lnTo>
                    <a:pt x="0" y="167164"/>
                  </a:lnTo>
                  <a:lnTo>
                    <a:pt x="0" y="0"/>
                  </a:lnTo>
                  <a:lnTo>
                    <a:pt x="40767" y="0"/>
                  </a:lnTo>
                  <a:close/>
                </a:path>
              </a:pathLst>
            </a:custGeom>
            <a:grpFill/>
            <a:ln w="9525" cap="flat">
              <a:noFill/>
              <a:prstDash val="solid"/>
              <a:miter/>
            </a:ln>
          </p:spPr>
          <p:txBody>
            <a:bodyPr rtlCol="0" anchor="ctr"/>
            <a:lstStyle/>
            <a:p>
              <a:endParaRPr lang="fi-FI" sz="3200"/>
            </a:p>
          </p:txBody>
        </p:sp>
        <p:sp>
          <p:nvSpPr>
            <p:cNvPr id="621" name="Vapaamuotoinen: Muoto 620">
              <a:extLst>
                <a:ext uri="{FF2B5EF4-FFF2-40B4-BE49-F238E27FC236}">
                  <a16:creationId xmlns:a16="http://schemas.microsoft.com/office/drawing/2014/main" id="{A8D08A68-AE03-4246-0F3F-ECB2B68B1041}"/>
                </a:ext>
              </a:extLst>
            </p:cNvPr>
            <p:cNvSpPr/>
            <p:nvPr/>
          </p:nvSpPr>
          <p:spPr>
            <a:xfrm>
              <a:off x="4323683" y="2345150"/>
              <a:ext cx="132111" cy="134302"/>
            </a:xfrm>
            <a:custGeom>
              <a:avLst/>
              <a:gdLst>
                <a:gd name="connsiteX0" fmla="*/ 118205 w 132111"/>
                <a:gd name="connsiteY0" fmla="*/ 15145 h 134302"/>
                <a:gd name="connsiteX1" fmla="*/ 132112 w 132111"/>
                <a:gd name="connsiteY1" fmla="*/ 56674 h 134302"/>
                <a:gd name="connsiteX2" fmla="*/ 132112 w 132111"/>
                <a:gd name="connsiteY2" fmla="*/ 134303 h 134302"/>
                <a:gd name="connsiteX3" fmla="*/ 91630 w 132111"/>
                <a:gd name="connsiteY3" fmla="*/ 134303 h 134302"/>
                <a:gd name="connsiteX4" fmla="*/ 91630 w 132111"/>
                <a:gd name="connsiteY4" fmla="*/ 62198 h 134302"/>
                <a:gd name="connsiteX5" fmla="*/ 84773 w 132111"/>
                <a:gd name="connsiteY5" fmla="*/ 41434 h 134302"/>
                <a:gd name="connsiteX6" fmla="*/ 66199 w 132111"/>
                <a:gd name="connsiteY6" fmla="*/ 34100 h 134302"/>
                <a:gd name="connsiteX7" fmla="*/ 47625 w 132111"/>
                <a:gd name="connsiteY7" fmla="*/ 41434 h 134302"/>
                <a:gd name="connsiteX8" fmla="*/ 40767 w 132111"/>
                <a:gd name="connsiteY8" fmla="*/ 62198 h 134302"/>
                <a:gd name="connsiteX9" fmla="*/ 40767 w 132111"/>
                <a:gd name="connsiteY9" fmla="*/ 134303 h 134302"/>
                <a:gd name="connsiteX10" fmla="*/ 0 w 132111"/>
                <a:gd name="connsiteY10" fmla="*/ 134303 h 134302"/>
                <a:gd name="connsiteX11" fmla="*/ 0 w 132111"/>
                <a:gd name="connsiteY11" fmla="*/ 1429 h 134302"/>
                <a:gd name="connsiteX12" fmla="*/ 40767 w 132111"/>
                <a:gd name="connsiteY12" fmla="*/ 1429 h 134302"/>
                <a:gd name="connsiteX13" fmla="*/ 40767 w 132111"/>
                <a:gd name="connsiteY13" fmla="*/ 19050 h 134302"/>
                <a:gd name="connsiteX14" fmla="*/ 57436 w 132111"/>
                <a:gd name="connsiteY14" fmla="*/ 5143 h 134302"/>
                <a:gd name="connsiteX15" fmla="*/ 80963 w 132111"/>
                <a:gd name="connsiteY15" fmla="*/ 0 h 134302"/>
                <a:gd name="connsiteX16" fmla="*/ 118205 w 132111"/>
                <a:gd name="connsiteY16" fmla="*/ 15145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34302">
                  <a:moveTo>
                    <a:pt x="118205" y="15145"/>
                  </a:moveTo>
                  <a:cubicBezTo>
                    <a:pt x="127540" y="25241"/>
                    <a:pt x="132112" y="39053"/>
                    <a:pt x="132112" y="56674"/>
                  </a:cubicBezTo>
                  <a:lnTo>
                    <a:pt x="132112" y="134303"/>
                  </a:lnTo>
                  <a:lnTo>
                    <a:pt x="91630" y="134303"/>
                  </a:lnTo>
                  <a:lnTo>
                    <a:pt x="91630" y="62198"/>
                  </a:lnTo>
                  <a:cubicBezTo>
                    <a:pt x="91630" y="53340"/>
                    <a:pt x="89344" y="46387"/>
                    <a:pt x="84773" y="41434"/>
                  </a:cubicBezTo>
                  <a:cubicBezTo>
                    <a:pt x="80201" y="36481"/>
                    <a:pt x="74009" y="34100"/>
                    <a:pt x="66199" y="34100"/>
                  </a:cubicBezTo>
                  <a:cubicBezTo>
                    <a:pt x="58388" y="34100"/>
                    <a:pt x="52197" y="36576"/>
                    <a:pt x="47625" y="41434"/>
                  </a:cubicBezTo>
                  <a:cubicBezTo>
                    <a:pt x="43053" y="46387"/>
                    <a:pt x="40767" y="53245"/>
                    <a:pt x="40767" y="62198"/>
                  </a:cubicBezTo>
                  <a:lnTo>
                    <a:pt x="40767" y="134303"/>
                  </a:lnTo>
                  <a:lnTo>
                    <a:pt x="0" y="134303"/>
                  </a:lnTo>
                  <a:lnTo>
                    <a:pt x="0" y="1429"/>
                  </a:lnTo>
                  <a:lnTo>
                    <a:pt x="40767" y="1429"/>
                  </a:lnTo>
                  <a:lnTo>
                    <a:pt x="40767" y="19050"/>
                  </a:lnTo>
                  <a:cubicBezTo>
                    <a:pt x="44863" y="13145"/>
                    <a:pt x="50482" y="8572"/>
                    <a:pt x="57436" y="5143"/>
                  </a:cubicBezTo>
                  <a:cubicBezTo>
                    <a:pt x="64389" y="1714"/>
                    <a:pt x="72295" y="0"/>
                    <a:pt x="80963" y="0"/>
                  </a:cubicBezTo>
                  <a:cubicBezTo>
                    <a:pt x="96488" y="0"/>
                    <a:pt x="108966" y="5048"/>
                    <a:pt x="118205" y="15145"/>
                  </a:cubicBezTo>
                  <a:close/>
                </a:path>
              </a:pathLst>
            </a:custGeom>
            <a:grpFill/>
            <a:ln w="9525" cap="flat">
              <a:noFill/>
              <a:prstDash val="solid"/>
              <a:miter/>
            </a:ln>
          </p:spPr>
          <p:txBody>
            <a:bodyPr rtlCol="0" anchor="ctr"/>
            <a:lstStyle/>
            <a:p>
              <a:endParaRPr lang="fi-FI" sz="3200"/>
            </a:p>
          </p:txBody>
        </p:sp>
        <p:sp>
          <p:nvSpPr>
            <p:cNvPr id="622" name="Vapaamuotoinen: Muoto 621">
              <a:extLst>
                <a:ext uri="{FF2B5EF4-FFF2-40B4-BE49-F238E27FC236}">
                  <a16:creationId xmlns:a16="http://schemas.microsoft.com/office/drawing/2014/main" id="{CE7790EF-5CEE-8130-9399-119049F95645}"/>
                </a:ext>
              </a:extLst>
            </p:cNvPr>
            <p:cNvSpPr/>
            <p:nvPr/>
          </p:nvSpPr>
          <p:spPr>
            <a:xfrm>
              <a:off x="4475988" y="2344578"/>
              <a:ext cx="140207" cy="200310"/>
            </a:xfrm>
            <a:custGeom>
              <a:avLst/>
              <a:gdLst>
                <a:gd name="connsiteX0" fmla="*/ 83249 w 140207"/>
                <a:gd name="connsiteY0" fmla="*/ 5810 h 200310"/>
                <a:gd name="connsiteX1" fmla="*/ 99536 w 140207"/>
                <a:gd name="connsiteY1" fmla="*/ 20764 h 200310"/>
                <a:gd name="connsiteX2" fmla="*/ 99536 w 140207"/>
                <a:gd name="connsiteY2" fmla="*/ 2000 h 200310"/>
                <a:gd name="connsiteX3" fmla="*/ 140208 w 140207"/>
                <a:gd name="connsiteY3" fmla="*/ 2000 h 200310"/>
                <a:gd name="connsiteX4" fmla="*/ 140208 w 140207"/>
                <a:gd name="connsiteY4" fmla="*/ 134588 h 200310"/>
                <a:gd name="connsiteX5" fmla="*/ 132969 w 140207"/>
                <a:gd name="connsiteY5" fmla="*/ 167831 h 200310"/>
                <a:gd name="connsiteX6" fmla="*/ 110776 w 140207"/>
                <a:gd name="connsiteY6" fmla="*/ 191548 h 200310"/>
                <a:gd name="connsiteX7" fmla="*/ 73724 w 140207"/>
                <a:gd name="connsiteY7" fmla="*/ 200311 h 200310"/>
                <a:gd name="connsiteX8" fmla="*/ 25813 w 140207"/>
                <a:gd name="connsiteY8" fmla="*/ 186404 h 200310"/>
                <a:gd name="connsiteX9" fmla="*/ 4858 w 140207"/>
                <a:gd name="connsiteY9" fmla="*/ 148685 h 200310"/>
                <a:gd name="connsiteX10" fmla="*/ 45148 w 140207"/>
                <a:gd name="connsiteY10" fmla="*/ 148685 h 200310"/>
                <a:gd name="connsiteX11" fmla="*/ 54197 w 140207"/>
                <a:gd name="connsiteY11" fmla="*/ 160687 h 200310"/>
                <a:gd name="connsiteX12" fmla="*/ 71818 w 140207"/>
                <a:gd name="connsiteY12" fmla="*/ 165068 h 200310"/>
                <a:gd name="connsiteX13" fmla="*/ 91916 w 140207"/>
                <a:gd name="connsiteY13" fmla="*/ 157829 h 200310"/>
                <a:gd name="connsiteX14" fmla="*/ 99441 w 140207"/>
                <a:gd name="connsiteY14" fmla="*/ 134588 h 200310"/>
                <a:gd name="connsiteX15" fmla="*/ 99441 w 140207"/>
                <a:gd name="connsiteY15" fmla="*/ 115729 h 200310"/>
                <a:gd name="connsiteX16" fmla="*/ 82963 w 140207"/>
                <a:gd name="connsiteY16" fmla="*/ 130873 h 200310"/>
                <a:gd name="connsiteX17" fmla="*/ 58483 w 140207"/>
                <a:gd name="connsiteY17" fmla="*/ 136684 h 200310"/>
                <a:gd name="connsiteX18" fmla="*/ 28766 w 140207"/>
                <a:gd name="connsiteY18" fmla="*/ 128207 h 200310"/>
                <a:gd name="connsiteX19" fmla="*/ 7715 w 140207"/>
                <a:gd name="connsiteY19" fmla="*/ 104204 h 200310"/>
                <a:gd name="connsiteX20" fmla="*/ 0 w 140207"/>
                <a:gd name="connsiteY20" fmla="*/ 68104 h 200310"/>
                <a:gd name="connsiteX21" fmla="*/ 7715 w 140207"/>
                <a:gd name="connsiteY21" fmla="*/ 32194 h 200310"/>
                <a:gd name="connsiteX22" fmla="*/ 28766 w 140207"/>
                <a:gd name="connsiteY22" fmla="*/ 8382 h 200310"/>
                <a:gd name="connsiteX23" fmla="*/ 58483 w 140207"/>
                <a:gd name="connsiteY23" fmla="*/ 0 h 200310"/>
                <a:gd name="connsiteX24" fmla="*/ 83153 w 140207"/>
                <a:gd name="connsiteY24" fmla="*/ 5715 h 200310"/>
                <a:gd name="connsiteX25" fmla="*/ 91154 w 140207"/>
                <a:gd name="connsiteY25" fmla="*/ 44387 h 200310"/>
                <a:gd name="connsiteX26" fmla="*/ 70580 w 140207"/>
                <a:gd name="connsiteY26" fmla="*/ 35624 h 200310"/>
                <a:gd name="connsiteX27" fmla="*/ 50006 w 140207"/>
                <a:gd name="connsiteY27" fmla="*/ 44291 h 200310"/>
                <a:gd name="connsiteX28" fmla="*/ 41529 w 140207"/>
                <a:gd name="connsiteY28" fmla="*/ 68199 h 200310"/>
                <a:gd name="connsiteX29" fmla="*/ 50006 w 140207"/>
                <a:gd name="connsiteY29" fmla="*/ 92393 h 200310"/>
                <a:gd name="connsiteX30" fmla="*/ 70580 w 140207"/>
                <a:gd name="connsiteY30" fmla="*/ 101346 h 200310"/>
                <a:gd name="connsiteX31" fmla="*/ 91154 w 140207"/>
                <a:gd name="connsiteY31" fmla="*/ 92583 h 200310"/>
                <a:gd name="connsiteX32" fmla="*/ 99632 w 140207"/>
                <a:gd name="connsiteY32" fmla="*/ 68485 h 200310"/>
                <a:gd name="connsiteX33" fmla="*/ 91154 w 140207"/>
                <a:gd name="connsiteY33" fmla="*/ 44387 h 200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0207" h="200310">
                  <a:moveTo>
                    <a:pt x="83249" y="5810"/>
                  </a:moveTo>
                  <a:cubicBezTo>
                    <a:pt x="90297" y="9620"/>
                    <a:pt x="95726" y="14573"/>
                    <a:pt x="99536" y="20764"/>
                  </a:cubicBezTo>
                  <a:lnTo>
                    <a:pt x="99536" y="2000"/>
                  </a:lnTo>
                  <a:lnTo>
                    <a:pt x="140208" y="2000"/>
                  </a:lnTo>
                  <a:lnTo>
                    <a:pt x="140208" y="134588"/>
                  </a:lnTo>
                  <a:cubicBezTo>
                    <a:pt x="140208" y="146780"/>
                    <a:pt x="137827" y="157925"/>
                    <a:pt x="132969" y="167831"/>
                  </a:cubicBezTo>
                  <a:cubicBezTo>
                    <a:pt x="128111" y="177737"/>
                    <a:pt x="120777" y="185642"/>
                    <a:pt x="110776" y="191548"/>
                  </a:cubicBezTo>
                  <a:cubicBezTo>
                    <a:pt x="100870" y="197453"/>
                    <a:pt x="88487" y="200311"/>
                    <a:pt x="73724" y="200311"/>
                  </a:cubicBezTo>
                  <a:cubicBezTo>
                    <a:pt x="54007" y="200311"/>
                    <a:pt x="38100" y="195644"/>
                    <a:pt x="25813" y="186404"/>
                  </a:cubicBezTo>
                  <a:cubicBezTo>
                    <a:pt x="13526" y="177165"/>
                    <a:pt x="6572" y="164497"/>
                    <a:pt x="4858" y="148685"/>
                  </a:cubicBezTo>
                  <a:lnTo>
                    <a:pt x="45148" y="148685"/>
                  </a:lnTo>
                  <a:cubicBezTo>
                    <a:pt x="46387" y="153734"/>
                    <a:pt x="49435" y="157734"/>
                    <a:pt x="54197" y="160687"/>
                  </a:cubicBezTo>
                  <a:cubicBezTo>
                    <a:pt x="58960" y="163640"/>
                    <a:pt x="64865" y="165068"/>
                    <a:pt x="71818" y="165068"/>
                  </a:cubicBezTo>
                  <a:cubicBezTo>
                    <a:pt x="80201" y="165068"/>
                    <a:pt x="86963" y="162687"/>
                    <a:pt x="91916" y="157829"/>
                  </a:cubicBezTo>
                  <a:cubicBezTo>
                    <a:pt x="96964" y="152971"/>
                    <a:pt x="99441" y="145256"/>
                    <a:pt x="99441" y="134588"/>
                  </a:cubicBezTo>
                  <a:lnTo>
                    <a:pt x="99441" y="115729"/>
                  </a:lnTo>
                  <a:cubicBezTo>
                    <a:pt x="95440" y="121920"/>
                    <a:pt x="90011" y="126968"/>
                    <a:pt x="82963" y="130873"/>
                  </a:cubicBezTo>
                  <a:cubicBezTo>
                    <a:pt x="75914" y="134779"/>
                    <a:pt x="67818" y="136684"/>
                    <a:pt x="58483" y="136684"/>
                  </a:cubicBezTo>
                  <a:cubicBezTo>
                    <a:pt x="47530" y="136684"/>
                    <a:pt x="37624" y="133826"/>
                    <a:pt x="28766" y="128207"/>
                  </a:cubicBezTo>
                  <a:cubicBezTo>
                    <a:pt x="19907" y="122587"/>
                    <a:pt x="12859" y="114586"/>
                    <a:pt x="7715" y="104204"/>
                  </a:cubicBezTo>
                  <a:cubicBezTo>
                    <a:pt x="2572" y="93821"/>
                    <a:pt x="0" y="81820"/>
                    <a:pt x="0" y="68104"/>
                  </a:cubicBezTo>
                  <a:cubicBezTo>
                    <a:pt x="0" y="54388"/>
                    <a:pt x="2572" y="42481"/>
                    <a:pt x="7715" y="32194"/>
                  </a:cubicBezTo>
                  <a:cubicBezTo>
                    <a:pt x="12859" y="21907"/>
                    <a:pt x="19907" y="13906"/>
                    <a:pt x="28766" y="8382"/>
                  </a:cubicBezTo>
                  <a:cubicBezTo>
                    <a:pt x="37624" y="2857"/>
                    <a:pt x="47625" y="0"/>
                    <a:pt x="58483" y="0"/>
                  </a:cubicBezTo>
                  <a:cubicBezTo>
                    <a:pt x="67818" y="0"/>
                    <a:pt x="76105" y="1905"/>
                    <a:pt x="83153" y="5715"/>
                  </a:cubicBezTo>
                  <a:close/>
                  <a:moveTo>
                    <a:pt x="91154" y="44387"/>
                  </a:moveTo>
                  <a:cubicBezTo>
                    <a:pt x="85535" y="38481"/>
                    <a:pt x="78677" y="35624"/>
                    <a:pt x="70580" y="35624"/>
                  </a:cubicBezTo>
                  <a:cubicBezTo>
                    <a:pt x="62484" y="35624"/>
                    <a:pt x="55626" y="38481"/>
                    <a:pt x="50006" y="44291"/>
                  </a:cubicBezTo>
                  <a:cubicBezTo>
                    <a:pt x="44387" y="50101"/>
                    <a:pt x="41529" y="58103"/>
                    <a:pt x="41529" y="68199"/>
                  </a:cubicBezTo>
                  <a:cubicBezTo>
                    <a:pt x="41529" y="78296"/>
                    <a:pt x="44387" y="86392"/>
                    <a:pt x="50006" y="92393"/>
                  </a:cubicBezTo>
                  <a:cubicBezTo>
                    <a:pt x="55626" y="98298"/>
                    <a:pt x="62484" y="101346"/>
                    <a:pt x="70580" y="101346"/>
                  </a:cubicBezTo>
                  <a:cubicBezTo>
                    <a:pt x="78677" y="101346"/>
                    <a:pt x="85535" y="98393"/>
                    <a:pt x="91154" y="92583"/>
                  </a:cubicBezTo>
                  <a:cubicBezTo>
                    <a:pt x="96774" y="86678"/>
                    <a:pt x="99632" y="78677"/>
                    <a:pt x="99632" y="68485"/>
                  </a:cubicBezTo>
                  <a:cubicBezTo>
                    <a:pt x="99632" y="58293"/>
                    <a:pt x="96774" y="50292"/>
                    <a:pt x="91154" y="44387"/>
                  </a:cubicBezTo>
                  <a:close/>
                </a:path>
              </a:pathLst>
            </a:custGeom>
            <a:grpFill/>
            <a:ln w="9525" cap="flat">
              <a:noFill/>
              <a:prstDash val="solid"/>
              <a:miter/>
            </a:ln>
          </p:spPr>
          <p:txBody>
            <a:bodyPr rtlCol="0" anchor="ctr"/>
            <a:lstStyle/>
            <a:p>
              <a:endParaRPr lang="fi-FI" sz="3200"/>
            </a:p>
          </p:txBody>
        </p:sp>
        <p:sp>
          <p:nvSpPr>
            <p:cNvPr id="623" name="Vapaamuotoinen: Muoto 622">
              <a:extLst>
                <a:ext uri="{FF2B5EF4-FFF2-40B4-BE49-F238E27FC236}">
                  <a16:creationId xmlns:a16="http://schemas.microsoft.com/office/drawing/2014/main" id="{C51030FA-447B-1765-DDB5-F75BA535910F}"/>
                </a:ext>
              </a:extLst>
            </p:cNvPr>
            <p:cNvSpPr/>
            <p:nvPr/>
          </p:nvSpPr>
          <p:spPr>
            <a:xfrm>
              <a:off x="4637627" y="2279142"/>
              <a:ext cx="140208" cy="202311"/>
            </a:xfrm>
            <a:custGeom>
              <a:avLst/>
              <a:gdLst>
                <a:gd name="connsiteX0" fmla="*/ 7810 w 140208"/>
                <a:gd name="connsiteY0" fmla="*/ 97727 h 202311"/>
                <a:gd name="connsiteX1" fmla="*/ 28861 w 140208"/>
                <a:gd name="connsiteY1" fmla="*/ 73914 h 202311"/>
                <a:gd name="connsiteX2" fmla="*/ 58579 w 140208"/>
                <a:gd name="connsiteY2" fmla="*/ 65532 h 202311"/>
                <a:gd name="connsiteX3" fmla="*/ 83249 w 140208"/>
                <a:gd name="connsiteY3" fmla="*/ 71247 h 202311"/>
                <a:gd name="connsiteX4" fmla="*/ 99536 w 140208"/>
                <a:gd name="connsiteY4" fmla="*/ 86201 h 202311"/>
                <a:gd name="connsiteX5" fmla="*/ 99536 w 140208"/>
                <a:gd name="connsiteY5" fmla="*/ 67437 h 202311"/>
                <a:gd name="connsiteX6" fmla="*/ 140208 w 140208"/>
                <a:gd name="connsiteY6" fmla="*/ 67437 h 202311"/>
                <a:gd name="connsiteX7" fmla="*/ 140208 w 140208"/>
                <a:gd name="connsiteY7" fmla="*/ 200311 h 202311"/>
                <a:gd name="connsiteX8" fmla="*/ 99536 w 140208"/>
                <a:gd name="connsiteY8" fmla="*/ 200311 h 202311"/>
                <a:gd name="connsiteX9" fmla="*/ 99536 w 140208"/>
                <a:gd name="connsiteY9" fmla="*/ 181547 h 202311"/>
                <a:gd name="connsiteX10" fmla="*/ 82963 w 140208"/>
                <a:gd name="connsiteY10" fmla="*/ 196596 h 202311"/>
                <a:gd name="connsiteX11" fmla="*/ 58293 w 140208"/>
                <a:gd name="connsiteY11" fmla="*/ 202311 h 202311"/>
                <a:gd name="connsiteX12" fmla="*/ 28766 w 140208"/>
                <a:gd name="connsiteY12" fmla="*/ 193834 h 202311"/>
                <a:gd name="connsiteX13" fmla="*/ 7715 w 140208"/>
                <a:gd name="connsiteY13" fmla="*/ 169831 h 202311"/>
                <a:gd name="connsiteX14" fmla="*/ 0 w 140208"/>
                <a:gd name="connsiteY14" fmla="*/ 133731 h 202311"/>
                <a:gd name="connsiteX15" fmla="*/ 7715 w 140208"/>
                <a:gd name="connsiteY15" fmla="*/ 97822 h 202311"/>
                <a:gd name="connsiteX16" fmla="*/ 91154 w 140208"/>
                <a:gd name="connsiteY16" fmla="*/ 109823 h 202311"/>
                <a:gd name="connsiteX17" fmla="*/ 70580 w 140208"/>
                <a:gd name="connsiteY17" fmla="*/ 101060 h 202311"/>
                <a:gd name="connsiteX18" fmla="*/ 50006 w 140208"/>
                <a:gd name="connsiteY18" fmla="*/ 109728 h 202311"/>
                <a:gd name="connsiteX19" fmla="*/ 41529 w 140208"/>
                <a:gd name="connsiteY19" fmla="*/ 133636 h 202311"/>
                <a:gd name="connsiteX20" fmla="*/ 50006 w 140208"/>
                <a:gd name="connsiteY20" fmla="*/ 157829 h 202311"/>
                <a:gd name="connsiteX21" fmla="*/ 70580 w 140208"/>
                <a:gd name="connsiteY21" fmla="*/ 166783 h 202311"/>
                <a:gd name="connsiteX22" fmla="*/ 91154 w 140208"/>
                <a:gd name="connsiteY22" fmla="*/ 158020 h 202311"/>
                <a:gd name="connsiteX23" fmla="*/ 99631 w 140208"/>
                <a:gd name="connsiteY23" fmla="*/ 133922 h 202311"/>
                <a:gd name="connsiteX24" fmla="*/ 91154 w 140208"/>
                <a:gd name="connsiteY24" fmla="*/ 109823 h 202311"/>
                <a:gd name="connsiteX25" fmla="*/ 95917 w 140208"/>
                <a:gd name="connsiteY25" fmla="*/ 49816 h 202311"/>
                <a:gd name="connsiteX26" fmla="*/ 75057 w 140208"/>
                <a:gd name="connsiteY26" fmla="*/ 57626 h 202311"/>
                <a:gd name="connsiteX27" fmla="*/ 54293 w 140208"/>
                <a:gd name="connsiteY27" fmla="*/ 49816 h 202311"/>
                <a:gd name="connsiteX28" fmla="*/ 45910 w 140208"/>
                <a:gd name="connsiteY28" fmla="*/ 28861 h 202311"/>
                <a:gd name="connsiteX29" fmla="*/ 54293 w 140208"/>
                <a:gd name="connsiteY29" fmla="*/ 7906 h 202311"/>
                <a:gd name="connsiteX30" fmla="*/ 75057 w 140208"/>
                <a:gd name="connsiteY30" fmla="*/ 0 h 202311"/>
                <a:gd name="connsiteX31" fmla="*/ 95917 w 140208"/>
                <a:gd name="connsiteY31" fmla="*/ 7906 h 202311"/>
                <a:gd name="connsiteX32" fmla="*/ 104394 w 140208"/>
                <a:gd name="connsiteY32" fmla="*/ 28861 h 202311"/>
                <a:gd name="connsiteX33" fmla="*/ 95917 w 140208"/>
                <a:gd name="connsiteY33" fmla="*/ 49816 h 202311"/>
                <a:gd name="connsiteX34" fmla="*/ 83249 w 140208"/>
                <a:gd name="connsiteY34" fmla="*/ 20384 h 202311"/>
                <a:gd name="connsiteX35" fmla="*/ 75057 w 140208"/>
                <a:gd name="connsiteY35" fmla="*/ 17145 h 202311"/>
                <a:gd name="connsiteX36" fmla="*/ 67056 w 140208"/>
                <a:gd name="connsiteY36" fmla="*/ 20384 h 202311"/>
                <a:gd name="connsiteX37" fmla="*/ 63818 w 140208"/>
                <a:gd name="connsiteY37" fmla="*/ 28861 h 202311"/>
                <a:gd name="connsiteX38" fmla="*/ 67056 w 140208"/>
                <a:gd name="connsiteY38" fmla="*/ 37243 h 202311"/>
                <a:gd name="connsiteX39" fmla="*/ 75057 w 140208"/>
                <a:gd name="connsiteY39" fmla="*/ 40577 h 202311"/>
                <a:gd name="connsiteX40" fmla="*/ 83249 w 140208"/>
                <a:gd name="connsiteY40" fmla="*/ 37243 h 202311"/>
                <a:gd name="connsiteX41" fmla="*/ 86487 w 140208"/>
                <a:gd name="connsiteY41" fmla="*/ 28861 h 202311"/>
                <a:gd name="connsiteX42" fmla="*/ 83249 w 140208"/>
                <a:gd name="connsiteY42" fmla="*/ 20384 h 202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40208" h="202311">
                  <a:moveTo>
                    <a:pt x="7810" y="97727"/>
                  </a:moveTo>
                  <a:cubicBezTo>
                    <a:pt x="12954" y="87440"/>
                    <a:pt x="20003" y="79439"/>
                    <a:pt x="28861" y="73914"/>
                  </a:cubicBezTo>
                  <a:cubicBezTo>
                    <a:pt x="37719" y="68390"/>
                    <a:pt x="47720" y="65532"/>
                    <a:pt x="58579" y="65532"/>
                  </a:cubicBezTo>
                  <a:cubicBezTo>
                    <a:pt x="67913" y="65532"/>
                    <a:pt x="76200" y="67437"/>
                    <a:pt x="83249" y="71247"/>
                  </a:cubicBezTo>
                  <a:cubicBezTo>
                    <a:pt x="90297" y="75057"/>
                    <a:pt x="95726" y="80010"/>
                    <a:pt x="99536" y="86201"/>
                  </a:cubicBezTo>
                  <a:lnTo>
                    <a:pt x="99536" y="67437"/>
                  </a:lnTo>
                  <a:lnTo>
                    <a:pt x="140208" y="67437"/>
                  </a:lnTo>
                  <a:lnTo>
                    <a:pt x="140208" y="200311"/>
                  </a:lnTo>
                  <a:lnTo>
                    <a:pt x="99536" y="200311"/>
                  </a:lnTo>
                  <a:lnTo>
                    <a:pt x="99536" y="181547"/>
                  </a:lnTo>
                  <a:cubicBezTo>
                    <a:pt x="95536" y="187738"/>
                    <a:pt x="90011" y="192786"/>
                    <a:pt x="82963" y="196596"/>
                  </a:cubicBezTo>
                  <a:cubicBezTo>
                    <a:pt x="75914" y="200406"/>
                    <a:pt x="67723" y="202311"/>
                    <a:pt x="58293" y="202311"/>
                  </a:cubicBezTo>
                  <a:cubicBezTo>
                    <a:pt x="47530" y="202311"/>
                    <a:pt x="37624" y="199454"/>
                    <a:pt x="28766" y="193834"/>
                  </a:cubicBezTo>
                  <a:cubicBezTo>
                    <a:pt x="19907" y="188214"/>
                    <a:pt x="12859" y="180213"/>
                    <a:pt x="7715" y="169831"/>
                  </a:cubicBezTo>
                  <a:cubicBezTo>
                    <a:pt x="2572" y="159449"/>
                    <a:pt x="0" y="147447"/>
                    <a:pt x="0" y="133731"/>
                  </a:cubicBezTo>
                  <a:cubicBezTo>
                    <a:pt x="0" y="120015"/>
                    <a:pt x="2572" y="108109"/>
                    <a:pt x="7715" y="97822"/>
                  </a:cubicBezTo>
                  <a:close/>
                  <a:moveTo>
                    <a:pt x="91154" y="109823"/>
                  </a:moveTo>
                  <a:cubicBezTo>
                    <a:pt x="85534" y="103918"/>
                    <a:pt x="78677" y="101060"/>
                    <a:pt x="70580" y="101060"/>
                  </a:cubicBezTo>
                  <a:cubicBezTo>
                    <a:pt x="62484" y="101060"/>
                    <a:pt x="55626" y="103918"/>
                    <a:pt x="50006" y="109728"/>
                  </a:cubicBezTo>
                  <a:cubicBezTo>
                    <a:pt x="44387" y="115538"/>
                    <a:pt x="41529" y="123539"/>
                    <a:pt x="41529" y="133636"/>
                  </a:cubicBezTo>
                  <a:cubicBezTo>
                    <a:pt x="41529" y="143732"/>
                    <a:pt x="44387" y="151829"/>
                    <a:pt x="50006" y="157829"/>
                  </a:cubicBezTo>
                  <a:cubicBezTo>
                    <a:pt x="55626" y="163735"/>
                    <a:pt x="62484" y="166783"/>
                    <a:pt x="70580" y="166783"/>
                  </a:cubicBezTo>
                  <a:cubicBezTo>
                    <a:pt x="78677" y="166783"/>
                    <a:pt x="85534" y="163830"/>
                    <a:pt x="91154" y="158020"/>
                  </a:cubicBezTo>
                  <a:cubicBezTo>
                    <a:pt x="96774" y="152114"/>
                    <a:pt x="99631" y="144113"/>
                    <a:pt x="99631" y="133922"/>
                  </a:cubicBezTo>
                  <a:cubicBezTo>
                    <a:pt x="99631" y="123730"/>
                    <a:pt x="96774" y="115729"/>
                    <a:pt x="91154" y="109823"/>
                  </a:cubicBezTo>
                  <a:close/>
                  <a:moveTo>
                    <a:pt x="95917" y="49816"/>
                  </a:moveTo>
                  <a:cubicBezTo>
                    <a:pt x="90297" y="55055"/>
                    <a:pt x="83344" y="57626"/>
                    <a:pt x="75057" y="57626"/>
                  </a:cubicBezTo>
                  <a:cubicBezTo>
                    <a:pt x="66770" y="57626"/>
                    <a:pt x="59912" y="54959"/>
                    <a:pt x="54293" y="49816"/>
                  </a:cubicBezTo>
                  <a:cubicBezTo>
                    <a:pt x="48768" y="44577"/>
                    <a:pt x="45910" y="37624"/>
                    <a:pt x="45910" y="28861"/>
                  </a:cubicBezTo>
                  <a:cubicBezTo>
                    <a:pt x="45910" y="20098"/>
                    <a:pt x="48673" y="13145"/>
                    <a:pt x="54293" y="7906"/>
                  </a:cubicBezTo>
                  <a:cubicBezTo>
                    <a:pt x="59817" y="2667"/>
                    <a:pt x="66770" y="0"/>
                    <a:pt x="75057" y="0"/>
                  </a:cubicBezTo>
                  <a:cubicBezTo>
                    <a:pt x="83344" y="0"/>
                    <a:pt x="90297" y="2572"/>
                    <a:pt x="95917" y="7906"/>
                  </a:cubicBezTo>
                  <a:cubicBezTo>
                    <a:pt x="101537" y="13145"/>
                    <a:pt x="104394" y="20098"/>
                    <a:pt x="104394" y="28861"/>
                  </a:cubicBezTo>
                  <a:cubicBezTo>
                    <a:pt x="104394" y="37624"/>
                    <a:pt x="101537" y="44577"/>
                    <a:pt x="95917" y="49816"/>
                  </a:cubicBezTo>
                  <a:close/>
                  <a:moveTo>
                    <a:pt x="83249" y="20384"/>
                  </a:moveTo>
                  <a:cubicBezTo>
                    <a:pt x="81058" y="18288"/>
                    <a:pt x="78391" y="17145"/>
                    <a:pt x="75057" y="17145"/>
                  </a:cubicBezTo>
                  <a:cubicBezTo>
                    <a:pt x="71723" y="17145"/>
                    <a:pt x="69247" y="18193"/>
                    <a:pt x="67056" y="20384"/>
                  </a:cubicBezTo>
                  <a:cubicBezTo>
                    <a:pt x="64960" y="22479"/>
                    <a:pt x="63818" y="25337"/>
                    <a:pt x="63818" y="28861"/>
                  </a:cubicBezTo>
                  <a:cubicBezTo>
                    <a:pt x="63818" y="32385"/>
                    <a:pt x="64865" y="34957"/>
                    <a:pt x="67056" y="37243"/>
                  </a:cubicBezTo>
                  <a:cubicBezTo>
                    <a:pt x="69247" y="39434"/>
                    <a:pt x="71819" y="40577"/>
                    <a:pt x="75057" y="40577"/>
                  </a:cubicBezTo>
                  <a:cubicBezTo>
                    <a:pt x="78296" y="40577"/>
                    <a:pt x="81153" y="39434"/>
                    <a:pt x="83249" y="37243"/>
                  </a:cubicBezTo>
                  <a:cubicBezTo>
                    <a:pt x="85439" y="35052"/>
                    <a:pt x="86487" y="32290"/>
                    <a:pt x="86487" y="28861"/>
                  </a:cubicBezTo>
                  <a:cubicBezTo>
                    <a:pt x="86487" y="25432"/>
                    <a:pt x="85439" y="22574"/>
                    <a:pt x="83249" y="20384"/>
                  </a:cubicBezTo>
                  <a:close/>
                </a:path>
              </a:pathLst>
            </a:custGeom>
            <a:grpFill/>
            <a:ln w="9525" cap="flat">
              <a:noFill/>
              <a:prstDash val="solid"/>
              <a:miter/>
            </a:ln>
          </p:spPr>
          <p:txBody>
            <a:bodyPr rtlCol="0" anchor="ctr"/>
            <a:lstStyle/>
            <a:p>
              <a:endParaRPr lang="fi-FI" sz="3200"/>
            </a:p>
          </p:txBody>
        </p:sp>
        <p:sp>
          <p:nvSpPr>
            <p:cNvPr id="624" name="Vapaamuotoinen: Muoto 623">
              <a:extLst>
                <a:ext uri="{FF2B5EF4-FFF2-40B4-BE49-F238E27FC236}">
                  <a16:creationId xmlns:a16="http://schemas.microsoft.com/office/drawing/2014/main" id="{5D71B556-E465-171F-1E2D-67DE1A09DCC5}"/>
                </a:ext>
              </a:extLst>
            </p:cNvPr>
            <p:cNvSpPr/>
            <p:nvPr/>
          </p:nvSpPr>
          <p:spPr>
            <a:xfrm>
              <a:off x="4255103" y="2560891"/>
              <a:ext cx="33337" cy="166211"/>
            </a:xfrm>
            <a:custGeom>
              <a:avLst/>
              <a:gdLst>
                <a:gd name="connsiteX0" fmla="*/ 33338 w 33337"/>
                <a:gd name="connsiteY0" fmla="*/ 0 h 166211"/>
                <a:gd name="connsiteX1" fmla="*/ 33338 w 33337"/>
                <a:gd name="connsiteY1" fmla="*/ 166211 h 166211"/>
                <a:gd name="connsiteX2" fmla="*/ 0 w 33337"/>
                <a:gd name="connsiteY2" fmla="*/ 166211 h 166211"/>
                <a:gd name="connsiteX3" fmla="*/ 0 w 33337"/>
                <a:gd name="connsiteY3" fmla="*/ 0 h 166211"/>
                <a:gd name="connsiteX4" fmla="*/ 33338 w 33337"/>
                <a:gd name="connsiteY4" fmla="*/ 0 h 1662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37" h="166211">
                  <a:moveTo>
                    <a:pt x="33338" y="0"/>
                  </a:moveTo>
                  <a:lnTo>
                    <a:pt x="33338" y="166211"/>
                  </a:lnTo>
                  <a:lnTo>
                    <a:pt x="0" y="166211"/>
                  </a:lnTo>
                  <a:lnTo>
                    <a:pt x="0" y="0"/>
                  </a:lnTo>
                  <a:lnTo>
                    <a:pt x="33338" y="0"/>
                  </a:lnTo>
                  <a:close/>
                </a:path>
              </a:pathLst>
            </a:custGeom>
            <a:grpFill/>
            <a:ln w="9525" cap="flat">
              <a:noFill/>
              <a:prstDash val="solid"/>
              <a:miter/>
            </a:ln>
          </p:spPr>
          <p:txBody>
            <a:bodyPr rtlCol="0" anchor="ctr"/>
            <a:lstStyle/>
            <a:p>
              <a:endParaRPr lang="fi-FI" sz="3200"/>
            </a:p>
          </p:txBody>
        </p:sp>
        <p:sp>
          <p:nvSpPr>
            <p:cNvPr id="625" name="Vapaamuotoinen: Muoto 624">
              <a:extLst>
                <a:ext uri="{FF2B5EF4-FFF2-40B4-BE49-F238E27FC236}">
                  <a16:creationId xmlns:a16="http://schemas.microsoft.com/office/drawing/2014/main" id="{92D41075-A966-12AC-3BCE-853F20B2AC45}"/>
                </a:ext>
              </a:extLst>
            </p:cNvPr>
            <p:cNvSpPr/>
            <p:nvPr/>
          </p:nvSpPr>
          <p:spPr>
            <a:xfrm>
              <a:off x="4321206" y="2593276"/>
              <a:ext cx="125730" cy="133826"/>
            </a:xfrm>
            <a:custGeom>
              <a:avLst/>
              <a:gdLst>
                <a:gd name="connsiteX0" fmla="*/ 111252 w 125730"/>
                <a:gd name="connsiteY0" fmla="*/ 14954 h 133826"/>
                <a:gd name="connsiteX1" fmla="*/ 125730 w 125730"/>
                <a:gd name="connsiteY1" fmla="*/ 56483 h 133826"/>
                <a:gd name="connsiteX2" fmla="*/ 125730 w 125730"/>
                <a:gd name="connsiteY2" fmla="*/ 133826 h 133826"/>
                <a:gd name="connsiteX3" fmla="*/ 92393 w 125730"/>
                <a:gd name="connsiteY3" fmla="*/ 133826 h 133826"/>
                <a:gd name="connsiteX4" fmla="*/ 92393 w 125730"/>
                <a:gd name="connsiteY4" fmla="*/ 60960 h 133826"/>
                <a:gd name="connsiteX5" fmla="*/ 84582 w 125730"/>
                <a:gd name="connsiteY5" fmla="*/ 36767 h 133826"/>
                <a:gd name="connsiteX6" fmla="*/ 63151 w 125730"/>
                <a:gd name="connsiteY6" fmla="*/ 28289 h 133826"/>
                <a:gd name="connsiteX7" fmla="*/ 41339 w 125730"/>
                <a:gd name="connsiteY7" fmla="*/ 36767 h 133826"/>
                <a:gd name="connsiteX8" fmla="*/ 33338 w 125730"/>
                <a:gd name="connsiteY8" fmla="*/ 60960 h 133826"/>
                <a:gd name="connsiteX9" fmla="*/ 33338 w 125730"/>
                <a:gd name="connsiteY9" fmla="*/ 133826 h 133826"/>
                <a:gd name="connsiteX10" fmla="*/ 0 w 125730"/>
                <a:gd name="connsiteY10" fmla="*/ 133826 h 133826"/>
                <a:gd name="connsiteX11" fmla="*/ 0 w 125730"/>
                <a:gd name="connsiteY11" fmla="*/ 1905 h 133826"/>
                <a:gd name="connsiteX12" fmla="*/ 33338 w 125730"/>
                <a:gd name="connsiteY12" fmla="*/ 1905 h 133826"/>
                <a:gd name="connsiteX13" fmla="*/ 33338 w 125730"/>
                <a:gd name="connsiteY13" fmla="*/ 18288 h 133826"/>
                <a:gd name="connsiteX14" fmla="*/ 50387 w 125730"/>
                <a:gd name="connsiteY14" fmla="*/ 4858 h 133826"/>
                <a:gd name="connsiteX15" fmla="*/ 73152 w 125730"/>
                <a:gd name="connsiteY15" fmla="*/ 0 h 133826"/>
                <a:gd name="connsiteX16" fmla="*/ 111252 w 125730"/>
                <a:gd name="connsiteY16" fmla="*/ 14859 h 133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5730" h="133826">
                  <a:moveTo>
                    <a:pt x="111252" y="14954"/>
                  </a:moveTo>
                  <a:cubicBezTo>
                    <a:pt x="120968" y="24860"/>
                    <a:pt x="125730" y="38767"/>
                    <a:pt x="125730" y="56483"/>
                  </a:cubicBezTo>
                  <a:lnTo>
                    <a:pt x="125730" y="133826"/>
                  </a:lnTo>
                  <a:lnTo>
                    <a:pt x="92393" y="133826"/>
                  </a:lnTo>
                  <a:lnTo>
                    <a:pt x="92393" y="60960"/>
                  </a:lnTo>
                  <a:cubicBezTo>
                    <a:pt x="92393" y="50483"/>
                    <a:pt x="89821" y="42386"/>
                    <a:pt x="84582" y="36767"/>
                  </a:cubicBezTo>
                  <a:cubicBezTo>
                    <a:pt x="79343" y="31147"/>
                    <a:pt x="72200" y="28289"/>
                    <a:pt x="63151" y="28289"/>
                  </a:cubicBezTo>
                  <a:cubicBezTo>
                    <a:pt x="54102" y="28289"/>
                    <a:pt x="46672" y="31147"/>
                    <a:pt x="41339" y="36767"/>
                  </a:cubicBezTo>
                  <a:cubicBezTo>
                    <a:pt x="36004" y="42386"/>
                    <a:pt x="33338" y="50483"/>
                    <a:pt x="33338" y="60960"/>
                  </a:cubicBezTo>
                  <a:lnTo>
                    <a:pt x="33338" y="133826"/>
                  </a:lnTo>
                  <a:lnTo>
                    <a:pt x="0" y="133826"/>
                  </a:lnTo>
                  <a:lnTo>
                    <a:pt x="0" y="1905"/>
                  </a:lnTo>
                  <a:lnTo>
                    <a:pt x="33338" y="1905"/>
                  </a:lnTo>
                  <a:lnTo>
                    <a:pt x="33338" y="18288"/>
                  </a:lnTo>
                  <a:cubicBezTo>
                    <a:pt x="37814" y="12573"/>
                    <a:pt x="43434" y="8096"/>
                    <a:pt x="50387" y="4858"/>
                  </a:cubicBezTo>
                  <a:cubicBezTo>
                    <a:pt x="57245" y="1619"/>
                    <a:pt x="64865" y="0"/>
                    <a:pt x="73152" y="0"/>
                  </a:cubicBezTo>
                  <a:cubicBezTo>
                    <a:pt x="88868" y="0"/>
                    <a:pt x="101537" y="4953"/>
                    <a:pt x="111252" y="14859"/>
                  </a:cubicBezTo>
                  <a:close/>
                </a:path>
              </a:pathLst>
            </a:custGeom>
            <a:grpFill/>
            <a:ln w="9525" cap="flat">
              <a:noFill/>
              <a:prstDash val="solid"/>
              <a:miter/>
            </a:ln>
          </p:spPr>
          <p:txBody>
            <a:bodyPr rtlCol="0" anchor="ctr"/>
            <a:lstStyle/>
            <a:p>
              <a:endParaRPr lang="fi-FI" sz="3200"/>
            </a:p>
          </p:txBody>
        </p:sp>
        <p:sp>
          <p:nvSpPr>
            <p:cNvPr id="626" name="Vapaamuotoinen: Muoto 625">
              <a:extLst>
                <a:ext uri="{FF2B5EF4-FFF2-40B4-BE49-F238E27FC236}">
                  <a16:creationId xmlns:a16="http://schemas.microsoft.com/office/drawing/2014/main" id="{BBBC53FE-0237-5278-04FB-AD74D47C6170}"/>
                </a:ext>
              </a:extLst>
            </p:cNvPr>
            <p:cNvSpPr/>
            <p:nvPr/>
          </p:nvSpPr>
          <p:spPr>
            <a:xfrm>
              <a:off x="4478655" y="2550890"/>
              <a:ext cx="121443" cy="176212"/>
            </a:xfrm>
            <a:custGeom>
              <a:avLst/>
              <a:gdLst>
                <a:gd name="connsiteX0" fmla="*/ 78105 w 121443"/>
                <a:gd name="connsiteY0" fmla="*/ 176213 h 176212"/>
                <a:gd name="connsiteX1" fmla="*/ 33338 w 121443"/>
                <a:gd name="connsiteY1" fmla="*/ 120015 h 176212"/>
                <a:gd name="connsiteX2" fmla="*/ 33338 w 121443"/>
                <a:gd name="connsiteY2" fmla="*/ 176213 h 176212"/>
                <a:gd name="connsiteX3" fmla="*/ 0 w 121443"/>
                <a:gd name="connsiteY3" fmla="*/ 176213 h 176212"/>
                <a:gd name="connsiteX4" fmla="*/ 0 w 121443"/>
                <a:gd name="connsiteY4" fmla="*/ 0 h 176212"/>
                <a:gd name="connsiteX5" fmla="*/ 33338 w 121443"/>
                <a:gd name="connsiteY5" fmla="*/ 0 h 176212"/>
                <a:gd name="connsiteX6" fmla="*/ 33338 w 121443"/>
                <a:gd name="connsiteY6" fmla="*/ 100298 h 176212"/>
                <a:gd name="connsiteX7" fmla="*/ 77629 w 121443"/>
                <a:gd name="connsiteY7" fmla="*/ 44291 h 176212"/>
                <a:gd name="connsiteX8" fmla="*/ 120968 w 121443"/>
                <a:gd name="connsiteY8" fmla="*/ 44291 h 176212"/>
                <a:gd name="connsiteX9" fmla="*/ 62865 w 121443"/>
                <a:gd name="connsiteY9" fmla="*/ 110490 h 176212"/>
                <a:gd name="connsiteX10" fmla="*/ 121444 w 121443"/>
                <a:gd name="connsiteY10" fmla="*/ 176213 h 176212"/>
                <a:gd name="connsiteX11" fmla="*/ 78105 w 121443"/>
                <a:gd name="connsiteY11" fmla="*/ 176213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443" h="176212">
                  <a:moveTo>
                    <a:pt x="78105" y="176213"/>
                  </a:moveTo>
                  <a:lnTo>
                    <a:pt x="33338" y="120015"/>
                  </a:lnTo>
                  <a:lnTo>
                    <a:pt x="33338" y="176213"/>
                  </a:lnTo>
                  <a:lnTo>
                    <a:pt x="0" y="176213"/>
                  </a:lnTo>
                  <a:lnTo>
                    <a:pt x="0" y="0"/>
                  </a:lnTo>
                  <a:lnTo>
                    <a:pt x="33338" y="0"/>
                  </a:lnTo>
                  <a:lnTo>
                    <a:pt x="33338" y="100298"/>
                  </a:lnTo>
                  <a:lnTo>
                    <a:pt x="77629" y="44291"/>
                  </a:lnTo>
                  <a:lnTo>
                    <a:pt x="120968" y="44291"/>
                  </a:lnTo>
                  <a:lnTo>
                    <a:pt x="62865" y="110490"/>
                  </a:lnTo>
                  <a:lnTo>
                    <a:pt x="121444" y="176213"/>
                  </a:lnTo>
                  <a:lnTo>
                    <a:pt x="78105" y="176213"/>
                  </a:lnTo>
                  <a:close/>
                </a:path>
              </a:pathLst>
            </a:custGeom>
            <a:grpFill/>
            <a:ln w="9525" cap="flat">
              <a:noFill/>
              <a:prstDash val="solid"/>
              <a:miter/>
            </a:ln>
          </p:spPr>
          <p:txBody>
            <a:bodyPr rtlCol="0" anchor="ctr"/>
            <a:lstStyle/>
            <a:p>
              <a:endParaRPr lang="fi-FI" sz="3200"/>
            </a:p>
          </p:txBody>
        </p:sp>
        <p:sp>
          <p:nvSpPr>
            <p:cNvPr id="627" name="Vapaamuotoinen: Muoto 626">
              <a:extLst>
                <a:ext uri="{FF2B5EF4-FFF2-40B4-BE49-F238E27FC236}">
                  <a16:creationId xmlns:a16="http://schemas.microsoft.com/office/drawing/2014/main" id="{028B14F1-EB63-2FC3-2F73-1AB75D2E09E5}"/>
                </a:ext>
              </a:extLst>
            </p:cNvPr>
            <p:cNvSpPr/>
            <p:nvPr/>
          </p:nvSpPr>
          <p:spPr>
            <a:xfrm>
              <a:off x="4609433" y="2593086"/>
              <a:ext cx="135635" cy="136207"/>
            </a:xfrm>
            <a:custGeom>
              <a:avLst/>
              <a:gdLst>
                <a:gd name="connsiteX0" fmla="*/ 32575 w 135635"/>
                <a:gd name="connsiteY0" fmla="*/ 127730 h 136207"/>
                <a:gd name="connsiteX1" fmla="*/ 8668 w 135635"/>
                <a:gd name="connsiteY1" fmla="*/ 103822 h 136207"/>
                <a:gd name="connsiteX2" fmla="*/ 0 w 135635"/>
                <a:gd name="connsiteY2" fmla="*/ 68104 h 136207"/>
                <a:gd name="connsiteX3" fmla="*/ 8953 w 135635"/>
                <a:gd name="connsiteY3" fmla="*/ 32385 h 136207"/>
                <a:gd name="connsiteX4" fmla="*/ 33338 w 135635"/>
                <a:gd name="connsiteY4" fmla="*/ 8477 h 136207"/>
                <a:gd name="connsiteX5" fmla="*/ 67818 w 135635"/>
                <a:gd name="connsiteY5" fmla="*/ 0 h 136207"/>
                <a:gd name="connsiteX6" fmla="*/ 102298 w 135635"/>
                <a:gd name="connsiteY6" fmla="*/ 8477 h 136207"/>
                <a:gd name="connsiteX7" fmla="*/ 126682 w 135635"/>
                <a:gd name="connsiteY7" fmla="*/ 32385 h 136207"/>
                <a:gd name="connsiteX8" fmla="*/ 135636 w 135635"/>
                <a:gd name="connsiteY8" fmla="*/ 68104 h 136207"/>
                <a:gd name="connsiteX9" fmla="*/ 126492 w 135635"/>
                <a:gd name="connsiteY9" fmla="*/ 103822 h 136207"/>
                <a:gd name="connsiteX10" fmla="*/ 101727 w 135635"/>
                <a:gd name="connsiteY10" fmla="*/ 127730 h 136207"/>
                <a:gd name="connsiteX11" fmla="*/ 66866 w 135635"/>
                <a:gd name="connsiteY11" fmla="*/ 136208 h 136207"/>
                <a:gd name="connsiteX12" fmla="*/ 32575 w 135635"/>
                <a:gd name="connsiteY12" fmla="*/ 127730 h 136207"/>
                <a:gd name="connsiteX13" fmla="*/ 83915 w 135635"/>
                <a:gd name="connsiteY13" fmla="*/ 102775 h 136207"/>
                <a:gd name="connsiteX14" fmla="*/ 96679 w 135635"/>
                <a:gd name="connsiteY14" fmla="*/ 89535 h 136207"/>
                <a:gd name="connsiteX15" fmla="*/ 101441 w 135635"/>
                <a:gd name="connsiteY15" fmla="*/ 68104 h 136207"/>
                <a:gd name="connsiteX16" fmla="*/ 91535 w 135635"/>
                <a:gd name="connsiteY16" fmla="*/ 39148 h 136207"/>
                <a:gd name="connsiteX17" fmla="*/ 67342 w 135635"/>
                <a:gd name="connsiteY17" fmla="*/ 29051 h 136207"/>
                <a:gd name="connsiteX18" fmla="*/ 43434 w 135635"/>
                <a:gd name="connsiteY18" fmla="*/ 39148 h 136207"/>
                <a:gd name="connsiteX19" fmla="*/ 33814 w 135635"/>
                <a:gd name="connsiteY19" fmla="*/ 68104 h 136207"/>
                <a:gd name="connsiteX20" fmla="*/ 43244 w 135635"/>
                <a:gd name="connsiteY20" fmla="*/ 97060 h 136207"/>
                <a:gd name="connsiteX21" fmla="*/ 66961 w 135635"/>
                <a:gd name="connsiteY21" fmla="*/ 107156 h 136207"/>
                <a:gd name="connsiteX22" fmla="*/ 84011 w 135635"/>
                <a:gd name="connsiteY22" fmla="*/ 102775 h 1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5635" h="136207">
                  <a:moveTo>
                    <a:pt x="32575" y="127730"/>
                  </a:moveTo>
                  <a:cubicBezTo>
                    <a:pt x="22384" y="122111"/>
                    <a:pt x="14478" y="114109"/>
                    <a:pt x="8668" y="103822"/>
                  </a:cubicBezTo>
                  <a:cubicBezTo>
                    <a:pt x="2857" y="93536"/>
                    <a:pt x="0" y="81629"/>
                    <a:pt x="0" y="68104"/>
                  </a:cubicBezTo>
                  <a:cubicBezTo>
                    <a:pt x="0" y="54578"/>
                    <a:pt x="2953" y="42672"/>
                    <a:pt x="8953" y="32385"/>
                  </a:cubicBezTo>
                  <a:cubicBezTo>
                    <a:pt x="14859" y="22098"/>
                    <a:pt x="23050" y="14097"/>
                    <a:pt x="33338" y="8477"/>
                  </a:cubicBezTo>
                  <a:cubicBezTo>
                    <a:pt x="43624" y="2857"/>
                    <a:pt x="55150" y="0"/>
                    <a:pt x="67818" y="0"/>
                  </a:cubicBezTo>
                  <a:cubicBezTo>
                    <a:pt x="80486" y="0"/>
                    <a:pt x="92012" y="2857"/>
                    <a:pt x="102298" y="8477"/>
                  </a:cubicBezTo>
                  <a:cubicBezTo>
                    <a:pt x="112586" y="14097"/>
                    <a:pt x="120777" y="22098"/>
                    <a:pt x="126682" y="32385"/>
                  </a:cubicBezTo>
                  <a:cubicBezTo>
                    <a:pt x="132588" y="42672"/>
                    <a:pt x="135636" y="54578"/>
                    <a:pt x="135636" y="68104"/>
                  </a:cubicBezTo>
                  <a:cubicBezTo>
                    <a:pt x="135636" y="81629"/>
                    <a:pt x="132588" y="93536"/>
                    <a:pt x="126492" y="103822"/>
                  </a:cubicBezTo>
                  <a:cubicBezTo>
                    <a:pt x="120396" y="114109"/>
                    <a:pt x="112109" y="122111"/>
                    <a:pt x="101727" y="127730"/>
                  </a:cubicBezTo>
                  <a:cubicBezTo>
                    <a:pt x="91345" y="133350"/>
                    <a:pt x="79724" y="136208"/>
                    <a:pt x="66866" y="136208"/>
                  </a:cubicBezTo>
                  <a:cubicBezTo>
                    <a:pt x="54007" y="136208"/>
                    <a:pt x="42767" y="133350"/>
                    <a:pt x="32575" y="127730"/>
                  </a:cubicBezTo>
                  <a:close/>
                  <a:moveTo>
                    <a:pt x="83915" y="102775"/>
                  </a:moveTo>
                  <a:cubicBezTo>
                    <a:pt x="89249" y="99822"/>
                    <a:pt x="93440" y="95440"/>
                    <a:pt x="96679" y="89535"/>
                  </a:cubicBezTo>
                  <a:cubicBezTo>
                    <a:pt x="99822" y="83629"/>
                    <a:pt x="101441" y="76486"/>
                    <a:pt x="101441" y="68104"/>
                  </a:cubicBezTo>
                  <a:cubicBezTo>
                    <a:pt x="101441" y="55531"/>
                    <a:pt x="98107" y="45910"/>
                    <a:pt x="91535" y="39148"/>
                  </a:cubicBezTo>
                  <a:cubicBezTo>
                    <a:pt x="84963" y="32385"/>
                    <a:pt x="76867" y="29051"/>
                    <a:pt x="67342" y="29051"/>
                  </a:cubicBezTo>
                  <a:cubicBezTo>
                    <a:pt x="57817" y="29051"/>
                    <a:pt x="49816" y="32385"/>
                    <a:pt x="43434" y="39148"/>
                  </a:cubicBezTo>
                  <a:cubicBezTo>
                    <a:pt x="36957" y="45910"/>
                    <a:pt x="33814" y="55531"/>
                    <a:pt x="33814" y="68104"/>
                  </a:cubicBezTo>
                  <a:cubicBezTo>
                    <a:pt x="33814" y="80677"/>
                    <a:pt x="36957" y="90297"/>
                    <a:pt x="43244" y="97060"/>
                  </a:cubicBezTo>
                  <a:cubicBezTo>
                    <a:pt x="49530" y="103822"/>
                    <a:pt x="57436" y="107156"/>
                    <a:pt x="66961" y="107156"/>
                  </a:cubicBezTo>
                  <a:cubicBezTo>
                    <a:pt x="72962" y="107156"/>
                    <a:pt x="78676" y="105727"/>
                    <a:pt x="84011" y="102775"/>
                  </a:cubicBezTo>
                  <a:close/>
                </a:path>
              </a:pathLst>
            </a:custGeom>
            <a:grpFill/>
            <a:ln w="9525" cap="flat">
              <a:noFill/>
              <a:prstDash val="solid"/>
              <a:miter/>
            </a:ln>
          </p:spPr>
          <p:txBody>
            <a:bodyPr rtlCol="0" anchor="ctr"/>
            <a:lstStyle/>
            <a:p>
              <a:endParaRPr lang="fi-FI" sz="3200"/>
            </a:p>
          </p:txBody>
        </p:sp>
        <p:sp>
          <p:nvSpPr>
            <p:cNvPr id="628" name="Vapaamuotoinen: Muoto 627">
              <a:extLst>
                <a:ext uri="{FF2B5EF4-FFF2-40B4-BE49-F238E27FC236}">
                  <a16:creationId xmlns:a16="http://schemas.microsoft.com/office/drawing/2014/main" id="{5BF6D395-A251-13F9-CBC2-EAB6080A16D4}"/>
                </a:ext>
              </a:extLst>
            </p:cNvPr>
            <p:cNvSpPr/>
            <p:nvPr/>
          </p:nvSpPr>
          <p:spPr>
            <a:xfrm>
              <a:off x="4761357" y="2593086"/>
              <a:ext cx="135636" cy="136207"/>
            </a:xfrm>
            <a:custGeom>
              <a:avLst/>
              <a:gdLst>
                <a:gd name="connsiteX0" fmla="*/ 32575 w 135636"/>
                <a:gd name="connsiteY0" fmla="*/ 127730 h 136207"/>
                <a:gd name="connsiteX1" fmla="*/ 8668 w 135636"/>
                <a:gd name="connsiteY1" fmla="*/ 103822 h 136207"/>
                <a:gd name="connsiteX2" fmla="*/ 0 w 135636"/>
                <a:gd name="connsiteY2" fmla="*/ 68104 h 136207"/>
                <a:gd name="connsiteX3" fmla="*/ 8953 w 135636"/>
                <a:gd name="connsiteY3" fmla="*/ 32385 h 136207"/>
                <a:gd name="connsiteX4" fmla="*/ 33338 w 135636"/>
                <a:gd name="connsiteY4" fmla="*/ 8477 h 136207"/>
                <a:gd name="connsiteX5" fmla="*/ 67818 w 135636"/>
                <a:gd name="connsiteY5" fmla="*/ 0 h 136207"/>
                <a:gd name="connsiteX6" fmla="*/ 102299 w 135636"/>
                <a:gd name="connsiteY6" fmla="*/ 8477 h 136207"/>
                <a:gd name="connsiteX7" fmla="*/ 126682 w 135636"/>
                <a:gd name="connsiteY7" fmla="*/ 32385 h 136207"/>
                <a:gd name="connsiteX8" fmla="*/ 135636 w 135636"/>
                <a:gd name="connsiteY8" fmla="*/ 68104 h 136207"/>
                <a:gd name="connsiteX9" fmla="*/ 126492 w 135636"/>
                <a:gd name="connsiteY9" fmla="*/ 103822 h 136207"/>
                <a:gd name="connsiteX10" fmla="*/ 101727 w 135636"/>
                <a:gd name="connsiteY10" fmla="*/ 127730 h 136207"/>
                <a:gd name="connsiteX11" fmla="*/ 66866 w 135636"/>
                <a:gd name="connsiteY11" fmla="*/ 136208 h 136207"/>
                <a:gd name="connsiteX12" fmla="*/ 32575 w 135636"/>
                <a:gd name="connsiteY12" fmla="*/ 127730 h 136207"/>
                <a:gd name="connsiteX13" fmla="*/ 83915 w 135636"/>
                <a:gd name="connsiteY13" fmla="*/ 102775 h 136207"/>
                <a:gd name="connsiteX14" fmla="*/ 96679 w 135636"/>
                <a:gd name="connsiteY14" fmla="*/ 89535 h 136207"/>
                <a:gd name="connsiteX15" fmla="*/ 101441 w 135636"/>
                <a:gd name="connsiteY15" fmla="*/ 68104 h 136207"/>
                <a:gd name="connsiteX16" fmla="*/ 91535 w 135636"/>
                <a:gd name="connsiteY16" fmla="*/ 39148 h 136207"/>
                <a:gd name="connsiteX17" fmla="*/ 67342 w 135636"/>
                <a:gd name="connsiteY17" fmla="*/ 29051 h 136207"/>
                <a:gd name="connsiteX18" fmla="*/ 43434 w 135636"/>
                <a:gd name="connsiteY18" fmla="*/ 39148 h 136207"/>
                <a:gd name="connsiteX19" fmla="*/ 33814 w 135636"/>
                <a:gd name="connsiteY19" fmla="*/ 68104 h 136207"/>
                <a:gd name="connsiteX20" fmla="*/ 43243 w 135636"/>
                <a:gd name="connsiteY20" fmla="*/ 97060 h 136207"/>
                <a:gd name="connsiteX21" fmla="*/ 66961 w 135636"/>
                <a:gd name="connsiteY21" fmla="*/ 107156 h 136207"/>
                <a:gd name="connsiteX22" fmla="*/ 84011 w 135636"/>
                <a:gd name="connsiteY22" fmla="*/ 102775 h 1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5636" h="136207">
                  <a:moveTo>
                    <a:pt x="32575" y="127730"/>
                  </a:moveTo>
                  <a:cubicBezTo>
                    <a:pt x="22384" y="122111"/>
                    <a:pt x="14478" y="114109"/>
                    <a:pt x="8668" y="103822"/>
                  </a:cubicBezTo>
                  <a:cubicBezTo>
                    <a:pt x="2857" y="93536"/>
                    <a:pt x="0" y="81629"/>
                    <a:pt x="0" y="68104"/>
                  </a:cubicBezTo>
                  <a:cubicBezTo>
                    <a:pt x="0" y="54578"/>
                    <a:pt x="2953" y="42672"/>
                    <a:pt x="8953" y="32385"/>
                  </a:cubicBezTo>
                  <a:cubicBezTo>
                    <a:pt x="14859" y="22098"/>
                    <a:pt x="23050" y="14097"/>
                    <a:pt x="33338" y="8477"/>
                  </a:cubicBezTo>
                  <a:cubicBezTo>
                    <a:pt x="43624" y="2857"/>
                    <a:pt x="55150" y="0"/>
                    <a:pt x="67818" y="0"/>
                  </a:cubicBezTo>
                  <a:cubicBezTo>
                    <a:pt x="80486" y="0"/>
                    <a:pt x="92012" y="2857"/>
                    <a:pt x="102299" y="8477"/>
                  </a:cubicBezTo>
                  <a:cubicBezTo>
                    <a:pt x="112585" y="14097"/>
                    <a:pt x="120777" y="22098"/>
                    <a:pt x="126682" y="32385"/>
                  </a:cubicBezTo>
                  <a:cubicBezTo>
                    <a:pt x="132588" y="42672"/>
                    <a:pt x="135636" y="54578"/>
                    <a:pt x="135636" y="68104"/>
                  </a:cubicBezTo>
                  <a:cubicBezTo>
                    <a:pt x="135636" y="81629"/>
                    <a:pt x="132588" y="93536"/>
                    <a:pt x="126492" y="103822"/>
                  </a:cubicBezTo>
                  <a:cubicBezTo>
                    <a:pt x="120396" y="114109"/>
                    <a:pt x="112109" y="122111"/>
                    <a:pt x="101727" y="127730"/>
                  </a:cubicBezTo>
                  <a:cubicBezTo>
                    <a:pt x="91345" y="133350"/>
                    <a:pt x="79724" y="136208"/>
                    <a:pt x="66866" y="136208"/>
                  </a:cubicBezTo>
                  <a:cubicBezTo>
                    <a:pt x="54007" y="136208"/>
                    <a:pt x="42767" y="133350"/>
                    <a:pt x="32575" y="127730"/>
                  </a:cubicBezTo>
                  <a:close/>
                  <a:moveTo>
                    <a:pt x="83915" y="102775"/>
                  </a:moveTo>
                  <a:cubicBezTo>
                    <a:pt x="89249" y="99822"/>
                    <a:pt x="93440" y="95440"/>
                    <a:pt x="96679" y="89535"/>
                  </a:cubicBezTo>
                  <a:cubicBezTo>
                    <a:pt x="99822" y="83629"/>
                    <a:pt x="101441" y="76486"/>
                    <a:pt x="101441" y="68104"/>
                  </a:cubicBezTo>
                  <a:cubicBezTo>
                    <a:pt x="101441" y="55531"/>
                    <a:pt x="98107" y="45910"/>
                    <a:pt x="91535" y="39148"/>
                  </a:cubicBezTo>
                  <a:cubicBezTo>
                    <a:pt x="84963" y="32385"/>
                    <a:pt x="76867" y="29051"/>
                    <a:pt x="67342" y="29051"/>
                  </a:cubicBezTo>
                  <a:cubicBezTo>
                    <a:pt x="57817" y="29051"/>
                    <a:pt x="49816" y="32385"/>
                    <a:pt x="43434" y="39148"/>
                  </a:cubicBezTo>
                  <a:cubicBezTo>
                    <a:pt x="36957" y="45910"/>
                    <a:pt x="33814" y="55531"/>
                    <a:pt x="33814" y="68104"/>
                  </a:cubicBezTo>
                  <a:cubicBezTo>
                    <a:pt x="33814" y="80677"/>
                    <a:pt x="36957" y="90297"/>
                    <a:pt x="43243" y="97060"/>
                  </a:cubicBezTo>
                  <a:cubicBezTo>
                    <a:pt x="49530" y="103822"/>
                    <a:pt x="57436" y="107156"/>
                    <a:pt x="66961" y="107156"/>
                  </a:cubicBezTo>
                  <a:cubicBezTo>
                    <a:pt x="72962" y="107156"/>
                    <a:pt x="78676" y="105727"/>
                    <a:pt x="84011" y="102775"/>
                  </a:cubicBezTo>
                  <a:close/>
                </a:path>
              </a:pathLst>
            </a:custGeom>
            <a:grpFill/>
            <a:ln w="9525" cap="flat">
              <a:noFill/>
              <a:prstDash val="solid"/>
              <a:miter/>
            </a:ln>
          </p:spPr>
          <p:txBody>
            <a:bodyPr rtlCol="0" anchor="ctr"/>
            <a:lstStyle/>
            <a:p>
              <a:endParaRPr lang="fi-FI" sz="3200"/>
            </a:p>
          </p:txBody>
        </p:sp>
      </p:grpSp>
      <p:grpSp>
        <p:nvGrpSpPr>
          <p:cNvPr id="650" name="Ryhmä 649">
            <a:extLst>
              <a:ext uri="{FF2B5EF4-FFF2-40B4-BE49-F238E27FC236}">
                <a16:creationId xmlns:a16="http://schemas.microsoft.com/office/drawing/2014/main" id="{262BAD73-F51C-B7AA-9F81-2E7B00FF2319}"/>
              </a:ext>
              <a:ext uri="{C183D7F6-B498-43B3-948B-1728B52AA6E4}">
                <adec:decorative xmlns:adec="http://schemas.microsoft.com/office/drawing/2017/decorative" val="1"/>
              </a:ext>
            </a:extLst>
          </p:cNvPr>
          <p:cNvGrpSpPr/>
          <p:nvPr userDrawn="1"/>
        </p:nvGrpSpPr>
        <p:grpSpPr>
          <a:xfrm>
            <a:off x="6669577" y="4213069"/>
            <a:ext cx="835016" cy="338563"/>
            <a:chOff x="3972400" y="2303240"/>
            <a:chExt cx="1200912" cy="486918"/>
          </a:xfrm>
          <a:solidFill>
            <a:schemeClr val="accent1"/>
          </a:solidFill>
        </p:grpSpPr>
        <p:sp>
          <p:nvSpPr>
            <p:cNvPr id="633" name="Vapaamuotoinen: Muoto 632">
              <a:extLst>
                <a:ext uri="{FF2B5EF4-FFF2-40B4-BE49-F238E27FC236}">
                  <a16:creationId xmlns:a16="http://schemas.microsoft.com/office/drawing/2014/main" id="{B056FF2F-6EF8-F087-4C0A-3B7C3D82F2C7}"/>
                </a:ext>
              </a:extLst>
            </p:cNvPr>
            <p:cNvSpPr/>
            <p:nvPr/>
          </p:nvSpPr>
          <p:spPr>
            <a:xfrm>
              <a:off x="3972400" y="2312288"/>
              <a:ext cx="131254" cy="167163"/>
            </a:xfrm>
            <a:custGeom>
              <a:avLst/>
              <a:gdLst>
                <a:gd name="connsiteX0" fmla="*/ 85249 w 131254"/>
                <a:gd name="connsiteY0" fmla="*/ 167164 h 167163"/>
                <a:gd name="connsiteX1" fmla="*/ 50483 w 131254"/>
                <a:gd name="connsiteY1" fmla="*/ 104108 h 167163"/>
                <a:gd name="connsiteX2" fmla="*/ 40672 w 131254"/>
                <a:gd name="connsiteY2" fmla="*/ 104108 h 167163"/>
                <a:gd name="connsiteX3" fmla="*/ 40672 w 131254"/>
                <a:gd name="connsiteY3" fmla="*/ 167164 h 167163"/>
                <a:gd name="connsiteX4" fmla="*/ 0 w 131254"/>
                <a:gd name="connsiteY4" fmla="*/ 167164 h 167163"/>
                <a:gd name="connsiteX5" fmla="*/ 0 w 131254"/>
                <a:gd name="connsiteY5" fmla="*/ 0 h 167163"/>
                <a:gd name="connsiteX6" fmla="*/ 68390 w 131254"/>
                <a:gd name="connsiteY6" fmla="*/ 0 h 167163"/>
                <a:gd name="connsiteX7" fmla="*/ 102108 w 131254"/>
                <a:gd name="connsiteY7" fmla="*/ 6858 h 167163"/>
                <a:gd name="connsiteX8" fmla="*/ 122968 w 131254"/>
                <a:gd name="connsiteY8" fmla="*/ 25813 h 167163"/>
                <a:gd name="connsiteX9" fmla="*/ 129826 w 131254"/>
                <a:gd name="connsiteY9" fmla="*/ 52578 h 167163"/>
                <a:gd name="connsiteX10" fmla="*/ 120396 w 131254"/>
                <a:gd name="connsiteY10" fmla="*/ 82296 h 167163"/>
                <a:gd name="connsiteX11" fmla="*/ 92678 w 131254"/>
                <a:gd name="connsiteY11" fmla="*/ 100870 h 167163"/>
                <a:gd name="connsiteX12" fmla="*/ 131255 w 131254"/>
                <a:gd name="connsiteY12" fmla="*/ 167069 h 167163"/>
                <a:gd name="connsiteX13" fmla="*/ 85249 w 131254"/>
                <a:gd name="connsiteY13" fmla="*/ 167069 h 167163"/>
                <a:gd name="connsiteX14" fmla="*/ 40767 w 131254"/>
                <a:gd name="connsiteY14" fmla="*/ 75248 h 167163"/>
                <a:gd name="connsiteX15" fmla="*/ 66008 w 131254"/>
                <a:gd name="connsiteY15" fmla="*/ 75248 h 167163"/>
                <a:gd name="connsiteX16" fmla="*/ 82772 w 131254"/>
                <a:gd name="connsiteY16" fmla="*/ 69723 h 167163"/>
                <a:gd name="connsiteX17" fmla="*/ 88392 w 131254"/>
                <a:gd name="connsiteY17" fmla="*/ 54293 h 167163"/>
                <a:gd name="connsiteX18" fmla="*/ 82772 w 131254"/>
                <a:gd name="connsiteY18" fmla="*/ 39243 h 167163"/>
                <a:gd name="connsiteX19" fmla="*/ 66008 w 131254"/>
                <a:gd name="connsiteY19" fmla="*/ 33719 h 167163"/>
                <a:gd name="connsiteX20" fmla="*/ 40767 w 131254"/>
                <a:gd name="connsiteY20" fmla="*/ 33719 h 167163"/>
                <a:gd name="connsiteX21" fmla="*/ 40767 w 131254"/>
                <a:gd name="connsiteY21" fmla="*/ 75152 h 16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1254" h="167163">
                  <a:moveTo>
                    <a:pt x="85249" y="167164"/>
                  </a:moveTo>
                  <a:lnTo>
                    <a:pt x="50483" y="104108"/>
                  </a:lnTo>
                  <a:lnTo>
                    <a:pt x="40672" y="104108"/>
                  </a:lnTo>
                  <a:lnTo>
                    <a:pt x="40672" y="167164"/>
                  </a:lnTo>
                  <a:lnTo>
                    <a:pt x="0" y="167164"/>
                  </a:lnTo>
                  <a:lnTo>
                    <a:pt x="0" y="0"/>
                  </a:lnTo>
                  <a:lnTo>
                    <a:pt x="68390" y="0"/>
                  </a:lnTo>
                  <a:cubicBezTo>
                    <a:pt x="81534" y="0"/>
                    <a:pt x="92774" y="2286"/>
                    <a:pt x="102108" y="6858"/>
                  </a:cubicBezTo>
                  <a:cubicBezTo>
                    <a:pt x="111347" y="11430"/>
                    <a:pt x="118301" y="17812"/>
                    <a:pt x="122968" y="25813"/>
                  </a:cubicBezTo>
                  <a:cubicBezTo>
                    <a:pt x="127635" y="33814"/>
                    <a:pt x="129826" y="42767"/>
                    <a:pt x="129826" y="52578"/>
                  </a:cubicBezTo>
                  <a:cubicBezTo>
                    <a:pt x="129826" y="63722"/>
                    <a:pt x="126683" y="73628"/>
                    <a:pt x="120396" y="82296"/>
                  </a:cubicBezTo>
                  <a:cubicBezTo>
                    <a:pt x="114110" y="91059"/>
                    <a:pt x="104870" y="97250"/>
                    <a:pt x="92678" y="100870"/>
                  </a:cubicBezTo>
                  <a:lnTo>
                    <a:pt x="131255" y="167069"/>
                  </a:lnTo>
                  <a:lnTo>
                    <a:pt x="85249" y="167069"/>
                  </a:lnTo>
                  <a:close/>
                  <a:moveTo>
                    <a:pt x="40767" y="75248"/>
                  </a:moveTo>
                  <a:lnTo>
                    <a:pt x="66008" y="75248"/>
                  </a:lnTo>
                  <a:cubicBezTo>
                    <a:pt x="73438" y="75248"/>
                    <a:pt x="79058" y="73438"/>
                    <a:pt x="82772" y="69723"/>
                  </a:cubicBezTo>
                  <a:cubicBezTo>
                    <a:pt x="86487" y="66008"/>
                    <a:pt x="88392" y="60960"/>
                    <a:pt x="88392" y="54293"/>
                  </a:cubicBezTo>
                  <a:cubicBezTo>
                    <a:pt x="88392" y="47625"/>
                    <a:pt x="86487" y="42958"/>
                    <a:pt x="82772" y="39243"/>
                  </a:cubicBezTo>
                  <a:cubicBezTo>
                    <a:pt x="79058" y="35624"/>
                    <a:pt x="73438" y="33719"/>
                    <a:pt x="66008" y="33719"/>
                  </a:cubicBezTo>
                  <a:lnTo>
                    <a:pt x="40767" y="33719"/>
                  </a:lnTo>
                  <a:lnTo>
                    <a:pt x="40767" y="75152"/>
                  </a:lnTo>
                  <a:close/>
                </a:path>
              </a:pathLst>
            </a:custGeom>
            <a:grpFill/>
            <a:ln w="9525" cap="flat">
              <a:noFill/>
              <a:prstDash val="solid"/>
              <a:miter/>
            </a:ln>
          </p:spPr>
          <p:txBody>
            <a:bodyPr rtlCol="0" anchor="ctr"/>
            <a:lstStyle/>
            <a:p>
              <a:endParaRPr lang="fi-FI" sz="3200">
                <a:solidFill>
                  <a:schemeClr val="tx2"/>
                </a:solidFill>
              </a:endParaRPr>
            </a:p>
          </p:txBody>
        </p:sp>
        <p:sp>
          <p:nvSpPr>
            <p:cNvPr id="634" name="Vapaamuotoinen: Muoto 633">
              <a:extLst>
                <a:ext uri="{FF2B5EF4-FFF2-40B4-BE49-F238E27FC236}">
                  <a16:creationId xmlns:a16="http://schemas.microsoft.com/office/drawing/2014/main" id="{869BFCA4-530C-2181-9CD8-8327B3982E95}"/>
                </a:ext>
              </a:extLst>
            </p:cNvPr>
            <p:cNvSpPr/>
            <p:nvPr/>
          </p:nvSpPr>
          <p:spPr>
            <a:xfrm>
              <a:off x="4119466" y="2344673"/>
              <a:ext cx="140207" cy="136779"/>
            </a:xfrm>
            <a:custGeom>
              <a:avLst/>
              <a:gdLst>
                <a:gd name="connsiteX0" fmla="*/ 7810 w 140207"/>
                <a:gd name="connsiteY0" fmla="*/ 32195 h 136779"/>
                <a:gd name="connsiteX1" fmla="*/ 28861 w 140207"/>
                <a:gd name="connsiteY1" fmla="*/ 8382 h 136779"/>
                <a:gd name="connsiteX2" fmla="*/ 58579 w 140207"/>
                <a:gd name="connsiteY2" fmla="*/ 0 h 136779"/>
                <a:gd name="connsiteX3" fmla="*/ 83249 w 140207"/>
                <a:gd name="connsiteY3" fmla="*/ 5715 h 136779"/>
                <a:gd name="connsiteX4" fmla="*/ 99536 w 140207"/>
                <a:gd name="connsiteY4" fmla="*/ 20765 h 136779"/>
                <a:gd name="connsiteX5" fmla="*/ 99536 w 140207"/>
                <a:gd name="connsiteY5" fmla="*/ 1905 h 136779"/>
                <a:gd name="connsiteX6" fmla="*/ 140208 w 140207"/>
                <a:gd name="connsiteY6" fmla="*/ 1905 h 136779"/>
                <a:gd name="connsiteX7" fmla="*/ 140208 w 140207"/>
                <a:gd name="connsiteY7" fmla="*/ 134779 h 136779"/>
                <a:gd name="connsiteX8" fmla="*/ 99536 w 140207"/>
                <a:gd name="connsiteY8" fmla="*/ 134779 h 136779"/>
                <a:gd name="connsiteX9" fmla="*/ 99536 w 140207"/>
                <a:gd name="connsiteY9" fmla="*/ 116015 h 136779"/>
                <a:gd name="connsiteX10" fmla="*/ 82963 w 140207"/>
                <a:gd name="connsiteY10" fmla="*/ 131064 h 136779"/>
                <a:gd name="connsiteX11" fmla="*/ 58293 w 140207"/>
                <a:gd name="connsiteY11" fmla="*/ 136779 h 136779"/>
                <a:gd name="connsiteX12" fmla="*/ 28766 w 140207"/>
                <a:gd name="connsiteY12" fmla="*/ 128302 h 136779"/>
                <a:gd name="connsiteX13" fmla="*/ 7715 w 140207"/>
                <a:gd name="connsiteY13" fmla="*/ 104299 h 136779"/>
                <a:gd name="connsiteX14" fmla="*/ 0 w 140207"/>
                <a:gd name="connsiteY14" fmla="*/ 68199 h 136779"/>
                <a:gd name="connsiteX15" fmla="*/ 7715 w 140207"/>
                <a:gd name="connsiteY15" fmla="*/ 32290 h 136779"/>
                <a:gd name="connsiteX16" fmla="*/ 91154 w 140207"/>
                <a:gd name="connsiteY16" fmla="*/ 44291 h 136779"/>
                <a:gd name="connsiteX17" fmla="*/ 70580 w 140207"/>
                <a:gd name="connsiteY17" fmla="*/ 35528 h 136779"/>
                <a:gd name="connsiteX18" fmla="*/ 50006 w 140207"/>
                <a:gd name="connsiteY18" fmla="*/ 44196 h 136779"/>
                <a:gd name="connsiteX19" fmla="*/ 41529 w 140207"/>
                <a:gd name="connsiteY19" fmla="*/ 68104 h 136779"/>
                <a:gd name="connsiteX20" fmla="*/ 50006 w 140207"/>
                <a:gd name="connsiteY20" fmla="*/ 92297 h 136779"/>
                <a:gd name="connsiteX21" fmla="*/ 70580 w 140207"/>
                <a:gd name="connsiteY21" fmla="*/ 101251 h 136779"/>
                <a:gd name="connsiteX22" fmla="*/ 91154 w 140207"/>
                <a:gd name="connsiteY22" fmla="*/ 92393 h 136779"/>
                <a:gd name="connsiteX23" fmla="*/ 99632 w 140207"/>
                <a:gd name="connsiteY23" fmla="*/ 68390 h 136779"/>
                <a:gd name="connsiteX24" fmla="*/ 91154 w 140207"/>
                <a:gd name="connsiteY24" fmla="*/ 44291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7" h="136779">
                  <a:moveTo>
                    <a:pt x="7810" y="32195"/>
                  </a:moveTo>
                  <a:cubicBezTo>
                    <a:pt x="12954" y="21908"/>
                    <a:pt x="20003" y="13907"/>
                    <a:pt x="28861" y="8382"/>
                  </a:cubicBezTo>
                  <a:cubicBezTo>
                    <a:pt x="37719" y="2858"/>
                    <a:pt x="47625" y="0"/>
                    <a:pt x="58579" y="0"/>
                  </a:cubicBezTo>
                  <a:cubicBezTo>
                    <a:pt x="67913" y="0"/>
                    <a:pt x="76200" y="1905"/>
                    <a:pt x="83249" y="5715"/>
                  </a:cubicBezTo>
                  <a:cubicBezTo>
                    <a:pt x="90297" y="9525"/>
                    <a:pt x="95726" y="14478"/>
                    <a:pt x="99536" y="20765"/>
                  </a:cubicBezTo>
                  <a:lnTo>
                    <a:pt x="99536" y="1905"/>
                  </a:lnTo>
                  <a:lnTo>
                    <a:pt x="140208" y="1905"/>
                  </a:lnTo>
                  <a:lnTo>
                    <a:pt x="140208" y="134779"/>
                  </a:lnTo>
                  <a:lnTo>
                    <a:pt x="99536" y="134779"/>
                  </a:lnTo>
                  <a:lnTo>
                    <a:pt x="99536" y="116015"/>
                  </a:lnTo>
                  <a:cubicBezTo>
                    <a:pt x="95536" y="122206"/>
                    <a:pt x="90011" y="127159"/>
                    <a:pt x="82963" y="131064"/>
                  </a:cubicBezTo>
                  <a:cubicBezTo>
                    <a:pt x="75914" y="134874"/>
                    <a:pt x="67723" y="136779"/>
                    <a:pt x="58293" y="136779"/>
                  </a:cubicBezTo>
                  <a:cubicBezTo>
                    <a:pt x="47530" y="136779"/>
                    <a:pt x="37624" y="133922"/>
                    <a:pt x="28766" y="128302"/>
                  </a:cubicBezTo>
                  <a:cubicBezTo>
                    <a:pt x="19907" y="122682"/>
                    <a:pt x="12859" y="114681"/>
                    <a:pt x="7715" y="104299"/>
                  </a:cubicBezTo>
                  <a:cubicBezTo>
                    <a:pt x="2572" y="93917"/>
                    <a:pt x="0" y="81915"/>
                    <a:pt x="0" y="68199"/>
                  </a:cubicBezTo>
                  <a:cubicBezTo>
                    <a:pt x="0" y="54483"/>
                    <a:pt x="2572" y="42577"/>
                    <a:pt x="7715" y="32290"/>
                  </a:cubicBezTo>
                  <a:close/>
                  <a:moveTo>
                    <a:pt x="91154" y="44291"/>
                  </a:moveTo>
                  <a:cubicBezTo>
                    <a:pt x="85534" y="38386"/>
                    <a:pt x="78677" y="35528"/>
                    <a:pt x="70580" y="35528"/>
                  </a:cubicBezTo>
                  <a:cubicBezTo>
                    <a:pt x="62484" y="35528"/>
                    <a:pt x="55626" y="38386"/>
                    <a:pt x="50006" y="44196"/>
                  </a:cubicBezTo>
                  <a:cubicBezTo>
                    <a:pt x="44387" y="50006"/>
                    <a:pt x="41529" y="58007"/>
                    <a:pt x="41529" y="68104"/>
                  </a:cubicBezTo>
                  <a:cubicBezTo>
                    <a:pt x="41529" y="78200"/>
                    <a:pt x="44387" y="86296"/>
                    <a:pt x="50006" y="92297"/>
                  </a:cubicBezTo>
                  <a:cubicBezTo>
                    <a:pt x="55626" y="98298"/>
                    <a:pt x="62484" y="101251"/>
                    <a:pt x="70580" y="101251"/>
                  </a:cubicBezTo>
                  <a:cubicBezTo>
                    <a:pt x="78677" y="101251"/>
                    <a:pt x="85534" y="98298"/>
                    <a:pt x="91154" y="92393"/>
                  </a:cubicBezTo>
                  <a:cubicBezTo>
                    <a:pt x="96774" y="86487"/>
                    <a:pt x="99632" y="78486"/>
                    <a:pt x="99632" y="68390"/>
                  </a:cubicBezTo>
                  <a:cubicBezTo>
                    <a:pt x="99632" y="58293"/>
                    <a:pt x="96774" y="50197"/>
                    <a:pt x="91154" y="44291"/>
                  </a:cubicBezTo>
                  <a:close/>
                </a:path>
              </a:pathLst>
            </a:custGeom>
            <a:grpFill/>
            <a:ln w="9525" cap="flat">
              <a:noFill/>
              <a:prstDash val="solid"/>
              <a:miter/>
            </a:ln>
          </p:spPr>
          <p:txBody>
            <a:bodyPr rtlCol="0" anchor="ctr"/>
            <a:lstStyle/>
            <a:p>
              <a:endParaRPr lang="fi-FI" sz="3200">
                <a:solidFill>
                  <a:schemeClr val="tx2"/>
                </a:solidFill>
              </a:endParaRPr>
            </a:p>
          </p:txBody>
        </p:sp>
        <p:sp>
          <p:nvSpPr>
            <p:cNvPr id="635" name="Vapaamuotoinen: Muoto 634">
              <a:extLst>
                <a:ext uri="{FF2B5EF4-FFF2-40B4-BE49-F238E27FC236}">
                  <a16:creationId xmlns:a16="http://schemas.microsoft.com/office/drawing/2014/main" id="{A38AFEA9-F61A-2744-E0E6-E55719C27D71}"/>
                </a:ext>
              </a:extLst>
            </p:cNvPr>
            <p:cNvSpPr/>
            <p:nvPr/>
          </p:nvSpPr>
          <p:spPr>
            <a:xfrm>
              <a:off x="4282153" y="2344769"/>
              <a:ext cx="115062" cy="136779"/>
            </a:xfrm>
            <a:custGeom>
              <a:avLst/>
              <a:gdLst>
                <a:gd name="connsiteX0" fmla="*/ 30290 w 115062"/>
                <a:gd name="connsiteY0" fmla="*/ 130683 h 136779"/>
                <a:gd name="connsiteX1" fmla="*/ 8858 w 115062"/>
                <a:gd name="connsiteY1" fmla="*/ 114395 h 136779"/>
                <a:gd name="connsiteX2" fmla="*/ 0 w 115062"/>
                <a:gd name="connsiteY2" fmla="*/ 91154 h 136779"/>
                <a:gd name="connsiteX3" fmla="*/ 40291 w 115062"/>
                <a:gd name="connsiteY3" fmla="*/ 91154 h 136779"/>
                <a:gd name="connsiteX4" fmla="*/ 46673 w 115062"/>
                <a:gd name="connsiteY4" fmla="*/ 102394 h 136779"/>
                <a:gd name="connsiteX5" fmla="*/ 60674 w 115062"/>
                <a:gd name="connsiteY5" fmla="*/ 106680 h 136779"/>
                <a:gd name="connsiteX6" fmla="*/ 72485 w 115062"/>
                <a:gd name="connsiteY6" fmla="*/ 103727 h 136779"/>
                <a:gd name="connsiteX7" fmla="*/ 76676 w 115062"/>
                <a:gd name="connsiteY7" fmla="*/ 96012 h 136779"/>
                <a:gd name="connsiteX8" fmla="*/ 70771 w 115062"/>
                <a:gd name="connsiteY8" fmla="*/ 87535 h 136779"/>
                <a:gd name="connsiteX9" fmla="*/ 51435 w 115062"/>
                <a:gd name="connsiteY9" fmla="*/ 81439 h 136779"/>
                <a:gd name="connsiteX10" fmla="*/ 27623 w 115062"/>
                <a:gd name="connsiteY10" fmla="*/ 74390 h 136779"/>
                <a:gd name="connsiteX11" fmla="*/ 11240 w 115062"/>
                <a:gd name="connsiteY11" fmla="*/ 62675 h 136779"/>
                <a:gd name="connsiteX12" fmla="*/ 4286 w 115062"/>
                <a:gd name="connsiteY12" fmla="*/ 41148 h 136779"/>
                <a:gd name="connsiteX13" fmla="*/ 10573 w 115062"/>
                <a:gd name="connsiteY13" fmla="*/ 20288 h 136779"/>
                <a:gd name="connsiteX14" fmla="*/ 29147 w 115062"/>
                <a:gd name="connsiteY14" fmla="*/ 5429 h 136779"/>
                <a:gd name="connsiteX15" fmla="*/ 58293 w 115062"/>
                <a:gd name="connsiteY15" fmla="*/ 0 h 136779"/>
                <a:gd name="connsiteX16" fmla="*/ 97727 w 115062"/>
                <a:gd name="connsiteY16" fmla="*/ 12383 h 136779"/>
                <a:gd name="connsiteX17" fmla="*/ 114300 w 115062"/>
                <a:gd name="connsiteY17" fmla="*/ 45244 h 136779"/>
                <a:gd name="connsiteX18" fmla="*/ 76676 w 115062"/>
                <a:gd name="connsiteY18" fmla="*/ 45244 h 136779"/>
                <a:gd name="connsiteX19" fmla="*/ 70580 w 115062"/>
                <a:gd name="connsiteY19" fmla="*/ 34290 h 136779"/>
                <a:gd name="connsiteX20" fmla="*/ 57150 w 115062"/>
                <a:gd name="connsiteY20" fmla="*/ 30290 h 136779"/>
                <a:gd name="connsiteX21" fmla="*/ 46196 w 115062"/>
                <a:gd name="connsiteY21" fmla="*/ 33052 h 136779"/>
                <a:gd name="connsiteX22" fmla="*/ 42386 w 115062"/>
                <a:gd name="connsiteY22" fmla="*/ 40577 h 136779"/>
                <a:gd name="connsiteX23" fmla="*/ 48482 w 115062"/>
                <a:gd name="connsiteY23" fmla="*/ 49149 h 136779"/>
                <a:gd name="connsiteX24" fmla="*/ 67437 w 115062"/>
                <a:gd name="connsiteY24" fmla="*/ 54864 h 136779"/>
                <a:gd name="connsiteX25" fmla="*/ 91535 w 115062"/>
                <a:gd name="connsiteY25" fmla="*/ 62389 h 136779"/>
                <a:gd name="connsiteX26" fmla="*/ 107823 w 115062"/>
                <a:gd name="connsiteY26" fmla="*/ 74295 h 136779"/>
                <a:gd name="connsiteX27" fmla="*/ 115062 w 115062"/>
                <a:gd name="connsiteY27" fmla="*/ 96298 h 136779"/>
                <a:gd name="connsiteX28" fmla="*/ 108490 w 115062"/>
                <a:gd name="connsiteY28" fmla="*/ 117157 h 136779"/>
                <a:gd name="connsiteX29" fmla="*/ 89726 w 115062"/>
                <a:gd name="connsiteY29" fmla="*/ 131540 h 136779"/>
                <a:gd name="connsiteX30" fmla="*/ 61246 w 115062"/>
                <a:gd name="connsiteY30" fmla="*/ 136779 h 136779"/>
                <a:gd name="connsiteX31" fmla="*/ 30290 w 115062"/>
                <a:gd name="connsiteY31" fmla="*/ 130874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15062" h="136779">
                  <a:moveTo>
                    <a:pt x="30290" y="130683"/>
                  </a:moveTo>
                  <a:cubicBezTo>
                    <a:pt x="21241" y="126682"/>
                    <a:pt x="14097" y="121253"/>
                    <a:pt x="8858" y="114395"/>
                  </a:cubicBezTo>
                  <a:cubicBezTo>
                    <a:pt x="3620" y="107537"/>
                    <a:pt x="667" y="99727"/>
                    <a:pt x="0" y="91154"/>
                  </a:cubicBezTo>
                  <a:lnTo>
                    <a:pt x="40291" y="91154"/>
                  </a:lnTo>
                  <a:cubicBezTo>
                    <a:pt x="40767" y="95726"/>
                    <a:pt x="42863" y="99536"/>
                    <a:pt x="46673" y="102394"/>
                  </a:cubicBezTo>
                  <a:cubicBezTo>
                    <a:pt x="50482" y="105251"/>
                    <a:pt x="55150" y="106680"/>
                    <a:pt x="60674" y="106680"/>
                  </a:cubicBezTo>
                  <a:cubicBezTo>
                    <a:pt x="65723" y="106680"/>
                    <a:pt x="69723" y="105728"/>
                    <a:pt x="72485" y="103727"/>
                  </a:cubicBezTo>
                  <a:cubicBezTo>
                    <a:pt x="75248" y="101727"/>
                    <a:pt x="76676" y="99155"/>
                    <a:pt x="76676" y="96012"/>
                  </a:cubicBezTo>
                  <a:cubicBezTo>
                    <a:pt x="76676" y="92202"/>
                    <a:pt x="74676" y="89344"/>
                    <a:pt x="70771" y="87535"/>
                  </a:cubicBezTo>
                  <a:cubicBezTo>
                    <a:pt x="66770" y="85725"/>
                    <a:pt x="60389" y="83725"/>
                    <a:pt x="51435" y="81439"/>
                  </a:cubicBezTo>
                  <a:cubicBezTo>
                    <a:pt x="41910" y="79248"/>
                    <a:pt x="34004" y="76867"/>
                    <a:pt x="27623" y="74390"/>
                  </a:cubicBezTo>
                  <a:cubicBezTo>
                    <a:pt x="21241" y="71914"/>
                    <a:pt x="15811" y="68009"/>
                    <a:pt x="11240" y="62675"/>
                  </a:cubicBezTo>
                  <a:cubicBezTo>
                    <a:pt x="6668" y="57340"/>
                    <a:pt x="4286" y="50197"/>
                    <a:pt x="4286" y="41148"/>
                  </a:cubicBezTo>
                  <a:cubicBezTo>
                    <a:pt x="4286" y="33528"/>
                    <a:pt x="6382" y="26575"/>
                    <a:pt x="10573" y="20288"/>
                  </a:cubicBezTo>
                  <a:cubicBezTo>
                    <a:pt x="14764" y="14002"/>
                    <a:pt x="20955" y="9049"/>
                    <a:pt x="29147" y="5429"/>
                  </a:cubicBezTo>
                  <a:cubicBezTo>
                    <a:pt x="37338" y="1810"/>
                    <a:pt x="47053" y="0"/>
                    <a:pt x="58293" y="0"/>
                  </a:cubicBezTo>
                  <a:cubicBezTo>
                    <a:pt x="74962" y="0"/>
                    <a:pt x="88106" y="4096"/>
                    <a:pt x="97727" y="12383"/>
                  </a:cubicBezTo>
                  <a:cubicBezTo>
                    <a:pt x="107347" y="20669"/>
                    <a:pt x="112871" y="31623"/>
                    <a:pt x="114300" y="45244"/>
                  </a:cubicBezTo>
                  <a:lnTo>
                    <a:pt x="76676" y="45244"/>
                  </a:lnTo>
                  <a:cubicBezTo>
                    <a:pt x="76009" y="40672"/>
                    <a:pt x="74009" y="36957"/>
                    <a:pt x="70580" y="34290"/>
                  </a:cubicBezTo>
                  <a:cubicBezTo>
                    <a:pt x="67151" y="31623"/>
                    <a:pt x="62675" y="30290"/>
                    <a:pt x="57150" y="30290"/>
                  </a:cubicBezTo>
                  <a:cubicBezTo>
                    <a:pt x="52388" y="30290"/>
                    <a:pt x="48768" y="31242"/>
                    <a:pt x="46196" y="33052"/>
                  </a:cubicBezTo>
                  <a:cubicBezTo>
                    <a:pt x="43625" y="34862"/>
                    <a:pt x="42386" y="37338"/>
                    <a:pt x="42386" y="40577"/>
                  </a:cubicBezTo>
                  <a:cubicBezTo>
                    <a:pt x="42386" y="44387"/>
                    <a:pt x="44387" y="47244"/>
                    <a:pt x="48482" y="49149"/>
                  </a:cubicBezTo>
                  <a:cubicBezTo>
                    <a:pt x="52578" y="51054"/>
                    <a:pt x="58865" y="52959"/>
                    <a:pt x="67437" y="54864"/>
                  </a:cubicBezTo>
                  <a:cubicBezTo>
                    <a:pt x="77248" y="57436"/>
                    <a:pt x="85344" y="59912"/>
                    <a:pt x="91535" y="62389"/>
                  </a:cubicBezTo>
                  <a:cubicBezTo>
                    <a:pt x="97727" y="64865"/>
                    <a:pt x="103156" y="68771"/>
                    <a:pt x="107823" y="74295"/>
                  </a:cubicBezTo>
                  <a:cubicBezTo>
                    <a:pt x="112490" y="79820"/>
                    <a:pt x="114967" y="87154"/>
                    <a:pt x="115062" y="96298"/>
                  </a:cubicBezTo>
                  <a:cubicBezTo>
                    <a:pt x="115062" y="104108"/>
                    <a:pt x="112871" y="111062"/>
                    <a:pt x="108490" y="117157"/>
                  </a:cubicBezTo>
                  <a:cubicBezTo>
                    <a:pt x="104108" y="123254"/>
                    <a:pt x="97822" y="128111"/>
                    <a:pt x="89726" y="131540"/>
                  </a:cubicBezTo>
                  <a:cubicBezTo>
                    <a:pt x="81629" y="134969"/>
                    <a:pt x="72104" y="136779"/>
                    <a:pt x="61246" y="136779"/>
                  </a:cubicBezTo>
                  <a:cubicBezTo>
                    <a:pt x="49625" y="136779"/>
                    <a:pt x="39338" y="134779"/>
                    <a:pt x="30290" y="130874"/>
                  </a:cubicBezTo>
                  <a:close/>
                </a:path>
              </a:pathLst>
            </a:custGeom>
            <a:grpFill/>
            <a:ln w="9525" cap="flat">
              <a:noFill/>
              <a:prstDash val="solid"/>
              <a:miter/>
            </a:ln>
          </p:spPr>
          <p:txBody>
            <a:bodyPr rtlCol="0" anchor="ctr"/>
            <a:lstStyle/>
            <a:p>
              <a:endParaRPr lang="fi-FI" sz="3200">
                <a:solidFill>
                  <a:schemeClr val="tx2"/>
                </a:solidFill>
              </a:endParaRPr>
            </a:p>
          </p:txBody>
        </p:sp>
        <p:sp>
          <p:nvSpPr>
            <p:cNvPr id="636" name="Vapaamuotoinen: Muoto 635">
              <a:extLst>
                <a:ext uri="{FF2B5EF4-FFF2-40B4-BE49-F238E27FC236}">
                  <a16:creationId xmlns:a16="http://schemas.microsoft.com/office/drawing/2014/main" id="{A99917AF-4B6C-661A-2826-951B2383F1D9}"/>
                </a:ext>
              </a:extLst>
            </p:cNvPr>
            <p:cNvSpPr/>
            <p:nvPr/>
          </p:nvSpPr>
          <p:spPr>
            <a:xfrm>
              <a:off x="4414074" y="2344578"/>
              <a:ext cx="133350" cy="136779"/>
            </a:xfrm>
            <a:custGeom>
              <a:avLst/>
              <a:gdLst>
                <a:gd name="connsiteX0" fmla="*/ 132683 w 133350"/>
                <a:gd name="connsiteY0" fmla="*/ 78200 h 136779"/>
                <a:gd name="connsiteX1" fmla="*/ 40577 w 133350"/>
                <a:gd name="connsiteY1" fmla="*/ 78200 h 136779"/>
                <a:gd name="connsiteX2" fmla="*/ 48578 w 133350"/>
                <a:gd name="connsiteY2" fmla="*/ 97155 h 136779"/>
                <a:gd name="connsiteX3" fmla="*/ 65818 w 133350"/>
                <a:gd name="connsiteY3" fmla="*/ 103727 h 136779"/>
                <a:gd name="connsiteX4" fmla="*/ 86963 w 133350"/>
                <a:gd name="connsiteY4" fmla="*/ 90869 h 136779"/>
                <a:gd name="connsiteX5" fmla="*/ 130302 w 133350"/>
                <a:gd name="connsiteY5" fmla="*/ 90869 h 136779"/>
                <a:gd name="connsiteX6" fmla="*/ 118301 w 133350"/>
                <a:gd name="connsiteY6" fmla="*/ 114491 h 136779"/>
                <a:gd name="connsiteX7" fmla="*/ 96488 w 133350"/>
                <a:gd name="connsiteY7" fmla="*/ 130873 h 136779"/>
                <a:gd name="connsiteX8" fmla="*/ 67151 w 133350"/>
                <a:gd name="connsiteY8" fmla="*/ 136779 h 136779"/>
                <a:gd name="connsiteX9" fmla="*/ 32385 w 133350"/>
                <a:gd name="connsiteY9" fmla="*/ 128397 h 136779"/>
                <a:gd name="connsiteX10" fmla="*/ 8573 w 133350"/>
                <a:gd name="connsiteY10" fmla="*/ 104584 h 136779"/>
                <a:gd name="connsiteX11" fmla="*/ 0 w 133350"/>
                <a:gd name="connsiteY11" fmla="*/ 68390 h 136779"/>
                <a:gd name="connsiteX12" fmla="*/ 8477 w 133350"/>
                <a:gd name="connsiteY12" fmla="*/ 32194 h 136779"/>
                <a:gd name="connsiteX13" fmla="*/ 32195 w 133350"/>
                <a:gd name="connsiteY13" fmla="*/ 8382 h 136779"/>
                <a:gd name="connsiteX14" fmla="*/ 67151 w 133350"/>
                <a:gd name="connsiteY14" fmla="*/ 0 h 136779"/>
                <a:gd name="connsiteX15" fmla="*/ 101441 w 133350"/>
                <a:gd name="connsiteY15" fmla="*/ 8096 h 136779"/>
                <a:gd name="connsiteX16" fmla="*/ 124873 w 133350"/>
                <a:gd name="connsiteY16" fmla="*/ 31147 h 136779"/>
                <a:gd name="connsiteX17" fmla="*/ 133350 w 133350"/>
                <a:gd name="connsiteY17" fmla="*/ 66104 h 136779"/>
                <a:gd name="connsiteX18" fmla="*/ 132588 w 133350"/>
                <a:gd name="connsiteY18" fmla="*/ 78010 h 136779"/>
                <a:gd name="connsiteX19" fmla="*/ 91726 w 133350"/>
                <a:gd name="connsiteY19" fmla="*/ 55531 h 136779"/>
                <a:gd name="connsiteX20" fmla="*/ 84582 w 133350"/>
                <a:gd name="connsiteY20" fmla="*/ 38862 h 136779"/>
                <a:gd name="connsiteX21" fmla="*/ 66675 w 133350"/>
                <a:gd name="connsiteY21" fmla="*/ 32671 h 136779"/>
                <a:gd name="connsiteX22" fmla="*/ 49435 w 133350"/>
                <a:gd name="connsiteY22" fmla="*/ 38576 h 136779"/>
                <a:gd name="connsiteX23" fmla="*/ 40767 w 133350"/>
                <a:gd name="connsiteY23" fmla="*/ 55436 h 136779"/>
                <a:gd name="connsiteX24" fmla="*/ 91726 w 133350"/>
                <a:gd name="connsiteY24" fmla="*/ 55436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3350" h="136779">
                  <a:moveTo>
                    <a:pt x="132683" y="78200"/>
                  </a:moveTo>
                  <a:lnTo>
                    <a:pt x="40577" y="78200"/>
                  </a:lnTo>
                  <a:cubicBezTo>
                    <a:pt x="41243" y="86487"/>
                    <a:pt x="43910" y="92773"/>
                    <a:pt x="48578" y="97155"/>
                  </a:cubicBezTo>
                  <a:cubicBezTo>
                    <a:pt x="53245" y="101536"/>
                    <a:pt x="59055" y="103727"/>
                    <a:pt x="65818" y="103727"/>
                  </a:cubicBezTo>
                  <a:cubicBezTo>
                    <a:pt x="76010" y="103727"/>
                    <a:pt x="83058" y="99441"/>
                    <a:pt x="86963" y="90869"/>
                  </a:cubicBezTo>
                  <a:lnTo>
                    <a:pt x="130302" y="90869"/>
                  </a:lnTo>
                  <a:cubicBezTo>
                    <a:pt x="128111" y="99632"/>
                    <a:pt x="124111" y="107442"/>
                    <a:pt x="118301" y="114491"/>
                  </a:cubicBezTo>
                  <a:cubicBezTo>
                    <a:pt x="112490" y="121539"/>
                    <a:pt x="105251" y="126968"/>
                    <a:pt x="96488" y="130873"/>
                  </a:cubicBezTo>
                  <a:cubicBezTo>
                    <a:pt x="87725" y="134874"/>
                    <a:pt x="78010" y="136779"/>
                    <a:pt x="67151" y="136779"/>
                  </a:cubicBezTo>
                  <a:cubicBezTo>
                    <a:pt x="54102" y="136779"/>
                    <a:pt x="42577" y="134017"/>
                    <a:pt x="32385" y="128397"/>
                  </a:cubicBezTo>
                  <a:cubicBezTo>
                    <a:pt x="22193" y="122872"/>
                    <a:pt x="14288" y="114871"/>
                    <a:pt x="8573" y="104584"/>
                  </a:cubicBezTo>
                  <a:cubicBezTo>
                    <a:pt x="2858" y="94297"/>
                    <a:pt x="0" y="82201"/>
                    <a:pt x="0" y="68390"/>
                  </a:cubicBezTo>
                  <a:cubicBezTo>
                    <a:pt x="0" y="54578"/>
                    <a:pt x="2858" y="42481"/>
                    <a:pt x="8477" y="32194"/>
                  </a:cubicBezTo>
                  <a:cubicBezTo>
                    <a:pt x="14097" y="21907"/>
                    <a:pt x="22003" y="13906"/>
                    <a:pt x="32195" y="8382"/>
                  </a:cubicBezTo>
                  <a:cubicBezTo>
                    <a:pt x="42386" y="2857"/>
                    <a:pt x="54007" y="0"/>
                    <a:pt x="67151" y="0"/>
                  </a:cubicBezTo>
                  <a:cubicBezTo>
                    <a:pt x="80296" y="0"/>
                    <a:pt x="91440" y="2667"/>
                    <a:pt x="101441" y="8096"/>
                  </a:cubicBezTo>
                  <a:cubicBezTo>
                    <a:pt x="111443" y="13525"/>
                    <a:pt x="119253" y="21241"/>
                    <a:pt x="124873" y="31147"/>
                  </a:cubicBezTo>
                  <a:cubicBezTo>
                    <a:pt x="130493" y="41053"/>
                    <a:pt x="133350" y="52864"/>
                    <a:pt x="133350" y="66104"/>
                  </a:cubicBezTo>
                  <a:cubicBezTo>
                    <a:pt x="133350" y="69914"/>
                    <a:pt x="133064" y="73914"/>
                    <a:pt x="132588" y="78010"/>
                  </a:cubicBezTo>
                  <a:close/>
                  <a:moveTo>
                    <a:pt x="91726" y="55531"/>
                  </a:moveTo>
                  <a:cubicBezTo>
                    <a:pt x="91726" y="48578"/>
                    <a:pt x="89345" y="42958"/>
                    <a:pt x="84582" y="38862"/>
                  </a:cubicBezTo>
                  <a:cubicBezTo>
                    <a:pt x="79820" y="34766"/>
                    <a:pt x="73914" y="32671"/>
                    <a:pt x="66675" y="32671"/>
                  </a:cubicBezTo>
                  <a:cubicBezTo>
                    <a:pt x="59436" y="32671"/>
                    <a:pt x="54102" y="34671"/>
                    <a:pt x="49435" y="38576"/>
                  </a:cubicBezTo>
                  <a:cubicBezTo>
                    <a:pt x="44768" y="42577"/>
                    <a:pt x="41815" y="48197"/>
                    <a:pt x="40767" y="55436"/>
                  </a:cubicBezTo>
                  <a:lnTo>
                    <a:pt x="91726" y="55436"/>
                  </a:lnTo>
                  <a:close/>
                </a:path>
              </a:pathLst>
            </a:custGeom>
            <a:grpFill/>
            <a:ln w="9525" cap="flat">
              <a:noFill/>
              <a:prstDash val="solid"/>
              <a:miter/>
            </a:ln>
          </p:spPr>
          <p:txBody>
            <a:bodyPr rtlCol="0" anchor="ctr"/>
            <a:lstStyle/>
            <a:p>
              <a:endParaRPr lang="fi-FI" sz="3200">
                <a:solidFill>
                  <a:schemeClr val="tx2"/>
                </a:solidFill>
              </a:endParaRPr>
            </a:p>
          </p:txBody>
        </p:sp>
        <p:sp>
          <p:nvSpPr>
            <p:cNvPr id="637" name="Vapaamuotoinen: Muoto 636">
              <a:extLst>
                <a:ext uri="{FF2B5EF4-FFF2-40B4-BE49-F238E27FC236}">
                  <a16:creationId xmlns:a16="http://schemas.microsoft.com/office/drawing/2014/main" id="{0AE16067-8A77-8A33-5D21-96D92D1A21CF}"/>
                </a:ext>
              </a:extLst>
            </p:cNvPr>
            <p:cNvSpPr/>
            <p:nvPr/>
          </p:nvSpPr>
          <p:spPr>
            <a:xfrm>
              <a:off x="4568856" y="2303240"/>
              <a:ext cx="140208" cy="178117"/>
            </a:xfrm>
            <a:custGeom>
              <a:avLst/>
              <a:gdLst>
                <a:gd name="connsiteX0" fmla="*/ 57150 w 140208"/>
                <a:gd name="connsiteY0" fmla="*/ 47149 h 178117"/>
                <a:gd name="connsiteX1" fmla="*/ 81725 w 140208"/>
                <a:gd name="connsiteY1" fmla="*/ 41434 h 178117"/>
                <a:gd name="connsiteX2" fmla="*/ 111443 w 140208"/>
                <a:gd name="connsiteY2" fmla="*/ 49816 h 178117"/>
                <a:gd name="connsiteX3" fmla="*/ 132493 w 140208"/>
                <a:gd name="connsiteY3" fmla="*/ 73628 h 178117"/>
                <a:gd name="connsiteX4" fmla="*/ 140208 w 140208"/>
                <a:gd name="connsiteY4" fmla="*/ 109538 h 178117"/>
                <a:gd name="connsiteX5" fmla="*/ 132493 w 140208"/>
                <a:gd name="connsiteY5" fmla="*/ 145637 h 178117"/>
                <a:gd name="connsiteX6" fmla="*/ 111443 w 140208"/>
                <a:gd name="connsiteY6" fmla="*/ 169640 h 178117"/>
                <a:gd name="connsiteX7" fmla="*/ 81725 w 140208"/>
                <a:gd name="connsiteY7" fmla="*/ 178118 h 178117"/>
                <a:gd name="connsiteX8" fmla="*/ 57150 w 140208"/>
                <a:gd name="connsiteY8" fmla="*/ 172498 h 178117"/>
                <a:gd name="connsiteX9" fmla="*/ 40767 w 140208"/>
                <a:gd name="connsiteY9" fmla="*/ 157639 h 178117"/>
                <a:gd name="connsiteX10" fmla="*/ 40767 w 140208"/>
                <a:gd name="connsiteY10" fmla="*/ 176213 h 178117"/>
                <a:gd name="connsiteX11" fmla="*/ 0 w 140208"/>
                <a:gd name="connsiteY11" fmla="*/ 176213 h 178117"/>
                <a:gd name="connsiteX12" fmla="*/ 0 w 140208"/>
                <a:gd name="connsiteY12" fmla="*/ 0 h 178117"/>
                <a:gd name="connsiteX13" fmla="*/ 40767 w 140208"/>
                <a:gd name="connsiteY13" fmla="*/ 0 h 178117"/>
                <a:gd name="connsiteX14" fmla="*/ 40767 w 140208"/>
                <a:gd name="connsiteY14" fmla="*/ 62198 h 178117"/>
                <a:gd name="connsiteX15" fmla="*/ 57150 w 140208"/>
                <a:gd name="connsiteY15" fmla="*/ 47149 h 178117"/>
                <a:gd name="connsiteX16" fmla="*/ 90392 w 140208"/>
                <a:gd name="connsiteY16" fmla="*/ 85630 h 178117"/>
                <a:gd name="connsiteX17" fmla="*/ 69533 w 140208"/>
                <a:gd name="connsiteY17" fmla="*/ 76962 h 178117"/>
                <a:gd name="connsiteX18" fmla="*/ 48958 w 140208"/>
                <a:gd name="connsiteY18" fmla="*/ 85725 h 178117"/>
                <a:gd name="connsiteX19" fmla="*/ 40481 w 140208"/>
                <a:gd name="connsiteY19" fmla="*/ 109823 h 178117"/>
                <a:gd name="connsiteX20" fmla="*/ 48958 w 140208"/>
                <a:gd name="connsiteY20" fmla="*/ 133826 h 178117"/>
                <a:gd name="connsiteX21" fmla="*/ 69533 w 140208"/>
                <a:gd name="connsiteY21" fmla="*/ 142685 h 178117"/>
                <a:gd name="connsiteX22" fmla="*/ 90202 w 140208"/>
                <a:gd name="connsiteY22" fmla="*/ 133731 h 178117"/>
                <a:gd name="connsiteX23" fmla="*/ 98774 w 140208"/>
                <a:gd name="connsiteY23" fmla="*/ 109538 h 178117"/>
                <a:gd name="connsiteX24" fmla="*/ 90297 w 140208"/>
                <a:gd name="connsiteY24" fmla="*/ 85630 h 178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8" h="178117">
                  <a:moveTo>
                    <a:pt x="57150" y="47149"/>
                  </a:moveTo>
                  <a:cubicBezTo>
                    <a:pt x="64294" y="43339"/>
                    <a:pt x="72485" y="41434"/>
                    <a:pt x="81725" y="41434"/>
                  </a:cubicBezTo>
                  <a:cubicBezTo>
                    <a:pt x="92678" y="41434"/>
                    <a:pt x="102584" y="44196"/>
                    <a:pt x="111443" y="49816"/>
                  </a:cubicBezTo>
                  <a:cubicBezTo>
                    <a:pt x="120301" y="55340"/>
                    <a:pt x="127349" y="63341"/>
                    <a:pt x="132493" y="73628"/>
                  </a:cubicBezTo>
                  <a:cubicBezTo>
                    <a:pt x="137636" y="83915"/>
                    <a:pt x="140208" y="95917"/>
                    <a:pt x="140208" y="109538"/>
                  </a:cubicBezTo>
                  <a:cubicBezTo>
                    <a:pt x="140208" y="123158"/>
                    <a:pt x="137636" y="135255"/>
                    <a:pt x="132493" y="145637"/>
                  </a:cubicBezTo>
                  <a:cubicBezTo>
                    <a:pt x="127349" y="156020"/>
                    <a:pt x="120301" y="164021"/>
                    <a:pt x="111443" y="169640"/>
                  </a:cubicBezTo>
                  <a:cubicBezTo>
                    <a:pt x="102584" y="175260"/>
                    <a:pt x="92583" y="178118"/>
                    <a:pt x="81725" y="178118"/>
                  </a:cubicBezTo>
                  <a:cubicBezTo>
                    <a:pt x="72390" y="178118"/>
                    <a:pt x="64199" y="176213"/>
                    <a:pt x="57150" y="172498"/>
                  </a:cubicBezTo>
                  <a:cubicBezTo>
                    <a:pt x="50197" y="168783"/>
                    <a:pt x="44672" y="163830"/>
                    <a:pt x="40767" y="157639"/>
                  </a:cubicBezTo>
                  <a:lnTo>
                    <a:pt x="40767" y="176213"/>
                  </a:lnTo>
                  <a:lnTo>
                    <a:pt x="0" y="176213"/>
                  </a:lnTo>
                  <a:lnTo>
                    <a:pt x="0" y="0"/>
                  </a:lnTo>
                  <a:lnTo>
                    <a:pt x="40767" y="0"/>
                  </a:lnTo>
                  <a:lnTo>
                    <a:pt x="40767" y="62198"/>
                  </a:lnTo>
                  <a:cubicBezTo>
                    <a:pt x="44577" y="56007"/>
                    <a:pt x="50006" y="51054"/>
                    <a:pt x="57150" y="47149"/>
                  </a:cubicBezTo>
                  <a:close/>
                  <a:moveTo>
                    <a:pt x="90392" y="85630"/>
                  </a:moveTo>
                  <a:cubicBezTo>
                    <a:pt x="84773" y="79820"/>
                    <a:pt x="77819" y="76962"/>
                    <a:pt x="69533" y="76962"/>
                  </a:cubicBezTo>
                  <a:cubicBezTo>
                    <a:pt x="61246" y="76962"/>
                    <a:pt x="54578" y="79915"/>
                    <a:pt x="48958" y="85725"/>
                  </a:cubicBezTo>
                  <a:cubicBezTo>
                    <a:pt x="43339" y="91631"/>
                    <a:pt x="40481" y="99632"/>
                    <a:pt x="40481" y="109823"/>
                  </a:cubicBezTo>
                  <a:cubicBezTo>
                    <a:pt x="40481" y="120015"/>
                    <a:pt x="43339" y="128016"/>
                    <a:pt x="48958" y="133826"/>
                  </a:cubicBezTo>
                  <a:cubicBezTo>
                    <a:pt x="54578" y="139732"/>
                    <a:pt x="61436" y="142685"/>
                    <a:pt x="69533" y="142685"/>
                  </a:cubicBezTo>
                  <a:cubicBezTo>
                    <a:pt x="77629" y="142685"/>
                    <a:pt x="84582" y="139732"/>
                    <a:pt x="90202" y="133731"/>
                  </a:cubicBezTo>
                  <a:cubicBezTo>
                    <a:pt x="95917" y="127826"/>
                    <a:pt x="98774" y="119729"/>
                    <a:pt x="98774" y="109538"/>
                  </a:cubicBezTo>
                  <a:cubicBezTo>
                    <a:pt x="98774" y="99346"/>
                    <a:pt x="95917" y="91440"/>
                    <a:pt x="90297" y="85630"/>
                  </a:cubicBezTo>
                  <a:close/>
                </a:path>
              </a:pathLst>
            </a:custGeom>
            <a:grpFill/>
            <a:ln w="9525" cap="flat">
              <a:noFill/>
              <a:prstDash val="solid"/>
              <a:miter/>
            </a:ln>
          </p:spPr>
          <p:txBody>
            <a:bodyPr rtlCol="0" anchor="ctr"/>
            <a:lstStyle/>
            <a:p>
              <a:endParaRPr lang="fi-FI" sz="3200">
                <a:solidFill>
                  <a:schemeClr val="tx2"/>
                </a:solidFill>
              </a:endParaRPr>
            </a:p>
          </p:txBody>
        </p:sp>
        <p:sp>
          <p:nvSpPr>
            <p:cNvPr id="638" name="Vapaamuotoinen: Muoto 637">
              <a:extLst>
                <a:ext uri="{FF2B5EF4-FFF2-40B4-BE49-F238E27FC236}">
                  <a16:creationId xmlns:a16="http://schemas.microsoft.com/office/drawing/2014/main" id="{C6D556F8-7010-345D-87EE-78B6C8CFD7EE}"/>
                </a:ext>
              </a:extLst>
            </p:cNvPr>
            <p:cNvSpPr/>
            <p:nvPr/>
          </p:nvSpPr>
          <p:spPr>
            <a:xfrm>
              <a:off x="4722494" y="2344673"/>
              <a:ext cx="138112" cy="136779"/>
            </a:xfrm>
            <a:custGeom>
              <a:avLst/>
              <a:gdLst>
                <a:gd name="connsiteX0" fmla="*/ 33433 w 138112"/>
                <a:gd name="connsiteY0" fmla="*/ 128397 h 136779"/>
                <a:gd name="connsiteX1" fmla="*/ 8953 w 138112"/>
                <a:gd name="connsiteY1" fmla="*/ 104584 h 136779"/>
                <a:gd name="connsiteX2" fmla="*/ 0 w 138112"/>
                <a:gd name="connsiteY2" fmla="*/ 68390 h 136779"/>
                <a:gd name="connsiteX3" fmla="*/ 9049 w 138112"/>
                <a:gd name="connsiteY3" fmla="*/ 32290 h 136779"/>
                <a:gd name="connsiteX4" fmla="*/ 33814 w 138112"/>
                <a:gd name="connsiteY4" fmla="*/ 8382 h 136779"/>
                <a:gd name="connsiteX5" fmla="*/ 69056 w 138112"/>
                <a:gd name="connsiteY5" fmla="*/ 0 h 136779"/>
                <a:gd name="connsiteX6" fmla="*/ 104299 w 138112"/>
                <a:gd name="connsiteY6" fmla="*/ 8382 h 136779"/>
                <a:gd name="connsiteX7" fmla="*/ 129064 w 138112"/>
                <a:gd name="connsiteY7" fmla="*/ 32290 h 136779"/>
                <a:gd name="connsiteX8" fmla="*/ 138113 w 138112"/>
                <a:gd name="connsiteY8" fmla="*/ 68390 h 136779"/>
                <a:gd name="connsiteX9" fmla="*/ 128968 w 138112"/>
                <a:gd name="connsiteY9" fmla="*/ 104489 h 136779"/>
                <a:gd name="connsiteX10" fmla="*/ 104013 w 138112"/>
                <a:gd name="connsiteY10" fmla="*/ 128397 h 136779"/>
                <a:gd name="connsiteX11" fmla="*/ 68675 w 138112"/>
                <a:gd name="connsiteY11" fmla="*/ 136779 h 136779"/>
                <a:gd name="connsiteX12" fmla="*/ 33528 w 138112"/>
                <a:gd name="connsiteY12" fmla="*/ 128397 h 136779"/>
                <a:gd name="connsiteX13" fmla="*/ 88487 w 138112"/>
                <a:gd name="connsiteY13" fmla="*/ 92964 h 136779"/>
                <a:gd name="connsiteX14" fmla="*/ 96679 w 138112"/>
                <a:gd name="connsiteY14" fmla="*/ 68390 h 136779"/>
                <a:gd name="connsiteX15" fmla="*/ 88678 w 138112"/>
                <a:gd name="connsiteY15" fmla="*/ 43815 h 136779"/>
                <a:gd name="connsiteX16" fmla="*/ 69056 w 138112"/>
                <a:gd name="connsiteY16" fmla="*/ 35243 h 136779"/>
                <a:gd name="connsiteX17" fmla="*/ 49244 w 138112"/>
                <a:gd name="connsiteY17" fmla="*/ 43720 h 136779"/>
                <a:gd name="connsiteX18" fmla="*/ 41338 w 138112"/>
                <a:gd name="connsiteY18" fmla="*/ 68390 h 136779"/>
                <a:gd name="connsiteX19" fmla="*/ 49054 w 138112"/>
                <a:gd name="connsiteY19" fmla="*/ 92964 h 136779"/>
                <a:gd name="connsiteX20" fmla="*/ 68485 w 138112"/>
                <a:gd name="connsiteY20" fmla="*/ 101537 h 136779"/>
                <a:gd name="connsiteX21" fmla="*/ 88392 w 138112"/>
                <a:gd name="connsiteY21" fmla="*/ 92964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8112" h="136779">
                  <a:moveTo>
                    <a:pt x="33433" y="128397"/>
                  </a:moveTo>
                  <a:cubicBezTo>
                    <a:pt x="23050" y="122873"/>
                    <a:pt x="14859" y="114871"/>
                    <a:pt x="8953" y="104584"/>
                  </a:cubicBezTo>
                  <a:cubicBezTo>
                    <a:pt x="3048" y="94298"/>
                    <a:pt x="0" y="82201"/>
                    <a:pt x="0" y="68390"/>
                  </a:cubicBezTo>
                  <a:cubicBezTo>
                    <a:pt x="0" y="54578"/>
                    <a:pt x="3048" y="42672"/>
                    <a:pt x="9049" y="32290"/>
                  </a:cubicBezTo>
                  <a:cubicBezTo>
                    <a:pt x="15049" y="21908"/>
                    <a:pt x="23336" y="13907"/>
                    <a:pt x="33814" y="8382"/>
                  </a:cubicBezTo>
                  <a:cubicBezTo>
                    <a:pt x="44291" y="2858"/>
                    <a:pt x="56007" y="0"/>
                    <a:pt x="69056" y="0"/>
                  </a:cubicBezTo>
                  <a:cubicBezTo>
                    <a:pt x="82105" y="0"/>
                    <a:pt x="93821" y="2762"/>
                    <a:pt x="104299" y="8382"/>
                  </a:cubicBezTo>
                  <a:cubicBezTo>
                    <a:pt x="114776" y="13907"/>
                    <a:pt x="123063" y="21908"/>
                    <a:pt x="129064" y="32290"/>
                  </a:cubicBezTo>
                  <a:cubicBezTo>
                    <a:pt x="135065" y="42672"/>
                    <a:pt x="138113" y="54673"/>
                    <a:pt x="138113" y="68390"/>
                  </a:cubicBezTo>
                  <a:cubicBezTo>
                    <a:pt x="138113" y="82106"/>
                    <a:pt x="135065" y="94107"/>
                    <a:pt x="128968" y="104489"/>
                  </a:cubicBezTo>
                  <a:cubicBezTo>
                    <a:pt x="122872" y="114871"/>
                    <a:pt x="114490" y="122873"/>
                    <a:pt x="104013" y="128397"/>
                  </a:cubicBezTo>
                  <a:cubicBezTo>
                    <a:pt x="93440" y="133922"/>
                    <a:pt x="81629" y="136779"/>
                    <a:pt x="68675" y="136779"/>
                  </a:cubicBezTo>
                  <a:cubicBezTo>
                    <a:pt x="55721" y="136779"/>
                    <a:pt x="43910" y="134017"/>
                    <a:pt x="33528" y="128397"/>
                  </a:cubicBezTo>
                  <a:close/>
                  <a:moveTo>
                    <a:pt x="88487" y="92964"/>
                  </a:moveTo>
                  <a:cubicBezTo>
                    <a:pt x="94012" y="87249"/>
                    <a:pt x="96679" y="79058"/>
                    <a:pt x="96679" y="68390"/>
                  </a:cubicBezTo>
                  <a:cubicBezTo>
                    <a:pt x="96679" y="57722"/>
                    <a:pt x="94012" y="49530"/>
                    <a:pt x="88678" y="43815"/>
                  </a:cubicBezTo>
                  <a:cubicBezTo>
                    <a:pt x="83344" y="38100"/>
                    <a:pt x="76771" y="35243"/>
                    <a:pt x="69056" y="35243"/>
                  </a:cubicBezTo>
                  <a:cubicBezTo>
                    <a:pt x="61341" y="35243"/>
                    <a:pt x="54483" y="38100"/>
                    <a:pt x="49244" y="43720"/>
                  </a:cubicBezTo>
                  <a:cubicBezTo>
                    <a:pt x="44005" y="49340"/>
                    <a:pt x="41338" y="57531"/>
                    <a:pt x="41338" y="68390"/>
                  </a:cubicBezTo>
                  <a:cubicBezTo>
                    <a:pt x="41338" y="79248"/>
                    <a:pt x="43910" y="87154"/>
                    <a:pt x="49054" y="92964"/>
                  </a:cubicBezTo>
                  <a:cubicBezTo>
                    <a:pt x="54197" y="98679"/>
                    <a:pt x="60674" y="101537"/>
                    <a:pt x="68485" y="101537"/>
                  </a:cubicBezTo>
                  <a:cubicBezTo>
                    <a:pt x="76295" y="101537"/>
                    <a:pt x="82867" y="98679"/>
                    <a:pt x="88392" y="92964"/>
                  </a:cubicBezTo>
                  <a:close/>
                </a:path>
              </a:pathLst>
            </a:custGeom>
            <a:grpFill/>
            <a:ln w="9525" cap="flat">
              <a:noFill/>
              <a:prstDash val="solid"/>
              <a:miter/>
            </a:ln>
          </p:spPr>
          <p:txBody>
            <a:bodyPr rtlCol="0" anchor="ctr"/>
            <a:lstStyle/>
            <a:p>
              <a:endParaRPr lang="fi-FI" sz="3200">
                <a:solidFill>
                  <a:schemeClr val="tx2"/>
                </a:solidFill>
              </a:endParaRPr>
            </a:p>
          </p:txBody>
        </p:sp>
        <p:sp>
          <p:nvSpPr>
            <p:cNvPr id="639" name="Vapaamuotoinen: Muoto 638">
              <a:extLst>
                <a:ext uri="{FF2B5EF4-FFF2-40B4-BE49-F238E27FC236}">
                  <a16:creationId xmlns:a16="http://schemas.microsoft.com/office/drawing/2014/main" id="{25917203-FD58-D444-917C-D10B888D87AE}"/>
                </a:ext>
              </a:extLst>
            </p:cNvPr>
            <p:cNvSpPr/>
            <p:nvPr/>
          </p:nvSpPr>
          <p:spPr>
            <a:xfrm>
              <a:off x="4882133" y="2345245"/>
              <a:ext cx="82486" cy="134207"/>
            </a:xfrm>
            <a:custGeom>
              <a:avLst/>
              <a:gdLst>
                <a:gd name="connsiteX0" fmla="*/ 58674 w 82486"/>
                <a:gd name="connsiteY0" fmla="*/ 6287 h 134207"/>
                <a:gd name="connsiteX1" fmla="*/ 82487 w 82486"/>
                <a:gd name="connsiteY1" fmla="*/ 0 h 134207"/>
                <a:gd name="connsiteX2" fmla="*/ 82487 w 82486"/>
                <a:gd name="connsiteY2" fmla="*/ 43053 h 134207"/>
                <a:gd name="connsiteX3" fmla="*/ 71247 w 82486"/>
                <a:gd name="connsiteY3" fmla="*/ 43053 h 134207"/>
                <a:gd name="connsiteX4" fmla="*/ 48387 w 82486"/>
                <a:gd name="connsiteY4" fmla="*/ 49625 h 134207"/>
                <a:gd name="connsiteX5" fmla="*/ 40767 w 82486"/>
                <a:gd name="connsiteY5" fmla="*/ 72581 h 134207"/>
                <a:gd name="connsiteX6" fmla="*/ 40767 w 82486"/>
                <a:gd name="connsiteY6" fmla="*/ 134207 h 134207"/>
                <a:gd name="connsiteX7" fmla="*/ 0 w 82486"/>
                <a:gd name="connsiteY7" fmla="*/ 134207 h 134207"/>
                <a:gd name="connsiteX8" fmla="*/ 0 w 82486"/>
                <a:gd name="connsiteY8" fmla="*/ 1334 h 134207"/>
                <a:gd name="connsiteX9" fmla="*/ 40767 w 82486"/>
                <a:gd name="connsiteY9" fmla="*/ 1334 h 134207"/>
                <a:gd name="connsiteX10" fmla="*/ 40767 w 82486"/>
                <a:gd name="connsiteY10" fmla="*/ 23527 h 134207"/>
                <a:gd name="connsiteX11" fmla="*/ 58674 w 82486"/>
                <a:gd name="connsiteY11" fmla="*/ 6287 h 134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86" h="134207">
                  <a:moveTo>
                    <a:pt x="58674" y="6287"/>
                  </a:moveTo>
                  <a:cubicBezTo>
                    <a:pt x="65818" y="2096"/>
                    <a:pt x="73724" y="0"/>
                    <a:pt x="82487" y="0"/>
                  </a:cubicBezTo>
                  <a:lnTo>
                    <a:pt x="82487" y="43053"/>
                  </a:lnTo>
                  <a:lnTo>
                    <a:pt x="71247" y="43053"/>
                  </a:lnTo>
                  <a:cubicBezTo>
                    <a:pt x="61055" y="43053"/>
                    <a:pt x="53435" y="45244"/>
                    <a:pt x="48387" y="49625"/>
                  </a:cubicBezTo>
                  <a:cubicBezTo>
                    <a:pt x="43339" y="54007"/>
                    <a:pt x="40767" y="61627"/>
                    <a:pt x="40767" y="72581"/>
                  </a:cubicBezTo>
                  <a:lnTo>
                    <a:pt x="40767" y="134207"/>
                  </a:lnTo>
                  <a:lnTo>
                    <a:pt x="0" y="134207"/>
                  </a:lnTo>
                  <a:lnTo>
                    <a:pt x="0" y="1334"/>
                  </a:lnTo>
                  <a:lnTo>
                    <a:pt x="40767" y="1334"/>
                  </a:lnTo>
                  <a:lnTo>
                    <a:pt x="40767" y="23527"/>
                  </a:lnTo>
                  <a:cubicBezTo>
                    <a:pt x="45529" y="16193"/>
                    <a:pt x="51435" y="10477"/>
                    <a:pt x="58674" y="6287"/>
                  </a:cubicBezTo>
                  <a:close/>
                </a:path>
              </a:pathLst>
            </a:custGeom>
            <a:grpFill/>
            <a:ln w="9525" cap="flat">
              <a:noFill/>
              <a:prstDash val="solid"/>
              <a:miter/>
            </a:ln>
          </p:spPr>
          <p:txBody>
            <a:bodyPr rtlCol="0" anchor="ctr"/>
            <a:lstStyle/>
            <a:p>
              <a:endParaRPr lang="fi-FI" sz="3200">
                <a:solidFill>
                  <a:schemeClr val="tx2"/>
                </a:solidFill>
              </a:endParaRPr>
            </a:p>
          </p:txBody>
        </p:sp>
        <p:sp>
          <p:nvSpPr>
            <p:cNvPr id="640" name="Vapaamuotoinen: Muoto 639">
              <a:extLst>
                <a:ext uri="{FF2B5EF4-FFF2-40B4-BE49-F238E27FC236}">
                  <a16:creationId xmlns:a16="http://schemas.microsoft.com/office/drawing/2014/main" id="{0EA5B9BA-F71F-A8DF-6CB2-A408F6882248}"/>
                </a:ext>
              </a:extLst>
            </p:cNvPr>
            <p:cNvSpPr/>
            <p:nvPr/>
          </p:nvSpPr>
          <p:spPr>
            <a:xfrm>
              <a:off x="4975954" y="2344673"/>
              <a:ext cx="140303" cy="200310"/>
            </a:xfrm>
            <a:custGeom>
              <a:avLst/>
              <a:gdLst>
                <a:gd name="connsiteX0" fmla="*/ 83344 w 140303"/>
                <a:gd name="connsiteY0" fmla="*/ 5715 h 200310"/>
                <a:gd name="connsiteX1" fmla="*/ 99631 w 140303"/>
                <a:gd name="connsiteY1" fmla="*/ 20765 h 200310"/>
                <a:gd name="connsiteX2" fmla="*/ 99631 w 140303"/>
                <a:gd name="connsiteY2" fmla="*/ 1905 h 200310"/>
                <a:gd name="connsiteX3" fmla="*/ 140303 w 140303"/>
                <a:gd name="connsiteY3" fmla="*/ 1905 h 200310"/>
                <a:gd name="connsiteX4" fmla="*/ 140303 w 140303"/>
                <a:gd name="connsiteY4" fmla="*/ 134588 h 200310"/>
                <a:gd name="connsiteX5" fmla="*/ 133064 w 140303"/>
                <a:gd name="connsiteY5" fmla="*/ 167831 h 200310"/>
                <a:gd name="connsiteX6" fmla="*/ 110871 w 140303"/>
                <a:gd name="connsiteY6" fmla="*/ 191548 h 200310"/>
                <a:gd name="connsiteX7" fmla="*/ 73819 w 140303"/>
                <a:gd name="connsiteY7" fmla="*/ 200311 h 200310"/>
                <a:gd name="connsiteX8" fmla="*/ 25908 w 140303"/>
                <a:gd name="connsiteY8" fmla="*/ 186404 h 200310"/>
                <a:gd name="connsiteX9" fmla="*/ 4953 w 140303"/>
                <a:gd name="connsiteY9" fmla="*/ 148685 h 200310"/>
                <a:gd name="connsiteX10" fmla="*/ 45148 w 140303"/>
                <a:gd name="connsiteY10" fmla="*/ 148685 h 200310"/>
                <a:gd name="connsiteX11" fmla="*/ 54197 w 140303"/>
                <a:gd name="connsiteY11" fmla="*/ 160687 h 200310"/>
                <a:gd name="connsiteX12" fmla="*/ 71818 w 140303"/>
                <a:gd name="connsiteY12" fmla="*/ 165068 h 200310"/>
                <a:gd name="connsiteX13" fmla="*/ 91916 w 140303"/>
                <a:gd name="connsiteY13" fmla="*/ 157829 h 200310"/>
                <a:gd name="connsiteX14" fmla="*/ 99441 w 140303"/>
                <a:gd name="connsiteY14" fmla="*/ 134588 h 200310"/>
                <a:gd name="connsiteX15" fmla="*/ 99441 w 140303"/>
                <a:gd name="connsiteY15" fmla="*/ 115729 h 200310"/>
                <a:gd name="connsiteX16" fmla="*/ 82963 w 140303"/>
                <a:gd name="connsiteY16" fmla="*/ 130874 h 200310"/>
                <a:gd name="connsiteX17" fmla="*/ 58483 w 140303"/>
                <a:gd name="connsiteY17" fmla="*/ 136684 h 200310"/>
                <a:gd name="connsiteX18" fmla="*/ 28765 w 140303"/>
                <a:gd name="connsiteY18" fmla="*/ 128207 h 200310"/>
                <a:gd name="connsiteX19" fmla="*/ 7715 w 140303"/>
                <a:gd name="connsiteY19" fmla="*/ 104204 h 200310"/>
                <a:gd name="connsiteX20" fmla="*/ 0 w 140303"/>
                <a:gd name="connsiteY20" fmla="*/ 68104 h 200310"/>
                <a:gd name="connsiteX21" fmla="*/ 7715 w 140303"/>
                <a:gd name="connsiteY21" fmla="*/ 32195 h 200310"/>
                <a:gd name="connsiteX22" fmla="*/ 28765 w 140303"/>
                <a:gd name="connsiteY22" fmla="*/ 8382 h 200310"/>
                <a:gd name="connsiteX23" fmla="*/ 58483 w 140303"/>
                <a:gd name="connsiteY23" fmla="*/ 0 h 200310"/>
                <a:gd name="connsiteX24" fmla="*/ 83153 w 140303"/>
                <a:gd name="connsiteY24" fmla="*/ 5715 h 200310"/>
                <a:gd name="connsiteX25" fmla="*/ 91249 w 140303"/>
                <a:gd name="connsiteY25" fmla="*/ 44291 h 200310"/>
                <a:gd name="connsiteX26" fmla="*/ 70675 w 140303"/>
                <a:gd name="connsiteY26" fmla="*/ 35528 h 200310"/>
                <a:gd name="connsiteX27" fmla="*/ 50101 w 140303"/>
                <a:gd name="connsiteY27" fmla="*/ 44196 h 200310"/>
                <a:gd name="connsiteX28" fmla="*/ 41624 w 140303"/>
                <a:gd name="connsiteY28" fmla="*/ 68104 h 200310"/>
                <a:gd name="connsiteX29" fmla="*/ 50101 w 140303"/>
                <a:gd name="connsiteY29" fmla="*/ 92297 h 200310"/>
                <a:gd name="connsiteX30" fmla="*/ 70675 w 140303"/>
                <a:gd name="connsiteY30" fmla="*/ 101251 h 200310"/>
                <a:gd name="connsiteX31" fmla="*/ 91249 w 140303"/>
                <a:gd name="connsiteY31" fmla="*/ 92393 h 200310"/>
                <a:gd name="connsiteX32" fmla="*/ 99727 w 140303"/>
                <a:gd name="connsiteY32" fmla="*/ 68390 h 200310"/>
                <a:gd name="connsiteX33" fmla="*/ 91249 w 140303"/>
                <a:gd name="connsiteY33" fmla="*/ 44291 h 200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0303" h="200310">
                  <a:moveTo>
                    <a:pt x="83344" y="5715"/>
                  </a:moveTo>
                  <a:cubicBezTo>
                    <a:pt x="90392" y="9525"/>
                    <a:pt x="95821" y="14478"/>
                    <a:pt x="99631" y="20765"/>
                  </a:cubicBezTo>
                  <a:lnTo>
                    <a:pt x="99631" y="1905"/>
                  </a:lnTo>
                  <a:lnTo>
                    <a:pt x="140303" y="1905"/>
                  </a:lnTo>
                  <a:lnTo>
                    <a:pt x="140303" y="134588"/>
                  </a:lnTo>
                  <a:cubicBezTo>
                    <a:pt x="140303" y="146780"/>
                    <a:pt x="137922" y="157925"/>
                    <a:pt x="133064" y="167831"/>
                  </a:cubicBezTo>
                  <a:cubicBezTo>
                    <a:pt x="128206" y="177737"/>
                    <a:pt x="120872" y="185642"/>
                    <a:pt x="110871" y="191548"/>
                  </a:cubicBezTo>
                  <a:cubicBezTo>
                    <a:pt x="100965" y="197453"/>
                    <a:pt x="88582" y="200311"/>
                    <a:pt x="73819" y="200311"/>
                  </a:cubicBezTo>
                  <a:cubicBezTo>
                    <a:pt x="54102" y="200311"/>
                    <a:pt x="38195" y="195644"/>
                    <a:pt x="25908" y="186404"/>
                  </a:cubicBezTo>
                  <a:cubicBezTo>
                    <a:pt x="13716" y="177070"/>
                    <a:pt x="6667" y="164497"/>
                    <a:pt x="4953" y="148685"/>
                  </a:cubicBezTo>
                  <a:lnTo>
                    <a:pt x="45148" y="148685"/>
                  </a:lnTo>
                  <a:cubicBezTo>
                    <a:pt x="46387" y="153734"/>
                    <a:pt x="49435" y="157734"/>
                    <a:pt x="54197" y="160687"/>
                  </a:cubicBezTo>
                  <a:cubicBezTo>
                    <a:pt x="58960" y="163640"/>
                    <a:pt x="64865" y="165068"/>
                    <a:pt x="71818" y="165068"/>
                  </a:cubicBezTo>
                  <a:cubicBezTo>
                    <a:pt x="80200" y="165068"/>
                    <a:pt x="86963" y="162687"/>
                    <a:pt x="91916" y="157829"/>
                  </a:cubicBezTo>
                  <a:cubicBezTo>
                    <a:pt x="96964" y="152972"/>
                    <a:pt x="99441" y="145256"/>
                    <a:pt x="99441" y="134588"/>
                  </a:cubicBezTo>
                  <a:lnTo>
                    <a:pt x="99441" y="115729"/>
                  </a:lnTo>
                  <a:cubicBezTo>
                    <a:pt x="95440" y="121920"/>
                    <a:pt x="90011" y="126968"/>
                    <a:pt x="82963" y="130874"/>
                  </a:cubicBezTo>
                  <a:cubicBezTo>
                    <a:pt x="75914" y="134779"/>
                    <a:pt x="67818" y="136684"/>
                    <a:pt x="58483" y="136684"/>
                  </a:cubicBezTo>
                  <a:cubicBezTo>
                    <a:pt x="47530" y="136684"/>
                    <a:pt x="37624" y="133826"/>
                    <a:pt x="28765" y="128207"/>
                  </a:cubicBezTo>
                  <a:cubicBezTo>
                    <a:pt x="19907" y="122587"/>
                    <a:pt x="12859" y="114586"/>
                    <a:pt x="7715" y="104204"/>
                  </a:cubicBezTo>
                  <a:cubicBezTo>
                    <a:pt x="2572" y="93821"/>
                    <a:pt x="0" y="81820"/>
                    <a:pt x="0" y="68104"/>
                  </a:cubicBezTo>
                  <a:cubicBezTo>
                    <a:pt x="0" y="54388"/>
                    <a:pt x="2572" y="42482"/>
                    <a:pt x="7715" y="32195"/>
                  </a:cubicBezTo>
                  <a:cubicBezTo>
                    <a:pt x="12859" y="21908"/>
                    <a:pt x="19907" y="13907"/>
                    <a:pt x="28765" y="8382"/>
                  </a:cubicBezTo>
                  <a:cubicBezTo>
                    <a:pt x="37624" y="2858"/>
                    <a:pt x="47530" y="0"/>
                    <a:pt x="58483" y="0"/>
                  </a:cubicBezTo>
                  <a:cubicBezTo>
                    <a:pt x="67818" y="0"/>
                    <a:pt x="76105" y="1905"/>
                    <a:pt x="83153" y="5715"/>
                  </a:cubicBezTo>
                  <a:close/>
                  <a:moveTo>
                    <a:pt x="91249" y="44291"/>
                  </a:moveTo>
                  <a:cubicBezTo>
                    <a:pt x="85630" y="38386"/>
                    <a:pt x="78772" y="35528"/>
                    <a:pt x="70675" y="35528"/>
                  </a:cubicBezTo>
                  <a:cubicBezTo>
                    <a:pt x="62579" y="35528"/>
                    <a:pt x="55721" y="38386"/>
                    <a:pt x="50101" y="44196"/>
                  </a:cubicBezTo>
                  <a:cubicBezTo>
                    <a:pt x="44482" y="50006"/>
                    <a:pt x="41624" y="58007"/>
                    <a:pt x="41624" y="68104"/>
                  </a:cubicBezTo>
                  <a:cubicBezTo>
                    <a:pt x="41624" y="78200"/>
                    <a:pt x="44482" y="86296"/>
                    <a:pt x="50101" y="92297"/>
                  </a:cubicBezTo>
                  <a:cubicBezTo>
                    <a:pt x="55721" y="98298"/>
                    <a:pt x="62579" y="101251"/>
                    <a:pt x="70675" y="101251"/>
                  </a:cubicBezTo>
                  <a:cubicBezTo>
                    <a:pt x="78772" y="101251"/>
                    <a:pt x="85630" y="98298"/>
                    <a:pt x="91249" y="92393"/>
                  </a:cubicBezTo>
                  <a:cubicBezTo>
                    <a:pt x="96869" y="86487"/>
                    <a:pt x="99727" y="78486"/>
                    <a:pt x="99727" y="68390"/>
                  </a:cubicBezTo>
                  <a:cubicBezTo>
                    <a:pt x="99727" y="58293"/>
                    <a:pt x="96869" y="50197"/>
                    <a:pt x="91249" y="44291"/>
                  </a:cubicBezTo>
                  <a:close/>
                </a:path>
              </a:pathLst>
            </a:custGeom>
            <a:grpFill/>
            <a:ln w="9525" cap="flat">
              <a:noFill/>
              <a:prstDash val="solid"/>
              <a:miter/>
            </a:ln>
          </p:spPr>
          <p:txBody>
            <a:bodyPr rtlCol="0" anchor="ctr"/>
            <a:lstStyle/>
            <a:p>
              <a:endParaRPr lang="fi-FI" sz="3200">
                <a:solidFill>
                  <a:schemeClr val="tx2"/>
                </a:solidFill>
              </a:endParaRPr>
            </a:p>
          </p:txBody>
        </p:sp>
        <p:sp>
          <p:nvSpPr>
            <p:cNvPr id="641" name="Vapaamuotoinen: Muoto 640">
              <a:extLst>
                <a:ext uri="{FF2B5EF4-FFF2-40B4-BE49-F238E27FC236}">
                  <a16:creationId xmlns:a16="http://schemas.microsoft.com/office/drawing/2014/main" id="{F2270E71-F4A0-7A4F-703C-9E952A3CB030}"/>
                </a:ext>
              </a:extLst>
            </p:cNvPr>
            <p:cNvSpPr/>
            <p:nvPr/>
          </p:nvSpPr>
          <p:spPr>
            <a:xfrm>
              <a:off x="3974115" y="2560891"/>
              <a:ext cx="124301" cy="166211"/>
            </a:xfrm>
            <a:custGeom>
              <a:avLst/>
              <a:gdLst>
                <a:gd name="connsiteX0" fmla="*/ 85725 w 124301"/>
                <a:gd name="connsiteY0" fmla="*/ 166211 h 166211"/>
                <a:gd name="connsiteX1" fmla="*/ 49054 w 124301"/>
                <a:gd name="connsiteY1" fmla="*/ 101441 h 166211"/>
                <a:gd name="connsiteX2" fmla="*/ 33338 w 124301"/>
                <a:gd name="connsiteY2" fmla="*/ 101441 h 166211"/>
                <a:gd name="connsiteX3" fmla="*/ 33338 w 124301"/>
                <a:gd name="connsiteY3" fmla="*/ 166211 h 166211"/>
                <a:gd name="connsiteX4" fmla="*/ 0 w 124301"/>
                <a:gd name="connsiteY4" fmla="*/ 166211 h 166211"/>
                <a:gd name="connsiteX5" fmla="*/ 0 w 124301"/>
                <a:gd name="connsiteY5" fmla="*/ 0 h 166211"/>
                <a:gd name="connsiteX6" fmla="*/ 62389 w 124301"/>
                <a:gd name="connsiteY6" fmla="*/ 0 h 166211"/>
                <a:gd name="connsiteX7" fmla="*/ 95250 w 124301"/>
                <a:gd name="connsiteY7" fmla="*/ 6763 h 166211"/>
                <a:gd name="connsiteX8" fmla="*/ 115634 w 124301"/>
                <a:gd name="connsiteY8" fmla="*/ 25051 h 166211"/>
                <a:gd name="connsiteX9" fmla="*/ 122396 w 124301"/>
                <a:gd name="connsiteY9" fmla="*/ 50864 h 166211"/>
                <a:gd name="connsiteX10" fmla="*/ 112871 w 124301"/>
                <a:gd name="connsiteY10" fmla="*/ 80486 h 166211"/>
                <a:gd name="connsiteX11" fmla="*/ 84582 w 124301"/>
                <a:gd name="connsiteY11" fmla="*/ 98679 h 166211"/>
                <a:gd name="connsiteX12" fmla="*/ 124301 w 124301"/>
                <a:gd name="connsiteY12" fmla="*/ 166116 h 166211"/>
                <a:gd name="connsiteX13" fmla="*/ 85725 w 124301"/>
                <a:gd name="connsiteY13" fmla="*/ 166116 h 166211"/>
                <a:gd name="connsiteX14" fmla="*/ 33338 w 124301"/>
                <a:gd name="connsiteY14" fmla="*/ 76486 h 166211"/>
                <a:gd name="connsiteX15" fmla="*/ 61150 w 124301"/>
                <a:gd name="connsiteY15" fmla="*/ 76486 h 166211"/>
                <a:gd name="connsiteX16" fmla="*/ 81344 w 124301"/>
                <a:gd name="connsiteY16" fmla="*/ 69914 h 166211"/>
                <a:gd name="connsiteX17" fmla="*/ 88011 w 124301"/>
                <a:gd name="connsiteY17" fmla="*/ 51721 h 166211"/>
                <a:gd name="connsiteX18" fmla="*/ 81344 w 124301"/>
                <a:gd name="connsiteY18" fmla="*/ 34004 h 166211"/>
                <a:gd name="connsiteX19" fmla="*/ 61150 w 124301"/>
                <a:gd name="connsiteY19" fmla="*/ 27718 h 166211"/>
                <a:gd name="connsiteX20" fmla="*/ 33338 w 124301"/>
                <a:gd name="connsiteY20" fmla="*/ 27718 h 166211"/>
                <a:gd name="connsiteX21" fmla="*/ 33338 w 124301"/>
                <a:gd name="connsiteY21" fmla="*/ 76486 h 166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4301" h="166211">
                  <a:moveTo>
                    <a:pt x="85725" y="166211"/>
                  </a:moveTo>
                  <a:lnTo>
                    <a:pt x="49054" y="101441"/>
                  </a:lnTo>
                  <a:lnTo>
                    <a:pt x="33338" y="101441"/>
                  </a:lnTo>
                  <a:lnTo>
                    <a:pt x="33338" y="166211"/>
                  </a:lnTo>
                  <a:lnTo>
                    <a:pt x="0" y="166211"/>
                  </a:lnTo>
                  <a:lnTo>
                    <a:pt x="0" y="0"/>
                  </a:lnTo>
                  <a:lnTo>
                    <a:pt x="62389" y="0"/>
                  </a:lnTo>
                  <a:cubicBezTo>
                    <a:pt x="75248" y="0"/>
                    <a:pt x="86201" y="2286"/>
                    <a:pt x="95250" y="6763"/>
                  </a:cubicBezTo>
                  <a:cubicBezTo>
                    <a:pt x="104299" y="11240"/>
                    <a:pt x="111062" y="17431"/>
                    <a:pt x="115634" y="25051"/>
                  </a:cubicBezTo>
                  <a:cubicBezTo>
                    <a:pt x="120206" y="32766"/>
                    <a:pt x="122396" y="41339"/>
                    <a:pt x="122396" y="50864"/>
                  </a:cubicBezTo>
                  <a:cubicBezTo>
                    <a:pt x="122396" y="61817"/>
                    <a:pt x="119253" y="71723"/>
                    <a:pt x="112871" y="80486"/>
                  </a:cubicBezTo>
                  <a:cubicBezTo>
                    <a:pt x="106490" y="89249"/>
                    <a:pt x="97060" y="95345"/>
                    <a:pt x="84582" y="98679"/>
                  </a:cubicBezTo>
                  <a:lnTo>
                    <a:pt x="124301" y="166116"/>
                  </a:lnTo>
                  <a:lnTo>
                    <a:pt x="85725" y="166116"/>
                  </a:lnTo>
                  <a:close/>
                  <a:moveTo>
                    <a:pt x="33338" y="76486"/>
                  </a:moveTo>
                  <a:lnTo>
                    <a:pt x="61150" y="76486"/>
                  </a:lnTo>
                  <a:cubicBezTo>
                    <a:pt x="70199" y="76486"/>
                    <a:pt x="76962" y="74295"/>
                    <a:pt x="81344" y="69914"/>
                  </a:cubicBezTo>
                  <a:cubicBezTo>
                    <a:pt x="85820" y="65532"/>
                    <a:pt x="88011" y="59436"/>
                    <a:pt x="88011" y="51721"/>
                  </a:cubicBezTo>
                  <a:cubicBezTo>
                    <a:pt x="88011" y="44005"/>
                    <a:pt x="85820" y="38195"/>
                    <a:pt x="81344" y="34004"/>
                  </a:cubicBezTo>
                  <a:cubicBezTo>
                    <a:pt x="76867" y="29813"/>
                    <a:pt x="70199" y="27718"/>
                    <a:pt x="61150" y="27718"/>
                  </a:cubicBezTo>
                  <a:lnTo>
                    <a:pt x="33338" y="27718"/>
                  </a:lnTo>
                  <a:lnTo>
                    <a:pt x="33338" y="76486"/>
                  </a:lnTo>
                  <a:close/>
                </a:path>
              </a:pathLst>
            </a:custGeom>
            <a:grpFill/>
            <a:ln w="9525" cap="flat">
              <a:noFill/>
              <a:prstDash val="solid"/>
              <a:miter/>
            </a:ln>
          </p:spPr>
          <p:txBody>
            <a:bodyPr rtlCol="0" anchor="ctr"/>
            <a:lstStyle/>
            <a:p>
              <a:endParaRPr lang="fi-FI" sz="3200">
                <a:solidFill>
                  <a:schemeClr val="tx2"/>
                </a:solidFill>
              </a:endParaRPr>
            </a:p>
          </p:txBody>
        </p:sp>
        <p:sp>
          <p:nvSpPr>
            <p:cNvPr id="642" name="Vapaamuotoinen: Muoto 641">
              <a:extLst>
                <a:ext uri="{FF2B5EF4-FFF2-40B4-BE49-F238E27FC236}">
                  <a16:creationId xmlns:a16="http://schemas.microsoft.com/office/drawing/2014/main" id="{A2B523B1-7E85-92DA-3D44-5BB40DAFE680}"/>
                </a:ext>
              </a:extLst>
            </p:cNvPr>
            <p:cNvSpPr/>
            <p:nvPr/>
          </p:nvSpPr>
          <p:spPr>
            <a:xfrm>
              <a:off x="4118038" y="2592990"/>
              <a:ext cx="137541" cy="136302"/>
            </a:xfrm>
            <a:custGeom>
              <a:avLst/>
              <a:gdLst>
                <a:gd name="connsiteX0" fmla="*/ 8096 w 137541"/>
                <a:gd name="connsiteY0" fmla="*/ 32195 h 136302"/>
                <a:gd name="connsiteX1" fmla="*/ 29813 w 137541"/>
                <a:gd name="connsiteY1" fmla="*/ 8382 h 136302"/>
                <a:gd name="connsiteX2" fmla="*/ 60389 w 137541"/>
                <a:gd name="connsiteY2" fmla="*/ 0 h 136302"/>
                <a:gd name="connsiteX3" fmla="*/ 86201 w 137541"/>
                <a:gd name="connsiteY3" fmla="*/ 5905 h 136302"/>
                <a:gd name="connsiteX4" fmla="*/ 103918 w 137541"/>
                <a:gd name="connsiteY4" fmla="*/ 20955 h 136302"/>
                <a:gd name="connsiteX5" fmla="*/ 103918 w 137541"/>
                <a:gd name="connsiteY5" fmla="*/ 2191 h 136302"/>
                <a:gd name="connsiteX6" fmla="*/ 137541 w 137541"/>
                <a:gd name="connsiteY6" fmla="*/ 2191 h 136302"/>
                <a:gd name="connsiteX7" fmla="*/ 137541 w 137541"/>
                <a:gd name="connsiteY7" fmla="*/ 134112 h 136302"/>
                <a:gd name="connsiteX8" fmla="*/ 103918 w 137541"/>
                <a:gd name="connsiteY8" fmla="*/ 134112 h 136302"/>
                <a:gd name="connsiteX9" fmla="*/ 103918 w 137541"/>
                <a:gd name="connsiteY9" fmla="*/ 114872 h 136302"/>
                <a:gd name="connsiteX10" fmla="*/ 86201 w 137541"/>
                <a:gd name="connsiteY10" fmla="*/ 130207 h 136302"/>
                <a:gd name="connsiteX11" fmla="*/ 60103 w 137541"/>
                <a:gd name="connsiteY11" fmla="*/ 136303 h 136302"/>
                <a:gd name="connsiteX12" fmla="*/ 29718 w 137541"/>
                <a:gd name="connsiteY12" fmla="*/ 127730 h 136302"/>
                <a:gd name="connsiteX13" fmla="*/ 8001 w 137541"/>
                <a:gd name="connsiteY13" fmla="*/ 103537 h 136302"/>
                <a:gd name="connsiteX14" fmla="*/ 0 w 137541"/>
                <a:gd name="connsiteY14" fmla="*/ 67723 h 136302"/>
                <a:gd name="connsiteX15" fmla="*/ 8001 w 137541"/>
                <a:gd name="connsiteY15" fmla="*/ 32195 h 136302"/>
                <a:gd name="connsiteX16" fmla="*/ 99155 w 137541"/>
                <a:gd name="connsiteY16" fmla="*/ 47339 h 136302"/>
                <a:gd name="connsiteX17" fmla="*/ 86296 w 137541"/>
                <a:gd name="connsiteY17" fmla="*/ 34004 h 136302"/>
                <a:gd name="connsiteX18" fmla="*/ 68866 w 137541"/>
                <a:gd name="connsiteY18" fmla="*/ 29337 h 136302"/>
                <a:gd name="connsiteX19" fmla="*/ 51721 w 137541"/>
                <a:gd name="connsiteY19" fmla="*/ 33909 h 136302"/>
                <a:gd name="connsiteX20" fmla="*/ 38957 w 137541"/>
                <a:gd name="connsiteY20" fmla="*/ 47149 h 136302"/>
                <a:gd name="connsiteX21" fmla="*/ 34100 w 137541"/>
                <a:gd name="connsiteY21" fmla="*/ 67723 h 136302"/>
                <a:gd name="connsiteX22" fmla="*/ 38957 w 137541"/>
                <a:gd name="connsiteY22" fmla="*/ 88582 h 136302"/>
                <a:gd name="connsiteX23" fmla="*/ 51816 w 137541"/>
                <a:gd name="connsiteY23" fmla="*/ 102299 h 136302"/>
                <a:gd name="connsiteX24" fmla="*/ 68866 w 137541"/>
                <a:gd name="connsiteY24" fmla="*/ 107061 h 136302"/>
                <a:gd name="connsiteX25" fmla="*/ 86296 w 137541"/>
                <a:gd name="connsiteY25" fmla="*/ 102394 h 136302"/>
                <a:gd name="connsiteX26" fmla="*/ 99155 w 137541"/>
                <a:gd name="connsiteY26" fmla="*/ 89059 h 136302"/>
                <a:gd name="connsiteX27" fmla="*/ 103918 w 137541"/>
                <a:gd name="connsiteY27" fmla="*/ 68199 h 136302"/>
                <a:gd name="connsiteX28" fmla="*/ 99155 w 137541"/>
                <a:gd name="connsiteY28" fmla="*/ 47339 h 13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541" h="136302">
                  <a:moveTo>
                    <a:pt x="8096" y="32195"/>
                  </a:moveTo>
                  <a:cubicBezTo>
                    <a:pt x="13430" y="21907"/>
                    <a:pt x="20669" y="13906"/>
                    <a:pt x="29813" y="8382"/>
                  </a:cubicBezTo>
                  <a:cubicBezTo>
                    <a:pt x="38957" y="2857"/>
                    <a:pt x="49149" y="0"/>
                    <a:pt x="60389" y="0"/>
                  </a:cubicBezTo>
                  <a:cubicBezTo>
                    <a:pt x="70199" y="0"/>
                    <a:pt x="78867" y="2000"/>
                    <a:pt x="86201" y="5905"/>
                  </a:cubicBezTo>
                  <a:cubicBezTo>
                    <a:pt x="93631" y="9906"/>
                    <a:pt x="99536" y="14859"/>
                    <a:pt x="103918" y="20955"/>
                  </a:cubicBezTo>
                  <a:lnTo>
                    <a:pt x="103918" y="2191"/>
                  </a:lnTo>
                  <a:lnTo>
                    <a:pt x="137541" y="2191"/>
                  </a:lnTo>
                  <a:lnTo>
                    <a:pt x="137541" y="134112"/>
                  </a:lnTo>
                  <a:lnTo>
                    <a:pt x="103918" y="134112"/>
                  </a:lnTo>
                  <a:lnTo>
                    <a:pt x="103918" y="114872"/>
                  </a:lnTo>
                  <a:cubicBezTo>
                    <a:pt x="99631" y="121063"/>
                    <a:pt x="93726" y="126206"/>
                    <a:pt x="86201" y="130207"/>
                  </a:cubicBezTo>
                  <a:cubicBezTo>
                    <a:pt x="78677" y="134207"/>
                    <a:pt x="70009" y="136303"/>
                    <a:pt x="60103" y="136303"/>
                  </a:cubicBezTo>
                  <a:cubicBezTo>
                    <a:pt x="48958" y="136303"/>
                    <a:pt x="38862" y="133445"/>
                    <a:pt x="29718" y="127730"/>
                  </a:cubicBezTo>
                  <a:cubicBezTo>
                    <a:pt x="20574" y="122015"/>
                    <a:pt x="13335" y="113919"/>
                    <a:pt x="8001" y="103537"/>
                  </a:cubicBezTo>
                  <a:cubicBezTo>
                    <a:pt x="2667" y="93154"/>
                    <a:pt x="0" y="81153"/>
                    <a:pt x="0" y="67723"/>
                  </a:cubicBezTo>
                  <a:cubicBezTo>
                    <a:pt x="0" y="54293"/>
                    <a:pt x="2667" y="42577"/>
                    <a:pt x="8001" y="32195"/>
                  </a:cubicBezTo>
                  <a:close/>
                  <a:moveTo>
                    <a:pt x="99155" y="47339"/>
                  </a:moveTo>
                  <a:cubicBezTo>
                    <a:pt x="96012" y="41529"/>
                    <a:pt x="91726" y="37052"/>
                    <a:pt x="86296" y="34004"/>
                  </a:cubicBezTo>
                  <a:cubicBezTo>
                    <a:pt x="80867" y="30956"/>
                    <a:pt x="75152" y="29337"/>
                    <a:pt x="68866" y="29337"/>
                  </a:cubicBezTo>
                  <a:cubicBezTo>
                    <a:pt x="62579" y="29337"/>
                    <a:pt x="56959" y="30861"/>
                    <a:pt x="51721" y="33909"/>
                  </a:cubicBezTo>
                  <a:cubicBezTo>
                    <a:pt x="46482" y="36957"/>
                    <a:pt x="42196" y="41339"/>
                    <a:pt x="38957" y="47149"/>
                  </a:cubicBezTo>
                  <a:cubicBezTo>
                    <a:pt x="35719" y="52959"/>
                    <a:pt x="34100" y="59817"/>
                    <a:pt x="34100" y="67723"/>
                  </a:cubicBezTo>
                  <a:cubicBezTo>
                    <a:pt x="34100" y="75628"/>
                    <a:pt x="35719" y="82582"/>
                    <a:pt x="38957" y="88582"/>
                  </a:cubicBezTo>
                  <a:cubicBezTo>
                    <a:pt x="42196" y="94583"/>
                    <a:pt x="46482" y="99060"/>
                    <a:pt x="51816" y="102299"/>
                  </a:cubicBezTo>
                  <a:cubicBezTo>
                    <a:pt x="57150" y="105442"/>
                    <a:pt x="62770" y="107061"/>
                    <a:pt x="68866" y="107061"/>
                  </a:cubicBezTo>
                  <a:cubicBezTo>
                    <a:pt x="74962" y="107061"/>
                    <a:pt x="80867" y="105537"/>
                    <a:pt x="86296" y="102394"/>
                  </a:cubicBezTo>
                  <a:cubicBezTo>
                    <a:pt x="91726" y="99251"/>
                    <a:pt x="96012" y="94869"/>
                    <a:pt x="99155" y="89059"/>
                  </a:cubicBezTo>
                  <a:cubicBezTo>
                    <a:pt x="102299" y="83249"/>
                    <a:pt x="103918" y="76295"/>
                    <a:pt x="103918" y="68199"/>
                  </a:cubicBezTo>
                  <a:cubicBezTo>
                    <a:pt x="103918" y="60103"/>
                    <a:pt x="102299" y="53150"/>
                    <a:pt x="99155" y="47339"/>
                  </a:cubicBezTo>
                  <a:close/>
                </a:path>
              </a:pathLst>
            </a:custGeom>
            <a:grpFill/>
            <a:ln w="9525" cap="flat">
              <a:noFill/>
              <a:prstDash val="solid"/>
              <a:miter/>
            </a:ln>
          </p:spPr>
          <p:txBody>
            <a:bodyPr rtlCol="0" anchor="ctr"/>
            <a:lstStyle/>
            <a:p>
              <a:endParaRPr lang="fi-FI" sz="3200">
                <a:solidFill>
                  <a:schemeClr val="tx2"/>
                </a:solidFill>
              </a:endParaRPr>
            </a:p>
          </p:txBody>
        </p:sp>
        <p:sp>
          <p:nvSpPr>
            <p:cNvPr id="643" name="Vapaamuotoinen: Muoto 642">
              <a:extLst>
                <a:ext uri="{FF2B5EF4-FFF2-40B4-BE49-F238E27FC236}">
                  <a16:creationId xmlns:a16="http://schemas.microsoft.com/office/drawing/2014/main" id="{7557EFD1-8140-EED2-16D2-02CA9386DF4D}"/>
                </a:ext>
              </a:extLst>
            </p:cNvPr>
            <p:cNvSpPr/>
            <p:nvPr/>
          </p:nvSpPr>
          <p:spPr>
            <a:xfrm>
              <a:off x="4279486" y="2592990"/>
              <a:ext cx="137350" cy="136302"/>
            </a:xfrm>
            <a:custGeom>
              <a:avLst/>
              <a:gdLst>
                <a:gd name="connsiteX0" fmla="*/ 8096 w 137350"/>
                <a:gd name="connsiteY0" fmla="*/ 32195 h 136302"/>
                <a:gd name="connsiteX1" fmla="*/ 29718 w 137350"/>
                <a:gd name="connsiteY1" fmla="*/ 8382 h 136302"/>
                <a:gd name="connsiteX2" fmla="*/ 60293 w 137350"/>
                <a:gd name="connsiteY2" fmla="*/ 0 h 136302"/>
                <a:gd name="connsiteX3" fmla="*/ 86106 w 137350"/>
                <a:gd name="connsiteY3" fmla="*/ 5905 h 136302"/>
                <a:gd name="connsiteX4" fmla="*/ 103822 w 137350"/>
                <a:gd name="connsiteY4" fmla="*/ 20955 h 136302"/>
                <a:gd name="connsiteX5" fmla="*/ 103822 w 137350"/>
                <a:gd name="connsiteY5" fmla="*/ 2191 h 136302"/>
                <a:gd name="connsiteX6" fmla="*/ 137350 w 137350"/>
                <a:gd name="connsiteY6" fmla="*/ 2191 h 136302"/>
                <a:gd name="connsiteX7" fmla="*/ 137350 w 137350"/>
                <a:gd name="connsiteY7" fmla="*/ 134112 h 136302"/>
                <a:gd name="connsiteX8" fmla="*/ 103822 w 137350"/>
                <a:gd name="connsiteY8" fmla="*/ 134112 h 136302"/>
                <a:gd name="connsiteX9" fmla="*/ 103822 w 137350"/>
                <a:gd name="connsiteY9" fmla="*/ 114872 h 136302"/>
                <a:gd name="connsiteX10" fmla="*/ 86106 w 137350"/>
                <a:gd name="connsiteY10" fmla="*/ 130207 h 136302"/>
                <a:gd name="connsiteX11" fmla="*/ 60007 w 137350"/>
                <a:gd name="connsiteY11" fmla="*/ 136303 h 136302"/>
                <a:gd name="connsiteX12" fmla="*/ 29623 w 137350"/>
                <a:gd name="connsiteY12" fmla="*/ 127730 h 136302"/>
                <a:gd name="connsiteX13" fmla="*/ 8001 w 137350"/>
                <a:gd name="connsiteY13" fmla="*/ 103537 h 136302"/>
                <a:gd name="connsiteX14" fmla="*/ 0 w 137350"/>
                <a:gd name="connsiteY14" fmla="*/ 67723 h 136302"/>
                <a:gd name="connsiteX15" fmla="*/ 8001 w 137350"/>
                <a:gd name="connsiteY15" fmla="*/ 32195 h 136302"/>
                <a:gd name="connsiteX16" fmla="*/ 99155 w 137350"/>
                <a:gd name="connsiteY16" fmla="*/ 47339 h 136302"/>
                <a:gd name="connsiteX17" fmla="*/ 86296 w 137350"/>
                <a:gd name="connsiteY17" fmla="*/ 34004 h 136302"/>
                <a:gd name="connsiteX18" fmla="*/ 68866 w 137350"/>
                <a:gd name="connsiteY18" fmla="*/ 29337 h 136302"/>
                <a:gd name="connsiteX19" fmla="*/ 51721 w 137350"/>
                <a:gd name="connsiteY19" fmla="*/ 33909 h 136302"/>
                <a:gd name="connsiteX20" fmla="*/ 38957 w 137350"/>
                <a:gd name="connsiteY20" fmla="*/ 47149 h 136302"/>
                <a:gd name="connsiteX21" fmla="*/ 34099 w 137350"/>
                <a:gd name="connsiteY21" fmla="*/ 67723 h 136302"/>
                <a:gd name="connsiteX22" fmla="*/ 38957 w 137350"/>
                <a:gd name="connsiteY22" fmla="*/ 88582 h 136302"/>
                <a:gd name="connsiteX23" fmla="*/ 51816 w 137350"/>
                <a:gd name="connsiteY23" fmla="*/ 102299 h 136302"/>
                <a:gd name="connsiteX24" fmla="*/ 68866 w 137350"/>
                <a:gd name="connsiteY24" fmla="*/ 107061 h 136302"/>
                <a:gd name="connsiteX25" fmla="*/ 86296 w 137350"/>
                <a:gd name="connsiteY25" fmla="*/ 102394 h 136302"/>
                <a:gd name="connsiteX26" fmla="*/ 99155 w 137350"/>
                <a:gd name="connsiteY26" fmla="*/ 89059 h 136302"/>
                <a:gd name="connsiteX27" fmla="*/ 103918 w 137350"/>
                <a:gd name="connsiteY27" fmla="*/ 68199 h 136302"/>
                <a:gd name="connsiteX28" fmla="*/ 99155 w 137350"/>
                <a:gd name="connsiteY28" fmla="*/ 47339 h 13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350" h="136302">
                  <a:moveTo>
                    <a:pt x="8096" y="32195"/>
                  </a:moveTo>
                  <a:cubicBezTo>
                    <a:pt x="13430" y="21907"/>
                    <a:pt x="20669" y="13906"/>
                    <a:pt x="29718" y="8382"/>
                  </a:cubicBezTo>
                  <a:cubicBezTo>
                    <a:pt x="38862" y="2857"/>
                    <a:pt x="49054" y="0"/>
                    <a:pt x="60293" y="0"/>
                  </a:cubicBezTo>
                  <a:cubicBezTo>
                    <a:pt x="70104" y="0"/>
                    <a:pt x="78772" y="2000"/>
                    <a:pt x="86106" y="5905"/>
                  </a:cubicBezTo>
                  <a:cubicBezTo>
                    <a:pt x="93536" y="9906"/>
                    <a:pt x="99441" y="14859"/>
                    <a:pt x="103822" y="20955"/>
                  </a:cubicBezTo>
                  <a:lnTo>
                    <a:pt x="103822" y="2191"/>
                  </a:lnTo>
                  <a:lnTo>
                    <a:pt x="137350" y="2191"/>
                  </a:lnTo>
                  <a:lnTo>
                    <a:pt x="137350" y="134112"/>
                  </a:lnTo>
                  <a:lnTo>
                    <a:pt x="103822" y="134112"/>
                  </a:lnTo>
                  <a:lnTo>
                    <a:pt x="103822" y="114872"/>
                  </a:lnTo>
                  <a:cubicBezTo>
                    <a:pt x="99536" y="121063"/>
                    <a:pt x="93631" y="126206"/>
                    <a:pt x="86106" y="130207"/>
                  </a:cubicBezTo>
                  <a:cubicBezTo>
                    <a:pt x="78581" y="134207"/>
                    <a:pt x="69914" y="136303"/>
                    <a:pt x="60007" y="136303"/>
                  </a:cubicBezTo>
                  <a:cubicBezTo>
                    <a:pt x="48863" y="136303"/>
                    <a:pt x="38767" y="133445"/>
                    <a:pt x="29623" y="127730"/>
                  </a:cubicBezTo>
                  <a:cubicBezTo>
                    <a:pt x="20479" y="122015"/>
                    <a:pt x="13240" y="113919"/>
                    <a:pt x="8001" y="103537"/>
                  </a:cubicBezTo>
                  <a:cubicBezTo>
                    <a:pt x="2667" y="93154"/>
                    <a:pt x="0" y="81153"/>
                    <a:pt x="0" y="67723"/>
                  </a:cubicBezTo>
                  <a:cubicBezTo>
                    <a:pt x="0" y="54293"/>
                    <a:pt x="2667" y="42577"/>
                    <a:pt x="8001" y="32195"/>
                  </a:cubicBezTo>
                  <a:close/>
                  <a:moveTo>
                    <a:pt x="99155" y="47339"/>
                  </a:moveTo>
                  <a:cubicBezTo>
                    <a:pt x="96012" y="41529"/>
                    <a:pt x="91726" y="37052"/>
                    <a:pt x="86296" y="34004"/>
                  </a:cubicBezTo>
                  <a:cubicBezTo>
                    <a:pt x="80867" y="30956"/>
                    <a:pt x="75152" y="29337"/>
                    <a:pt x="68866" y="29337"/>
                  </a:cubicBezTo>
                  <a:cubicBezTo>
                    <a:pt x="62579" y="29337"/>
                    <a:pt x="56959" y="30861"/>
                    <a:pt x="51721" y="33909"/>
                  </a:cubicBezTo>
                  <a:cubicBezTo>
                    <a:pt x="46482" y="36957"/>
                    <a:pt x="42196" y="41339"/>
                    <a:pt x="38957" y="47149"/>
                  </a:cubicBezTo>
                  <a:cubicBezTo>
                    <a:pt x="35719" y="52959"/>
                    <a:pt x="34099" y="59817"/>
                    <a:pt x="34099" y="67723"/>
                  </a:cubicBezTo>
                  <a:cubicBezTo>
                    <a:pt x="34099" y="75628"/>
                    <a:pt x="35719" y="82582"/>
                    <a:pt x="38957" y="88582"/>
                  </a:cubicBezTo>
                  <a:cubicBezTo>
                    <a:pt x="42196" y="94488"/>
                    <a:pt x="46482" y="99060"/>
                    <a:pt x="51816" y="102299"/>
                  </a:cubicBezTo>
                  <a:cubicBezTo>
                    <a:pt x="57150" y="105537"/>
                    <a:pt x="62770" y="107061"/>
                    <a:pt x="68866" y="107061"/>
                  </a:cubicBezTo>
                  <a:cubicBezTo>
                    <a:pt x="74962" y="107061"/>
                    <a:pt x="80867" y="105537"/>
                    <a:pt x="86296" y="102394"/>
                  </a:cubicBezTo>
                  <a:cubicBezTo>
                    <a:pt x="91726" y="99251"/>
                    <a:pt x="96012" y="94869"/>
                    <a:pt x="99155" y="89059"/>
                  </a:cubicBezTo>
                  <a:cubicBezTo>
                    <a:pt x="102298" y="83249"/>
                    <a:pt x="103918" y="76295"/>
                    <a:pt x="103918" y="68199"/>
                  </a:cubicBezTo>
                  <a:cubicBezTo>
                    <a:pt x="103918" y="60103"/>
                    <a:pt x="102298" y="53150"/>
                    <a:pt x="99155" y="47339"/>
                  </a:cubicBezTo>
                  <a:close/>
                </a:path>
              </a:pathLst>
            </a:custGeom>
            <a:grpFill/>
            <a:ln w="9525" cap="flat">
              <a:noFill/>
              <a:prstDash val="solid"/>
              <a:miter/>
            </a:ln>
          </p:spPr>
          <p:txBody>
            <a:bodyPr rtlCol="0" anchor="ctr"/>
            <a:lstStyle/>
            <a:p>
              <a:endParaRPr lang="fi-FI" sz="3200">
                <a:solidFill>
                  <a:schemeClr val="tx2"/>
                </a:solidFill>
              </a:endParaRPr>
            </a:p>
          </p:txBody>
        </p:sp>
        <p:sp>
          <p:nvSpPr>
            <p:cNvPr id="644" name="Vapaamuotoinen: Muoto 643">
              <a:extLst>
                <a:ext uri="{FF2B5EF4-FFF2-40B4-BE49-F238E27FC236}">
                  <a16:creationId xmlns:a16="http://schemas.microsoft.com/office/drawing/2014/main" id="{FF18D63D-B57D-75EE-B28E-E99DCC5EC566}"/>
                </a:ext>
              </a:extLst>
            </p:cNvPr>
            <p:cNvSpPr/>
            <p:nvPr/>
          </p:nvSpPr>
          <p:spPr>
            <a:xfrm>
              <a:off x="4442459" y="2593086"/>
              <a:ext cx="109442" cy="136397"/>
            </a:xfrm>
            <a:custGeom>
              <a:avLst/>
              <a:gdLst>
                <a:gd name="connsiteX0" fmla="*/ 28575 w 109442"/>
                <a:gd name="connsiteY0" fmla="*/ 130302 h 136397"/>
                <a:gd name="connsiteX1" fmla="*/ 8191 w 109442"/>
                <a:gd name="connsiteY1" fmla="*/ 114490 h 136397"/>
                <a:gd name="connsiteX2" fmla="*/ 0 w 109442"/>
                <a:gd name="connsiteY2" fmla="*/ 92297 h 136397"/>
                <a:gd name="connsiteX3" fmla="*/ 33623 w 109442"/>
                <a:gd name="connsiteY3" fmla="*/ 92297 h 136397"/>
                <a:gd name="connsiteX4" fmla="*/ 41148 w 109442"/>
                <a:gd name="connsiteY4" fmla="*/ 104965 h 136397"/>
                <a:gd name="connsiteX5" fmla="*/ 57436 w 109442"/>
                <a:gd name="connsiteY5" fmla="*/ 110014 h 136397"/>
                <a:gd name="connsiteX6" fmla="*/ 72295 w 109442"/>
                <a:gd name="connsiteY6" fmla="*/ 106204 h 136397"/>
                <a:gd name="connsiteX7" fmla="*/ 77629 w 109442"/>
                <a:gd name="connsiteY7" fmla="*/ 96393 h 136397"/>
                <a:gd name="connsiteX8" fmla="*/ 71056 w 109442"/>
                <a:gd name="connsiteY8" fmla="*/ 86773 h 136397"/>
                <a:gd name="connsiteX9" fmla="*/ 50197 w 109442"/>
                <a:gd name="connsiteY9" fmla="*/ 79724 h 136397"/>
                <a:gd name="connsiteX10" fmla="*/ 26003 w 109442"/>
                <a:gd name="connsiteY10" fmla="*/ 72390 h 136397"/>
                <a:gd name="connsiteX11" fmla="*/ 9811 w 109442"/>
                <a:gd name="connsiteY11" fmla="*/ 60674 h 136397"/>
                <a:gd name="connsiteX12" fmla="*/ 3048 w 109442"/>
                <a:gd name="connsiteY12" fmla="*/ 39529 h 136397"/>
                <a:gd name="connsiteX13" fmla="*/ 9334 w 109442"/>
                <a:gd name="connsiteY13" fmla="*/ 19526 h 136397"/>
                <a:gd name="connsiteX14" fmla="*/ 27432 w 109442"/>
                <a:gd name="connsiteY14" fmla="*/ 5239 h 136397"/>
                <a:gd name="connsiteX15" fmla="*/ 55150 w 109442"/>
                <a:gd name="connsiteY15" fmla="*/ 0 h 136397"/>
                <a:gd name="connsiteX16" fmla="*/ 92773 w 109442"/>
                <a:gd name="connsiteY16" fmla="*/ 11811 h 136397"/>
                <a:gd name="connsiteX17" fmla="*/ 108204 w 109442"/>
                <a:gd name="connsiteY17" fmla="*/ 43624 h 136397"/>
                <a:gd name="connsiteX18" fmla="*/ 76295 w 109442"/>
                <a:gd name="connsiteY18" fmla="*/ 43624 h 136397"/>
                <a:gd name="connsiteX19" fmla="*/ 69723 w 109442"/>
                <a:gd name="connsiteY19" fmla="*/ 31147 h 136397"/>
                <a:gd name="connsiteX20" fmla="*/ 54102 w 109442"/>
                <a:gd name="connsiteY20" fmla="*/ 26479 h 136397"/>
                <a:gd name="connsiteX21" fmla="*/ 40195 w 109442"/>
                <a:gd name="connsiteY21" fmla="*/ 29813 h 136397"/>
                <a:gd name="connsiteX22" fmla="*/ 35338 w 109442"/>
                <a:gd name="connsiteY22" fmla="*/ 39148 h 136397"/>
                <a:gd name="connsiteX23" fmla="*/ 42005 w 109442"/>
                <a:gd name="connsiteY23" fmla="*/ 49244 h 136397"/>
                <a:gd name="connsiteX24" fmla="*/ 62770 w 109442"/>
                <a:gd name="connsiteY24" fmla="*/ 56293 h 136397"/>
                <a:gd name="connsiteX25" fmla="*/ 86296 w 109442"/>
                <a:gd name="connsiteY25" fmla="*/ 63722 h 136397"/>
                <a:gd name="connsiteX26" fmla="*/ 102394 w 109442"/>
                <a:gd name="connsiteY26" fmla="*/ 75533 h 136397"/>
                <a:gd name="connsiteX27" fmla="*/ 109442 w 109442"/>
                <a:gd name="connsiteY27" fmla="*/ 96583 h 136397"/>
                <a:gd name="connsiteX28" fmla="*/ 103156 w 109442"/>
                <a:gd name="connsiteY28" fmla="*/ 117062 h 136397"/>
                <a:gd name="connsiteX29" fmla="*/ 85058 w 109442"/>
                <a:gd name="connsiteY29" fmla="*/ 131254 h 136397"/>
                <a:gd name="connsiteX30" fmla="*/ 57531 w 109442"/>
                <a:gd name="connsiteY30" fmla="*/ 136398 h 136397"/>
                <a:gd name="connsiteX31" fmla="*/ 28480 w 109442"/>
                <a:gd name="connsiteY31" fmla="*/ 130588 h 136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9442" h="136397">
                  <a:moveTo>
                    <a:pt x="28575" y="130302"/>
                  </a:moveTo>
                  <a:cubicBezTo>
                    <a:pt x="20002" y="126397"/>
                    <a:pt x="13240" y="121158"/>
                    <a:pt x="8191" y="114490"/>
                  </a:cubicBezTo>
                  <a:cubicBezTo>
                    <a:pt x="3239" y="107823"/>
                    <a:pt x="476" y="100489"/>
                    <a:pt x="0" y="92297"/>
                  </a:cubicBezTo>
                  <a:lnTo>
                    <a:pt x="33623" y="92297"/>
                  </a:lnTo>
                  <a:cubicBezTo>
                    <a:pt x="34290" y="97345"/>
                    <a:pt x="36766" y="101632"/>
                    <a:pt x="41148" y="104965"/>
                  </a:cubicBezTo>
                  <a:cubicBezTo>
                    <a:pt x="45529" y="108299"/>
                    <a:pt x="50959" y="110014"/>
                    <a:pt x="57436" y="110014"/>
                  </a:cubicBezTo>
                  <a:cubicBezTo>
                    <a:pt x="63913" y="110014"/>
                    <a:pt x="68770" y="108775"/>
                    <a:pt x="72295" y="106204"/>
                  </a:cubicBezTo>
                  <a:cubicBezTo>
                    <a:pt x="75819" y="103632"/>
                    <a:pt x="77629" y="100393"/>
                    <a:pt x="77629" y="96393"/>
                  </a:cubicBezTo>
                  <a:cubicBezTo>
                    <a:pt x="77629" y="92107"/>
                    <a:pt x="75438" y="88868"/>
                    <a:pt x="71056" y="86773"/>
                  </a:cubicBezTo>
                  <a:cubicBezTo>
                    <a:pt x="66675" y="84582"/>
                    <a:pt x="59722" y="82296"/>
                    <a:pt x="50197" y="79724"/>
                  </a:cubicBezTo>
                  <a:cubicBezTo>
                    <a:pt x="40386" y="77343"/>
                    <a:pt x="32290" y="74866"/>
                    <a:pt x="26003" y="72390"/>
                  </a:cubicBezTo>
                  <a:cubicBezTo>
                    <a:pt x="19717" y="69914"/>
                    <a:pt x="14383" y="66008"/>
                    <a:pt x="9811" y="60674"/>
                  </a:cubicBezTo>
                  <a:cubicBezTo>
                    <a:pt x="5239" y="55435"/>
                    <a:pt x="3048" y="48387"/>
                    <a:pt x="3048" y="39529"/>
                  </a:cubicBezTo>
                  <a:cubicBezTo>
                    <a:pt x="3048" y="32194"/>
                    <a:pt x="5143" y="25527"/>
                    <a:pt x="9334" y="19526"/>
                  </a:cubicBezTo>
                  <a:cubicBezTo>
                    <a:pt x="13525" y="13525"/>
                    <a:pt x="19621" y="8763"/>
                    <a:pt x="27432" y="5239"/>
                  </a:cubicBezTo>
                  <a:cubicBezTo>
                    <a:pt x="35338" y="1714"/>
                    <a:pt x="44577" y="0"/>
                    <a:pt x="55150" y="0"/>
                  </a:cubicBezTo>
                  <a:cubicBezTo>
                    <a:pt x="70866" y="0"/>
                    <a:pt x="83439" y="3905"/>
                    <a:pt x="92773" y="11811"/>
                  </a:cubicBezTo>
                  <a:cubicBezTo>
                    <a:pt x="102108" y="19621"/>
                    <a:pt x="107347" y="30289"/>
                    <a:pt x="108204" y="43624"/>
                  </a:cubicBezTo>
                  <a:lnTo>
                    <a:pt x="76295" y="43624"/>
                  </a:lnTo>
                  <a:cubicBezTo>
                    <a:pt x="75819" y="38386"/>
                    <a:pt x="73628" y="34195"/>
                    <a:pt x="69723" y="31147"/>
                  </a:cubicBezTo>
                  <a:cubicBezTo>
                    <a:pt x="65818" y="28003"/>
                    <a:pt x="60674" y="26479"/>
                    <a:pt x="54102" y="26479"/>
                  </a:cubicBezTo>
                  <a:cubicBezTo>
                    <a:pt x="48101" y="26479"/>
                    <a:pt x="43434" y="27622"/>
                    <a:pt x="40195" y="29813"/>
                  </a:cubicBezTo>
                  <a:cubicBezTo>
                    <a:pt x="36957" y="32004"/>
                    <a:pt x="35338" y="35147"/>
                    <a:pt x="35338" y="39148"/>
                  </a:cubicBezTo>
                  <a:cubicBezTo>
                    <a:pt x="35338" y="43624"/>
                    <a:pt x="37528" y="46958"/>
                    <a:pt x="42005" y="49244"/>
                  </a:cubicBezTo>
                  <a:cubicBezTo>
                    <a:pt x="46482" y="51530"/>
                    <a:pt x="53340" y="53912"/>
                    <a:pt x="62770" y="56293"/>
                  </a:cubicBezTo>
                  <a:cubicBezTo>
                    <a:pt x="72295" y="58674"/>
                    <a:pt x="80105" y="61150"/>
                    <a:pt x="86296" y="63722"/>
                  </a:cubicBezTo>
                  <a:cubicBezTo>
                    <a:pt x="92488" y="66294"/>
                    <a:pt x="97822" y="70199"/>
                    <a:pt x="102394" y="75533"/>
                  </a:cubicBezTo>
                  <a:cubicBezTo>
                    <a:pt x="106966" y="80867"/>
                    <a:pt x="109252" y="87916"/>
                    <a:pt x="109442" y="96583"/>
                  </a:cubicBezTo>
                  <a:cubicBezTo>
                    <a:pt x="109442" y="104203"/>
                    <a:pt x="107347" y="111062"/>
                    <a:pt x="103156" y="117062"/>
                  </a:cubicBezTo>
                  <a:cubicBezTo>
                    <a:pt x="98965" y="123063"/>
                    <a:pt x="92869" y="127825"/>
                    <a:pt x="85058" y="131254"/>
                  </a:cubicBezTo>
                  <a:cubicBezTo>
                    <a:pt x="77248" y="134684"/>
                    <a:pt x="68008" y="136398"/>
                    <a:pt x="57531" y="136398"/>
                  </a:cubicBezTo>
                  <a:cubicBezTo>
                    <a:pt x="47053" y="136398"/>
                    <a:pt x="37052" y="134398"/>
                    <a:pt x="28480" y="130588"/>
                  </a:cubicBezTo>
                  <a:close/>
                </a:path>
              </a:pathLst>
            </a:custGeom>
            <a:grpFill/>
            <a:ln w="9525" cap="flat">
              <a:noFill/>
              <a:prstDash val="solid"/>
              <a:miter/>
            </a:ln>
          </p:spPr>
          <p:txBody>
            <a:bodyPr rtlCol="0" anchor="ctr"/>
            <a:lstStyle/>
            <a:p>
              <a:endParaRPr lang="fi-FI" sz="3200">
                <a:solidFill>
                  <a:schemeClr val="tx2"/>
                </a:solidFill>
              </a:endParaRPr>
            </a:p>
          </p:txBody>
        </p:sp>
        <p:sp>
          <p:nvSpPr>
            <p:cNvPr id="645" name="Vapaamuotoinen: Muoto 644">
              <a:extLst>
                <a:ext uri="{FF2B5EF4-FFF2-40B4-BE49-F238E27FC236}">
                  <a16:creationId xmlns:a16="http://schemas.microsoft.com/office/drawing/2014/main" id="{0C7E6BA4-0FC8-7D3C-B058-028D35AD9CAC}"/>
                </a:ext>
              </a:extLst>
            </p:cNvPr>
            <p:cNvSpPr/>
            <p:nvPr/>
          </p:nvSpPr>
          <p:spPr>
            <a:xfrm>
              <a:off x="4570761" y="2593086"/>
              <a:ext cx="131159" cy="136302"/>
            </a:xfrm>
            <a:custGeom>
              <a:avLst/>
              <a:gdLst>
                <a:gd name="connsiteX0" fmla="*/ 130302 w 131159"/>
                <a:gd name="connsiteY0" fmla="*/ 78105 h 136302"/>
                <a:gd name="connsiteX1" fmla="*/ 33909 w 131159"/>
                <a:gd name="connsiteY1" fmla="*/ 78105 h 136302"/>
                <a:gd name="connsiteX2" fmla="*/ 43910 w 131159"/>
                <a:gd name="connsiteY2" fmla="*/ 100489 h 136302"/>
                <a:gd name="connsiteX3" fmla="*/ 65627 w 131159"/>
                <a:gd name="connsiteY3" fmla="*/ 108585 h 136302"/>
                <a:gd name="connsiteX4" fmla="*/ 92011 w 131159"/>
                <a:gd name="connsiteY4" fmla="*/ 92678 h 136302"/>
                <a:gd name="connsiteX5" fmla="*/ 128016 w 131159"/>
                <a:gd name="connsiteY5" fmla="*/ 92678 h 136302"/>
                <a:gd name="connsiteX6" fmla="*/ 106108 w 131159"/>
                <a:gd name="connsiteY6" fmla="*/ 124015 h 136302"/>
                <a:gd name="connsiteX7" fmla="*/ 66294 w 131159"/>
                <a:gd name="connsiteY7" fmla="*/ 136303 h 136302"/>
                <a:gd name="connsiteX8" fmla="*/ 32099 w 131159"/>
                <a:gd name="connsiteY8" fmla="*/ 127825 h 136302"/>
                <a:gd name="connsiteX9" fmla="*/ 8477 w 131159"/>
                <a:gd name="connsiteY9" fmla="*/ 103918 h 136302"/>
                <a:gd name="connsiteX10" fmla="*/ 0 w 131159"/>
                <a:gd name="connsiteY10" fmla="*/ 68199 h 136302"/>
                <a:gd name="connsiteX11" fmla="*/ 8382 w 131159"/>
                <a:gd name="connsiteY11" fmla="*/ 32194 h 136302"/>
                <a:gd name="connsiteX12" fmla="*/ 31718 w 131159"/>
                <a:gd name="connsiteY12" fmla="*/ 8382 h 136302"/>
                <a:gd name="connsiteX13" fmla="*/ 66199 w 131159"/>
                <a:gd name="connsiteY13" fmla="*/ 0 h 136302"/>
                <a:gd name="connsiteX14" fmla="*/ 99917 w 131159"/>
                <a:gd name="connsiteY14" fmla="*/ 8096 h 136302"/>
                <a:gd name="connsiteX15" fmla="*/ 122968 w 131159"/>
                <a:gd name="connsiteY15" fmla="*/ 31051 h 136302"/>
                <a:gd name="connsiteX16" fmla="*/ 131159 w 131159"/>
                <a:gd name="connsiteY16" fmla="*/ 65246 h 136302"/>
                <a:gd name="connsiteX17" fmla="*/ 130207 w 131159"/>
                <a:gd name="connsiteY17" fmla="*/ 78105 h 136302"/>
                <a:gd name="connsiteX18" fmla="*/ 96679 w 131159"/>
                <a:gd name="connsiteY18" fmla="*/ 55721 h 136302"/>
                <a:gd name="connsiteX19" fmla="*/ 87440 w 131159"/>
                <a:gd name="connsiteY19" fmla="*/ 35147 h 136302"/>
                <a:gd name="connsiteX20" fmla="*/ 65246 w 131159"/>
                <a:gd name="connsiteY20" fmla="*/ 27432 h 136302"/>
                <a:gd name="connsiteX21" fmla="*/ 44386 w 131159"/>
                <a:gd name="connsiteY21" fmla="*/ 34957 h 136302"/>
                <a:gd name="connsiteX22" fmla="*/ 34004 w 131159"/>
                <a:gd name="connsiteY22" fmla="*/ 55816 h 136302"/>
                <a:gd name="connsiteX23" fmla="*/ 96679 w 131159"/>
                <a:gd name="connsiteY23" fmla="*/ 55816 h 13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1159" h="136302">
                  <a:moveTo>
                    <a:pt x="130302" y="78105"/>
                  </a:moveTo>
                  <a:lnTo>
                    <a:pt x="33909" y="78105"/>
                  </a:lnTo>
                  <a:cubicBezTo>
                    <a:pt x="34671" y="87630"/>
                    <a:pt x="38005" y="95059"/>
                    <a:pt x="43910" y="100489"/>
                  </a:cubicBezTo>
                  <a:cubicBezTo>
                    <a:pt x="49816" y="105918"/>
                    <a:pt x="57055" y="108585"/>
                    <a:pt x="65627" y="108585"/>
                  </a:cubicBezTo>
                  <a:cubicBezTo>
                    <a:pt x="78010" y="108585"/>
                    <a:pt x="86773" y="103251"/>
                    <a:pt x="92011" y="92678"/>
                  </a:cubicBezTo>
                  <a:lnTo>
                    <a:pt x="128016" y="92678"/>
                  </a:lnTo>
                  <a:cubicBezTo>
                    <a:pt x="124206" y="105346"/>
                    <a:pt x="116872" y="115824"/>
                    <a:pt x="106108" y="124015"/>
                  </a:cubicBezTo>
                  <a:cubicBezTo>
                    <a:pt x="95345" y="132207"/>
                    <a:pt x="82010" y="136303"/>
                    <a:pt x="66294" y="136303"/>
                  </a:cubicBezTo>
                  <a:cubicBezTo>
                    <a:pt x="53626" y="136303"/>
                    <a:pt x="42196" y="133445"/>
                    <a:pt x="32099" y="127825"/>
                  </a:cubicBezTo>
                  <a:cubicBezTo>
                    <a:pt x="22003" y="122206"/>
                    <a:pt x="14192" y="114205"/>
                    <a:pt x="8477" y="103918"/>
                  </a:cubicBezTo>
                  <a:cubicBezTo>
                    <a:pt x="2857" y="93631"/>
                    <a:pt x="0" y="81724"/>
                    <a:pt x="0" y="68199"/>
                  </a:cubicBezTo>
                  <a:cubicBezTo>
                    <a:pt x="0" y="54673"/>
                    <a:pt x="2762" y="42577"/>
                    <a:pt x="8382" y="32194"/>
                  </a:cubicBezTo>
                  <a:cubicBezTo>
                    <a:pt x="13906" y="21907"/>
                    <a:pt x="21717" y="13906"/>
                    <a:pt x="31718" y="8382"/>
                  </a:cubicBezTo>
                  <a:cubicBezTo>
                    <a:pt x="41719" y="2857"/>
                    <a:pt x="53245" y="0"/>
                    <a:pt x="66199" y="0"/>
                  </a:cubicBezTo>
                  <a:cubicBezTo>
                    <a:pt x="79153" y="0"/>
                    <a:pt x="90011" y="2667"/>
                    <a:pt x="99917" y="8096"/>
                  </a:cubicBezTo>
                  <a:cubicBezTo>
                    <a:pt x="109823" y="13525"/>
                    <a:pt x="117538" y="21145"/>
                    <a:pt x="122968" y="31051"/>
                  </a:cubicBezTo>
                  <a:cubicBezTo>
                    <a:pt x="128492" y="40957"/>
                    <a:pt x="131159" y="52388"/>
                    <a:pt x="131159" y="65246"/>
                  </a:cubicBezTo>
                  <a:cubicBezTo>
                    <a:pt x="131159" y="70009"/>
                    <a:pt x="130873" y="74295"/>
                    <a:pt x="130207" y="78105"/>
                  </a:cubicBezTo>
                  <a:close/>
                  <a:moveTo>
                    <a:pt x="96679" y="55721"/>
                  </a:moveTo>
                  <a:cubicBezTo>
                    <a:pt x="96488" y="47149"/>
                    <a:pt x="93440" y="40291"/>
                    <a:pt x="87440" y="35147"/>
                  </a:cubicBezTo>
                  <a:cubicBezTo>
                    <a:pt x="81439" y="30004"/>
                    <a:pt x="74009" y="27432"/>
                    <a:pt x="65246" y="27432"/>
                  </a:cubicBezTo>
                  <a:cubicBezTo>
                    <a:pt x="56959" y="27432"/>
                    <a:pt x="50006" y="29908"/>
                    <a:pt x="44386" y="34957"/>
                  </a:cubicBezTo>
                  <a:cubicBezTo>
                    <a:pt x="38767" y="39910"/>
                    <a:pt x="35338" y="46863"/>
                    <a:pt x="34004" y="55816"/>
                  </a:cubicBezTo>
                  <a:lnTo>
                    <a:pt x="96679" y="55816"/>
                  </a:lnTo>
                  <a:close/>
                </a:path>
              </a:pathLst>
            </a:custGeom>
            <a:grpFill/>
            <a:ln w="9525" cap="flat">
              <a:noFill/>
              <a:prstDash val="solid"/>
              <a:miter/>
            </a:ln>
          </p:spPr>
          <p:txBody>
            <a:bodyPr rtlCol="0" anchor="ctr"/>
            <a:lstStyle/>
            <a:p>
              <a:endParaRPr lang="fi-FI" sz="3200">
                <a:solidFill>
                  <a:schemeClr val="tx2"/>
                </a:solidFill>
              </a:endParaRPr>
            </a:p>
          </p:txBody>
        </p:sp>
        <p:sp>
          <p:nvSpPr>
            <p:cNvPr id="646" name="Vapaamuotoinen: Muoto 645">
              <a:extLst>
                <a:ext uri="{FF2B5EF4-FFF2-40B4-BE49-F238E27FC236}">
                  <a16:creationId xmlns:a16="http://schemas.microsoft.com/office/drawing/2014/main" id="{16DD62D2-2022-37B9-87FE-75CB752813CE}"/>
                </a:ext>
              </a:extLst>
            </p:cNvPr>
            <p:cNvSpPr/>
            <p:nvPr/>
          </p:nvSpPr>
          <p:spPr>
            <a:xfrm>
              <a:off x="4726209" y="2593086"/>
              <a:ext cx="137159" cy="197072"/>
            </a:xfrm>
            <a:custGeom>
              <a:avLst/>
              <a:gdLst>
                <a:gd name="connsiteX0" fmla="*/ 51149 w 137159"/>
                <a:gd name="connsiteY0" fmla="*/ 6096 h 197072"/>
                <a:gd name="connsiteX1" fmla="*/ 76962 w 137159"/>
                <a:gd name="connsiteY1" fmla="*/ 0 h 197072"/>
                <a:gd name="connsiteX2" fmla="*/ 107537 w 137159"/>
                <a:gd name="connsiteY2" fmla="*/ 8382 h 197072"/>
                <a:gd name="connsiteX3" fmla="*/ 129159 w 137159"/>
                <a:gd name="connsiteY3" fmla="*/ 32099 h 197072"/>
                <a:gd name="connsiteX4" fmla="*/ 137160 w 137159"/>
                <a:gd name="connsiteY4" fmla="*/ 67723 h 197072"/>
                <a:gd name="connsiteX5" fmla="*/ 129159 w 137159"/>
                <a:gd name="connsiteY5" fmla="*/ 103537 h 197072"/>
                <a:gd name="connsiteX6" fmla="*/ 107537 w 137159"/>
                <a:gd name="connsiteY6" fmla="*/ 127730 h 197072"/>
                <a:gd name="connsiteX7" fmla="*/ 76962 w 137159"/>
                <a:gd name="connsiteY7" fmla="*/ 136303 h 197072"/>
                <a:gd name="connsiteX8" fmla="*/ 51340 w 137159"/>
                <a:gd name="connsiteY8" fmla="*/ 130397 h 197072"/>
                <a:gd name="connsiteX9" fmla="*/ 33338 w 137159"/>
                <a:gd name="connsiteY9" fmla="*/ 115348 h 197072"/>
                <a:gd name="connsiteX10" fmla="*/ 33338 w 137159"/>
                <a:gd name="connsiteY10" fmla="*/ 197072 h 197072"/>
                <a:gd name="connsiteX11" fmla="*/ 0 w 137159"/>
                <a:gd name="connsiteY11" fmla="*/ 197072 h 197072"/>
                <a:gd name="connsiteX12" fmla="*/ 0 w 137159"/>
                <a:gd name="connsiteY12" fmla="*/ 2286 h 197072"/>
                <a:gd name="connsiteX13" fmla="*/ 33338 w 137159"/>
                <a:gd name="connsiteY13" fmla="*/ 2286 h 197072"/>
                <a:gd name="connsiteX14" fmla="*/ 33338 w 137159"/>
                <a:gd name="connsiteY14" fmla="*/ 21336 h 197072"/>
                <a:gd name="connsiteX15" fmla="*/ 51054 w 137159"/>
                <a:gd name="connsiteY15" fmla="*/ 6191 h 197072"/>
                <a:gd name="connsiteX16" fmla="*/ 98298 w 137159"/>
                <a:gd name="connsiteY16" fmla="*/ 47053 h 197072"/>
                <a:gd name="connsiteX17" fmla="*/ 85439 w 137159"/>
                <a:gd name="connsiteY17" fmla="*/ 33814 h 197072"/>
                <a:gd name="connsiteX18" fmla="*/ 68199 w 137159"/>
                <a:gd name="connsiteY18" fmla="*/ 29242 h 197072"/>
                <a:gd name="connsiteX19" fmla="*/ 51149 w 137159"/>
                <a:gd name="connsiteY19" fmla="*/ 33909 h 197072"/>
                <a:gd name="connsiteX20" fmla="*/ 38290 w 137159"/>
                <a:gd name="connsiteY20" fmla="*/ 47339 h 197072"/>
                <a:gd name="connsiteX21" fmla="*/ 33433 w 137159"/>
                <a:gd name="connsiteY21" fmla="*/ 68008 h 197072"/>
                <a:gd name="connsiteX22" fmla="*/ 38290 w 137159"/>
                <a:gd name="connsiteY22" fmla="*/ 88678 h 197072"/>
                <a:gd name="connsiteX23" fmla="*/ 51149 w 137159"/>
                <a:gd name="connsiteY23" fmla="*/ 102108 h 197072"/>
                <a:gd name="connsiteX24" fmla="*/ 68199 w 137159"/>
                <a:gd name="connsiteY24" fmla="*/ 106775 h 197072"/>
                <a:gd name="connsiteX25" fmla="*/ 85439 w 137159"/>
                <a:gd name="connsiteY25" fmla="*/ 102013 h 197072"/>
                <a:gd name="connsiteX26" fmla="*/ 98298 w 137159"/>
                <a:gd name="connsiteY26" fmla="*/ 88487 h 197072"/>
                <a:gd name="connsiteX27" fmla="*/ 103156 w 137159"/>
                <a:gd name="connsiteY27" fmla="*/ 67532 h 197072"/>
                <a:gd name="connsiteX28" fmla="*/ 98298 w 137159"/>
                <a:gd name="connsiteY28" fmla="*/ 46958 h 197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159" h="197072">
                  <a:moveTo>
                    <a:pt x="51149" y="6096"/>
                  </a:moveTo>
                  <a:cubicBezTo>
                    <a:pt x="58674" y="2095"/>
                    <a:pt x="67342" y="0"/>
                    <a:pt x="76962" y="0"/>
                  </a:cubicBezTo>
                  <a:cubicBezTo>
                    <a:pt x="88201" y="0"/>
                    <a:pt x="98393" y="2762"/>
                    <a:pt x="107537" y="8382"/>
                  </a:cubicBezTo>
                  <a:cubicBezTo>
                    <a:pt x="116681" y="13906"/>
                    <a:pt x="123920" y="21812"/>
                    <a:pt x="129159" y="32099"/>
                  </a:cubicBezTo>
                  <a:cubicBezTo>
                    <a:pt x="134493" y="42291"/>
                    <a:pt x="137160" y="54197"/>
                    <a:pt x="137160" y="67723"/>
                  </a:cubicBezTo>
                  <a:cubicBezTo>
                    <a:pt x="137160" y="81248"/>
                    <a:pt x="134493" y="93154"/>
                    <a:pt x="129159" y="103537"/>
                  </a:cubicBezTo>
                  <a:cubicBezTo>
                    <a:pt x="123825" y="113919"/>
                    <a:pt x="116586" y="122015"/>
                    <a:pt x="107537" y="127730"/>
                  </a:cubicBezTo>
                  <a:cubicBezTo>
                    <a:pt x="98393" y="133445"/>
                    <a:pt x="88201" y="136303"/>
                    <a:pt x="76962" y="136303"/>
                  </a:cubicBezTo>
                  <a:cubicBezTo>
                    <a:pt x="67246" y="136303"/>
                    <a:pt x="58769" y="134302"/>
                    <a:pt x="51340" y="130397"/>
                  </a:cubicBezTo>
                  <a:cubicBezTo>
                    <a:pt x="43910" y="126397"/>
                    <a:pt x="38005" y="121444"/>
                    <a:pt x="33338" y="115348"/>
                  </a:cubicBezTo>
                  <a:lnTo>
                    <a:pt x="33338" y="197072"/>
                  </a:lnTo>
                  <a:lnTo>
                    <a:pt x="0" y="197072"/>
                  </a:lnTo>
                  <a:lnTo>
                    <a:pt x="0" y="2286"/>
                  </a:lnTo>
                  <a:lnTo>
                    <a:pt x="33338" y="2286"/>
                  </a:lnTo>
                  <a:lnTo>
                    <a:pt x="33338" y="21336"/>
                  </a:lnTo>
                  <a:cubicBezTo>
                    <a:pt x="37624" y="15335"/>
                    <a:pt x="43529" y="10287"/>
                    <a:pt x="51054" y="6191"/>
                  </a:cubicBezTo>
                  <a:close/>
                  <a:moveTo>
                    <a:pt x="98298" y="47053"/>
                  </a:moveTo>
                  <a:cubicBezTo>
                    <a:pt x="95059" y="41243"/>
                    <a:pt x="90773" y="36862"/>
                    <a:pt x="85439" y="33814"/>
                  </a:cubicBezTo>
                  <a:cubicBezTo>
                    <a:pt x="80105" y="30766"/>
                    <a:pt x="74390" y="29242"/>
                    <a:pt x="68199" y="29242"/>
                  </a:cubicBezTo>
                  <a:cubicBezTo>
                    <a:pt x="62008" y="29242"/>
                    <a:pt x="56483" y="30766"/>
                    <a:pt x="51149" y="33909"/>
                  </a:cubicBezTo>
                  <a:cubicBezTo>
                    <a:pt x="45815" y="37052"/>
                    <a:pt x="41529" y="41529"/>
                    <a:pt x="38290" y="47339"/>
                  </a:cubicBezTo>
                  <a:cubicBezTo>
                    <a:pt x="35052" y="53149"/>
                    <a:pt x="33433" y="60103"/>
                    <a:pt x="33433" y="68008"/>
                  </a:cubicBezTo>
                  <a:cubicBezTo>
                    <a:pt x="33433" y="75914"/>
                    <a:pt x="35052" y="82867"/>
                    <a:pt x="38290" y="88678"/>
                  </a:cubicBezTo>
                  <a:cubicBezTo>
                    <a:pt x="41529" y="94583"/>
                    <a:pt x="45815" y="99060"/>
                    <a:pt x="51149" y="102108"/>
                  </a:cubicBezTo>
                  <a:cubicBezTo>
                    <a:pt x="56483" y="105156"/>
                    <a:pt x="62103" y="106775"/>
                    <a:pt x="68199" y="106775"/>
                  </a:cubicBezTo>
                  <a:cubicBezTo>
                    <a:pt x="74295" y="106775"/>
                    <a:pt x="80105" y="105156"/>
                    <a:pt x="85439" y="102013"/>
                  </a:cubicBezTo>
                  <a:cubicBezTo>
                    <a:pt x="90773" y="98869"/>
                    <a:pt x="95059" y="94297"/>
                    <a:pt x="98298" y="88487"/>
                  </a:cubicBezTo>
                  <a:cubicBezTo>
                    <a:pt x="101536" y="82582"/>
                    <a:pt x="103156" y="75628"/>
                    <a:pt x="103156" y="67532"/>
                  </a:cubicBezTo>
                  <a:cubicBezTo>
                    <a:pt x="103156" y="59436"/>
                    <a:pt x="101536" y="52768"/>
                    <a:pt x="98298" y="46958"/>
                  </a:cubicBezTo>
                  <a:close/>
                </a:path>
              </a:pathLst>
            </a:custGeom>
            <a:grpFill/>
            <a:ln w="9525" cap="flat">
              <a:noFill/>
              <a:prstDash val="solid"/>
              <a:miter/>
            </a:ln>
          </p:spPr>
          <p:txBody>
            <a:bodyPr rtlCol="0" anchor="ctr"/>
            <a:lstStyle/>
            <a:p>
              <a:endParaRPr lang="fi-FI" sz="3200">
                <a:solidFill>
                  <a:schemeClr val="tx2"/>
                </a:solidFill>
              </a:endParaRPr>
            </a:p>
          </p:txBody>
        </p:sp>
        <p:sp>
          <p:nvSpPr>
            <p:cNvPr id="647" name="Vapaamuotoinen: Muoto 646">
              <a:extLst>
                <a:ext uri="{FF2B5EF4-FFF2-40B4-BE49-F238E27FC236}">
                  <a16:creationId xmlns:a16="http://schemas.microsoft.com/office/drawing/2014/main" id="{55A567D0-2FA8-B68B-9A99-E9AF626FC2E6}"/>
                </a:ext>
              </a:extLst>
            </p:cNvPr>
            <p:cNvSpPr/>
            <p:nvPr/>
          </p:nvSpPr>
          <p:spPr>
            <a:xfrm>
              <a:off x="4879466" y="2593086"/>
              <a:ext cx="135635" cy="136207"/>
            </a:xfrm>
            <a:custGeom>
              <a:avLst/>
              <a:gdLst>
                <a:gd name="connsiteX0" fmla="*/ 32575 w 135635"/>
                <a:gd name="connsiteY0" fmla="*/ 127730 h 136207"/>
                <a:gd name="connsiteX1" fmla="*/ 8668 w 135635"/>
                <a:gd name="connsiteY1" fmla="*/ 103822 h 136207"/>
                <a:gd name="connsiteX2" fmla="*/ 0 w 135635"/>
                <a:gd name="connsiteY2" fmla="*/ 68104 h 136207"/>
                <a:gd name="connsiteX3" fmla="*/ 8954 w 135635"/>
                <a:gd name="connsiteY3" fmla="*/ 32385 h 136207"/>
                <a:gd name="connsiteX4" fmla="*/ 33338 w 135635"/>
                <a:gd name="connsiteY4" fmla="*/ 8477 h 136207"/>
                <a:gd name="connsiteX5" fmla="*/ 67818 w 135635"/>
                <a:gd name="connsiteY5" fmla="*/ 0 h 136207"/>
                <a:gd name="connsiteX6" fmla="*/ 102298 w 135635"/>
                <a:gd name="connsiteY6" fmla="*/ 8477 h 136207"/>
                <a:gd name="connsiteX7" fmla="*/ 126683 w 135635"/>
                <a:gd name="connsiteY7" fmla="*/ 32385 h 136207"/>
                <a:gd name="connsiteX8" fmla="*/ 135636 w 135635"/>
                <a:gd name="connsiteY8" fmla="*/ 68104 h 136207"/>
                <a:gd name="connsiteX9" fmla="*/ 126492 w 135635"/>
                <a:gd name="connsiteY9" fmla="*/ 103822 h 136207"/>
                <a:gd name="connsiteX10" fmla="*/ 101727 w 135635"/>
                <a:gd name="connsiteY10" fmla="*/ 127730 h 136207"/>
                <a:gd name="connsiteX11" fmla="*/ 66866 w 135635"/>
                <a:gd name="connsiteY11" fmla="*/ 136208 h 136207"/>
                <a:gd name="connsiteX12" fmla="*/ 32575 w 135635"/>
                <a:gd name="connsiteY12" fmla="*/ 127730 h 136207"/>
                <a:gd name="connsiteX13" fmla="*/ 83915 w 135635"/>
                <a:gd name="connsiteY13" fmla="*/ 102775 h 136207"/>
                <a:gd name="connsiteX14" fmla="*/ 96679 w 135635"/>
                <a:gd name="connsiteY14" fmla="*/ 89535 h 136207"/>
                <a:gd name="connsiteX15" fmla="*/ 101441 w 135635"/>
                <a:gd name="connsiteY15" fmla="*/ 68104 h 136207"/>
                <a:gd name="connsiteX16" fmla="*/ 91535 w 135635"/>
                <a:gd name="connsiteY16" fmla="*/ 39148 h 136207"/>
                <a:gd name="connsiteX17" fmla="*/ 67342 w 135635"/>
                <a:gd name="connsiteY17" fmla="*/ 29051 h 136207"/>
                <a:gd name="connsiteX18" fmla="*/ 43434 w 135635"/>
                <a:gd name="connsiteY18" fmla="*/ 39148 h 136207"/>
                <a:gd name="connsiteX19" fmla="*/ 33814 w 135635"/>
                <a:gd name="connsiteY19" fmla="*/ 68104 h 136207"/>
                <a:gd name="connsiteX20" fmla="*/ 43244 w 135635"/>
                <a:gd name="connsiteY20" fmla="*/ 97060 h 136207"/>
                <a:gd name="connsiteX21" fmla="*/ 66961 w 135635"/>
                <a:gd name="connsiteY21" fmla="*/ 107156 h 136207"/>
                <a:gd name="connsiteX22" fmla="*/ 84011 w 135635"/>
                <a:gd name="connsiteY22" fmla="*/ 102775 h 1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5635" h="136207">
                  <a:moveTo>
                    <a:pt x="32575" y="127730"/>
                  </a:moveTo>
                  <a:cubicBezTo>
                    <a:pt x="22384" y="122111"/>
                    <a:pt x="14478" y="114109"/>
                    <a:pt x="8668" y="103822"/>
                  </a:cubicBezTo>
                  <a:cubicBezTo>
                    <a:pt x="2858" y="93536"/>
                    <a:pt x="0" y="81629"/>
                    <a:pt x="0" y="68104"/>
                  </a:cubicBezTo>
                  <a:cubicBezTo>
                    <a:pt x="0" y="54578"/>
                    <a:pt x="2953" y="42672"/>
                    <a:pt x="8954" y="32385"/>
                  </a:cubicBezTo>
                  <a:cubicBezTo>
                    <a:pt x="14859" y="22098"/>
                    <a:pt x="23050" y="14097"/>
                    <a:pt x="33338" y="8477"/>
                  </a:cubicBezTo>
                  <a:cubicBezTo>
                    <a:pt x="43625" y="2857"/>
                    <a:pt x="55150" y="0"/>
                    <a:pt x="67818" y="0"/>
                  </a:cubicBezTo>
                  <a:cubicBezTo>
                    <a:pt x="80486" y="0"/>
                    <a:pt x="92012" y="2857"/>
                    <a:pt x="102298" y="8477"/>
                  </a:cubicBezTo>
                  <a:cubicBezTo>
                    <a:pt x="112586" y="14097"/>
                    <a:pt x="120777" y="22098"/>
                    <a:pt x="126683" y="32385"/>
                  </a:cubicBezTo>
                  <a:cubicBezTo>
                    <a:pt x="132588" y="42672"/>
                    <a:pt x="135636" y="54578"/>
                    <a:pt x="135636" y="68104"/>
                  </a:cubicBezTo>
                  <a:cubicBezTo>
                    <a:pt x="135636" y="81629"/>
                    <a:pt x="132588" y="93536"/>
                    <a:pt x="126492" y="103822"/>
                  </a:cubicBezTo>
                  <a:cubicBezTo>
                    <a:pt x="120396" y="114109"/>
                    <a:pt x="112109" y="122111"/>
                    <a:pt x="101727" y="127730"/>
                  </a:cubicBezTo>
                  <a:cubicBezTo>
                    <a:pt x="91345" y="133350"/>
                    <a:pt x="79724" y="136208"/>
                    <a:pt x="66866" y="136208"/>
                  </a:cubicBezTo>
                  <a:cubicBezTo>
                    <a:pt x="54007" y="136208"/>
                    <a:pt x="42767" y="133350"/>
                    <a:pt x="32575" y="127730"/>
                  </a:cubicBezTo>
                  <a:close/>
                  <a:moveTo>
                    <a:pt x="83915" y="102775"/>
                  </a:moveTo>
                  <a:cubicBezTo>
                    <a:pt x="89249" y="99822"/>
                    <a:pt x="93440" y="95440"/>
                    <a:pt x="96679" y="89535"/>
                  </a:cubicBezTo>
                  <a:cubicBezTo>
                    <a:pt x="99822" y="83629"/>
                    <a:pt x="101441" y="76486"/>
                    <a:pt x="101441" y="68104"/>
                  </a:cubicBezTo>
                  <a:cubicBezTo>
                    <a:pt x="101441" y="55531"/>
                    <a:pt x="98108" y="45910"/>
                    <a:pt x="91535" y="39148"/>
                  </a:cubicBezTo>
                  <a:cubicBezTo>
                    <a:pt x="84963" y="32385"/>
                    <a:pt x="76867" y="29051"/>
                    <a:pt x="67342" y="29051"/>
                  </a:cubicBezTo>
                  <a:cubicBezTo>
                    <a:pt x="57817" y="29051"/>
                    <a:pt x="49816" y="32385"/>
                    <a:pt x="43434" y="39148"/>
                  </a:cubicBezTo>
                  <a:cubicBezTo>
                    <a:pt x="36957" y="45910"/>
                    <a:pt x="33814" y="55531"/>
                    <a:pt x="33814" y="68104"/>
                  </a:cubicBezTo>
                  <a:cubicBezTo>
                    <a:pt x="33814" y="80677"/>
                    <a:pt x="36957" y="90297"/>
                    <a:pt x="43244" y="97060"/>
                  </a:cubicBezTo>
                  <a:cubicBezTo>
                    <a:pt x="49530" y="103822"/>
                    <a:pt x="57436" y="107156"/>
                    <a:pt x="66961" y="107156"/>
                  </a:cubicBezTo>
                  <a:cubicBezTo>
                    <a:pt x="72962" y="107156"/>
                    <a:pt x="78677" y="105727"/>
                    <a:pt x="84011" y="102775"/>
                  </a:cubicBezTo>
                  <a:close/>
                </a:path>
              </a:pathLst>
            </a:custGeom>
            <a:grpFill/>
            <a:ln w="9525" cap="flat">
              <a:noFill/>
              <a:prstDash val="solid"/>
              <a:miter/>
            </a:ln>
          </p:spPr>
          <p:txBody>
            <a:bodyPr rtlCol="0" anchor="ctr"/>
            <a:lstStyle/>
            <a:p>
              <a:endParaRPr lang="fi-FI" sz="3200">
                <a:solidFill>
                  <a:schemeClr val="tx2"/>
                </a:solidFill>
              </a:endParaRPr>
            </a:p>
          </p:txBody>
        </p:sp>
        <p:sp>
          <p:nvSpPr>
            <p:cNvPr id="648" name="Vapaamuotoinen: Muoto 647">
              <a:extLst>
                <a:ext uri="{FF2B5EF4-FFF2-40B4-BE49-F238E27FC236}">
                  <a16:creationId xmlns:a16="http://schemas.microsoft.com/office/drawing/2014/main" id="{429BD7ED-3CE2-5692-0E48-2CAEC7812FFF}"/>
                </a:ext>
              </a:extLst>
            </p:cNvPr>
            <p:cNvSpPr/>
            <p:nvPr/>
          </p:nvSpPr>
          <p:spPr>
            <a:xfrm>
              <a:off x="5039676" y="2593371"/>
              <a:ext cx="73818" cy="133826"/>
            </a:xfrm>
            <a:custGeom>
              <a:avLst/>
              <a:gdLst>
                <a:gd name="connsiteX0" fmla="*/ 50102 w 73818"/>
                <a:gd name="connsiteY0" fmla="*/ 5905 h 133826"/>
                <a:gd name="connsiteX1" fmla="*/ 73819 w 73818"/>
                <a:gd name="connsiteY1" fmla="*/ 0 h 133826"/>
                <a:gd name="connsiteX2" fmla="*/ 73819 w 73818"/>
                <a:gd name="connsiteY2" fmla="*/ 34957 h 133826"/>
                <a:gd name="connsiteX3" fmla="*/ 65056 w 73818"/>
                <a:gd name="connsiteY3" fmla="*/ 34957 h 133826"/>
                <a:gd name="connsiteX4" fmla="*/ 41339 w 73818"/>
                <a:gd name="connsiteY4" fmla="*/ 42386 h 133826"/>
                <a:gd name="connsiteX5" fmla="*/ 33338 w 73818"/>
                <a:gd name="connsiteY5" fmla="*/ 68104 h 133826"/>
                <a:gd name="connsiteX6" fmla="*/ 33338 w 73818"/>
                <a:gd name="connsiteY6" fmla="*/ 133826 h 133826"/>
                <a:gd name="connsiteX7" fmla="*/ 0 w 73818"/>
                <a:gd name="connsiteY7" fmla="*/ 133826 h 133826"/>
                <a:gd name="connsiteX8" fmla="*/ 0 w 73818"/>
                <a:gd name="connsiteY8" fmla="*/ 1905 h 133826"/>
                <a:gd name="connsiteX9" fmla="*/ 33338 w 73818"/>
                <a:gd name="connsiteY9" fmla="*/ 1905 h 133826"/>
                <a:gd name="connsiteX10" fmla="*/ 33338 w 73818"/>
                <a:gd name="connsiteY10" fmla="*/ 22384 h 133826"/>
                <a:gd name="connsiteX11" fmla="*/ 50102 w 73818"/>
                <a:gd name="connsiteY11" fmla="*/ 6001 h 133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3818" h="133826">
                  <a:moveTo>
                    <a:pt x="50102" y="5905"/>
                  </a:moveTo>
                  <a:cubicBezTo>
                    <a:pt x="56960" y="1905"/>
                    <a:pt x="64865" y="0"/>
                    <a:pt x="73819" y="0"/>
                  </a:cubicBezTo>
                  <a:lnTo>
                    <a:pt x="73819" y="34957"/>
                  </a:lnTo>
                  <a:lnTo>
                    <a:pt x="65056" y="34957"/>
                  </a:lnTo>
                  <a:cubicBezTo>
                    <a:pt x="54578" y="34957"/>
                    <a:pt x="46673" y="37433"/>
                    <a:pt x="41339" y="42386"/>
                  </a:cubicBezTo>
                  <a:cubicBezTo>
                    <a:pt x="36004" y="47339"/>
                    <a:pt x="33338" y="55912"/>
                    <a:pt x="33338" y="68104"/>
                  </a:cubicBezTo>
                  <a:lnTo>
                    <a:pt x="33338" y="133826"/>
                  </a:lnTo>
                  <a:lnTo>
                    <a:pt x="0" y="133826"/>
                  </a:lnTo>
                  <a:lnTo>
                    <a:pt x="0" y="1905"/>
                  </a:lnTo>
                  <a:lnTo>
                    <a:pt x="33338" y="1905"/>
                  </a:lnTo>
                  <a:lnTo>
                    <a:pt x="33338" y="22384"/>
                  </a:lnTo>
                  <a:cubicBezTo>
                    <a:pt x="37624" y="15430"/>
                    <a:pt x="43244" y="9906"/>
                    <a:pt x="50102" y="6001"/>
                  </a:cubicBezTo>
                  <a:close/>
                </a:path>
              </a:pathLst>
            </a:custGeom>
            <a:grpFill/>
            <a:ln w="9525" cap="flat">
              <a:noFill/>
              <a:prstDash val="solid"/>
              <a:miter/>
            </a:ln>
          </p:spPr>
          <p:txBody>
            <a:bodyPr rtlCol="0" anchor="ctr"/>
            <a:lstStyle/>
            <a:p>
              <a:endParaRPr lang="fi-FI" sz="3200">
                <a:solidFill>
                  <a:schemeClr val="tx2"/>
                </a:solidFill>
              </a:endParaRPr>
            </a:p>
          </p:txBody>
        </p:sp>
        <p:sp>
          <p:nvSpPr>
            <p:cNvPr id="649" name="Vapaamuotoinen: Muoto 648">
              <a:extLst>
                <a:ext uri="{FF2B5EF4-FFF2-40B4-BE49-F238E27FC236}">
                  <a16:creationId xmlns:a16="http://schemas.microsoft.com/office/drawing/2014/main" id="{0683AC3B-5DC9-26B8-B414-C0C67BF4AC7A}"/>
                </a:ext>
              </a:extLst>
            </p:cNvPr>
            <p:cNvSpPr/>
            <p:nvPr/>
          </p:nvSpPr>
          <p:spPr>
            <a:xfrm>
              <a:off x="5132355" y="2540507"/>
              <a:ext cx="40957" cy="186690"/>
            </a:xfrm>
            <a:custGeom>
              <a:avLst/>
              <a:gdLst>
                <a:gd name="connsiteX0" fmla="*/ 5810 w 40957"/>
                <a:gd name="connsiteY0" fmla="*/ 33433 h 186690"/>
                <a:gd name="connsiteX1" fmla="*/ 0 w 40957"/>
                <a:gd name="connsiteY1" fmla="*/ 19526 h 186690"/>
                <a:gd name="connsiteX2" fmla="*/ 5810 w 40957"/>
                <a:gd name="connsiteY2" fmla="*/ 5620 h 186690"/>
                <a:gd name="connsiteX3" fmla="*/ 20479 w 40957"/>
                <a:gd name="connsiteY3" fmla="*/ 0 h 186690"/>
                <a:gd name="connsiteX4" fmla="*/ 35147 w 40957"/>
                <a:gd name="connsiteY4" fmla="*/ 5620 h 186690"/>
                <a:gd name="connsiteX5" fmla="*/ 40957 w 40957"/>
                <a:gd name="connsiteY5" fmla="*/ 19526 h 186690"/>
                <a:gd name="connsiteX6" fmla="*/ 35147 w 40957"/>
                <a:gd name="connsiteY6" fmla="*/ 33433 h 186690"/>
                <a:gd name="connsiteX7" fmla="*/ 20479 w 40957"/>
                <a:gd name="connsiteY7" fmla="*/ 39053 h 186690"/>
                <a:gd name="connsiteX8" fmla="*/ 5810 w 40957"/>
                <a:gd name="connsiteY8" fmla="*/ 33433 h 186690"/>
                <a:gd name="connsiteX9" fmla="*/ 36862 w 40957"/>
                <a:gd name="connsiteY9" fmla="*/ 54769 h 186690"/>
                <a:gd name="connsiteX10" fmla="*/ 36862 w 40957"/>
                <a:gd name="connsiteY10" fmla="*/ 186690 h 186690"/>
                <a:gd name="connsiteX11" fmla="*/ 3524 w 40957"/>
                <a:gd name="connsiteY11" fmla="*/ 186690 h 186690"/>
                <a:gd name="connsiteX12" fmla="*/ 3524 w 40957"/>
                <a:gd name="connsiteY12" fmla="*/ 54769 h 186690"/>
                <a:gd name="connsiteX13" fmla="*/ 36862 w 40957"/>
                <a:gd name="connsiteY13" fmla="*/ 54769 h 186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957" h="186690">
                  <a:moveTo>
                    <a:pt x="5810" y="33433"/>
                  </a:moveTo>
                  <a:cubicBezTo>
                    <a:pt x="1905" y="29718"/>
                    <a:pt x="0" y="25051"/>
                    <a:pt x="0" y="19526"/>
                  </a:cubicBezTo>
                  <a:cubicBezTo>
                    <a:pt x="0" y="14002"/>
                    <a:pt x="1905" y="9335"/>
                    <a:pt x="5810" y="5620"/>
                  </a:cubicBezTo>
                  <a:cubicBezTo>
                    <a:pt x="9715" y="1905"/>
                    <a:pt x="14573" y="0"/>
                    <a:pt x="20479" y="0"/>
                  </a:cubicBezTo>
                  <a:cubicBezTo>
                    <a:pt x="26384" y="0"/>
                    <a:pt x="31242" y="1905"/>
                    <a:pt x="35147" y="5620"/>
                  </a:cubicBezTo>
                  <a:cubicBezTo>
                    <a:pt x="39052" y="9335"/>
                    <a:pt x="40957" y="14002"/>
                    <a:pt x="40957" y="19526"/>
                  </a:cubicBezTo>
                  <a:cubicBezTo>
                    <a:pt x="40957" y="25051"/>
                    <a:pt x="39052" y="29718"/>
                    <a:pt x="35147" y="33433"/>
                  </a:cubicBezTo>
                  <a:cubicBezTo>
                    <a:pt x="31242" y="37148"/>
                    <a:pt x="26384" y="39053"/>
                    <a:pt x="20479" y="39053"/>
                  </a:cubicBezTo>
                  <a:cubicBezTo>
                    <a:pt x="14573" y="39053"/>
                    <a:pt x="9715" y="37148"/>
                    <a:pt x="5810" y="33433"/>
                  </a:cubicBezTo>
                  <a:close/>
                  <a:moveTo>
                    <a:pt x="36862" y="54769"/>
                  </a:moveTo>
                  <a:lnTo>
                    <a:pt x="36862" y="186690"/>
                  </a:lnTo>
                  <a:lnTo>
                    <a:pt x="3524" y="186690"/>
                  </a:lnTo>
                  <a:lnTo>
                    <a:pt x="3524" y="54769"/>
                  </a:lnTo>
                  <a:lnTo>
                    <a:pt x="36862" y="54769"/>
                  </a:lnTo>
                  <a:close/>
                </a:path>
              </a:pathLst>
            </a:custGeom>
            <a:grpFill/>
            <a:ln w="9525" cap="flat">
              <a:noFill/>
              <a:prstDash val="solid"/>
              <a:miter/>
            </a:ln>
          </p:spPr>
          <p:txBody>
            <a:bodyPr rtlCol="0" anchor="ctr"/>
            <a:lstStyle/>
            <a:p>
              <a:endParaRPr lang="fi-FI" sz="3200">
                <a:solidFill>
                  <a:schemeClr val="tx2"/>
                </a:solidFill>
              </a:endParaRPr>
            </a:p>
          </p:txBody>
        </p:sp>
      </p:grpSp>
      <p:grpSp>
        <p:nvGrpSpPr>
          <p:cNvPr id="664" name="Ryhmä 663">
            <a:extLst>
              <a:ext uri="{FF2B5EF4-FFF2-40B4-BE49-F238E27FC236}">
                <a16:creationId xmlns:a16="http://schemas.microsoft.com/office/drawing/2014/main" id="{E20DCDBE-DF50-DE0C-0F94-A302C0C85E63}"/>
              </a:ext>
              <a:ext uri="{C183D7F6-B498-43B3-948B-1728B52AA6E4}">
                <adec:decorative xmlns:adec="http://schemas.microsoft.com/office/drawing/2017/decorative" val="1"/>
              </a:ext>
            </a:extLst>
          </p:cNvPr>
          <p:cNvGrpSpPr/>
          <p:nvPr userDrawn="1"/>
        </p:nvGrpSpPr>
        <p:grpSpPr>
          <a:xfrm>
            <a:off x="4738891" y="5655554"/>
            <a:ext cx="542349" cy="339953"/>
            <a:chOff x="4186713" y="2303240"/>
            <a:chExt cx="780002" cy="488917"/>
          </a:xfrm>
          <a:solidFill>
            <a:schemeClr val="bg1"/>
          </a:solidFill>
        </p:grpSpPr>
        <p:sp>
          <p:nvSpPr>
            <p:cNvPr id="654" name="Vapaamuotoinen: Muoto 653">
              <a:extLst>
                <a:ext uri="{FF2B5EF4-FFF2-40B4-BE49-F238E27FC236}">
                  <a16:creationId xmlns:a16="http://schemas.microsoft.com/office/drawing/2014/main" id="{25B864EF-C32C-7F88-8CB0-96A32637759C}"/>
                </a:ext>
              </a:extLst>
            </p:cNvPr>
            <p:cNvSpPr/>
            <p:nvPr/>
          </p:nvSpPr>
          <p:spPr>
            <a:xfrm>
              <a:off x="4186713" y="2312288"/>
              <a:ext cx="144780" cy="167163"/>
            </a:xfrm>
            <a:custGeom>
              <a:avLst/>
              <a:gdLst>
                <a:gd name="connsiteX0" fmla="*/ 144780 w 144780"/>
                <a:gd name="connsiteY0" fmla="*/ 0 h 167163"/>
                <a:gd name="connsiteX1" fmla="*/ 144780 w 144780"/>
                <a:gd name="connsiteY1" fmla="*/ 167164 h 167163"/>
                <a:gd name="connsiteX2" fmla="*/ 104108 w 144780"/>
                <a:gd name="connsiteY2" fmla="*/ 167164 h 167163"/>
                <a:gd name="connsiteX3" fmla="*/ 104108 w 144780"/>
                <a:gd name="connsiteY3" fmla="*/ 98298 h 167163"/>
                <a:gd name="connsiteX4" fmla="*/ 40767 w 144780"/>
                <a:gd name="connsiteY4" fmla="*/ 98298 h 167163"/>
                <a:gd name="connsiteX5" fmla="*/ 40767 w 144780"/>
                <a:gd name="connsiteY5" fmla="*/ 167164 h 167163"/>
                <a:gd name="connsiteX6" fmla="*/ 0 w 144780"/>
                <a:gd name="connsiteY6" fmla="*/ 167164 h 167163"/>
                <a:gd name="connsiteX7" fmla="*/ 0 w 144780"/>
                <a:gd name="connsiteY7" fmla="*/ 0 h 167163"/>
                <a:gd name="connsiteX8" fmla="*/ 40767 w 144780"/>
                <a:gd name="connsiteY8" fmla="*/ 0 h 167163"/>
                <a:gd name="connsiteX9" fmla="*/ 40767 w 144780"/>
                <a:gd name="connsiteY9" fmla="*/ 65532 h 167163"/>
                <a:gd name="connsiteX10" fmla="*/ 104108 w 144780"/>
                <a:gd name="connsiteY10" fmla="*/ 65532 h 167163"/>
                <a:gd name="connsiteX11" fmla="*/ 104108 w 144780"/>
                <a:gd name="connsiteY11" fmla="*/ 0 h 167163"/>
                <a:gd name="connsiteX12" fmla="*/ 144780 w 144780"/>
                <a:gd name="connsiteY12" fmla="*/ 0 h 16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4780" h="167163">
                  <a:moveTo>
                    <a:pt x="144780" y="0"/>
                  </a:moveTo>
                  <a:lnTo>
                    <a:pt x="144780" y="167164"/>
                  </a:lnTo>
                  <a:lnTo>
                    <a:pt x="104108" y="167164"/>
                  </a:lnTo>
                  <a:lnTo>
                    <a:pt x="104108" y="98298"/>
                  </a:lnTo>
                  <a:lnTo>
                    <a:pt x="40767" y="98298"/>
                  </a:lnTo>
                  <a:lnTo>
                    <a:pt x="40767" y="167164"/>
                  </a:lnTo>
                  <a:lnTo>
                    <a:pt x="0" y="167164"/>
                  </a:lnTo>
                  <a:lnTo>
                    <a:pt x="0" y="0"/>
                  </a:lnTo>
                  <a:lnTo>
                    <a:pt x="40767" y="0"/>
                  </a:lnTo>
                  <a:lnTo>
                    <a:pt x="40767" y="65532"/>
                  </a:lnTo>
                  <a:lnTo>
                    <a:pt x="104108" y="65532"/>
                  </a:lnTo>
                  <a:lnTo>
                    <a:pt x="104108" y="0"/>
                  </a:lnTo>
                  <a:lnTo>
                    <a:pt x="144780" y="0"/>
                  </a:lnTo>
                  <a:close/>
                </a:path>
              </a:pathLst>
            </a:custGeom>
            <a:grpFill/>
            <a:ln w="9525" cap="flat">
              <a:noFill/>
              <a:prstDash val="solid"/>
              <a:miter/>
            </a:ln>
          </p:spPr>
          <p:txBody>
            <a:bodyPr rtlCol="0" anchor="ctr"/>
            <a:lstStyle/>
            <a:p>
              <a:endParaRPr lang="fi-FI" sz="3200"/>
            </a:p>
          </p:txBody>
        </p:sp>
        <p:sp>
          <p:nvSpPr>
            <p:cNvPr id="655" name="Vapaamuotoinen: Muoto 654">
              <a:extLst>
                <a:ext uri="{FF2B5EF4-FFF2-40B4-BE49-F238E27FC236}">
                  <a16:creationId xmlns:a16="http://schemas.microsoft.com/office/drawing/2014/main" id="{F2FCE535-D6F0-4DCC-2E0F-B23474AE06BF}"/>
                </a:ext>
              </a:extLst>
            </p:cNvPr>
            <p:cNvSpPr/>
            <p:nvPr/>
          </p:nvSpPr>
          <p:spPr>
            <a:xfrm>
              <a:off x="4352639" y="2344673"/>
              <a:ext cx="140207" cy="136683"/>
            </a:xfrm>
            <a:custGeom>
              <a:avLst/>
              <a:gdLst>
                <a:gd name="connsiteX0" fmla="*/ 7811 w 140207"/>
                <a:gd name="connsiteY0" fmla="*/ 32195 h 136683"/>
                <a:gd name="connsiteX1" fmla="*/ 28861 w 140207"/>
                <a:gd name="connsiteY1" fmla="*/ 8382 h 136683"/>
                <a:gd name="connsiteX2" fmla="*/ 58579 w 140207"/>
                <a:gd name="connsiteY2" fmla="*/ 0 h 136683"/>
                <a:gd name="connsiteX3" fmla="*/ 83249 w 140207"/>
                <a:gd name="connsiteY3" fmla="*/ 5715 h 136683"/>
                <a:gd name="connsiteX4" fmla="*/ 99536 w 140207"/>
                <a:gd name="connsiteY4" fmla="*/ 20669 h 136683"/>
                <a:gd name="connsiteX5" fmla="*/ 99536 w 140207"/>
                <a:gd name="connsiteY5" fmla="*/ 1905 h 136683"/>
                <a:gd name="connsiteX6" fmla="*/ 140208 w 140207"/>
                <a:gd name="connsiteY6" fmla="*/ 1905 h 136683"/>
                <a:gd name="connsiteX7" fmla="*/ 140208 w 140207"/>
                <a:gd name="connsiteY7" fmla="*/ 134779 h 136683"/>
                <a:gd name="connsiteX8" fmla="*/ 99536 w 140207"/>
                <a:gd name="connsiteY8" fmla="*/ 134779 h 136683"/>
                <a:gd name="connsiteX9" fmla="*/ 99536 w 140207"/>
                <a:gd name="connsiteY9" fmla="*/ 115919 h 136683"/>
                <a:gd name="connsiteX10" fmla="*/ 82963 w 140207"/>
                <a:gd name="connsiteY10" fmla="*/ 130969 h 136683"/>
                <a:gd name="connsiteX11" fmla="*/ 58293 w 140207"/>
                <a:gd name="connsiteY11" fmla="*/ 136684 h 136683"/>
                <a:gd name="connsiteX12" fmla="*/ 28766 w 140207"/>
                <a:gd name="connsiteY12" fmla="*/ 128207 h 136683"/>
                <a:gd name="connsiteX13" fmla="*/ 7715 w 140207"/>
                <a:gd name="connsiteY13" fmla="*/ 104204 h 136683"/>
                <a:gd name="connsiteX14" fmla="*/ 0 w 140207"/>
                <a:gd name="connsiteY14" fmla="*/ 68104 h 136683"/>
                <a:gd name="connsiteX15" fmla="*/ 7715 w 140207"/>
                <a:gd name="connsiteY15" fmla="*/ 32195 h 136683"/>
                <a:gd name="connsiteX16" fmla="*/ 91154 w 140207"/>
                <a:gd name="connsiteY16" fmla="*/ 44291 h 136683"/>
                <a:gd name="connsiteX17" fmla="*/ 70580 w 140207"/>
                <a:gd name="connsiteY17" fmla="*/ 35528 h 136683"/>
                <a:gd name="connsiteX18" fmla="*/ 50006 w 140207"/>
                <a:gd name="connsiteY18" fmla="*/ 44196 h 136683"/>
                <a:gd name="connsiteX19" fmla="*/ 41529 w 140207"/>
                <a:gd name="connsiteY19" fmla="*/ 68104 h 136683"/>
                <a:gd name="connsiteX20" fmla="*/ 50006 w 140207"/>
                <a:gd name="connsiteY20" fmla="*/ 92297 h 136683"/>
                <a:gd name="connsiteX21" fmla="*/ 70580 w 140207"/>
                <a:gd name="connsiteY21" fmla="*/ 101251 h 136683"/>
                <a:gd name="connsiteX22" fmla="*/ 91154 w 140207"/>
                <a:gd name="connsiteY22" fmla="*/ 92393 h 136683"/>
                <a:gd name="connsiteX23" fmla="*/ 99632 w 140207"/>
                <a:gd name="connsiteY23" fmla="*/ 68294 h 136683"/>
                <a:gd name="connsiteX24" fmla="*/ 91154 w 140207"/>
                <a:gd name="connsiteY24" fmla="*/ 44291 h 136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7" h="136683">
                  <a:moveTo>
                    <a:pt x="7811" y="32195"/>
                  </a:moveTo>
                  <a:cubicBezTo>
                    <a:pt x="12954" y="21908"/>
                    <a:pt x="20003" y="13907"/>
                    <a:pt x="28861" y="8382"/>
                  </a:cubicBezTo>
                  <a:cubicBezTo>
                    <a:pt x="37719" y="2858"/>
                    <a:pt x="47720" y="0"/>
                    <a:pt x="58579" y="0"/>
                  </a:cubicBezTo>
                  <a:cubicBezTo>
                    <a:pt x="67913" y="0"/>
                    <a:pt x="76200" y="1905"/>
                    <a:pt x="83249" y="5715"/>
                  </a:cubicBezTo>
                  <a:cubicBezTo>
                    <a:pt x="90297" y="9525"/>
                    <a:pt x="95726" y="14478"/>
                    <a:pt x="99536" y="20669"/>
                  </a:cubicBezTo>
                  <a:lnTo>
                    <a:pt x="99536" y="1905"/>
                  </a:lnTo>
                  <a:lnTo>
                    <a:pt x="140208" y="1905"/>
                  </a:lnTo>
                  <a:lnTo>
                    <a:pt x="140208" y="134779"/>
                  </a:lnTo>
                  <a:lnTo>
                    <a:pt x="99536" y="134779"/>
                  </a:lnTo>
                  <a:lnTo>
                    <a:pt x="99536" y="115919"/>
                  </a:lnTo>
                  <a:cubicBezTo>
                    <a:pt x="95536" y="122111"/>
                    <a:pt x="90011" y="127159"/>
                    <a:pt x="82963" y="130969"/>
                  </a:cubicBezTo>
                  <a:cubicBezTo>
                    <a:pt x="75914" y="134779"/>
                    <a:pt x="67723" y="136684"/>
                    <a:pt x="58293" y="136684"/>
                  </a:cubicBezTo>
                  <a:cubicBezTo>
                    <a:pt x="47530" y="136684"/>
                    <a:pt x="37624" y="133826"/>
                    <a:pt x="28766" y="128207"/>
                  </a:cubicBezTo>
                  <a:cubicBezTo>
                    <a:pt x="19907" y="122587"/>
                    <a:pt x="12859" y="114586"/>
                    <a:pt x="7715" y="104204"/>
                  </a:cubicBezTo>
                  <a:cubicBezTo>
                    <a:pt x="2572" y="93821"/>
                    <a:pt x="0" y="81820"/>
                    <a:pt x="0" y="68104"/>
                  </a:cubicBezTo>
                  <a:cubicBezTo>
                    <a:pt x="0" y="54388"/>
                    <a:pt x="2572" y="42482"/>
                    <a:pt x="7715" y="32195"/>
                  </a:cubicBezTo>
                  <a:close/>
                  <a:moveTo>
                    <a:pt x="91154" y="44291"/>
                  </a:moveTo>
                  <a:cubicBezTo>
                    <a:pt x="85535" y="38386"/>
                    <a:pt x="78677" y="35528"/>
                    <a:pt x="70580" y="35528"/>
                  </a:cubicBezTo>
                  <a:cubicBezTo>
                    <a:pt x="62484" y="35528"/>
                    <a:pt x="55626" y="38386"/>
                    <a:pt x="50006" y="44196"/>
                  </a:cubicBezTo>
                  <a:cubicBezTo>
                    <a:pt x="44387" y="50006"/>
                    <a:pt x="41529" y="58007"/>
                    <a:pt x="41529" y="68104"/>
                  </a:cubicBezTo>
                  <a:cubicBezTo>
                    <a:pt x="41529" y="78200"/>
                    <a:pt x="44387" y="86296"/>
                    <a:pt x="50006" y="92297"/>
                  </a:cubicBezTo>
                  <a:cubicBezTo>
                    <a:pt x="55626" y="98203"/>
                    <a:pt x="62484" y="101251"/>
                    <a:pt x="70580" y="101251"/>
                  </a:cubicBezTo>
                  <a:cubicBezTo>
                    <a:pt x="78677" y="101251"/>
                    <a:pt x="85535" y="98298"/>
                    <a:pt x="91154" y="92393"/>
                  </a:cubicBezTo>
                  <a:cubicBezTo>
                    <a:pt x="96774" y="86487"/>
                    <a:pt x="99632" y="78486"/>
                    <a:pt x="99632" y="68294"/>
                  </a:cubicBezTo>
                  <a:cubicBezTo>
                    <a:pt x="99632" y="58103"/>
                    <a:pt x="96774" y="50102"/>
                    <a:pt x="91154" y="44291"/>
                  </a:cubicBezTo>
                  <a:close/>
                </a:path>
              </a:pathLst>
            </a:custGeom>
            <a:grpFill/>
            <a:ln w="9525" cap="flat">
              <a:noFill/>
              <a:prstDash val="solid"/>
              <a:miter/>
            </a:ln>
          </p:spPr>
          <p:txBody>
            <a:bodyPr rtlCol="0" anchor="ctr"/>
            <a:lstStyle/>
            <a:p>
              <a:endParaRPr lang="fi-FI" sz="3200"/>
            </a:p>
          </p:txBody>
        </p:sp>
        <p:sp>
          <p:nvSpPr>
            <p:cNvPr id="656" name="Vapaamuotoinen: Muoto 655">
              <a:extLst>
                <a:ext uri="{FF2B5EF4-FFF2-40B4-BE49-F238E27FC236}">
                  <a16:creationId xmlns:a16="http://schemas.microsoft.com/office/drawing/2014/main" id="{41A75F3F-E7FA-1CE4-1DD6-63CFCC029C2B}"/>
                </a:ext>
              </a:extLst>
            </p:cNvPr>
            <p:cNvSpPr/>
            <p:nvPr/>
          </p:nvSpPr>
          <p:spPr>
            <a:xfrm>
              <a:off x="4522469" y="2345150"/>
              <a:ext cx="132111" cy="134302"/>
            </a:xfrm>
            <a:custGeom>
              <a:avLst/>
              <a:gdLst>
                <a:gd name="connsiteX0" fmla="*/ 118205 w 132111"/>
                <a:gd name="connsiteY0" fmla="*/ 15145 h 134302"/>
                <a:gd name="connsiteX1" fmla="*/ 132112 w 132111"/>
                <a:gd name="connsiteY1" fmla="*/ 56674 h 134302"/>
                <a:gd name="connsiteX2" fmla="*/ 132112 w 132111"/>
                <a:gd name="connsiteY2" fmla="*/ 134303 h 134302"/>
                <a:gd name="connsiteX3" fmla="*/ 91630 w 132111"/>
                <a:gd name="connsiteY3" fmla="*/ 134303 h 134302"/>
                <a:gd name="connsiteX4" fmla="*/ 91630 w 132111"/>
                <a:gd name="connsiteY4" fmla="*/ 62103 h 134302"/>
                <a:gd name="connsiteX5" fmla="*/ 84773 w 132111"/>
                <a:gd name="connsiteY5" fmla="*/ 41434 h 134302"/>
                <a:gd name="connsiteX6" fmla="*/ 66199 w 132111"/>
                <a:gd name="connsiteY6" fmla="*/ 34100 h 134302"/>
                <a:gd name="connsiteX7" fmla="*/ 47625 w 132111"/>
                <a:gd name="connsiteY7" fmla="*/ 41434 h 134302"/>
                <a:gd name="connsiteX8" fmla="*/ 40767 w 132111"/>
                <a:gd name="connsiteY8" fmla="*/ 62103 h 134302"/>
                <a:gd name="connsiteX9" fmla="*/ 40767 w 132111"/>
                <a:gd name="connsiteY9" fmla="*/ 134303 h 134302"/>
                <a:gd name="connsiteX10" fmla="*/ 0 w 132111"/>
                <a:gd name="connsiteY10" fmla="*/ 134303 h 134302"/>
                <a:gd name="connsiteX11" fmla="*/ 0 w 132111"/>
                <a:gd name="connsiteY11" fmla="*/ 1429 h 134302"/>
                <a:gd name="connsiteX12" fmla="*/ 40767 w 132111"/>
                <a:gd name="connsiteY12" fmla="*/ 1429 h 134302"/>
                <a:gd name="connsiteX13" fmla="*/ 40767 w 132111"/>
                <a:gd name="connsiteY13" fmla="*/ 19050 h 134302"/>
                <a:gd name="connsiteX14" fmla="*/ 57436 w 132111"/>
                <a:gd name="connsiteY14" fmla="*/ 5143 h 134302"/>
                <a:gd name="connsiteX15" fmla="*/ 80963 w 132111"/>
                <a:gd name="connsiteY15" fmla="*/ 0 h 134302"/>
                <a:gd name="connsiteX16" fmla="*/ 118205 w 132111"/>
                <a:gd name="connsiteY16" fmla="*/ 15145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34302">
                  <a:moveTo>
                    <a:pt x="118205" y="15145"/>
                  </a:moveTo>
                  <a:cubicBezTo>
                    <a:pt x="127540" y="25241"/>
                    <a:pt x="132112" y="39053"/>
                    <a:pt x="132112" y="56674"/>
                  </a:cubicBezTo>
                  <a:lnTo>
                    <a:pt x="132112" y="134303"/>
                  </a:lnTo>
                  <a:lnTo>
                    <a:pt x="91630" y="134303"/>
                  </a:lnTo>
                  <a:lnTo>
                    <a:pt x="91630" y="62103"/>
                  </a:lnTo>
                  <a:cubicBezTo>
                    <a:pt x="91630" y="53245"/>
                    <a:pt x="89345" y="46291"/>
                    <a:pt x="84773" y="41434"/>
                  </a:cubicBezTo>
                  <a:cubicBezTo>
                    <a:pt x="80201" y="36481"/>
                    <a:pt x="74009" y="34100"/>
                    <a:pt x="66199" y="34100"/>
                  </a:cubicBezTo>
                  <a:cubicBezTo>
                    <a:pt x="58388" y="34100"/>
                    <a:pt x="52197" y="36576"/>
                    <a:pt x="47625" y="41434"/>
                  </a:cubicBezTo>
                  <a:cubicBezTo>
                    <a:pt x="43053" y="46291"/>
                    <a:pt x="40767" y="53245"/>
                    <a:pt x="40767" y="62103"/>
                  </a:cubicBezTo>
                  <a:lnTo>
                    <a:pt x="40767" y="134303"/>
                  </a:lnTo>
                  <a:lnTo>
                    <a:pt x="0" y="134303"/>
                  </a:lnTo>
                  <a:lnTo>
                    <a:pt x="0" y="1429"/>
                  </a:lnTo>
                  <a:lnTo>
                    <a:pt x="40767" y="1429"/>
                  </a:lnTo>
                  <a:lnTo>
                    <a:pt x="40767" y="19050"/>
                  </a:lnTo>
                  <a:cubicBezTo>
                    <a:pt x="44863" y="13145"/>
                    <a:pt x="50482" y="8572"/>
                    <a:pt x="57436" y="5143"/>
                  </a:cubicBezTo>
                  <a:cubicBezTo>
                    <a:pt x="64389" y="1714"/>
                    <a:pt x="72295" y="0"/>
                    <a:pt x="80963" y="0"/>
                  </a:cubicBezTo>
                  <a:cubicBezTo>
                    <a:pt x="96488" y="0"/>
                    <a:pt x="108966" y="5048"/>
                    <a:pt x="118205" y="15145"/>
                  </a:cubicBezTo>
                  <a:close/>
                </a:path>
              </a:pathLst>
            </a:custGeom>
            <a:grpFill/>
            <a:ln w="9525" cap="flat">
              <a:noFill/>
              <a:prstDash val="solid"/>
              <a:miter/>
            </a:ln>
          </p:spPr>
          <p:txBody>
            <a:bodyPr rtlCol="0" anchor="ctr"/>
            <a:lstStyle/>
            <a:p>
              <a:endParaRPr lang="fi-FI" sz="3200"/>
            </a:p>
          </p:txBody>
        </p:sp>
        <p:sp>
          <p:nvSpPr>
            <p:cNvPr id="657" name="Vapaamuotoinen: Muoto 656">
              <a:extLst>
                <a:ext uri="{FF2B5EF4-FFF2-40B4-BE49-F238E27FC236}">
                  <a16:creationId xmlns:a16="http://schemas.microsoft.com/office/drawing/2014/main" id="{2B8E86C0-CA45-1404-E9E8-71F8599B5EDF}"/>
                </a:ext>
              </a:extLst>
            </p:cNvPr>
            <p:cNvSpPr/>
            <p:nvPr/>
          </p:nvSpPr>
          <p:spPr>
            <a:xfrm>
              <a:off x="4682870" y="2303240"/>
              <a:ext cx="131730" cy="176212"/>
            </a:xfrm>
            <a:custGeom>
              <a:avLst/>
              <a:gdLst>
                <a:gd name="connsiteX0" fmla="*/ 81248 w 131730"/>
                <a:gd name="connsiteY0" fmla="*/ 176213 h 176212"/>
                <a:gd name="connsiteX1" fmla="*/ 40767 w 131730"/>
                <a:gd name="connsiteY1" fmla="*/ 120491 h 176212"/>
                <a:gd name="connsiteX2" fmla="*/ 40767 w 131730"/>
                <a:gd name="connsiteY2" fmla="*/ 176213 h 176212"/>
                <a:gd name="connsiteX3" fmla="*/ 0 w 131730"/>
                <a:gd name="connsiteY3" fmla="*/ 176213 h 176212"/>
                <a:gd name="connsiteX4" fmla="*/ 0 w 131730"/>
                <a:gd name="connsiteY4" fmla="*/ 0 h 176212"/>
                <a:gd name="connsiteX5" fmla="*/ 40767 w 131730"/>
                <a:gd name="connsiteY5" fmla="*/ 0 h 176212"/>
                <a:gd name="connsiteX6" fmla="*/ 40767 w 131730"/>
                <a:gd name="connsiteY6" fmla="*/ 97441 h 176212"/>
                <a:gd name="connsiteX7" fmla="*/ 80963 w 131730"/>
                <a:gd name="connsiteY7" fmla="*/ 43339 h 176212"/>
                <a:gd name="connsiteX8" fmla="*/ 131254 w 131730"/>
                <a:gd name="connsiteY8" fmla="*/ 43339 h 176212"/>
                <a:gd name="connsiteX9" fmla="*/ 76009 w 131730"/>
                <a:gd name="connsiteY9" fmla="*/ 110014 h 176212"/>
                <a:gd name="connsiteX10" fmla="*/ 131731 w 131730"/>
                <a:gd name="connsiteY10" fmla="*/ 176213 h 176212"/>
                <a:gd name="connsiteX11" fmla="*/ 81248 w 131730"/>
                <a:gd name="connsiteY11" fmla="*/ 176213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1730" h="176212">
                  <a:moveTo>
                    <a:pt x="81248" y="176213"/>
                  </a:moveTo>
                  <a:lnTo>
                    <a:pt x="40767" y="120491"/>
                  </a:lnTo>
                  <a:lnTo>
                    <a:pt x="40767" y="176213"/>
                  </a:lnTo>
                  <a:lnTo>
                    <a:pt x="0" y="176213"/>
                  </a:lnTo>
                  <a:lnTo>
                    <a:pt x="0" y="0"/>
                  </a:lnTo>
                  <a:lnTo>
                    <a:pt x="40767" y="0"/>
                  </a:lnTo>
                  <a:lnTo>
                    <a:pt x="40767" y="97441"/>
                  </a:lnTo>
                  <a:lnTo>
                    <a:pt x="80963" y="43339"/>
                  </a:lnTo>
                  <a:lnTo>
                    <a:pt x="131254" y="43339"/>
                  </a:lnTo>
                  <a:lnTo>
                    <a:pt x="76009" y="110014"/>
                  </a:lnTo>
                  <a:lnTo>
                    <a:pt x="131731" y="176213"/>
                  </a:lnTo>
                  <a:lnTo>
                    <a:pt x="81248" y="176213"/>
                  </a:lnTo>
                  <a:close/>
                </a:path>
              </a:pathLst>
            </a:custGeom>
            <a:grpFill/>
            <a:ln w="9525" cap="flat">
              <a:noFill/>
              <a:prstDash val="solid"/>
              <a:miter/>
            </a:ln>
          </p:spPr>
          <p:txBody>
            <a:bodyPr rtlCol="0" anchor="ctr"/>
            <a:lstStyle/>
            <a:p>
              <a:endParaRPr lang="fi-FI" sz="3200"/>
            </a:p>
          </p:txBody>
        </p:sp>
        <p:sp>
          <p:nvSpPr>
            <p:cNvPr id="658" name="Vapaamuotoinen: Muoto 657">
              <a:extLst>
                <a:ext uri="{FF2B5EF4-FFF2-40B4-BE49-F238E27FC236}">
                  <a16:creationId xmlns:a16="http://schemas.microsoft.com/office/drawing/2014/main" id="{2E72791C-F072-5CEF-7E54-4BDBC2536A29}"/>
                </a:ext>
              </a:extLst>
            </p:cNvPr>
            <p:cNvSpPr/>
            <p:nvPr/>
          </p:nvSpPr>
          <p:spPr>
            <a:xfrm>
              <a:off x="4822031" y="2344673"/>
              <a:ext cx="138112" cy="136779"/>
            </a:xfrm>
            <a:custGeom>
              <a:avLst/>
              <a:gdLst>
                <a:gd name="connsiteX0" fmla="*/ 33433 w 138112"/>
                <a:gd name="connsiteY0" fmla="*/ 128397 h 136779"/>
                <a:gd name="connsiteX1" fmla="*/ 8954 w 138112"/>
                <a:gd name="connsiteY1" fmla="*/ 104584 h 136779"/>
                <a:gd name="connsiteX2" fmla="*/ 0 w 138112"/>
                <a:gd name="connsiteY2" fmla="*/ 68390 h 136779"/>
                <a:gd name="connsiteX3" fmla="*/ 9049 w 138112"/>
                <a:gd name="connsiteY3" fmla="*/ 32290 h 136779"/>
                <a:gd name="connsiteX4" fmla="*/ 33814 w 138112"/>
                <a:gd name="connsiteY4" fmla="*/ 8382 h 136779"/>
                <a:gd name="connsiteX5" fmla="*/ 69056 w 138112"/>
                <a:gd name="connsiteY5" fmla="*/ 0 h 136779"/>
                <a:gd name="connsiteX6" fmla="*/ 104299 w 138112"/>
                <a:gd name="connsiteY6" fmla="*/ 8382 h 136779"/>
                <a:gd name="connsiteX7" fmla="*/ 129064 w 138112"/>
                <a:gd name="connsiteY7" fmla="*/ 32290 h 136779"/>
                <a:gd name="connsiteX8" fmla="*/ 138113 w 138112"/>
                <a:gd name="connsiteY8" fmla="*/ 68390 h 136779"/>
                <a:gd name="connsiteX9" fmla="*/ 128969 w 138112"/>
                <a:gd name="connsiteY9" fmla="*/ 104489 h 136779"/>
                <a:gd name="connsiteX10" fmla="*/ 104013 w 138112"/>
                <a:gd name="connsiteY10" fmla="*/ 128397 h 136779"/>
                <a:gd name="connsiteX11" fmla="*/ 68675 w 138112"/>
                <a:gd name="connsiteY11" fmla="*/ 136779 h 136779"/>
                <a:gd name="connsiteX12" fmla="*/ 33528 w 138112"/>
                <a:gd name="connsiteY12" fmla="*/ 128397 h 136779"/>
                <a:gd name="connsiteX13" fmla="*/ 88392 w 138112"/>
                <a:gd name="connsiteY13" fmla="*/ 92964 h 136779"/>
                <a:gd name="connsiteX14" fmla="*/ 96583 w 138112"/>
                <a:gd name="connsiteY14" fmla="*/ 68390 h 136779"/>
                <a:gd name="connsiteX15" fmla="*/ 88583 w 138112"/>
                <a:gd name="connsiteY15" fmla="*/ 43910 h 136779"/>
                <a:gd name="connsiteX16" fmla="*/ 68961 w 138112"/>
                <a:gd name="connsiteY16" fmla="*/ 35338 h 136779"/>
                <a:gd name="connsiteX17" fmla="*/ 49149 w 138112"/>
                <a:gd name="connsiteY17" fmla="*/ 43815 h 136779"/>
                <a:gd name="connsiteX18" fmla="*/ 41243 w 138112"/>
                <a:gd name="connsiteY18" fmla="*/ 68485 h 136779"/>
                <a:gd name="connsiteX19" fmla="*/ 48958 w 138112"/>
                <a:gd name="connsiteY19" fmla="*/ 93059 h 136779"/>
                <a:gd name="connsiteX20" fmla="*/ 68390 w 138112"/>
                <a:gd name="connsiteY20" fmla="*/ 101632 h 136779"/>
                <a:gd name="connsiteX21" fmla="*/ 88297 w 138112"/>
                <a:gd name="connsiteY21" fmla="*/ 93059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8112" h="136779">
                  <a:moveTo>
                    <a:pt x="33433" y="128397"/>
                  </a:moveTo>
                  <a:cubicBezTo>
                    <a:pt x="23050" y="122873"/>
                    <a:pt x="14859" y="114871"/>
                    <a:pt x="8954" y="104584"/>
                  </a:cubicBezTo>
                  <a:cubicBezTo>
                    <a:pt x="3048" y="94298"/>
                    <a:pt x="0" y="82201"/>
                    <a:pt x="0" y="68390"/>
                  </a:cubicBezTo>
                  <a:cubicBezTo>
                    <a:pt x="0" y="54578"/>
                    <a:pt x="3048" y="42672"/>
                    <a:pt x="9049" y="32290"/>
                  </a:cubicBezTo>
                  <a:cubicBezTo>
                    <a:pt x="15050" y="21908"/>
                    <a:pt x="23336" y="13907"/>
                    <a:pt x="33814" y="8382"/>
                  </a:cubicBezTo>
                  <a:cubicBezTo>
                    <a:pt x="44291" y="2858"/>
                    <a:pt x="56007" y="0"/>
                    <a:pt x="69056" y="0"/>
                  </a:cubicBezTo>
                  <a:cubicBezTo>
                    <a:pt x="82106" y="0"/>
                    <a:pt x="93821" y="2762"/>
                    <a:pt x="104299" y="8382"/>
                  </a:cubicBezTo>
                  <a:cubicBezTo>
                    <a:pt x="114776" y="13907"/>
                    <a:pt x="123063" y="21908"/>
                    <a:pt x="129064" y="32290"/>
                  </a:cubicBezTo>
                  <a:cubicBezTo>
                    <a:pt x="135065" y="42672"/>
                    <a:pt x="138113" y="54673"/>
                    <a:pt x="138113" y="68390"/>
                  </a:cubicBezTo>
                  <a:cubicBezTo>
                    <a:pt x="138113" y="82106"/>
                    <a:pt x="135065" y="94107"/>
                    <a:pt x="128969" y="104489"/>
                  </a:cubicBezTo>
                  <a:cubicBezTo>
                    <a:pt x="122873" y="114871"/>
                    <a:pt x="114490" y="122873"/>
                    <a:pt x="104013" y="128397"/>
                  </a:cubicBezTo>
                  <a:cubicBezTo>
                    <a:pt x="93536" y="133922"/>
                    <a:pt x="81629" y="136779"/>
                    <a:pt x="68675" y="136779"/>
                  </a:cubicBezTo>
                  <a:cubicBezTo>
                    <a:pt x="55721" y="136779"/>
                    <a:pt x="43910" y="134017"/>
                    <a:pt x="33528" y="128397"/>
                  </a:cubicBezTo>
                  <a:close/>
                  <a:moveTo>
                    <a:pt x="88392" y="92964"/>
                  </a:moveTo>
                  <a:cubicBezTo>
                    <a:pt x="93917" y="87249"/>
                    <a:pt x="96583" y="79058"/>
                    <a:pt x="96583" y="68390"/>
                  </a:cubicBezTo>
                  <a:cubicBezTo>
                    <a:pt x="96583" y="57722"/>
                    <a:pt x="93917" y="49625"/>
                    <a:pt x="88583" y="43910"/>
                  </a:cubicBezTo>
                  <a:cubicBezTo>
                    <a:pt x="83248" y="38195"/>
                    <a:pt x="76676" y="35338"/>
                    <a:pt x="68961" y="35338"/>
                  </a:cubicBezTo>
                  <a:cubicBezTo>
                    <a:pt x="61246" y="35338"/>
                    <a:pt x="54388" y="38195"/>
                    <a:pt x="49149" y="43815"/>
                  </a:cubicBezTo>
                  <a:cubicBezTo>
                    <a:pt x="43910" y="49435"/>
                    <a:pt x="41243" y="57626"/>
                    <a:pt x="41243" y="68485"/>
                  </a:cubicBezTo>
                  <a:cubicBezTo>
                    <a:pt x="41243" y="79343"/>
                    <a:pt x="43815" y="87344"/>
                    <a:pt x="48958" y="93059"/>
                  </a:cubicBezTo>
                  <a:cubicBezTo>
                    <a:pt x="54102" y="98774"/>
                    <a:pt x="60579" y="101632"/>
                    <a:pt x="68390" y="101632"/>
                  </a:cubicBezTo>
                  <a:cubicBezTo>
                    <a:pt x="76200" y="101632"/>
                    <a:pt x="82772" y="98774"/>
                    <a:pt x="88297" y="93059"/>
                  </a:cubicBezTo>
                  <a:close/>
                </a:path>
              </a:pathLst>
            </a:custGeom>
            <a:grpFill/>
            <a:ln w="9525" cap="flat">
              <a:noFill/>
              <a:prstDash val="solid"/>
              <a:miter/>
            </a:ln>
          </p:spPr>
          <p:txBody>
            <a:bodyPr rtlCol="0" anchor="ctr"/>
            <a:lstStyle/>
            <a:p>
              <a:endParaRPr lang="fi-FI" sz="3200"/>
            </a:p>
          </p:txBody>
        </p:sp>
        <p:sp>
          <p:nvSpPr>
            <p:cNvPr id="659" name="Vapaamuotoinen: Muoto 658">
              <a:extLst>
                <a:ext uri="{FF2B5EF4-FFF2-40B4-BE49-F238E27FC236}">
                  <a16:creationId xmlns:a16="http://schemas.microsoft.com/office/drawing/2014/main" id="{3D1070BA-77AA-DB98-E7CB-43CAAF6DC3F1}"/>
                </a:ext>
              </a:extLst>
            </p:cNvPr>
            <p:cNvSpPr/>
            <p:nvPr/>
          </p:nvSpPr>
          <p:spPr>
            <a:xfrm>
              <a:off x="4188428" y="2560891"/>
              <a:ext cx="137921" cy="166211"/>
            </a:xfrm>
            <a:custGeom>
              <a:avLst/>
              <a:gdLst>
                <a:gd name="connsiteX0" fmla="*/ 137827 w 137921"/>
                <a:gd name="connsiteY0" fmla="*/ 0 h 166211"/>
                <a:gd name="connsiteX1" fmla="*/ 137827 w 137921"/>
                <a:gd name="connsiteY1" fmla="*/ 166211 h 166211"/>
                <a:gd name="connsiteX2" fmla="*/ 104489 w 137921"/>
                <a:gd name="connsiteY2" fmla="*/ 166211 h 166211"/>
                <a:gd name="connsiteX3" fmla="*/ 104489 w 137921"/>
                <a:gd name="connsiteY3" fmla="*/ 95536 h 166211"/>
                <a:gd name="connsiteX4" fmla="*/ 33242 w 137921"/>
                <a:gd name="connsiteY4" fmla="*/ 95536 h 166211"/>
                <a:gd name="connsiteX5" fmla="*/ 33242 w 137921"/>
                <a:gd name="connsiteY5" fmla="*/ 166211 h 166211"/>
                <a:gd name="connsiteX6" fmla="*/ 0 w 137921"/>
                <a:gd name="connsiteY6" fmla="*/ 166211 h 166211"/>
                <a:gd name="connsiteX7" fmla="*/ 0 w 137921"/>
                <a:gd name="connsiteY7" fmla="*/ 0 h 166211"/>
                <a:gd name="connsiteX8" fmla="*/ 33338 w 137921"/>
                <a:gd name="connsiteY8" fmla="*/ 0 h 166211"/>
                <a:gd name="connsiteX9" fmla="*/ 33338 w 137921"/>
                <a:gd name="connsiteY9" fmla="*/ 68390 h 166211"/>
                <a:gd name="connsiteX10" fmla="*/ 104585 w 137921"/>
                <a:gd name="connsiteY10" fmla="*/ 68390 h 166211"/>
                <a:gd name="connsiteX11" fmla="*/ 104585 w 137921"/>
                <a:gd name="connsiteY11" fmla="*/ 0 h 166211"/>
                <a:gd name="connsiteX12" fmla="*/ 137922 w 137921"/>
                <a:gd name="connsiteY12" fmla="*/ 0 h 166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7921" h="166211">
                  <a:moveTo>
                    <a:pt x="137827" y="0"/>
                  </a:moveTo>
                  <a:lnTo>
                    <a:pt x="137827" y="166211"/>
                  </a:lnTo>
                  <a:lnTo>
                    <a:pt x="104489" y="166211"/>
                  </a:lnTo>
                  <a:lnTo>
                    <a:pt x="104489" y="95536"/>
                  </a:lnTo>
                  <a:lnTo>
                    <a:pt x="33242" y="95536"/>
                  </a:lnTo>
                  <a:lnTo>
                    <a:pt x="33242" y="166211"/>
                  </a:lnTo>
                  <a:lnTo>
                    <a:pt x="0" y="166211"/>
                  </a:lnTo>
                  <a:lnTo>
                    <a:pt x="0" y="0"/>
                  </a:lnTo>
                  <a:lnTo>
                    <a:pt x="33338" y="0"/>
                  </a:lnTo>
                  <a:lnTo>
                    <a:pt x="33338" y="68390"/>
                  </a:lnTo>
                  <a:lnTo>
                    <a:pt x="104585" y="68390"/>
                  </a:lnTo>
                  <a:lnTo>
                    <a:pt x="104585" y="0"/>
                  </a:lnTo>
                  <a:lnTo>
                    <a:pt x="137922" y="0"/>
                  </a:lnTo>
                  <a:close/>
                </a:path>
              </a:pathLst>
            </a:custGeom>
            <a:grpFill/>
            <a:ln w="9525" cap="flat">
              <a:noFill/>
              <a:prstDash val="solid"/>
              <a:miter/>
            </a:ln>
          </p:spPr>
          <p:txBody>
            <a:bodyPr rtlCol="0" anchor="ctr"/>
            <a:lstStyle/>
            <a:p>
              <a:endParaRPr lang="fi-FI" sz="3200"/>
            </a:p>
          </p:txBody>
        </p:sp>
        <p:sp>
          <p:nvSpPr>
            <p:cNvPr id="660" name="Vapaamuotoinen: Muoto 659">
              <a:extLst>
                <a:ext uri="{FF2B5EF4-FFF2-40B4-BE49-F238E27FC236}">
                  <a16:creationId xmlns:a16="http://schemas.microsoft.com/office/drawing/2014/main" id="{92743B7A-D7C7-A209-077C-3F4F5C3E75F2}"/>
                </a:ext>
              </a:extLst>
            </p:cNvPr>
            <p:cNvSpPr/>
            <p:nvPr/>
          </p:nvSpPr>
          <p:spPr>
            <a:xfrm>
              <a:off x="4350448" y="2592990"/>
              <a:ext cx="137350" cy="136207"/>
            </a:xfrm>
            <a:custGeom>
              <a:avLst/>
              <a:gdLst>
                <a:gd name="connsiteX0" fmla="*/ 8096 w 137350"/>
                <a:gd name="connsiteY0" fmla="*/ 32195 h 136207"/>
                <a:gd name="connsiteX1" fmla="*/ 29718 w 137350"/>
                <a:gd name="connsiteY1" fmla="*/ 8382 h 136207"/>
                <a:gd name="connsiteX2" fmla="*/ 60293 w 137350"/>
                <a:gd name="connsiteY2" fmla="*/ 0 h 136207"/>
                <a:gd name="connsiteX3" fmla="*/ 86106 w 137350"/>
                <a:gd name="connsiteY3" fmla="*/ 5905 h 136207"/>
                <a:gd name="connsiteX4" fmla="*/ 103823 w 137350"/>
                <a:gd name="connsiteY4" fmla="*/ 20955 h 136207"/>
                <a:gd name="connsiteX5" fmla="*/ 103823 w 137350"/>
                <a:gd name="connsiteY5" fmla="*/ 2096 h 136207"/>
                <a:gd name="connsiteX6" fmla="*/ 137351 w 137350"/>
                <a:gd name="connsiteY6" fmla="*/ 2096 h 136207"/>
                <a:gd name="connsiteX7" fmla="*/ 137351 w 137350"/>
                <a:gd name="connsiteY7" fmla="*/ 134017 h 136207"/>
                <a:gd name="connsiteX8" fmla="*/ 103823 w 137350"/>
                <a:gd name="connsiteY8" fmla="*/ 134017 h 136207"/>
                <a:gd name="connsiteX9" fmla="*/ 103823 w 137350"/>
                <a:gd name="connsiteY9" fmla="*/ 114776 h 136207"/>
                <a:gd name="connsiteX10" fmla="*/ 86106 w 137350"/>
                <a:gd name="connsiteY10" fmla="*/ 130112 h 136207"/>
                <a:gd name="connsiteX11" fmla="*/ 60008 w 137350"/>
                <a:gd name="connsiteY11" fmla="*/ 136208 h 136207"/>
                <a:gd name="connsiteX12" fmla="*/ 29623 w 137350"/>
                <a:gd name="connsiteY12" fmla="*/ 127635 h 136207"/>
                <a:gd name="connsiteX13" fmla="*/ 8001 w 137350"/>
                <a:gd name="connsiteY13" fmla="*/ 103442 h 136207"/>
                <a:gd name="connsiteX14" fmla="*/ 0 w 137350"/>
                <a:gd name="connsiteY14" fmla="*/ 67628 h 136207"/>
                <a:gd name="connsiteX15" fmla="*/ 8001 w 137350"/>
                <a:gd name="connsiteY15" fmla="*/ 32195 h 136207"/>
                <a:gd name="connsiteX16" fmla="*/ 99155 w 137350"/>
                <a:gd name="connsiteY16" fmla="*/ 47339 h 136207"/>
                <a:gd name="connsiteX17" fmla="*/ 86296 w 137350"/>
                <a:gd name="connsiteY17" fmla="*/ 34004 h 136207"/>
                <a:gd name="connsiteX18" fmla="*/ 68866 w 137350"/>
                <a:gd name="connsiteY18" fmla="*/ 29337 h 136207"/>
                <a:gd name="connsiteX19" fmla="*/ 51721 w 137350"/>
                <a:gd name="connsiteY19" fmla="*/ 33909 h 136207"/>
                <a:gd name="connsiteX20" fmla="*/ 38957 w 137350"/>
                <a:gd name="connsiteY20" fmla="*/ 47149 h 136207"/>
                <a:gd name="connsiteX21" fmla="*/ 34100 w 137350"/>
                <a:gd name="connsiteY21" fmla="*/ 67723 h 136207"/>
                <a:gd name="connsiteX22" fmla="*/ 38957 w 137350"/>
                <a:gd name="connsiteY22" fmla="*/ 88582 h 136207"/>
                <a:gd name="connsiteX23" fmla="*/ 51816 w 137350"/>
                <a:gd name="connsiteY23" fmla="*/ 102299 h 136207"/>
                <a:gd name="connsiteX24" fmla="*/ 68866 w 137350"/>
                <a:gd name="connsiteY24" fmla="*/ 107061 h 136207"/>
                <a:gd name="connsiteX25" fmla="*/ 86296 w 137350"/>
                <a:gd name="connsiteY25" fmla="*/ 102394 h 136207"/>
                <a:gd name="connsiteX26" fmla="*/ 99155 w 137350"/>
                <a:gd name="connsiteY26" fmla="*/ 89059 h 136207"/>
                <a:gd name="connsiteX27" fmla="*/ 103918 w 137350"/>
                <a:gd name="connsiteY27" fmla="*/ 68199 h 136207"/>
                <a:gd name="connsiteX28" fmla="*/ 99155 w 137350"/>
                <a:gd name="connsiteY28" fmla="*/ 47339 h 1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350" h="136207">
                  <a:moveTo>
                    <a:pt x="8096" y="32195"/>
                  </a:moveTo>
                  <a:cubicBezTo>
                    <a:pt x="13430" y="21907"/>
                    <a:pt x="20669" y="13906"/>
                    <a:pt x="29718" y="8382"/>
                  </a:cubicBezTo>
                  <a:cubicBezTo>
                    <a:pt x="38862" y="2857"/>
                    <a:pt x="49054" y="0"/>
                    <a:pt x="60293" y="0"/>
                  </a:cubicBezTo>
                  <a:cubicBezTo>
                    <a:pt x="70104" y="0"/>
                    <a:pt x="78772" y="2000"/>
                    <a:pt x="86106" y="5905"/>
                  </a:cubicBezTo>
                  <a:cubicBezTo>
                    <a:pt x="93536" y="9906"/>
                    <a:pt x="99441" y="14859"/>
                    <a:pt x="103823" y="20955"/>
                  </a:cubicBezTo>
                  <a:lnTo>
                    <a:pt x="103823" y="2096"/>
                  </a:lnTo>
                  <a:lnTo>
                    <a:pt x="137351" y="2096"/>
                  </a:lnTo>
                  <a:lnTo>
                    <a:pt x="137351" y="134017"/>
                  </a:lnTo>
                  <a:lnTo>
                    <a:pt x="103823" y="134017"/>
                  </a:lnTo>
                  <a:lnTo>
                    <a:pt x="103823" y="114776"/>
                  </a:lnTo>
                  <a:cubicBezTo>
                    <a:pt x="99536" y="120968"/>
                    <a:pt x="93631" y="126111"/>
                    <a:pt x="86106" y="130112"/>
                  </a:cubicBezTo>
                  <a:cubicBezTo>
                    <a:pt x="78581" y="134207"/>
                    <a:pt x="69914" y="136208"/>
                    <a:pt x="60008" y="136208"/>
                  </a:cubicBezTo>
                  <a:cubicBezTo>
                    <a:pt x="48863" y="136208"/>
                    <a:pt x="38767" y="133350"/>
                    <a:pt x="29623" y="127635"/>
                  </a:cubicBezTo>
                  <a:cubicBezTo>
                    <a:pt x="20479" y="121920"/>
                    <a:pt x="13240" y="113824"/>
                    <a:pt x="8001" y="103442"/>
                  </a:cubicBezTo>
                  <a:cubicBezTo>
                    <a:pt x="2667" y="93059"/>
                    <a:pt x="0" y="81058"/>
                    <a:pt x="0" y="67628"/>
                  </a:cubicBezTo>
                  <a:cubicBezTo>
                    <a:pt x="0" y="54197"/>
                    <a:pt x="2667" y="42481"/>
                    <a:pt x="8001" y="32195"/>
                  </a:cubicBezTo>
                  <a:close/>
                  <a:moveTo>
                    <a:pt x="99155" y="47339"/>
                  </a:moveTo>
                  <a:cubicBezTo>
                    <a:pt x="96012" y="41529"/>
                    <a:pt x="91726" y="37052"/>
                    <a:pt x="86296" y="34004"/>
                  </a:cubicBezTo>
                  <a:cubicBezTo>
                    <a:pt x="80867" y="30956"/>
                    <a:pt x="75152" y="29337"/>
                    <a:pt x="68866" y="29337"/>
                  </a:cubicBezTo>
                  <a:cubicBezTo>
                    <a:pt x="62579" y="29337"/>
                    <a:pt x="56959" y="30861"/>
                    <a:pt x="51721" y="33909"/>
                  </a:cubicBezTo>
                  <a:cubicBezTo>
                    <a:pt x="46482" y="36957"/>
                    <a:pt x="42196" y="41339"/>
                    <a:pt x="38957" y="47149"/>
                  </a:cubicBezTo>
                  <a:cubicBezTo>
                    <a:pt x="35719" y="52959"/>
                    <a:pt x="34100" y="59817"/>
                    <a:pt x="34100" y="67723"/>
                  </a:cubicBezTo>
                  <a:cubicBezTo>
                    <a:pt x="34100" y="75628"/>
                    <a:pt x="35719" y="82582"/>
                    <a:pt x="38957" y="88582"/>
                  </a:cubicBezTo>
                  <a:cubicBezTo>
                    <a:pt x="42196" y="94488"/>
                    <a:pt x="46482" y="99155"/>
                    <a:pt x="51816" y="102299"/>
                  </a:cubicBezTo>
                  <a:cubicBezTo>
                    <a:pt x="57150" y="105442"/>
                    <a:pt x="62770" y="107061"/>
                    <a:pt x="68866" y="107061"/>
                  </a:cubicBezTo>
                  <a:cubicBezTo>
                    <a:pt x="74962" y="107061"/>
                    <a:pt x="80867" y="105537"/>
                    <a:pt x="86296" y="102394"/>
                  </a:cubicBezTo>
                  <a:cubicBezTo>
                    <a:pt x="91726" y="99251"/>
                    <a:pt x="96012" y="94869"/>
                    <a:pt x="99155" y="89059"/>
                  </a:cubicBezTo>
                  <a:cubicBezTo>
                    <a:pt x="102299" y="83249"/>
                    <a:pt x="103918" y="76295"/>
                    <a:pt x="103918" y="68199"/>
                  </a:cubicBezTo>
                  <a:cubicBezTo>
                    <a:pt x="103918" y="60103"/>
                    <a:pt x="102299" y="53150"/>
                    <a:pt x="99155" y="47339"/>
                  </a:cubicBezTo>
                  <a:close/>
                </a:path>
              </a:pathLst>
            </a:custGeom>
            <a:grpFill/>
            <a:ln w="9525" cap="flat">
              <a:noFill/>
              <a:prstDash val="solid"/>
              <a:miter/>
            </a:ln>
          </p:spPr>
          <p:txBody>
            <a:bodyPr rtlCol="0" anchor="ctr"/>
            <a:lstStyle/>
            <a:p>
              <a:endParaRPr lang="fi-FI" sz="3200"/>
            </a:p>
          </p:txBody>
        </p:sp>
        <p:sp>
          <p:nvSpPr>
            <p:cNvPr id="661" name="Vapaamuotoinen: Muoto 660">
              <a:extLst>
                <a:ext uri="{FF2B5EF4-FFF2-40B4-BE49-F238E27FC236}">
                  <a16:creationId xmlns:a16="http://schemas.microsoft.com/office/drawing/2014/main" id="{E2C2C001-EA22-2A44-0DBF-64324FB62933}"/>
                </a:ext>
              </a:extLst>
            </p:cNvPr>
            <p:cNvSpPr/>
            <p:nvPr/>
          </p:nvSpPr>
          <p:spPr>
            <a:xfrm>
              <a:off x="4520469" y="2593371"/>
              <a:ext cx="125730" cy="133731"/>
            </a:xfrm>
            <a:custGeom>
              <a:avLst/>
              <a:gdLst>
                <a:gd name="connsiteX0" fmla="*/ 111252 w 125730"/>
                <a:gd name="connsiteY0" fmla="*/ 14859 h 133731"/>
                <a:gd name="connsiteX1" fmla="*/ 125730 w 125730"/>
                <a:gd name="connsiteY1" fmla="*/ 56388 h 133731"/>
                <a:gd name="connsiteX2" fmla="*/ 125730 w 125730"/>
                <a:gd name="connsiteY2" fmla="*/ 133731 h 133731"/>
                <a:gd name="connsiteX3" fmla="*/ 92393 w 125730"/>
                <a:gd name="connsiteY3" fmla="*/ 133731 h 133731"/>
                <a:gd name="connsiteX4" fmla="*/ 92393 w 125730"/>
                <a:gd name="connsiteY4" fmla="*/ 60865 h 133731"/>
                <a:gd name="connsiteX5" fmla="*/ 84582 w 125730"/>
                <a:gd name="connsiteY5" fmla="*/ 36671 h 133731"/>
                <a:gd name="connsiteX6" fmla="*/ 63151 w 125730"/>
                <a:gd name="connsiteY6" fmla="*/ 28194 h 133731"/>
                <a:gd name="connsiteX7" fmla="*/ 41339 w 125730"/>
                <a:gd name="connsiteY7" fmla="*/ 36671 h 133731"/>
                <a:gd name="connsiteX8" fmla="*/ 33338 w 125730"/>
                <a:gd name="connsiteY8" fmla="*/ 60865 h 133731"/>
                <a:gd name="connsiteX9" fmla="*/ 33338 w 125730"/>
                <a:gd name="connsiteY9" fmla="*/ 133731 h 133731"/>
                <a:gd name="connsiteX10" fmla="*/ 0 w 125730"/>
                <a:gd name="connsiteY10" fmla="*/ 133731 h 133731"/>
                <a:gd name="connsiteX11" fmla="*/ 0 w 125730"/>
                <a:gd name="connsiteY11" fmla="*/ 1810 h 133731"/>
                <a:gd name="connsiteX12" fmla="*/ 33338 w 125730"/>
                <a:gd name="connsiteY12" fmla="*/ 1810 h 133731"/>
                <a:gd name="connsiteX13" fmla="*/ 33338 w 125730"/>
                <a:gd name="connsiteY13" fmla="*/ 18288 h 133731"/>
                <a:gd name="connsiteX14" fmla="*/ 50387 w 125730"/>
                <a:gd name="connsiteY14" fmla="*/ 4858 h 133731"/>
                <a:gd name="connsiteX15" fmla="*/ 73152 w 125730"/>
                <a:gd name="connsiteY15" fmla="*/ 0 h 133731"/>
                <a:gd name="connsiteX16" fmla="*/ 111252 w 125730"/>
                <a:gd name="connsiteY16" fmla="*/ 14859 h 13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5730" h="133731">
                  <a:moveTo>
                    <a:pt x="111252" y="14859"/>
                  </a:moveTo>
                  <a:cubicBezTo>
                    <a:pt x="120968" y="24765"/>
                    <a:pt x="125730" y="38672"/>
                    <a:pt x="125730" y="56388"/>
                  </a:cubicBezTo>
                  <a:lnTo>
                    <a:pt x="125730" y="133731"/>
                  </a:lnTo>
                  <a:lnTo>
                    <a:pt x="92393" y="133731"/>
                  </a:lnTo>
                  <a:lnTo>
                    <a:pt x="92393" y="60865"/>
                  </a:lnTo>
                  <a:cubicBezTo>
                    <a:pt x="92393" y="50387"/>
                    <a:pt x="89821" y="42291"/>
                    <a:pt x="84582" y="36671"/>
                  </a:cubicBezTo>
                  <a:cubicBezTo>
                    <a:pt x="79343" y="31051"/>
                    <a:pt x="72199" y="28194"/>
                    <a:pt x="63151" y="28194"/>
                  </a:cubicBezTo>
                  <a:cubicBezTo>
                    <a:pt x="54102" y="28194"/>
                    <a:pt x="46673" y="31051"/>
                    <a:pt x="41339" y="36671"/>
                  </a:cubicBezTo>
                  <a:cubicBezTo>
                    <a:pt x="36004" y="42291"/>
                    <a:pt x="33338" y="50387"/>
                    <a:pt x="33338" y="60865"/>
                  </a:cubicBezTo>
                  <a:lnTo>
                    <a:pt x="33338" y="133731"/>
                  </a:lnTo>
                  <a:lnTo>
                    <a:pt x="0" y="133731"/>
                  </a:lnTo>
                  <a:lnTo>
                    <a:pt x="0" y="1810"/>
                  </a:lnTo>
                  <a:lnTo>
                    <a:pt x="33338" y="1810"/>
                  </a:lnTo>
                  <a:lnTo>
                    <a:pt x="33338" y="18288"/>
                  </a:lnTo>
                  <a:cubicBezTo>
                    <a:pt x="37814" y="12573"/>
                    <a:pt x="43434" y="8096"/>
                    <a:pt x="50387" y="4858"/>
                  </a:cubicBezTo>
                  <a:cubicBezTo>
                    <a:pt x="57245" y="1619"/>
                    <a:pt x="64865" y="0"/>
                    <a:pt x="73152" y="0"/>
                  </a:cubicBezTo>
                  <a:cubicBezTo>
                    <a:pt x="88868" y="0"/>
                    <a:pt x="101537" y="4953"/>
                    <a:pt x="111252" y="14859"/>
                  </a:cubicBezTo>
                  <a:close/>
                </a:path>
              </a:pathLst>
            </a:custGeom>
            <a:grpFill/>
            <a:ln w="9525" cap="flat">
              <a:noFill/>
              <a:prstDash val="solid"/>
              <a:miter/>
            </a:ln>
          </p:spPr>
          <p:txBody>
            <a:bodyPr rtlCol="0" anchor="ctr"/>
            <a:lstStyle/>
            <a:p>
              <a:endParaRPr lang="fi-FI" sz="3200"/>
            </a:p>
          </p:txBody>
        </p:sp>
        <p:sp>
          <p:nvSpPr>
            <p:cNvPr id="662" name="Vapaamuotoinen: Muoto 661">
              <a:extLst>
                <a:ext uri="{FF2B5EF4-FFF2-40B4-BE49-F238E27FC236}">
                  <a16:creationId xmlns:a16="http://schemas.microsoft.com/office/drawing/2014/main" id="{D8E11D8C-C7C1-EC81-C55F-EF912B5E2CB4}"/>
                </a:ext>
              </a:extLst>
            </p:cNvPr>
            <p:cNvSpPr/>
            <p:nvPr/>
          </p:nvSpPr>
          <p:spPr>
            <a:xfrm>
              <a:off x="4669345" y="2592990"/>
              <a:ext cx="137350" cy="199167"/>
            </a:xfrm>
            <a:custGeom>
              <a:avLst/>
              <a:gdLst>
                <a:gd name="connsiteX0" fmla="*/ 86201 w 137350"/>
                <a:gd name="connsiteY0" fmla="*/ 5905 h 199167"/>
                <a:gd name="connsiteX1" fmla="*/ 103822 w 137350"/>
                <a:gd name="connsiteY1" fmla="*/ 21050 h 199167"/>
                <a:gd name="connsiteX2" fmla="*/ 103822 w 137350"/>
                <a:gd name="connsiteY2" fmla="*/ 2191 h 199167"/>
                <a:gd name="connsiteX3" fmla="*/ 137350 w 137350"/>
                <a:gd name="connsiteY3" fmla="*/ 2191 h 199167"/>
                <a:gd name="connsiteX4" fmla="*/ 137350 w 137350"/>
                <a:gd name="connsiteY4" fmla="*/ 135065 h 199167"/>
                <a:gd name="connsiteX5" fmla="*/ 130016 w 137350"/>
                <a:gd name="connsiteY5" fmla="*/ 167830 h 199167"/>
                <a:gd name="connsiteX6" fmla="*/ 107823 w 137350"/>
                <a:gd name="connsiteY6" fmla="*/ 190691 h 199167"/>
                <a:gd name="connsiteX7" fmla="*/ 72104 w 137350"/>
                <a:gd name="connsiteY7" fmla="*/ 199168 h 199167"/>
                <a:gd name="connsiteX8" fmla="*/ 26003 w 137350"/>
                <a:gd name="connsiteY8" fmla="*/ 186023 h 199167"/>
                <a:gd name="connsiteX9" fmla="*/ 5620 w 137350"/>
                <a:gd name="connsiteY9" fmla="*/ 150304 h 199167"/>
                <a:gd name="connsiteX10" fmla="*/ 38767 w 137350"/>
                <a:gd name="connsiteY10" fmla="*/ 150304 h 199167"/>
                <a:gd name="connsiteX11" fmla="*/ 50101 w 137350"/>
                <a:gd name="connsiteY11" fmla="*/ 164687 h 199167"/>
                <a:gd name="connsiteX12" fmla="*/ 71152 w 137350"/>
                <a:gd name="connsiteY12" fmla="*/ 170021 h 199167"/>
                <a:gd name="connsiteX13" fmla="*/ 94774 w 137350"/>
                <a:gd name="connsiteY13" fmla="*/ 161353 h 199167"/>
                <a:gd name="connsiteX14" fmla="*/ 103822 w 137350"/>
                <a:gd name="connsiteY14" fmla="*/ 135065 h 199167"/>
                <a:gd name="connsiteX15" fmla="*/ 103822 w 137350"/>
                <a:gd name="connsiteY15" fmla="*/ 114586 h 199167"/>
                <a:gd name="connsiteX16" fmla="*/ 86106 w 137350"/>
                <a:gd name="connsiteY16" fmla="*/ 130016 h 199167"/>
                <a:gd name="connsiteX17" fmla="*/ 60293 w 137350"/>
                <a:gd name="connsiteY17" fmla="*/ 136208 h 199167"/>
                <a:gd name="connsiteX18" fmla="*/ 29813 w 137350"/>
                <a:gd name="connsiteY18" fmla="*/ 127635 h 199167"/>
                <a:gd name="connsiteX19" fmla="*/ 8001 w 137350"/>
                <a:gd name="connsiteY19" fmla="*/ 103442 h 199167"/>
                <a:gd name="connsiteX20" fmla="*/ 0 w 137350"/>
                <a:gd name="connsiteY20" fmla="*/ 67628 h 199167"/>
                <a:gd name="connsiteX21" fmla="*/ 8001 w 137350"/>
                <a:gd name="connsiteY21" fmla="*/ 32195 h 199167"/>
                <a:gd name="connsiteX22" fmla="*/ 29623 w 137350"/>
                <a:gd name="connsiteY22" fmla="*/ 8382 h 199167"/>
                <a:gd name="connsiteX23" fmla="*/ 60198 w 137350"/>
                <a:gd name="connsiteY23" fmla="*/ 0 h 199167"/>
                <a:gd name="connsiteX24" fmla="*/ 86201 w 137350"/>
                <a:gd name="connsiteY24" fmla="*/ 5810 h 199167"/>
                <a:gd name="connsiteX25" fmla="*/ 99060 w 137350"/>
                <a:gd name="connsiteY25" fmla="*/ 47339 h 199167"/>
                <a:gd name="connsiteX26" fmla="*/ 86201 w 137350"/>
                <a:gd name="connsiteY26" fmla="*/ 34004 h 199167"/>
                <a:gd name="connsiteX27" fmla="*/ 68770 w 137350"/>
                <a:gd name="connsiteY27" fmla="*/ 29337 h 199167"/>
                <a:gd name="connsiteX28" fmla="*/ 51625 w 137350"/>
                <a:gd name="connsiteY28" fmla="*/ 33909 h 199167"/>
                <a:gd name="connsiteX29" fmla="*/ 38862 w 137350"/>
                <a:gd name="connsiteY29" fmla="*/ 47149 h 199167"/>
                <a:gd name="connsiteX30" fmla="*/ 34004 w 137350"/>
                <a:gd name="connsiteY30" fmla="*/ 67723 h 199167"/>
                <a:gd name="connsiteX31" fmla="*/ 38862 w 137350"/>
                <a:gd name="connsiteY31" fmla="*/ 88582 h 199167"/>
                <a:gd name="connsiteX32" fmla="*/ 51721 w 137350"/>
                <a:gd name="connsiteY32" fmla="*/ 102299 h 199167"/>
                <a:gd name="connsiteX33" fmla="*/ 68770 w 137350"/>
                <a:gd name="connsiteY33" fmla="*/ 107061 h 199167"/>
                <a:gd name="connsiteX34" fmla="*/ 86201 w 137350"/>
                <a:gd name="connsiteY34" fmla="*/ 102394 h 199167"/>
                <a:gd name="connsiteX35" fmla="*/ 99060 w 137350"/>
                <a:gd name="connsiteY35" fmla="*/ 89059 h 199167"/>
                <a:gd name="connsiteX36" fmla="*/ 103822 w 137350"/>
                <a:gd name="connsiteY36" fmla="*/ 68199 h 199167"/>
                <a:gd name="connsiteX37" fmla="*/ 99060 w 137350"/>
                <a:gd name="connsiteY37" fmla="*/ 47339 h 199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37350" h="199167">
                  <a:moveTo>
                    <a:pt x="86201" y="5905"/>
                  </a:moveTo>
                  <a:cubicBezTo>
                    <a:pt x="93631" y="9811"/>
                    <a:pt x="99536" y="14859"/>
                    <a:pt x="103822" y="21050"/>
                  </a:cubicBezTo>
                  <a:lnTo>
                    <a:pt x="103822" y="2191"/>
                  </a:lnTo>
                  <a:lnTo>
                    <a:pt x="137350" y="2191"/>
                  </a:lnTo>
                  <a:lnTo>
                    <a:pt x="137350" y="135065"/>
                  </a:lnTo>
                  <a:cubicBezTo>
                    <a:pt x="137350" y="147256"/>
                    <a:pt x="134874" y="158210"/>
                    <a:pt x="130016" y="167830"/>
                  </a:cubicBezTo>
                  <a:cubicBezTo>
                    <a:pt x="125063" y="177451"/>
                    <a:pt x="117729" y="185071"/>
                    <a:pt x="107823" y="190691"/>
                  </a:cubicBezTo>
                  <a:cubicBezTo>
                    <a:pt x="98012" y="196310"/>
                    <a:pt x="86106" y="199168"/>
                    <a:pt x="72104" y="199168"/>
                  </a:cubicBezTo>
                  <a:cubicBezTo>
                    <a:pt x="53340" y="199168"/>
                    <a:pt x="38005" y="194786"/>
                    <a:pt x="26003" y="186023"/>
                  </a:cubicBezTo>
                  <a:cubicBezTo>
                    <a:pt x="14002" y="177260"/>
                    <a:pt x="7239" y="165354"/>
                    <a:pt x="5620" y="150304"/>
                  </a:cubicBezTo>
                  <a:lnTo>
                    <a:pt x="38767" y="150304"/>
                  </a:lnTo>
                  <a:cubicBezTo>
                    <a:pt x="40481" y="156305"/>
                    <a:pt x="44291" y="161163"/>
                    <a:pt x="50101" y="164687"/>
                  </a:cubicBezTo>
                  <a:cubicBezTo>
                    <a:pt x="55912" y="168212"/>
                    <a:pt x="62960" y="170021"/>
                    <a:pt x="71152" y="170021"/>
                  </a:cubicBezTo>
                  <a:cubicBezTo>
                    <a:pt x="80867" y="170021"/>
                    <a:pt x="88678" y="167164"/>
                    <a:pt x="94774" y="161353"/>
                  </a:cubicBezTo>
                  <a:cubicBezTo>
                    <a:pt x="100870" y="155543"/>
                    <a:pt x="103822" y="146780"/>
                    <a:pt x="103822" y="135065"/>
                  </a:cubicBezTo>
                  <a:lnTo>
                    <a:pt x="103822" y="114586"/>
                  </a:lnTo>
                  <a:cubicBezTo>
                    <a:pt x="99536" y="120777"/>
                    <a:pt x="93631" y="125921"/>
                    <a:pt x="86106" y="130016"/>
                  </a:cubicBezTo>
                  <a:cubicBezTo>
                    <a:pt x="78581" y="134112"/>
                    <a:pt x="69914" y="136208"/>
                    <a:pt x="60293" y="136208"/>
                  </a:cubicBezTo>
                  <a:cubicBezTo>
                    <a:pt x="49149" y="136208"/>
                    <a:pt x="39052" y="133350"/>
                    <a:pt x="29813" y="127635"/>
                  </a:cubicBezTo>
                  <a:cubicBezTo>
                    <a:pt x="20574" y="121920"/>
                    <a:pt x="13335" y="113824"/>
                    <a:pt x="8001" y="103442"/>
                  </a:cubicBezTo>
                  <a:cubicBezTo>
                    <a:pt x="2667" y="93059"/>
                    <a:pt x="0" y="81058"/>
                    <a:pt x="0" y="67628"/>
                  </a:cubicBezTo>
                  <a:cubicBezTo>
                    <a:pt x="0" y="54197"/>
                    <a:pt x="2667" y="42481"/>
                    <a:pt x="8001" y="32195"/>
                  </a:cubicBezTo>
                  <a:cubicBezTo>
                    <a:pt x="13335" y="21907"/>
                    <a:pt x="20574" y="13906"/>
                    <a:pt x="29623" y="8382"/>
                  </a:cubicBezTo>
                  <a:cubicBezTo>
                    <a:pt x="38767" y="2857"/>
                    <a:pt x="48958" y="0"/>
                    <a:pt x="60198" y="0"/>
                  </a:cubicBezTo>
                  <a:cubicBezTo>
                    <a:pt x="70009" y="0"/>
                    <a:pt x="78676" y="2000"/>
                    <a:pt x="86201" y="5810"/>
                  </a:cubicBezTo>
                  <a:close/>
                  <a:moveTo>
                    <a:pt x="99060" y="47339"/>
                  </a:moveTo>
                  <a:cubicBezTo>
                    <a:pt x="95917" y="41529"/>
                    <a:pt x="91630" y="37052"/>
                    <a:pt x="86201" y="34004"/>
                  </a:cubicBezTo>
                  <a:cubicBezTo>
                    <a:pt x="80772" y="30956"/>
                    <a:pt x="75057" y="29337"/>
                    <a:pt x="68770" y="29337"/>
                  </a:cubicBezTo>
                  <a:cubicBezTo>
                    <a:pt x="62484" y="29337"/>
                    <a:pt x="56864" y="30861"/>
                    <a:pt x="51625" y="33909"/>
                  </a:cubicBezTo>
                  <a:cubicBezTo>
                    <a:pt x="46387" y="36957"/>
                    <a:pt x="42100" y="41339"/>
                    <a:pt x="38862" y="47149"/>
                  </a:cubicBezTo>
                  <a:cubicBezTo>
                    <a:pt x="35623" y="52959"/>
                    <a:pt x="34004" y="59817"/>
                    <a:pt x="34004" y="67723"/>
                  </a:cubicBezTo>
                  <a:cubicBezTo>
                    <a:pt x="34004" y="75628"/>
                    <a:pt x="35623" y="82582"/>
                    <a:pt x="38862" y="88582"/>
                  </a:cubicBezTo>
                  <a:cubicBezTo>
                    <a:pt x="42100" y="94488"/>
                    <a:pt x="46387" y="99155"/>
                    <a:pt x="51721" y="102299"/>
                  </a:cubicBezTo>
                  <a:cubicBezTo>
                    <a:pt x="57055" y="105442"/>
                    <a:pt x="62674" y="107061"/>
                    <a:pt x="68770" y="107061"/>
                  </a:cubicBezTo>
                  <a:cubicBezTo>
                    <a:pt x="74867" y="107061"/>
                    <a:pt x="80772" y="105537"/>
                    <a:pt x="86201" y="102394"/>
                  </a:cubicBezTo>
                  <a:cubicBezTo>
                    <a:pt x="91630" y="99251"/>
                    <a:pt x="95917" y="94869"/>
                    <a:pt x="99060" y="89059"/>
                  </a:cubicBezTo>
                  <a:cubicBezTo>
                    <a:pt x="102203" y="83249"/>
                    <a:pt x="103822" y="76295"/>
                    <a:pt x="103822" y="68199"/>
                  </a:cubicBezTo>
                  <a:cubicBezTo>
                    <a:pt x="103822" y="60103"/>
                    <a:pt x="102203" y="53150"/>
                    <a:pt x="99060" y="47339"/>
                  </a:cubicBezTo>
                  <a:close/>
                </a:path>
              </a:pathLst>
            </a:custGeom>
            <a:grpFill/>
            <a:ln w="9525" cap="flat">
              <a:noFill/>
              <a:prstDash val="solid"/>
              <a:miter/>
            </a:ln>
          </p:spPr>
          <p:txBody>
            <a:bodyPr rtlCol="0" anchor="ctr"/>
            <a:lstStyle/>
            <a:p>
              <a:endParaRPr lang="fi-FI" sz="3200"/>
            </a:p>
          </p:txBody>
        </p:sp>
        <p:sp>
          <p:nvSpPr>
            <p:cNvPr id="663" name="Vapaamuotoinen: Muoto 662">
              <a:extLst>
                <a:ext uri="{FF2B5EF4-FFF2-40B4-BE49-F238E27FC236}">
                  <a16:creationId xmlns:a16="http://schemas.microsoft.com/office/drawing/2014/main" id="{CFD09F7D-AF04-907B-894E-C4271ED16676}"/>
                </a:ext>
              </a:extLst>
            </p:cNvPr>
            <p:cNvSpPr/>
            <p:nvPr/>
          </p:nvSpPr>
          <p:spPr>
            <a:xfrm>
              <a:off x="4831079" y="2546032"/>
              <a:ext cx="135636" cy="183261"/>
            </a:xfrm>
            <a:custGeom>
              <a:avLst/>
              <a:gdLst>
                <a:gd name="connsiteX0" fmla="*/ 32576 w 135636"/>
                <a:gd name="connsiteY0" fmla="*/ 174784 h 183261"/>
                <a:gd name="connsiteX1" fmla="*/ 8668 w 135636"/>
                <a:gd name="connsiteY1" fmla="*/ 150876 h 183261"/>
                <a:gd name="connsiteX2" fmla="*/ 0 w 135636"/>
                <a:gd name="connsiteY2" fmla="*/ 115157 h 183261"/>
                <a:gd name="connsiteX3" fmla="*/ 8954 w 135636"/>
                <a:gd name="connsiteY3" fmla="*/ 79439 h 183261"/>
                <a:gd name="connsiteX4" fmla="*/ 33338 w 135636"/>
                <a:gd name="connsiteY4" fmla="*/ 55531 h 183261"/>
                <a:gd name="connsiteX5" fmla="*/ 67818 w 135636"/>
                <a:gd name="connsiteY5" fmla="*/ 47054 h 183261"/>
                <a:gd name="connsiteX6" fmla="*/ 102299 w 135636"/>
                <a:gd name="connsiteY6" fmla="*/ 55531 h 183261"/>
                <a:gd name="connsiteX7" fmla="*/ 126683 w 135636"/>
                <a:gd name="connsiteY7" fmla="*/ 79439 h 183261"/>
                <a:gd name="connsiteX8" fmla="*/ 135636 w 135636"/>
                <a:gd name="connsiteY8" fmla="*/ 115157 h 183261"/>
                <a:gd name="connsiteX9" fmla="*/ 126492 w 135636"/>
                <a:gd name="connsiteY9" fmla="*/ 150876 h 183261"/>
                <a:gd name="connsiteX10" fmla="*/ 101727 w 135636"/>
                <a:gd name="connsiteY10" fmla="*/ 174784 h 183261"/>
                <a:gd name="connsiteX11" fmla="*/ 66866 w 135636"/>
                <a:gd name="connsiteY11" fmla="*/ 183261 h 183261"/>
                <a:gd name="connsiteX12" fmla="*/ 32576 w 135636"/>
                <a:gd name="connsiteY12" fmla="*/ 174784 h 183261"/>
                <a:gd name="connsiteX13" fmla="*/ 35909 w 135636"/>
                <a:gd name="connsiteY13" fmla="*/ 27242 h 183261"/>
                <a:gd name="connsiteX14" fmla="*/ 31337 w 135636"/>
                <a:gd name="connsiteY14" fmla="*/ 16002 h 183261"/>
                <a:gd name="connsiteX15" fmla="*/ 35909 w 135636"/>
                <a:gd name="connsiteY15" fmla="*/ 4667 h 183261"/>
                <a:gd name="connsiteX16" fmla="*/ 47054 w 135636"/>
                <a:gd name="connsiteY16" fmla="*/ 0 h 183261"/>
                <a:gd name="connsiteX17" fmla="*/ 58388 w 135636"/>
                <a:gd name="connsiteY17" fmla="*/ 4667 h 183261"/>
                <a:gd name="connsiteX18" fmla="*/ 63056 w 135636"/>
                <a:gd name="connsiteY18" fmla="*/ 16002 h 183261"/>
                <a:gd name="connsiteX19" fmla="*/ 58388 w 135636"/>
                <a:gd name="connsiteY19" fmla="*/ 27242 h 183261"/>
                <a:gd name="connsiteX20" fmla="*/ 47054 w 135636"/>
                <a:gd name="connsiteY20" fmla="*/ 31718 h 183261"/>
                <a:gd name="connsiteX21" fmla="*/ 35909 w 135636"/>
                <a:gd name="connsiteY21" fmla="*/ 27242 h 183261"/>
                <a:gd name="connsiteX22" fmla="*/ 83915 w 135636"/>
                <a:gd name="connsiteY22" fmla="*/ 149733 h 183261"/>
                <a:gd name="connsiteX23" fmla="*/ 96679 w 135636"/>
                <a:gd name="connsiteY23" fmla="*/ 136493 h 183261"/>
                <a:gd name="connsiteX24" fmla="*/ 101441 w 135636"/>
                <a:gd name="connsiteY24" fmla="*/ 115062 h 183261"/>
                <a:gd name="connsiteX25" fmla="*/ 91535 w 135636"/>
                <a:gd name="connsiteY25" fmla="*/ 86106 h 183261"/>
                <a:gd name="connsiteX26" fmla="*/ 67342 w 135636"/>
                <a:gd name="connsiteY26" fmla="*/ 76009 h 183261"/>
                <a:gd name="connsiteX27" fmla="*/ 43434 w 135636"/>
                <a:gd name="connsiteY27" fmla="*/ 86106 h 183261"/>
                <a:gd name="connsiteX28" fmla="*/ 33814 w 135636"/>
                <a:gd name="connsiteY28" fmla="*/ 115062 h 183261"/>
                <a:gd name="connsiteX29" fmla="*/ 43244 w 135636"/>
                <a:gd name="connsiteY29" fmla="*/ 144018 h 183261"/>
                <a:gd name="connsiteX30" fmla="*/ 66961 w 135636"/>
                <a:gd name="connsiteY30" fmla="*/ 154115 h 183261"/>
                <a:gd name="connsiteX31" fmla="*/ 84011 w 135636"/>
                <a:gd name="connsiteY31" fmla="*/ 149733 h 183261"/>
                <a:gd name="connsiteX32" fmla="*/ 80010 w 135636"/>
                <a:gd name="connsiteY32" fmla="*/ 27242 h 183261"/>
                <a:gd name="connsiteX33" fmla="*/ 75438 w 135636"/>
                <a:gd name="connsiteY33" fmla="*/ 16002 h 183261"/>
                <a:gd name="connsiteX34" fmla="*/ 80010 w 135636"/>
                <a:gd name="connsiteY34" fmla="*/ 4667 h 183261"/>
                <a:gd name="connsiteX35" fmla="*/ 91154 w 135636"/>
                <a:gd name="connsiteY35" fmla="*/ 0 h 183261"/>
                <a:gd name="connsiteX36" fmla="*/ 102489 w 135636"/>
                <a:gd name="connsiteY36" fmla="*/ 4667 h 183261"/>
                <a:gd name="connsiteX37" fmla="*/ 107156 w 135636"/>
                <a:gd name="connsiteY37" fmla="*/ 16002 h 183261"/>
                <a:gd name="connsiteX38" fmla="*/ 102489 w 135636"/>
                <a:gd name="connsiteY38" fmla="*/ 27242 h 183261"/>
                <a:gd name="connsiteX39" fmla="*/ 91154 w 135636"/>
                <a:gd name="connsiteY39" fmla="*/ 31718 h 183261"/>
                <a:gd name="connsiteX40" fmla="*/ 80010 w 135636"/>
                <a:gd name="connsiteY40" fmla="*/ 27242 h 183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35636" h="183261">
                  <a:moveTo>
                    <a:pt x="32576" y="174784"/>
                  </a:moveTo>
                  <a:cubicBezTo>
                    <a:pt x="22384" y="169164"/>
                    <a:pt x="14478" y="161163"/>
                    <a:pt x="8668" y="150876"/>
                  </a:cubicBezTo>
                  <a:cubicBezTo>
                    <a:pt x="2858" y="140589"/>
                    <a:pt x="0" y="128683"/>
                    <a:pt x="0" y="115157"/>
                  </a:cubicBezTo>
                  <a:cubicBezTo>
                    <a:pt x="0" y="101632"/>
                    <a:pt x="2953" y="89726"/>
                    <a:pt x="8954" y="79439"/>
                  </a:cubicBezTo>
                  <a:cubicBezTo>
                    <a:pt x="14954" y="69152"/>
                    <a:pt x="23051" y="61151"/>
                    <a:pt x="33338" y="55531"/>
                  </a:cubicBezTo>
                  <a:cubicBezTo>
                    <a:pt x="43625" y="49911"/>
                    <a:pt x="55150" y="47054"/>
                    <a:pt x="67818" y="47054"/>
                  </a:cubicBezTo>
                  <a:cubicBezTo>
                    <a:pt x="80486" y="47054"/>
                    <a:pt x="92012" y="49911"/>
                    <a:pt x="102299" y="55531"/>
                  </a:cubicBezTo>
                  <a:cubicBezTo>
                    <a:pt x="112586" y="61151"/>
                    <a:pt x="120777" y="69152"/>
                    <a:pt x="126683" y="79439"/>
                  </a:cubicBezTo>
                  <a:cubicBezTo>
                    <a:pt x="132588" y="89726"/>
                    <a:pt x="135636" y="101632"/>
                    <a:pt x="135636" y="115157"/>
                  </a:cubicBezTo>
                  <a:cubicBezTo>
                    <a:pt x="135636" y="128683"/>
                    <a:pt x="132588" y="140589"/>
                    <a:pt x="126492" y="150876"/>
                  </a:cubicBezTo>
                  <a:cubicBezTo>
                    <a:pt x="120396" y="161163"/>
                    <a:pt x="112109" y="169164"/>
                    <a:pt x="101727" y="174784"/>
                  </a:cubicBezTo>
                  <a:cubicBezTo>
                    <a:pt x="91345" y="180404"/>
                    <a:pt x="79724" y="183261"/>
                    <a:pt x="66866" y="183261"/>
                  </a:cubicBezTo>
                  <a:cubicBezTo>
                    <a:pt x="54007" y="183261"/>
                    <a:pt x="42767" y="180404"/>
                    <a:pt x="32576" y="174784"/>
                  </a:cubicBezTo>
                  <a:close/>
                  <a:moveTo>
                    <a:pt x="35909" y="27242"/>
                  </a:moveTo>
                  <a:cubicBezTo>
                    <a:pt x="32861" y="24194"/>
                    <a:pt x="31337" y="20479"/>
                    <a:pt x="31337" y="16002"/>
                  </a:cubicBezTo>
                  <a:cubicBezTo>
                    <a:pt x="31337" y="11525"/>
                    <a:pt x="32861" y="7811"/>
                    <a:pt x="35909" y="4667"/>
                  </a:cubicBezTo>
                  <a:cubicBezTo>
                    <a:pt x="38957" y="1619"/>
                    <a:pt x="42672" y="0"/>
                    <a:pt x="47054" y="0"/>
                  </a:cubicBezTo>
                  <a:cubicBezTo>
                    <a:pt x="51435" y="0"/>
                    <a:pt x="55245" y="1524"/>
                    <a:pt x="58388" y="4667"/>
                  </a:cubicBezTo>
                  <a:cubicBezTo>
                    <a:pt x="61532" y="7811"/>
                    <a:pt x="63056" y="11525"/>
                    <a:pt x="63056" y="16002"/>
                  </a:cubicBezTo>
                  <a:cubicBezTo>
                    <a:pt x="63056" y="20479"/>
                    <a:pt x="61532" y="24194"/>
                    <a:pt x="58388" y="27242"/>
                  </a:cubicBezTo>
                  <a:cubicBezTo>
                    <a:pt x="55340" y="30290"/>
                    <a:pt x="51530" y="31718"/>
                    <a:pt x="47054" y="31718"/>
                  </a:cubicBezTo>
                  <a:cubicBezTo>
                    <a:pt x="42577" y="31718"/>
                    <a:pt x="38862" y="30194"/>
                    <a:pt x="35909" y="27242"/>
                  </a:cubicBezTo>
                  <a:close/>
                  <a:moveTo>
                    <a:pt x="83915" y="149733"/>
                  </a:moveTo>
                  <a:cubicBezTo>
                    <a:pt x="89249" y="146780"/>
                    <a:pt x="93440" y="142399"/>
                    <a:pt x="96679" y="136493"/>
                  </a:cubicBezTo>
                  <a:cubicBezTo>
                    <a:pt x="99822" y="130588"/>
                    <a:pt x="101441" y="123444"/>
                    <a:pt x="101441" y="115062"/>
                  </a:cubicBezTo>
                  <a:cubicBezTo>
                    <a:pt x="101441" y="102489"/>
                    <a:pt x="98108" y="92869"/>
                    <a:pt x="91535" y="86106"/>
                  </a:cubicBezTo>
                  <a:cubicBezTo>
                    <a:pt x="84963" y="79343"/>
                    <a:pt x="76867" y="76009"/>
                    <a:pt x="67342" y="76009"/>
                  </a:cubicBezTo>
                  <a:cubicBezTo>
                    <a:pt x="57817" y="76009"/>
                    <a:pt x="49816" y="79343"/>
                    <a:pt x="43434" y="86106"/>
                  </a:cubicBezTo>
                  <a:cubicBezTo>
                    <a:pt x="36957" y="92869"/>
                    <a:pt x="33814" y="102489"/>
                    <a:pt x="33814" y="115062"/>
                  </a:cubicBezTo>
                  <a:cubicBezTo>
                    <a:pt x="33814" y="127635"/>
                    <a:pt x="36957" y="137255"/>
                    <a:pt x="43244" y="144018"/>
                  </a:cubicBezTo>
                  <a:cubicBezTo>
                    <a:pt x="49530" y="150781"/>
                    <a:pt x="57436" y="154115"/>
                    <a:pt x="66961" y="154115"/>
                  </a:cubicBezTo>
                  <a:cubicBezTo>
                    <a:pt x="72962" y="154115"/>
                    <a:pt x="78677" y="152686"/>
                    <a:pt x="84011" y="149733"/>
                  </a:cubicBezTo>
                  <a:close/>
                  <a:moveTo>
                    <a:pt x="80010" y="27242"/>
                  </a:moveTo>
                  <a:cubicBezTo>
                    <a:pt x="76962" y="24194"/>
                    <a:pt x="75438" y="20479"/>
                    <a:pt x="75438" y="16002"/>
                  </a:cubicBezTo>
                  <a:cubicBezTo>
                    <a:pt x="75438" y="11525"/>
                    <a:pt x="76962" y="7811"/>
                    <a:pt x="80010" y="4667"/>
                  </a:cubicBezTo>
                  <a:cubicBezTo>
                    <a:pt x="83058" y="1619"/>
                    <a:pt x="86773" y="0"/>
                    <a:pt x="91154" y="0"/>
                  </a:cubicBezTo>
                  <a:cubicBezTo>
                    <a:pt x="95536" y="0"/>
                    <a:pt x="99346" y="1524"/>
                    <a:pt x="102489" y="4667"/>
                  </a:cubicBezTo>
                  <a:cubicBezTo>
                    <a:pt x="105632" y="7811"/>
                    <a:pt x="107156" y="11525"/>
                    <a:pt x="107156" y="16002"/>
                  </a:cubicBezTo>
                  <a:cubicBezTo>
                    <a:pt x="107156" y="20479"/>
                    <a:pt x="105632" y="24194"/>
                    <a:pt x="102489" y="27242"/>
                  </a:cubicBezTo>
                  <a:cubicBezTo>
                    <a:pt x="99441" y="30290"/>
                    <a:pt x="95631" y="31718"/>
                    <a:pt x="91154" y="31718"/>
                  </a:cubicBezTo>
                  <a:cubicBezTo>
                    <a:pt x="86678" y="31718"/>
                    <a:pt x="82963" y="30194"/>
                    <a:pt x="80010" y="27242"/>
                  </a:cubicBezTo>
                  <a:close/>
                </a:path>
              </a:pathLst>
            </a:custGeom>
            <a:grpFill/>
            <a:ln w="9525" cap="flat">
              <a:noFill/>
              <a:prstDash val="solid"/>
              <a:miter/>
            </a:ln>
          </p:spPr>
          <p:txBody>
            <a:bodyPr rtlCol="0" anchor="ctr"/>
            <a:lstStyle/>
            <a:p>
              <a:endParaRPr lang="fi-FI" sz="3200"/>
            </a:p>
          </p:txBody>
        </p:sp>
      </p:grpSp>
      <p:grpSp>
        <p:nvGrpSpPr>
          <p:cNvPr id="677" name="Ryhmä 676">
            <a:extLst>
              <a:ext uri="{FF2B5EF4-FFF2-40B4-BE49-F238E27FC236}">
                <a16:creationId xmlns:a16="http://schemas.microsoft.com/office/drawing/2014/main" id="{002D12D7-A14D-A721-106D-6A8587BACD0D}"/>
              </a:ext>
              <a:ext uri="{C183D7F6-B498-43B3-948B-1728B52AA6E4}">
                <adec:decorative xmlns:adec="http://schemas.microsoft.com/office/drawing/2017/decorative" val="1"/>
              </a:ext>
            </a:extLst>
          </p:cNvPr>
          <p:cNvGrpSpPr/>
          <p:nvPr userDrawn="1"/>
        </p:nvGrpSpPr>
        <p:grpSpPr>
          <a:xfrm>
            <a:off x="8238042" y="2882880"/>
            <a:ext cx="436514" cy="348496"/>
            <a:chOff x="4258150" y="2288762"/>
            <a:chExt cx="627792" cy="501204"/>
          </a:xfrm>
          <a:solidFill>
            <a:schemeClr val="accent2"/>
          </a:solidFill>
        </p:grpSpPr>
        <p:sp>
          <p:nvSpPr>
            <p:cNvPr id="668" name="Vapaamuotoinen: Muoto 667">
              <a:extLst>
                <a:ext uri="{FF2B5EF4-FFF2-40B4-BE49-F238E27FC236}">
                  <a16:creationId xmlns:a16="http://schemas.microsoft.com/office/drawing/2014/main" id="{AC4AE541-19B5-6023-758E-9325EABDCE67}"/>
                </a:ext>
              </a:extLst>
            </p:cNvPr>
            <p:cNvSpPr/>
            <p:nvPr/>
          </p:nvSpPr>
          <p:spPr>
            <a:xfrm>
              <a:off x="4258150" y="2312288"/>
              <a:ext cx="94107" cy="167163"/>
            </a:xfrm>
            <a:custGeom>
              <a:avLst/>
              <a:gdLst>
                <a:gd name="connsiteX0" fmla="*/ 40767 w 94107"/>
                <a:gd name="connsiteY0" fmla="*/ 135731 h 167163"/>
                <a:gd name="connsiteX1" fmla="*/ 94107 w 94107"/>
                <a:gd name="connsiteY1" fmla="*/ 135731 h 167163"/>
                <a:gd name="connsiteX2" fmla="*/ 94107 w 94107"/>
                <a:gd name="connsiteY2" fmla="*/ 167164 h 167163"/>
                <a:gd name="connsiteX3" fmla="*/ 0 w 94107"/>
                <a:gd name="connsiteY3" fmla="*/ 167164 h 167163"/>
                <a:gd name="connsiteX4" fmla="*/ 0 w 94107"/>
                <a:gd name="connsiteY4" fmla="*/ 0 h 167163"/>
                <a:gd name="connsiteX5" fmla="*/ 40767 w 94107"/>
                <a:gd name="connsiteY5" fmla="*/ 0 h 167163"/>
                <a:gd name="connsiteX6" fmla="*/ 40767 w 94107"/>
                <a:gd name="connsiteY6" fmla="*/ 135731 h 16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107" h="167163">
                  <a:moveTo>
                    <a:pt x="40767" y="135731"/>
                  </a:moveTo>
                  <a:lnTo>
                    <a:pt x="94107" y="135731"/>
                  </a:lnTo>
                  <a:lnTo>
                    <a:pt x="94107" y="167164"/>
                  </a:lnTo>
                  <a:lnTo>
                    <a:pt x="0" y="167164"/>
                  </a:lnTo>
                  <a:lnTo>
                    <a:pt x="0" y="0"/>
                  </a:lnTo>
                  <a:lnTo>
                    <a:pt x="40767" y="0"/>
                  </a:lnTo>
                  <a:lnTo>
                    <a:pt x="40767" y="135731"/>
                  </a:lnTo>
                  <a:close/>
                </a:path>
              </a:pathLst>
            </a:custGeom>
            <a:solidFill>
              <a:schemeClr val="accent1"/>
            </a:solidFill>
            <a:ln w="9525" cap="flat">
              <a:noFill/>
              <a:prstDash val="solid"/>
              <a:miter/>
            </a:ln>
          </p:spPr>
          <p:txBody>
            <a:bodyPr rtlCol="0" anchor="ctr"/>
            <a:lstStyle/>
            <a:p>
              <a:endParaRPr lang="fi-FI" sz="3200"/>
            </a:p>
          </p:txBody>
        </p:sp>
        <p:sp>
          <p:nvSpPr>
            <p:cNvPr id="669" name="Vapaamuotoinen: Muoto 668">
              <a:extLst>
                <a:ext uri="{FF2B5EF4-FFF2-40B4-BE49-F238E27FC236}">
                  <a16:creationId xmlns:a16="http://schemas.microsoft.com/office/drawing/2014/main" id="{3DCE47E7-6592-25AE-43E0-6C3D439124E9}"/>
                </a:ext>
              </a:extLst>
            </p:cNvPr>
            <p:cNvSpPr/>
            <p:nvPr/>
          </p:nvSpPr>
          <p:spPr>
            <a:xfrm>
              <a:off x="4363687" y="2344673"/>
              <a:ext cx="138112" cy="136779"/>
            </a:xfrm>
            <a:custGeom>
              <a:avLst/>
              <a:gdLst>
                <a:gd name="connsiteX0" fmla="*/ 33433 w 138112"/>
                <a:gd name="connsiteY0" fmla="*/ 128397 h 136779"/>
                <a:gd name="connsiteX1" fmla="*/ 8953 w 138112"/>
                <a:gd name="connsiteY1" fmla="*/ 104584 h 136779"/>
                <a:gd name="connsiteX2" fmla="*/ 0 w 138112"/>
                <a:gd name="connsiteY2" fmla="*/ 68390 h 136779"/>
                <a:gd name="connsiteX3" fmla="*/ 9049 w 138112"/>
                <a:gd name="connsiteY3" fmla="*/ 32290 h 136779"/>
                <a:gd name="connsiteX4" fmla="*/ 33814 w 138112"/>
                <a:gd name="connsiteY4" fmla="*/ 8382 h 136779"/>
                <a:gd name="connsiteX5" fmla="*/ 69056 w 138112"/>
                <a:gd name="connsiteY5" fmla="*/ 0 h 136779"/>
                <a:gd name="connsiteX6" fmla="*/ 104299 w 138112"/>
                <a:gd name="connsiteY6" fmla="*/ 8382 h 136779"/>
                <a:gd name="connsiteX7" fmla="*/ 129064 w 138112"/>
                <a:gd name="connsiteY7" fmla="*/ 32290 h 136779"/>
                <a:gd name="connsiteX8" fmla="*/ 138112 w 138112"/>
                <a:gd name="connsiteY8" fmla="*/ 68390 h 136779"/>
                <a:gd name="connsiteX9" fmla="*/ 128969 w 138112"/>
                <a:gd name="connsiteY9" fmla="*/ 104489 h 136779"/>
                <a:gd name="connsiteX10" fmla="*/ 104013 w 138112"/>
                <a:gd name="connsiteY10" fmla="*/ 128397 h 136779"/>
                <a:gd name="connsiteX11" fmla="*/ 68675 w 138112"/>
                <a:gd name="connsiteY11" fmla="*/ 136779 h 136779"/>
                <a:gd name="connsiteX12" fmla="*/ 33528 w 138112"/>
                <a:gd name="connsiteY12" fmla="*/ 128397 h 136779"/>
                <a:gd name="connsiteX13" fmla="*/ 88487 w 138112"/>
                <a:gd name="connsiteY13" fmla="*/ 92869 h 136779"/>
                <a:gd name="connsiteX14" fmla="*/ 96679 w 138112"/>
                <a:gd name="connsiteY14" fmla="*/ 68294 h 136779"/>
                <a:gd name="connsiteX15" fmla="*/ 88678 w 138112"/>
                <a:gd name="connsiteY15" fmla="*/ 43815 h 136779"/>
                <a:gd name="connsiteX16" fmla="*/ 69056 w 138112"/>
                <a:gd name="connsiteY16" fmla="*/ 35243 h 136779"/>
                <a:gd name="connsiteX17" fmla="*/ 49244 w 138112"/>
                <a:gd name="connsiteY17" fmla="*/ 43720 h 136779"/>
                <a:gd name="connsiteX18" fmla="*/ 41338 w 138112"/>
                <a:gd name="connsiteY18" fmla="*/ 68390 h 136779"/>
                <a:gd name="connsiteX19" fmla="*/ 49054 w 138112"/>
                <a:gd name="connsiteY19" fmla="*/ 92964 h 136779"/>
                <a:gd name="connsiteX20" fmla="*/ 68485 w 138112"/>
                <a:gd name="connsiteY20" fmla="*/ 101537 h 136779"/>
                <a:gd name="connsiteX21" fmla="*/ 88392 w 138112"/>
                <a:gd name="connsiteY21" fmla="*/ 92964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8112" h="136779">
                  <a:moveTo>
                    <a:pt x="33433" y="128397"/>
                  </a:moveTo>
                  <a:cubicBezTo>
                    <a:pt x="23051" y="122873"/>
                    <a:pt x="14859" y="114871"/>
                    <a:pt x="8953" y="104584"/>
                  </a:cubicBezTo>
                  <a:cubicBezTo>
                    <a:pt x="3048" y="94298"/>
                    <a:pt x="0" y="82201"/>
                    <a:pt x="0" y="68390"/>
                  </a:cubicBezTo>
                  <a:cubicBezTo>
                    <a:pt x="0" y="54578"/>
                    <a:pt x="3048" y="42672"/>
                    <a:pt x="9049" y="32290"/>
                  </a:cubicBezTo>
                  <a:cubicBezTo>
                    <a:pt x="15049" y="21908"/>
                    <a:pt x="23336" y="13907"/>
                    <a:pt x="33814" y="8382"/>
                  </a:cubicBezTo>
                  <a:cubicBezTo>
                    <a:pt x="44291" y="2858"/>
                    <a:pt x="56007" y="0"/>
                    <a:pt x="69056" y="0"/>
                  </a:cubicBezTo>
                  <a:cubicBezTo>
                    <a:pt x="82106" y="0"/>
                    <a:pt x="93821" y="2762"/>
                    <a:pt x="104299" y="8382"/>
                  </a:cubicBezTo>
                  <a:cubicBezTo>
                    <a:pt x="114776" y="13907"/>
                    <a:pt x="123063" y="21908"/>
                    <a:pt x="129064" y="32290"/>
                  </a:cubicBezTo>
                  <a:cubicBezTo>
                    <a:pt x="135065" y="42672"/>
                    <a:pt x="138112" y="54673"/>
                    <a:pt x="138112" y="68390"/>
                  </a:cubicBezTo>
                  <a:cubicBezTo>
                    <a:pt x="138112" y="82106"/>
                    <a:pt x="135065" y="94107"/>
                    <a:pt x="128969" y="104489"/>
                  </a:cubicBezTo>
                  <a:cubicBezTo>
                    <a:pt x="122873" y="114871"/>
                    <a:pt x="114490" y="122873"/>
                    <a:pt x="104013" y="128397"/>
                  </a:cubicBezTo>
                  <a:cubicBezTo>
                    <a:pt x="93440" y="133922"/>
                    <a:pt x="81629" y="136779"/>
                    <a:pt x="68675" y="136779"/>
                  </a:cubicBezTo>
                  <a:cubicBezTo>
                    <a:pt x="55721" y="136779"/>
                    <a:pt x="43910" y="134017"/>
                    <a:pt x="33528" y="128397"/>
                  </a:cubicBezTo>
                  <a:close/>
                  <a:moveTo>
                    <a:pt x="88487" y="92869"/>
                  </a:moveTo>
                  <a:cubicBezTo>
                    <a:pt x="94012" y="87154"/>
                    <a:pt x="96679" y="78962"/>
                    <a:pt x="96679" y="68294"/>
                  </a:cubicBezTo>
                  <a:cubicBezTo>
                    <a:pt x="96679" y="57626"/>
                    <a:pt x="94012" y="49530"/>
                    <a:pt x="88678" y="43815"/>
                  </a:cubicBezTo>
                  <a:cubicBezTo>
                    <a:pt x="83344" y="38100"/>
                    <a:pt x="76772" y="35243"/>
                    <a:pt x="69056" y="35243"/>
                  </a:cubicBezTo>
                  <a:cubicBezTo>
                    <a:pt x="61341" y="35243"/>
                    <a:pt x="54483" y="38100"/>
                    <a:pt x="49244" y="43720"/>
                  </a:cubicBezTo>
                  <a:cubicBezTo>
                    <a:pt x="44006" y="49340"/>
                    <a:pt x="41338" y="57531"/>
                    <a:pt x="41338" y="68390"/>
                  </a:cubicBezTo>
                  <a:cubicBezTo>
                    <a:pt x="41338" y="79248"/>
                    <a:pt x="43910" y="87249"/>
                    <a:pt x="49054" y="92964"/>
                  </a:cubicBezTo>
                  <a:cubicBezTo>
                    <a:pt x="54197" y="98679"/>
                    <a:pt x="60674" y="101537"/>
                    <a:pt x="68485" y="101537"/>
                  </a:cubicBezTo>
                  <a:cubicBezTo>
                    <a:pt x="76295" y="101537"/>
                    <a:pt x="82868" y="98679"/>
                    <a:pt x="88392" y="92964"/>
                  </a:cubicBezTo>
                  <a:close/>
                </a:path>
              </a:pathLst>
            </a:custGeom>
            <a:solidFill>
              <a:schemeClr val="accent1"/>
            </a:solidFill>
            <a:ln w="9525" cap="flat">
              <a:noFill/>
              <a:prstDash val="solid"/>
              <a:miter/>
            </a:ln>
          </p:spPr>
          <p:txBody>
            <a:bodyPr rtlCol="0" anchor="ctr"/>
            <a:lstStyle/>
            <a:p>
              <a:endParaRPr lang="fi-FI" sz="3200"/>
            </a:p>
          </p:txBody>
        </p:sp>
        <p:sp>
          <p:nvSpPr>
            <p:cNvPr id="670" name="Vapaamuotoinen: Muoto 669">
              <a:extLst>
                <a:ext uri="{FF2B5EF4-FFF2-40B4-BE49-F238E27FC236}">
                  <a16:creationId xmlns:a16="http://schemas.microsoft.com/office/drawing/2014/main" id="{844C0D0B-3B2C-AF6F-E7A6-E0A773AC2E6A}"/>
                </a:ext>
              </a:extLst>
            </p:cNvPr>
            <p:cNvSpPr/>
            <p:nvPr/>
          </p:nvSpPr>
          <p:spPr>
            <a:xfrm>
              <a:off x="4523421" y="2303240"/>
              <a:ext cx="132111" cy="176212"/>
            </a:xfrm>
            <a:custGeom>
              <a:avLst/>
              <a:gdLst>
                <a:gd name="connsiteX0" fmla="*/ 118301 w 132111"/>
                <a:gd name="connsiteY0" fmla="*/ 57055 h 176212"/>
                <a:gd name="connsiteX1" fmla="*/ 132112 w 132111"/>
                <a:gd name="connsiteY1" fmla="*/ 98584 h 176212"/>
                <a:gd name="connsiteX2" fmla="*/ 132112 w 132111"/>
                <a:gd name="connsiteY2" fmla="*/ 176213 h 176212"/>
                <a:gd name="connsiteX3" fmla="*/ 91631 w 132111"/>
                <a:gd name="connsiteY3" fmla="*/ 176213 h 176212"/>
                <a:gd name="connsiteX4" fmla="*/ 91631 w 132111"/>
                <a:gd name="connsiteY4" fmla="*/ 104013 h 176212"/>
                <a:gd name="connsiteX5" fmla="*/ 84773 w 132111"/>
                <a:gd name="connsiteY5" fmla="*/ 83344 h 176212"/>
                <a:gd name="connsiteX6" fmla="*/ 66199 w 132111"/>
                <a:gd name="connsiteY6" fmla="*/ 75914 h 176212"/>
                <a:gd name="connsiteX7" fmla="*/ 47625 w 132111"/>
                <a:gd name="connsiteY7" fmla="*/ 83344 h 176212"/>
                <a:gd name="connsiteX8" fmla="*/ 40767 w 132111"/>
                <a:gd name="connsiteY8" fmla="*/ 104013 h 176212"/>
                <a:gd name="connsiteX9" fmla="*/ 40767 w 132111"/>
                <a:gd name="connsiteY9" fmla="*/ 176213 h 176212"/>
                <a:gd name="connsiteX10" fmla="*/ 0 w 132111"/>
                <a:gd name="connsiteY10" fmla="*/ 176213 h 176212"/>
                <a:gd name="connsiteX11" fmla="*/ 0 w 132111"/>
                <a:gd name="connsiteY11" fmla="*/ 0 h 176212"/>
                <a:gd name="connsiteX12" fmla="*/ 40767 w 132111"/>
                <a:gd name="connsiteY12" fmla="*/ 0 h 176212"/>
                <a:gd name="connsiteX13" fmla="*/ 40767 w 132111"/>
                <a:gd name="connsiteY13" fmla="*/ 61150 h 176212"/>
                <a:gd name="connsiteX14" fmla="*/ 57626 w 132111"/>
                <a:gd name="connsiteY14" fmla="*/ 47149 h 176212"/>
                <a:gd name="connsiteX15" fmla="*/ 81725 w 132111"/>
                <a:gd name="connsiteY15" fmla="*/ 41910 h 176212"/>
                <a:gd name="connsiteX16" fmla="*/ 118396 w 132111"/>
                <a:gd name="connsiteY16" fmla="*/ 57055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76212">
                  <a:moveTo>
                    <a:pt x="118301" y="57055"/>
                  </a:moveTo>
                  <a:cubicBezTo>
                    <a:pt x="127540" y="67151"/>
                    <a:pt x="132112" y="80963"/>
                    <a:pt x="132112" y="98584"/>
                  </a:cubicBezTo>
                  <a:lnTo>
                    <a:pt x="132112" y="176213"/>
                  </a:lnTo>
                  <a:lnTo>
                    <a:pt x="91631" y="176213"/>
                  </a:lnTo>
                  <a:lnTo>
                    <a:pt x="91631" y="104013"/>
                  </a:lnTo>
                  <a:cubicBezTo>
                    <a:pt x="91631" y="95155"/>
                    <a:pt x="89344" y="88202"/>
                    <a:pt x="84773" y="83344"/>
                  </a:cubicBezTo>
                  <a:cubicBezTo>
                    <a:pt x="80201" y="78391"/>
                    <a:pt x="74009" y="75914"/>
                    <a:pt x="66199" y="75914"/>
                  </a:cubicBezTo>
                  <a:cubicBezTo>
                    <a:pt x="58388" y="75914"/>
                    <a:pt x="52197" y="78391"/>
                    <a:pt x="47625" y="83344"/>
                  </a:cubicBezTo>
                  <a:cubicBezTo>
                    <a:pt x="43053" y="88297"/>
                    <a:pt x="40767" y="95155"/>
                    <a:pt x="40767" y="104013"/>
                  </a:cubicBezTo>
                  <a:lnTo>
                    <a:pt x="40767" y="176213"/>
                  </a:lnTo>
                  <a:lnTo>
                    <a:pt x="0" y="176213"/>
                  </a:lnTo>
                  <a:lnTo>
                    <a:pt x="0" y="0"/>
                  </a:lnTo>
                  <a:lnTo>
                    <a:pt x="40767" y="0"/>
                  </a:lnTo>
                  <a:lnTo>
                    <a:pt x="40767" y="61150"/>
                  </a:lnTo>
                  <a:cubicBezTo>
                    <a:pt x="44863" y="55245"/>
                    <a:pt x="50483" y="50578"/>
                    <a:pt x="57626" y="47149"/>
                  </a:cubicBezTo>
                  <a:cubicBezTo>
                    <a:pt x="64770" y="43625"/>
                    <a:pt x="72771" y="41910"/>
                    <a:pt x="81725" y="41910"/>
                  </a:cubicBezTo>
                  <a:cubicBezTo>
                    <a:pt x="96965" y="41910"/>
                    <a:pt x="109157" y="46958"/>
                    <a:pt x="118396" y="57055"/>
                  </a:cubicBezTo>
                  <a:close/>
                </a:path>
              </a:pathLst>
            </a:custGeom>
            <a:solidFill>
              <a:schemeClr val="accent1"/>
            </a:solidFill>
            <a:ln w="9525" cap="flat">
              <a:noFill/>
              <a:prstDash val="solid"/>
              <a:miter/>
            </a:ln>
          </p:spPr>
          <p:txBody>
            <a:bodyPr rtlCol="0" anchor="ctr"/>
            <a:lstStyle/>
            <a:p>
              <a:endParaRPr lang="fi-FI" sz="3200"/>
            </a:p>
          </p:txBody>
        </p:sp>
        <p:sp>
          <p:nvSpPr>
            <p:cNvPr id="671" name="Vapaamuotoinen: Muoto 670">
              <a:extLst>
                <a:ext uri="{FF2B5EF4-FFF2-40B4-BE49-F238E27FC236}">
                  <a16:creationId xmlns:a16="http://schemas.microsoft.com/office/drawing/2014/main" id="{529943B5-C9B7-0654-6314-CD079B6FE198}"/>
                </a:ext>
              </a:extLst>
            </p:cNvPr>
            <p:cNvSpPr/>
            <p:nvPr/>
          </p:nvSpPr>
          <p:spPr>
            <a:xfrm>
              <a:off x="4661820" y="2288762"/>
              <a:ext cx="66293" cy="254031"/>
            </a:xfrm>
            <a:custGeom>
              <a:avLst/>
              <a:gdLst>
                <a:gd name="connsiteX0" fmla="*/ 62770 w 66293"/>
                <a:gd name="connsiteY0" fmla="*/ 207836 h 254031"/>
                <a:gd name="connsiteX1" fmla="*/ 50387 w 66293"/>
                <a:gd name="connsiteY1" fmla="*/ 243173 h 254031"/>
                <a:gd name="connsiteX2" fmla="*/ 15907 w 66293"/>
                <a:gd name="connsiteY2" fmla="*/ 254032 h 254031"/>
                <a:gd name="connsiteX3" fmla="*/ 0 w 66293"/>
                <a:gd name="connsiteY3" fmla="*/ 254032 h 254031"/>
                <a:gd name="connsiteX4" fmla="*/ 0 w 66293"/>
                <a:gd name="connsiteY4" fmla="*/ 219551 h 254031"/>
                <a:gd name="connsiteX5" fmla="*/ 9716 w 66293"/>
                <a:gd name="connsiteY5" fmla="*/ 219551 h 254031"/>
                <a:gd name="connsiteX6" fmla="*/ 19241 w 66293"/>
                <a:gd name="connsiteY6" fmla="*/ 216980 h 254031"/>
                <a:gd name="connsiteX7" fmla="*/ 22098 w 66293"/>
                <a:gd name="connsiteY7" fmla="*/ 208407 h 254031"/>
                <a:gd name="connsiteX8" fmla="*/ 22098 w 66293"/>
                <a:gd name="connsiteY8" fmla="*/ 57817 h 254031"/>
                <a:gd name="connsiteX9" fmla="*/ 62865 w 66293"/>
                <a:gd name="connsiteY9" fmla="*/ 57817 h 254031"/>
                <a:gd name="connsiteX10" fmla="*/ 62865 w 66293"/>
                <a:gd name="connsiteY10" fmla="*/ 207836 h 254031"/>
                <a:gd name="connsiteX11" fmla="*/ 24765 w 66293"/>
                <a:gd name="connsiteY11" fmla="*/ 37719 h 254031"/>
                <a:gd name="connsiteX12" fmla="*/ 18002 w 66293"/>
                <a:gd name="connsiteY12" fmla="*/ 22098 h 254031"/>
                <a:gd name="connsiteX13" fmla="*/ 24765 w 66293"/>
                <a:gd name="connsiteY13" fmla="*/ 6287 h 254031"/>
                <a:gd name="connsiteX14" fmla="*/ 42291 w 66293"/>
                <a:gd name="connsiteY14" fmla="*/ 0 h 254031"/>
                <a:gd name="connsiteX15" fmla="*/ 59531 w 66293"/>
                <a:gd name="connsiteY15" fmla="*/ 6287 h 254031"/>
                <a:gd name="connsiteX16" fmla="*/ 66294 w 66293"/>
                <a:gd name="connsiteY16" fmla="*/ 22098 h 254031"/>
                <a:gd name="connsiteX17" fmla="*/ 59531 w 66293"/>
                <a:gd name="connsiteY17" fmla="*/ 37719 h 254031"/>
                <a:gd name="connsiteX18" fmla="*/ 42291 w 66293"/>
                <a:gd name="connsiteY18" fmla="*/ 44006 h 254031"/>
                <a:gd name="connsiteX19" fmla="*/ 24765 w 66293"/>
                <a:gd name="connsiteY19" fmla="*/ 37719 h 254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6293" h="254031">
                  <a:moveTo>
                    <a:pt x="62770" y="207836"/>
                  </a:moveTo>
                  <a:cubicBezTo>
                    <a:pt x="62770" y="224219"/>
                    <a:pt x="58674" y="235934"/>
                    <a:pt x="50387" y="243173"/>
                  </a:cubicBezTo>
                  <a:cubicBezTo>
                    <a:pt x="42100" y="250412"/>
                    <a:pt x="30575" y="254032"/>
                    <a:pt x="15907" y="254032"/>
                  </a:cubicBezTo>
                  <a:lnTo>
                    <a:pt x="0" y="254032"/>
                  </a:lnTo>
                  <a:lnTo>
                    <a:pt x="0" y="219551"/>
                  </a:lnTo>
                  <a:lnTo>
                    <a:pt x="9716" y="219551"/>
                  </a:lnTo>
                  <a:cubicBezTo>
                    <a:pt x="14192" y="219551"/>
                    <a:pt x="17335" y="218694"/>
                    <a:pt x="19241" y="216980"/>
                  </a:cubicBezTo>
                  <a:cubicBezTo>
                    <a:pt x="21146" y="215265"/>
                    <a:pt x="22098" y="212408"/>
                    <a:pt x="22098" y="208407"/>
                  </a:cubicBezTo>
                  <a:lnTo>
                    <a:pt x="22098" y="57817"/>
                  </a:lnTo>
                  <a:lnTo>
                    <a:pt x="62865" y="57817"/>
                  </a:lnTo>
                  <a:lnTo>
                    <a:pt x="62865" y="207836"/>
                  </a:lnTo>
                  <a:close/>
                  <a:moveTo>
                    <a:pt x="24765" y="37719"/>
                  </a:moveTo>
                  <a:cubicBezTo>
                    <a:pt x="20193" y="33528"/>
                    <a:pt x="18002" y="28289"/>
                    <a:pt x="18002" y="22098"/>
                  </a:cubicBezTo>
                  <a:cubicBezTo>
                    <a:pt x="18002" y="15907"/>
                    <a:pt x="20288" y="10478"/>
                    <a:pt x="24765" y="6287"/>
                  </a:cubicBezTo>
                  <a:cubicBezTo>
                    <a:pt x="29242" y="2096"/>
                    <a:pt x="35147" y="0"/>
                    <a:pt x="42291" y="0"/>
                  </a:cubicBezTo>
                  <a:cubicBezTo>
                    <a:pt x="49435" y="0"/>
                    <a:pt x="55054" y="2096"/>
                    <a:pt x="59531" y="6287"/>
                  </a:cubicBezTo>
                  <a:cubicBezTo>
                    <a:pt x="64103" y="10478"/>
                    <a:pt x="66294" y="15812"/>
                    <a:pt x="66294" y="22098"/>
                  </a:cubicBezTo>
                  <a:cubicBezTo>
                    <a:pt x="66294" y="28385"/>
                    <a:pt x="64008" y="33528"/>
                    <a:pt x="59531" y="37719"/>
                  </a:cubicBezTo>
                  <a:cubicBezTo>
                    <a:pt x="55054" y="41910"/>
                    <a:pt x="49244" y="44006"/>
                    <a:pt x="42291" y="44006"/>
                  </a:cubicBezTo>
                  <a:cubicBezTo>
                    <a:pt x="35338" y="44006"/>
                    <a:pt x="29337" y="41910"/>
                    <a:pt x="24765" y="37719"/>
                  </a:cubicBezTo>
                  <a:close/>
                </a:path>
              </a:pathLst>
            </a:custGeom>
            <a:solidFill>
              <a:schemeClr val="accent1"/>
            </a:solidFill>
            <a:ln w="9525" cap="flat">
              <a:noFill/>
              <a:prstDash val="solid"/>
              <a:miter/>
            </a:ln>
          </p:spPr>
          <p:txBody>
            <a:bodyPr rtlCol="0" anchor="ctr"/>
            <a:lstStyle/>
            <a:p>
              <a:endParaRPr lang="fi-FI" sz="3200"/>
            </a:p>
          </p:txBody>
        </p:sp>
        <p:sp>
          <p:nvSpPr>
            <p:cNvPr id="672" name="Vapaamuotoinen: Muoto 671">
              <a:extLst>
                <a:ext uri="{FF2B5EF4-FFF2-40B4-BE49-F238E27FC236}">
                  <a16:creationId xmlns:a16="http://schemas.microsoft.com/office/drawing/2014/main" id="{2FC073C5-AEE7-38DA-09A4-A24F8E550260}"/>
                </a:ext>
              </a:extLst>
            </p:cNvPr>
            <p:cNvSpPr/>
            <p:nvPr/>
          </p:nvSpPr>
          <p:spPr>
            <a:xfrm>
              <a:off x="4745735" y="2344673"/>
              <a:ext cx="140207" cy="136683"/>
            </a:xfrm>
            <a:custGeom>
              <a:avLst/>
              <a:gdLst>
                <a:gd name="connsiteX0" fmla="*/ 7810 w 140207"/>
                <a:gd name="connsiteY0" fmla="*/ 32195 h 136683"/>
                <a:gd name="connsiteX1" fmla="*/ 28861 w 140207"/>
                <a:gd name="connsiteY1" fmla="*/ 8382 h 136683"/>
                <a:gd name="connsiteX2" fmla="*/ 58579 w 140207"/>
                <a:gd name="connsiteY2" fmla="*/ 0 h 136683"/>
                <a:gd name="connsiteX3" fmla="*/ 83248 w 140207"/>
                <a:gd name="connsiteY3" fmla="*/ 5715 h 136683"/>
                <a:gd name="connsiteX4" fmla="*/ 99536 w 140207"/>
                <a:gd name="connsiteY4" fmla="*/ 20669 h 136683"/>
                <a:gd name="connsiteX5" fmla="*/ 99536 w 140207"/>
                <a:gd name="connsiteY5" fmla="*/ 1905 h 136683"/>
                <a:gd name="connsiteX6" fmla="*/ 140208 w 140207"/>
                <a:gd name="connsiteY6" fmla="*/ 1905 h 136683"/>
                <a:gd name="connsiteX7" fmla="*/ 140208 w 140207"/>
                <a:gd name="connsiteY7" fmla="*/ 134779 h 136683"/>
                <a:gd name="connsiteX8" fmla="*/ 99536 w 140207"/>
                <a:gd name="connsiteY8" fmla="*/ 134779 h 136683"/>
                <a:gd name="connsiteX9" fmla="*/ 99536 w 140207"/>
                <a:gd name="connsiteY9" fmla="*/ 115919 h 136683"/>
                <a:gd name="connsiteX10" fmla="*/ 82963 w 140207"/>
                <a:gd name="connsiteY10" fmla="*/ 130969 h 136683"/>
                <a:gd name="connsiteX11" fmla="*/ 58293 w 140207"/>
                <a:gd name="connsiteY11" fmla="*/ 136684 h 136683"/>
                <a:gd name="connsiteX12" fmla="*/ 28765 w 140207"/>
                <a:gd name="connsiteY12" fmla="*/ 128207 h 136683"/>
                <a:gd name="connsiteX13" fmla="*/ 7715 w 140207"/>
                <a:gd name="connsiteY13" fmla="*/ 104108 h 136683"/>
                <a:gd name="connsiteX14" fmla="*/ 0 w 140207"/>
                <a:gd name="connsiteY14" fmla="*/ 68009 h 136683"/>
                <a:gd name="connsiteX15" fmla="*/ 7715 w 140207"/>
                <a:gd name="connsiteY15" fmla="*/ 32004 h 136683"/>
                <a:gd name="connsiteX16" fmla="*/ 91154 w 140207"/>
                <a:gd name="connsiteY16" fmla="*/ 44387 h 136683"/>
                <a:gd name="connsiteX17" fmla="*/ 70580 w 140207"/>
                <a:gd name="connsiteY17" fmla="*/ 35623 h 136683"/>
                <a:gd name="connsiteX18" fmla="*/ 50006 w 140207"/>
                <a:gd name="connsiteY18" fmla="*/ 44291 h 136683"/>
                <a:gd name="connsiteX19" fmla="*/ 41529 w 140207"/>
                <a:gd name="connsiteY19" fmla="*/ 68199 h 136683"/>
                <a:gd name="connsiteX20" fmla="*/ 50006 w 140207"/>
                <a:gd name="connsiteY20" fmla="*/ 92393 h 136683"/>
                <a:gd name="connsiteX21" fmla="*/ 70580 w 140207"/>
                <a:gd name="connsiteY21" fmla="*/ 101346 h 136683"/>
                <a:gd name="connsiteX22" fmla="*/ 91154 w 140207"/>
                <a:gd name="connsiteY22" fmla="*/ 92583 h 136683"/>
                <a:gd name="connsiteX23" fmla="*/ 99631 w 140207"/>
                <a:gd name="connsiteY23" fmla="*/ 68485 h 136683"/>
                <a:gd name="connsiteX24" fmla="*/ 91154 w 140207"/>
                <a:gd name="connsiteY24" fmla="*/ 44482 h 136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7" h="136683">
                  <a:moveTo>
                    <a:pt x="7810" y="32195"/>
                  </a:moveTo>
                  <a:cubicBezTo>
                    <a:pt x="12954" y="21908"/>
                    <a:pt x="20002" y="13907"/>
                    <a:pt x="28861" y="8382"/>
                  </a:cubicBezTo>
                  <a:cubicBezTo>
                    <a:pt x="37719" y="2858"/>
                    <a:pt x="47625" y="0"/>
                    <a:pt x="58579" y="0"/>
                  </a:cubicBezTo>
                  <a:cubicBezTo>
                    <a:pt x="67913" y="0"/>
                    <a:pt x="76200" y="1905"/>
                    <a:pt x="83248" y="5715"/>
                  </a:cubicBezTo>
                  <a:cubicBezTo>
                    <a:pt x="90297" y="9525"/>
                    <a:pt x="95726" y="14478"/>
                    <a:pt x="99536" y="20669"/>
                  </a:cubicBezTo>
                  <a:lnTo>
                    <a:pt x="99536" y="1905"/>
                  </a:lnTo>
                  <a:lnTo>
                    <a:pt x="140208" y="1905"/>
                  </a:lnTo>
                  <a:lnTo>
                    <a:pt x="140208" y="134779"/>
                  </a:lnTo>
                  <a:lnTo>
                    <a:pt x="99536" y="134779"/>
                  </a:lnTo>
                  <a:lnTo>
                    <a:pt x="99536" y="115919"/>
                  </a:lnTo>
                  <a:cubicBezTo>
                    <a:pt x="95536" y="122111"/>
                    <a:pt x="90011" y="127159"/>
                    <a:pt x="82963" y="130969"/>
                  </a:cubicBezTo>
                  <a:cubicBezTo>
                    <a:pt x="75914" y="134779"/>
                    <a:pt x="67723" y="136684"/>
                    <a:pt x="58293" y="136684"/>
                  </a:cubicBezTo>
                  <a:cubicBezTo>
                    <a:pt x="47530" y="136684"/>
                    <a:pt x="37624" y="133826"/>
                    <a:pt x="28765" y="128207"/>
                  </a:cubicBezTo>
                  <a:cubicBezTo>
                    <a:pt x="19907" y="122587"/>
                    <a:pt x="12859" y="114586"/>
                    <a:pt x="7715" y="104108"/>
                  </a:cubicBezTo>
                  <a:cubicBezTo>
                    <a:pt x="2572" y="93726"/>
                    <a:pt x="0" y="81725"/>
                    <a:pt x="0" y="68009"/>
                  </a:cubicBezTo>
                  <a:cubicBezTo>
                    <a:pt x="0" y="54293"/>
                    <a:pt x="2572" y="42386"/>
                    <a:pt x="7715" y="32004"/>
                  </a:cubicBezTo>
                  <a:close/>
                  <a:moveTo>
                    <a:pt x="91154" y="44387"/>
                  </a:moveTo>
                  <a:cubicBezTo>
                    <a:pt x="85534" y="38481"/>
                    <a:pt x="78676" y="35623"/>
                    <a:pt x="70580" y="35623"/>
                  </a:cubicBezTo>
                  <a:cubicBezTo>
                    <a:pt x="62484" y="35623"/>
                    <a:pt x="55626" y="38481"/>
                    <a:pt x="50006" y="44291"/>
                  </a:cubicBezTo>
                  <a:cubicBezTo>
                    <a:pt x="44387" y="50102"/>
                    <a:pt x="41529" y="58103"/>
                    <a:pt x="41529" y="68199"/>
                  </a:cubicBezTo>
                  <a:cubicBezTo>
                    <a:pt x="41529" y="78296"/>
                    <a:pt x="44387" y="86392"/>
                    <a:pt x="50006" y="92393"/>
                  </a:cubicBezTo>
                  <a:cubicBezTo>
                    <a:pt x="55626" y="98393"/>
                    <a:pt x="62484" y="101346"/>
                    <a:pt x="70580" y="101346"/>
                  </a:cubicBezTo>
                  <a:cubicBezTo>
                    <a:pt x="78676" y="101346"/>
                    <a:pt x="85534" y="98393"/>
                    <a:pt x="91154" y="92583"/>
                  </a:cubicBezTo>
                  <a:cubicBezTo>
                    <a:pt x="96774" y="86678"/>
                    <a:pt x="99631" y="78677"/>
                    <a:pt x="99631" y="68485"/>
                  </a:cubicBezTo>
                  <a:cubicBezTo>
                    <a:pt x="99631" y="58293"/>
                    <a:pt x="96774" y="50292"/>
                    <a:pt x="91154" y="44482"/>
                  </a:cubicBezTo>
                  <a:close/>
                </a:path>
              </a:pathLst>
            </a:custGeom>
            <a:solidFill>
              <a:schemeClr val="accent1"/>
            </a:solidFill>
            <a:ln w="9525" cap="flat">
              <a:noFill/>
              <a:prstDash val="solid"/>
              <a:miter/>
            </a:ln>
          </p:spPr>
          <p:txBody>
            <a:bodyPr rtlCol="0" anchor="ctr"/>
            <a:lstStyle/>
            <a:p>
              <a:endParaRPr lang="fi-FI" sz="3200"/>
            </a:p>
          </p:txBody>
        </p:sp>
        <p:sp>
          <p:nvSpPr>
            <p:cNvPr id="673" name="Vapaamuotoinen: Muoto 672">
              <a:extLst>
                <a:ext uri="{FF2B5EF4-FFF2-40B4-BE49-F238E27FC236}">
                  <a16:creationId xmlns:a16="http://schemas.microsoft.com/office/drawing/2014/main" id="{C8FE1AD8-98B5-219C-CF58-6EAFEF16DE60}"/>
                </a:ext>
              </a:extLst>
            </p:cNvPr>
            <p:cNvSpPr/>
            <p:nvPr/>
          </p:nvSpPr>
          <p:spPr>
            <a:xfrm>
              <a:off x="4259770" y="2560986"/>
              <a:ext cx="88106" cy="166211"/>
            </a:xfrm>
            <a:custGeom>
              <a:avLst/>
              <a:gdLst>
                <a:gd name="connsiteX0" fmla="*/ 33337 w 88106"/>
                <a:gd name="connsiteY0" fmla="*/ 139732 h 166211"/>
                <a:gd name="connsiteX1" fmla="*/ 88106 w 88106"/>
                <a:gd name="connsiteY1" fmla="*/ 139732 h 166211"/>
                <a:gd name="connsiteX2" fmla="*/ 88106 w 88106"/>
                <a:gd name="connsiteY2" fmla="*/ 166211 h 166211"/>
                <a:gd name="connsiteX3" fmla="*/ 0 w 88106"/>
                <a:gd name="connsiteY3" fmla="*/ 166211 h 166211"/>
                <a:gd name="connsiteX4" fmla="*/ 0 w 88106"/>
                <a:gd name="connsiteY4" fmla="*/ 0 h 166211"/>
                <a:gd name="connsiteX5" fmla="*/ 33337 w 88106"/>
                <a:gd name="connsiteY5" fmla="*/ 0 h 166211"/>
                <a:gd name="connsiteX6" fmla="*/ 33337 w 88106"/>
                <a:gd name="connsiteY6" fmla="*/ 139732 h 166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106" h="166211">
                  <a:moveTo>
                    <a:pt x="33337" y="139732"/>
                  </a:moveTo>
                  <a:lnTo>
                    <a:pt x="88106" y="139732"/>
                  </a:lnTo>
                  <a:lnTo>
                    <a:pt x="88106" y="166211"/>
                  </a:lnTo>
                  <a:lnTo>
                    <a:pt x="0" y="166211"/>
                  </a:lnTo>
                  <a:lnTo>
                    <a:pt x="0" y="0"/>
                  </a:lnTo>
                  <a:lnTo>
                    <a:pt x="33337" y="0"/>
                  </a:lnTo>
                  <a:lnTo>
                    <a:pt x="33337" y="139732"/>
                  </a:lnTo>
                  <a:close/>
                </a:path>
              </a:pathLst>
            </a:custGeom>
            <a:solidFill>
              <a:schemeClr val="accent1"/>
            </a:solidFill>
            <a:ln w="9525" cap="flat">
              <a:noFill/>
              <a:prstDash val="solid"/>
              <a:miter/>
            </a:ln>
          </p:spPr>
          <p:txBody>
            <a:bodyPr rtlCol="0" anchor="ctr"/>
            <a:lstStyle/>
            <a:p>
              <a:endParaRPr lang="fi-FI" sz="3200"/>
            </a:p>
          </p:txBody>
        </p:sp>
        <p:sp>
          <p:nvSpPr>
            <p:cNvPr id="674" name="Vapaamuotoinen: Muoto 673">
              <a:extLst>
                <a:ext uri="{FF2B5EF4-FFF2-40B4-BE49-F238E27FC236}">
                  <a16:creationId xmlns:a16="http://schemas.microsoft.com/office/drawing/2014/main" id="{9ECDEB2D-C36A-53D7-C504-DDCF4B5425B6}"/>
                </a:ext>
              </a:extLst>
            </p:cNvPr>
            <p:cNvSpPr/>
            <p:nvPr/>
          </p:nvSpPr>
          <p:spPr>
            <a:xfrm>
              <a:off x="4360830" y="2593086"/>
              <a:ext cx="135635" cy="136207"/>
            </a:xfrm>
            <a:custGeom>
              <a:avLst/>
              <a:gdLst>
                <a:gd name="connsiteX0" fmla="*/ 32576 w 135635"/>
                <a:gd name="connsiteY0" fmla="*/ 127730 h 136207"/>
                <a:gd name="connsiteX1" fmla="*/ 8668 w 135635"/>
                <a:gd name="connsiteY1" fmla="*/ 103822 h 136207"/>
                <a:gd name="connsiteX2" fmla="*/ 0 w 135635"/>
                <a:gd name="connsiteY2" fmla="*/ 68104 h 136207"/>
                <a:gd name="connsiteX3" fmla="*/ 8954 w 135635"/>
                <a:gd name="connsiteY3" fmla="*/ 32385 h 136207"/>
                <a:gd name="connsiteX4" fmla="*/ 33338 w 135635"/>
                <a:gd name="connsiteY4" fmla="*/ 8477 h 136207"/>
                <a:gd name="connsiteX5" fmla="*/ 67818 w 135635"/>
                <a:gd name="connsiteY5" fmla="*/ 0 h 136207"/>
                <a:gd name="connsiteX6" fmla="*/ 102299 w 135635"/>
                <a:gd name="connsiteY6" fmla="*/ 8477 h 136207"/>
                <a:gd name="connsiteX7" fmla="*/ 126682 w 135635"/>
                <a:gd name="connsiteY7" fmla="*/ 32385 h 136207"/>
                <a:gd name="connsiteX8" fmla="*/ 135636 w 135635"/>
                <a:gd name="connsiteY8" fmla="*/ 68104 h 136207"/>
                <a:gd name="connsiteX9" fmla="*/ 126492 w 135635"/>
                <a:gd name="connsiteY9" fmla="*/ 103822 h 136207"/>
                <a:gd name="connsiteX10" fmla="*/ 101727 w 135635"/>
                <a:gd name="connsiteY10" fmla="*/ 127730 h 136207"/>
                <a:gd name="connsiteX11" fmla="*/ 66866 w 135635"/>
                <a:gd name="connsiteY11" fmla="*/ 136208 h 136207"/>
                <a:gd name="connsiteX12" fmla="*/ 32576 w 135635"/>
                <a:gd name="connsiteY12" fmla="*/ 127730 h 136207"/>
                <a:gd name="connsiteX13" fmla="*/ 83915 w 135635"/>
                <a:gd name="connsiteY13" fmla="*/ 102775 h 136207"/>
                <a:gd name="connsiteX14" fmla="*/ 96679 w 135635"/>
                <a:gd name="connsiteY14" fmla="*/ 89535 h 136207"/>
                <a:gd name="connsiteX15" fmla="*/ 101441 w 135635"/>
                <a:gd name="connsiteY15" fmla="*/ 68104 h 136207"/>
                <a:gd name="connsiteX16" fmla="*/ 91535 w 135635"/>
                <a:gd name="connsiteY16" fmla="*/ 39148 h 136207"/>
                <a:gd name="connsiteX17" fmla="*/ 67342 w 135635"/>
                <a:gd name="connsiteY17" fmla="*/ 29051 h 136207"/>
                <a:gd name="connsiteX18" fmla="*/ 43434 w 135635"/>
                <a:gd name="connsiteY18" fmla="*/ 39148 h 136207"/>
                <a:gd name="connsiteX19" fmla="*/ 33814 w 135635"/>
                <a:gd name="connsiteY19" fmla="*/ 68104 h 136207"/>
                <a:gd name="connsiteX20" fmla="*/ 43244 w 135635"/>
                <a:gd name="connsiteY20" fmla="*/ 97060 h 136207"/>
                <a:gd name="connsiteX21" fmla="*/ 66961 w 135635"/>
                <a:gd name="connsiteY21" fmla="*/ 107156 h 136207"/>
                <a:gd name="connsiteX22" fmla="*/ 84011 w 135635"/>
                <a:gd name="connsiteY22" fmla="*/ 102775 h 1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5635" h="136207">
                  <a:moveTo>
                    <a:pt x="32576" y="127730"/>
                  </a:moveTo>
                  <a:cubicBezTo>
                    <a:pt x="22384" y="122111"/>
                    <a:pt x="14478" y="114109"/>
                    <a:pt x="8668" y="103822"/>
                  </a:cubicBezTo>
                  <a:cubicBezTo>
                    <a:pt x="2858" y="93536"/>
                    <a:pt x="0" y="81629"/>
                    <a:pt x="0" y="68104"/>
                  </a:cubicBezTo>
                  <a:cubicBezTo>
                    <a:pt x="0" y="54578"/>
                    <a:pt x="2953" y="42672"/>
                    <a:pt x="8954" y="32385"/>
                  </a:cubicBezTo>
                  <a:cubicBezTo>
                    <a:pt x="14859" y="22098"/>
                    <a:pt x="23051" y="14097"/>
                    <a:pt x="33338" y="8477"/>
                  </a:cubicBezTo>
                  <a:cubicBezTo>
                    <a:pt x="43625" y="2857"/>
                    <a:pt x="55150" y="0"/>
                    <a:pt x="67818" y="0"/>
                  </a:cubicBezTo>
                  <a:cubicBezTo>
                    <a:pt x="80486" y="0"/>
                    <a:pt x="92012" y="2857"/>
                    <a:pt x="102299" y="8477"/>
                  </a:cubicBezTo>
                  <a:cubicBezTo>
                    <a:pt x="112586" y="14097"/>
                    <a:pt x="120777" y="22098"/>
                    <a:pt x="126682" y="32385"/>
                  </a:cubicBezTo>
                  <a:cubicBezTo>
                    <a:pt x="132588" y="42672"/>
                    <a:pt x="135636" y="54578"/>
                    <a:pt x="135636" y="68104"/>
                  </a:cubicBezTo>
                  <a:cubicBezTo>
                    <a:pt x="135636" y="81629"/>
                    <a:pt x="132588" y="93536"/>
                    <a:pt x="126492" y="103822"/>
                  </a:cubicBezTo>
                  <a:cubicBezTo>
                    <a:pt x="120396" y="114109"/>
                    <a:pt x="112109" y="122111"/>
                    <a:pt x="101727" y="127730"/>
                  </a:cubicBezTo>
                  <a:cubicBezTo>
                    <a:pt x="91345" y="133350"/>
                    <a:pt x="79724" y="136208"/>
                    <a:pt x="66866" y="136208"/>
                  </a:cubicBezTo>
                  <a:cubicBezTo>
                    <a:pt x="54007" y="136208"/>
                    <a:pt x="42767" y="133350"/>
                    <a:pt x="32576" y="127730"/>
                  </a:cubicBezTo>
                  <a:close/>
                  <a:moveTo>
                    <a:pt x="83915" y="102775"/>
                  </a:moveTo>
                  <a:cubicBezTo>
                    <a:pt x="89249" y="99822"/>
                    <a:pt x="93440" y="95440"/>
                    <a:pt x="96679" y="89535"/>
                  </a:cubicBezTo>
                  <a:cubicBezTo>
                    <a:pt x="99822" y="83629"/>
                    <a:pt x="101441" y="76486"/>
                    <a:pt x="101441" y="68104"/>
                  </a:cubicBezTo>
                  <a:cubicBezTo>
                    <a:pt x="101441" y="55531"/>
                    <a:pt x="98107" y="45910"/>
                    <a:pt x="91535" y="39148"/>
                  </a:cubicBezTo>
                  <a:cubicBezTo>
                    <a:pt x="84963" y="32385"/>
                    <a:pt x="76867" y="29051"/>
                    <a:pt x="67342" y="29051"/>
                  </a:cubicBezTo>
                  <a:cubicBezTo>
                    <a:pt x="57817" y="29051"/>
                    <a:pt x="49816" y="32385"/>
                    <a:pt x="43434" y="39148"/>
                  </a:cubicBezTo>
                  <a:cubicBezTo>
                    <a:pt x="36957" y="45910"/>
                    <a:pt x="33814" y="55531"/>
                    <a:pt x="33814" y="68104"/>
                  </a:cubicBezTo>
                  <a:cubicBezTo>
                    <a:pt x="33814" y="80677"/>
                    <a:pt x="36957" y="90297"/>
                    <a:pt x="43244" y="97060"/>
                  </a:cubicBezTo>
                  <a:cubicBezTo>
                    <a:pt x="49530" y="103822"/>
                    <a:pt x="57436" y="107156"/>
                    <a:pt x="66961" y="107156"/>
                  </a:cubicBezTo>
                  <a:cubicBezTo>
                    <a:pt x="72962" y="107156"/>
                    <a:pt x="78677" y="105727"/>
                    <a:pt x="84011" y="102775"/>
                  </a:cubicBezTo>
                  <a:close/>
                </a:path>
              </a:pathLst>
            </a:custGeom>
            <a:solidFill>
              <a:schemeClr val="accent1"/>
            </a:solidFill>
            <a:ln w="9525" cap="flat">
              <a:noFill/>
              <a:prstDash val="solid"/>
              <a:miter/>
            </a:ln>
          </p:spPr>
          <p:txBody>
            <a:bodyPr rtlCol="0" anchor="ctr"/>
            <a:lstStyle/>
            <a:p>
              <a:endParaRPr lang="fi-FI" sz="3200"/>
            </a:p>
          </p:txBody>
        </p:sp>
        <p:sp>
          <p:nvSpPr>
            <p:cNvPr id="675" name="Vapaamuotoinen: Muoto 674">
              <a:extLst>
                <a:ext uri="{FF2B5EF4-FFF2-40B4-BE49-F238E27FC236}">
                  <a16:creationId xmlns:a16="http://schemas.microsoft.com/office/drawing/2014/main" id="{C2A2AD14-7532-1578-2393-43B4EB33B655}"/>
                </a:ext>
              </a:extLst>
            </p:cNvPr>
            <p:cNvSpPr/>
            <p:nvPr/>
          </p:nvSpPr>
          <p:spPr>
            <a:xfrm>
              <a:off x="4497704" y="2540507"/>
              <a:ext cx="60388" cy="249459"/>
            </a:xfrm>
            <a:custGeom>
              <a:avLst/>
              <a:gdLst>
                <a:gd name="connsiteX0" fmla="*/ 56674 w 60388"/>
                <a:gd name="connsiteY0" fmla="*/ 208312 h 249459"/>
                <a:gd name="connsiteX1" fmla="*/ 45815 w 60388"/>
                <a:gd name="connsiteY1" fmla="*/ 239840 h 249459"/>
                <a:gd name="connsiteX2" fmla="*/ 14764 w 60388"/>
                <a:gd name="connsiteY2" fmla="*/ 249460 h 249459"/>
                <a:gd name="connsiteX3" fmla="*/ 0 w 60388"/>
                <a:gd name="connsiteY3" fmla="*/ 249460 h 249459"/>
                <a:gd name="connsiteX4" fmla="*/ 0 w 60388"/>
                <a:gd name="connsiteY4" fmla="*/ 221171 h 249459"/>
                <a:gd name="connsiteX5" fmla="*/ 9525 w 60388"/>
                <a:gd name="connsiteY5" fmla="*/ 221171 h 249459"/>
                <a:gd name="connsiteX6" fmla="*/ 20193 w 60388"/>
                <a:gd name="connsiteY6" fmla="*/ 218218 h 249459"/>
                <a:gd name="connsiteX7" fmla="*/ 23336 w 60388"/>
                <a:gd name="connsiteY7" fmla="*/ 208598 h 249459"/>
                <a:gd name="connsiteX8" fmla="*/ 23336 w 60388"/>
                <a:gd name="connsiteY8" fmla="*/ 54769 h 249459"/>
                <a:gd name="connsiteX9" fmla="*/ 56674 w 60388"/>
                <a:gd name="connsiteY9" fmla="*/ 54769 h 249459"/>
                <a:gd name="connsiteX10" fmla="*/ 56674 w 60388"/>
                <a:gd name="connsiteY10" fmla="*/ 208312 h 249459"/>
                <a:gd name="connsiteX11" fmla="*/ 25336 w 60388"/>
                <a:gd name="connsiteY11" fmla="*/ 33433 h 249459"/>
                <a:gd name="connsiteX12" fmla="*/ 19526 w 60388"/>
                <a:gd name="connsiteY12" fmla="*/ 19526 h 249459"/>
                <a:gd name="connsiteX13" fmla="*/ 25336 w 60388"/>
                <a:gd name="connsiteY13" fmla="*/ 5620 h 249459"/>
                <a:gd name="connsiteX14" fmla="*/ 40195 w 60388"/>
                <a:gd name="connsiteY14" fmla="*/ 0 h 249459"/>
                <a:gd name="connsiteX15" fmla="*/ 54673 w 60388"/>
                <a:gd name="connsiteY15" fmla="*/ 5620 h 249459"/>
                <a:gd name="connsiteX16" fmla="*/ 60389 w 60388"/>
                <a:gd name="connsiteY16" fmla="*/ 19526 h 249459"/>
                <a:gd name="connsiteX17" fmla="*/ 54673 w 60388"/>
                <a:gd name="connsiteY17" fmla="*/ 33433 h 249459"/>
                <a:gd name="connsiteX18" fmla="*/ 40195 w 60388"/>
                <a:gd name="connsiteY18" fmla="*/ 39053 h 249459"/>
                <a:gd name="connsiteX19" fmla="*/ 25336 w 60388"/>
                <a:gd name="connsiteY19" fmla="*/ 33433 h 249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388" h="249459">
                  <a:moveTo>
                    <a:pt x="56674" y="208312"/>
                  </a:moveTo>
                  <a:cubicBezTo>
                    <a:pt x="56674" y="222885"/>
                    <a:pt x="53054" y="233458"/>
                    <a:pt x="45815" y="239840"/>
                  </a:cubicBezTo>
                  <a:cubicBezTo>
                    <a:pt x="38576" y="246317"/>
                    <a:pt x="28194" y="249460"/>
                    <a:pt x="14764" y="249460"/>
                  </a:cubicBezTo>
                  <a:lnTo>
                    <a:pt x="0" y="249460"/>
                  </a:lnTo>
                  <a:lnTo>
                    <a:pt x="0" y="221171"/>
                  </a:lnTo>
                  <a:lnTo>
                    <a:pt x="9525" y="221171"/>
                  </a:lnTo>
                  <a:cubicBezTo>
                    <a:pt x="14573" y="221171"/>
                    <a:pt x="18193" y="220218"/>
                    <a:pt x="20193" y="218218"/>
                  </a:cubicBezTo>
                  <a:cubicBezTo>
                    <a:pt x="22289" y="216217"/>
                    <a:pt x="23336" y="212979"/>
                    <a:pt x="23336" y="208598"/>
                  </a:cubicBezTo>
                  <a:lnTo>
                    <a:pt x="23336" y="54769"/>
                  </a:lnTo>
                  <a:lnTo>
                    <a:pt x="56674" y="54769"/>
                  </a:lnTo>
                  <a:lnTo>
                    <a:pt x="56674" y="208312"/>
                  </a:lnTo>
                  <a:close/>
                  <a:moveTo>
                    <a:pt x="25336" y="33433"/>
                  </a:moveTo>
                  <a:cubicBezTo>
                    <a:pt x="21431" y="29718"/>
                    <a:pt x="19526" y="25051"/>
                    <a:pt x="19526" y="19526"/>
                  </a:cubicBezTo>
                  <a:cubicBezTo>
                    <a:pt x="19526" y="14002"/>
                    <a:pt x="21431" y="9335"/>
                    <a:pt x="25336" y="5620"/>
                  </a:cubicBezTo>
                  <a:cubicBezTo>
                    <a:pt x="29242" y="1905"/>
                    <a:pt x="34195" y="0"/>
                    <a:pt x="40195" y="0"/>
                  </a:cubicBezTo>
                  <a:cubicBezTo>
                    <a:pt x="46196" y="0"/>
                    <a:pt x="50864" y="1905"/>
                    <a:pt x="54673" y="5620"/>
                  </a:cubicBezTo>
                  <a:cubicBezTo>
                    <a:pt x="58483" y="9335"/>
                    <a:pt x="60389" y="14002"/>
                    <a:pt x="60389" y="19526"/>
                  </a:cubicBezTo>
                  <a:cubicBezTo>
                    <a:pt x="60389" y="25051"/>
                    <a:pt x="58483" y="29718"/>
                    <a:pt x="54673" y="33433"/>
                  </a:cubicBezTo>
                  <a:cubicBezTo>
                    <a:pt x="50864" y="37148"/>
                    <a:pt x="46006" y="39053"/>
                    <a:pt x="40195" y="39053"/>
                  </a:cubicBezTo>
                  <a:cubicBezTo>
                    <a:pt x="34385" y="39053"/>
                    <a:pt x="29242" y="37148"/>
                    <a:pt x="25336" y="33433"/>
                  </a:cubicBezTo>
                  <a:close/>
                </a:path>
              </a:pathLst>
            </a:custGeom>
            <a:solidFill>
              <a:schemeClr val="accent1"/>
            </a:solidFill>
            <a:ln w="9525" cap="flat">
              <a:noFill/>
              <a:prstDash val="solid"/>
              <a:miter/>
            </a:ln>
          </p:spPr>
          <p:txBody>
            <a:bodyPr rtlCol="0" anchor="ctr"/>
            <a:lstStyle/>
            <a:p>
              <a:endParaRPr lang="fi-FI" sz="3200"/>
            </a:p>
          </p:txBody>
        </p:sp>
        <p:sp>
          <p:nvSpPr>
            <p:cNvPr id="676" name="Vapaamuotoinen: Muoto 675">
              <a:extLst>
                <a:ext uri="{FF2B5EF4-FFF2-40B4-BE49-F238E27FC236}">
                  <a16:creationId xmlns:a16="http://schemas.microsoft.com/office/drawing/2014/main" id="{57F118C8-DD26-079F-094C-023315CCC496}"/>
                </a:ext>
              </a:extLst>
            </p:cNvPr>
            <p:cNvSpPr/>
            <p:nvPr/>
          </p:nvSpPr>
          <p:spPr>
            <a:xfrm>
              <a:off x="4578952" y="2593086"/>
              <a:ext cx="135636" cy="136207"/>
            </a:xfrm>
            <a:custGeom>
              <a:avLst/>
              <a:gdLst>
                <a:gd name="connsiteX0" fmla="*/ 32576 w 135636"/>
                <a:gd name="connsiteY0" fmla="*/ 127730 h 136207"/>
                <a:gd name="connsiteX1" fmla="*/ 8668 w 135636"/>
                <a:gd name="connsiteY1" fmla="*/ 103822 h 136207"/>
                <a:gd name="connsiteX2" fmla="*/ 0 w 135636"/>
                <a:gd name="connsiteY2" fmla="*/ 68104 h 136207"/>
                <a:gd name="connsiteX3" fmla="*/ 8953 w 135636"/>
                <a:gd name="connsiteY3" fmla="*/ 32385 h 136207"/>
                <a:gd name="connsiteX4" fmla="*/ 33338 w 135636"/>
                <a:gd name="connsiteY4" fmla="*/ 8477 h 136207"/>
                <a:gd name="connsiteX5" fmla="*/ 67818 w 135636"/>
                <a:gd name="connsiteY5" fmla="*/ 0 h 136207"/>
                <a:gd name="connsiteX6" fmla="*/ 102299 w 135636"/>
                <a:gd name="connsiteY6" fmla="*/ 8477 h 136207"/>
                <a:gd name="connsiteX7" fmla="*/ 126682 w 135636"/>
                <a:gd name="connsiteY7" fmla="*/ 32385 h 136207"/>
                <a:gd name="connsiteX8" fmla="*/ 135636 w 135636"/>
                <a:gd name="connsiteY8" fmla="*/ 68104 h 136207"/>
                <a:gd name="connsiteX9" fmla="*/ 126492 w 135636"/>
                <a:gd name="connsiteY9" fmla="*/ 103822 h 136207"/>
                <a:gd name="connsiteX10" fmla="*/ 101727 w 135636"/>
                <a:gd name="connsiteY10" fmla="*/ 127730 h 136207"/>
                <a:gd name="connsiteX11" fmla="*/ 66866 w 135636"/>
                <a:gd name="connsiteY11" fmla="*/ 136208 h 136207"/>
                <a:gd name="connsiteX12" fmla="*/ 32576 w 135636"/>
                <a:gd name="connsiteY12" fmla="*/ 127730 h 136207"/>
                <a:gd name="connsiteX13" fmla="*/ 83915 w 135636"/>
                <a:gd name="connsiteY13" fmla="*/ 102775 h 136207"/>
                <a:gd name="connsiteX14" fmla="*/ 96679 w 135636"/>
                <a:gd name="connsiteY14" fmla="*/ 89535 h 136207"/>
                <a:gd name="connsiteX15" fmla="*/ 101441 w 135636"/>
                <a:gd name="connsiteY15" fmla="*/ 68104 h 136207"/>
                <a:gd name="connsiteX16" fmla="*/ 91535 w 135636"/>
                <a:gd name="connsiteY16" fmla="*/ 39148 h 136207"/>
                <a:gd name="connsiteX17" fmla="*/ 67342 w 135636"/>
                <a:gd name="connsiteY17" fmla="*/ 29051 h 136207"/>
                <a:gd name="connsiteX18" fmla="*/ 43434 w 135636"/>
                <a:gd name="connsiteY18" fmla="*/ 39148 h 136207"/>
                <a:gd name="connsiteX19" fmla="*/ 33814 w 135636"/>
                <a:gd name="connsiteY19" fmla="*/ 68104 h 136207"/>
                <a:gd name="connsiteX20" fmla="*/ 43244 w 135636"/>
                <a:gd name="connsiteY20" fmla="*/ 97060 h 136207"/>
                <a:gd name="connsiteX21" fmla="*/ 66961 w 135636"/>
                <a:gd name="connsiteY21" fmla="*/ 107156 h 136207"/>
                <a:gd name="connsiteX22" fmla="*/ 84011 w 135636"/>
                <a:gd name="connsiteY22" fmla="*/ 102775 h 1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5636" h="136207">
                  <a:moveTo>
                    <a:pt x="32576" y="127730"/>
                  </a:moveTo>
                  <a:cubicBezTo>
                    <a:pt x="22384" y="122111"/>
                    <a:pt x="14478" y="114109"/>
                    <a:pt x="8668" y="103822"/>
                  </a:cubicBezTo>
                  <a:cubicBezTo>
                    <a:pt x="2857" y="93536"/>
                    <a:pt x="0" y="81629"/>
                    <a:pt x="0" y="68104"/>
                  </a:cubicBezTo>
                  <a:cubicBezTo>
                    <a:pt x="0" y="54578"/>
                    <a:pt x="2953" y="42672"/>
                    <a:pt x="8953" y="32385"/>
                  </a:cubicBezTo>
                  <a:cubicBezTo>
                    <a:pt x="14859" y="22098"/>
                    <a:pt x="23051" y="14097"/>
                    <a:pt x="33338" y="8477"/>
                  </a:cubicBezTo>
                  <a:cubicBezTo>
                    <a:pt x="43625" y="2857"/>
                    <a:pt x="55150" y="0"/>
                    <a:pt x="67818" y="0"/>
                  </a:cubicBezTo>
                  <a:cubicBezTo>
                    <a:pt x="80486" y="0"/>
                    <a:pt x="92012" y="2857"/>
                    <a:pt x="102299" y="8477"/>
                  </a:cubicBezTo>
                  <a:cubicBezTo>
                    <a:pt x="112586" y="14097"/>
                    <a:pt x="120777" y="22098"/>
                    <a:pt x="126682" y="32385"/>
                  </a:cubicBezTo>
                  <a:cubicBezTo>
                    <a:pt x="132588" y="42672"/>
                    <a:pt x="135636" y="54578"/>
                    <a:pt x="135636" y="68104"/>
                  </a:cubicBezTo>
                  <a:cubicBezTo>
                    <a:pt x="135636" y="81629"/>
                    <a:pt x="132588" y="93536"/>
                    <a:pt x="126492" y="103822"/>
                  </a:cubicBezTo>
                  <a:cubicBezTo>
                    <a:pt x="120396" y="114109"/>
                    <a:pt x="112109" y="122111"/>
                    <a:pt x="101727" y="127730"/>
                  </a:cubicBezTo>
                  <a:cubicBezTo>
                    <a:pt x="91345" y="133350"/>
                    <a:pt x="79724" y="136208"/>
                    <a:pt x="66866" y="136208"/>
                  </a:cubicBezTo>
                  <a:cubicBezTo>
                    <a:pt x="54007" y="136208"/>
                    <a:pt x="42767" y="133350"/>
                    <a:pt x="32576" y="127730"/>
                  </a:cubicBezTo>
                  <a:close/>
                  <a:moveTo>
                    <a:pt x="83915" y="102775"/>
                  </a:moveTo>
                  <a:cubicBezTo>
                    <a:pt x="89249" y="99822"/>
                    <a:pt x="93440" y="95440"/>
                    <a:pt x="96679" y="89535"/>
                  </a:cubicBezTo>
                  <a:cubicBezTo>
                    <a:pt x="99822" y="83629"/>
                    <a:pt x="101441" y="76486"/>
                    <a:pt x="101441" y="68104"/>
                  </a:cubicBezTo>
                  <a:cubicBezTo>
                    <a:pt x="101441" y="55531"/>
                    <a:pt x="98107" y="45910"/>
                    <a:pt x="91535" y="39148"/>
                  </a:cubicBezTo>
                  <a:cubicBezTo>
                    <a:pt x="84963" y="32385"/>
                    <a:pt x="76867" y="29051"/>
                    <a:pt x="67342" y="29051"/>
                  </a:cubicBezTo>
                  <a:cubicBezTo>
                    <a:pt x="57817" y="29051"/>
                    <a:pt x="49816" y="32385"/>
                    <a:pt x="43434" y="39148"/>
                  </a:cubicBezTo>
                  <a:cubicBezTo>
                    <a:pt x="36957" y="45910"/>
                    <a:pt x="33814" y="55531"/>
                    <a:pt x="33814" y="68104"/>
                  </a:cubicBezTo>
                  <a:cubicBezTo>
                    <a:pt x="33814" y="80677"/>
                    <a:pt x="36957" y="90297"/>
                    <a:pt x="43244" y="97060"/>
                  </a:cubicBezTo>
                  <a:cubicBezTo>
                    <a:pt x="49530" y="103822"/>
                    <a:pt x="57436" y="107156"/>
                    <a:pt x="66961" y="107156"/>
                  </a:cubicBezTo>
                  <a:cubicBezTo>
                    <a:pt x="72962" y="107156"/>
                    <a:pt x="78677" y="105727"/>
                    <a:pt x="84011" y="102775"/>
                  </a:cubicBezTo>
                  <a:close/>
                </a:path>
              </a:pathLst>
            </a:custGeom>
            <a:solidFill>
              <a:schemeClr val="accent1"/>
            </a:solidFill>
            <a:ln w="9525" cap="flat">
              <a:noFill/>
              <a:prstDash val="solid"/>
              <a:miter/>
            </a:ln>
          </p:spPr>
          <p:txBody>
            <a:bodyPr rtlCol="0" anchor="ctr"/>
            <a:lstStyle/>
            <a:p>
              <a:endParaRPr lang="fi-FI" sz="3200"/>
            </a:p>
          </p:txBody>
        </p:sp>
      </p:grpSp>
      <p:sp>
        <p:nvSpPr>
          <p:cNvPr id="3" name="Suorakulmio 2">
            <a:extLst>
              <a:ext uri="{FF2B5EF4-FFF2-40B4-BE49-F238E27FC236}">
                <a16:creationId xmlns:a16="http://schemas.microsoft.com/office/drawing/2014/main" id="{DB0E4393-BBB7-BE40-3F2D-58F967404FEB}"/>
              </a:ext>
            </a:extLst>
          </p:cNvPr>
          <p:cNvSpPr>
            <a:spLocks/>
          </p:cNvSpPr>
          <p:nvPr userDrawn="1"/>
        </p:nvSpPr>
        <p:spPr>
          <a:xfrm>
            <a:off x="539750" y="4006851"/>
            <a:ext cx="5375275" cy="287338"/>
          </a:xfrm>
          <a:prstGeom prst="rect">
            <a:avLst/>
          </a:prstGeom>
        </p:spPr>
        <p:txBody>
          <a:bodyPr lIns="0" tIns="0" rIns="0" bIns="0">
            <a:noAutofit/>
          </a:bodyPr>
          <a:lstStyle/>
          <a:p>
            <a:pPr marL="0" marR="0" lvl="0" indent="0" algn="l" defTabSz="609585" rtl="0" eaLnBrk="1" fontAlgn="auto" latinLnBrk="0" hangingPunct="1">
              <a:lnSpc>
                <a:spcPct val="100000"/>
              </a:lnSpc>
              <a:spcBef>
                <a:spcPts val="0"/>
              </a:spcBef>
              <a:spcAft>
                <a:spcPts val="1333"/>
              </a:spcAft>
              <a:buClrTx/>
              <a:buSzTx/>
              <a:buFont typeface="Arial" panose="020B0604020202020204" pitchFamily="34" charset="0"/>
              <a:buNone/>
              <a:tabLst/>
              <a:defRPr/>
            </a:pPr>
            <a:r>
              <a:rPr lang="fi-FI" sz="1600" b="1"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Seuraa meitä sosiaalisessa mediassa:</a:t>
            </a:r>
            <a:endParaRPr lang="fi-FI" sz="16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endParaRPr>
          </a:p>
        </p:txBody>
      </p:sp>
      <p:pic>
        <p:nvPicPr>
          <p:cNvPr id="7" name="Kuva 6" descr="Facebook-ikoni.">
            <a:extLst>
              <a:ext uri="{FF2B5EF4-FFF2-40B4-BE49-F238E27FC236}">
                <a16:creationId xmlns:a16="http://schemas.microsoft.com/office/drawing/2014/main" id="{AC2593B6-437F-DC52-A66F-A4566FB009A9}"/>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539748" y="4387043"/>
            <a:ext cx="240000" cy="240000"/>
          </a:xfrm>
          <a:prstGeom prst="rect">
            <a:avLst/>
          </a:prstGeom>
        </p:spPr>
      </p:pic>
      <p:sp>
        <p:nvSpPr>
          <p:cNvPr id="9" name="Suorakulmio 8">
            <a:extLst>
              <a:ext uri="{FF2B5EF4-FFF2-40B4-BE49-F238E27FC236}">
                <a16:creationId xmlns:a16="http://schemas.microsoft.com/office/drawing/2014/main" id="{09C00B1D-9AE1-7E48-0841-8B09FA3FA540}"/>
              </a:ext>
            </a:extLst>
          </p:cNvPr>
          <p:cNvSpPr>
            <a:spLocks/>
          </p:cNvSpPr>
          <p:nvPr userDrawn="1"/>
        </p:nvSpPr>
        <p:spPr>
          <a:xfrm>
            <a:off x="779748" y="4384134"/>
            <a:ext cx="4082581" cy="247618"/>
          </a:xfrm>
          <a:prstGeom prst="rect">
            <a:avLst/>
          </a:prstGeom>
        </p:spPr>
        <p:txBody>
          <a:bodyPr lIns="0" tIns="0" rIns="0" bIns="0" anchor="ctr">
            <a:noAutofit/>
          </a:bodyPr>
          <a:lstStyle/>
          <a:p>
            <a:pPr marL="180000" lvl="0" indent="0">
              <a:lnSpc>
                <a:spcPct val="100000"/>
              </a:lnSpc>
              <a:spcAft>
                <a:spcPts val="1400"/>
              </a:spcAft>
              <a:buClr>
                <a:schemeClr val="tx2"/>
              </a:buClr>
              <a:buFont typeface="Arial" panose="020B0604020202020204" pitchFamily="34" charset="0"/>
              <a:buNone/>
            </a:pPr>
            <a:r>
              <a:rPr lang="fi-FI" sz="14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Länsi-Uudenmaan hyvinvointialue</a:t>
            </a:r>
          </a:p>
        </p:txBody>
      </p:sp>
      <p:pic>
        <p:nvPicPr>
          <p:cNvPr id="19" name="Kuva 18" descr="Instagram-ikoni.">
            <a:extLst>
              <a:ext uri="{FF2B5EF4-FFF2-40B4-BE49-F238E27FC236}">
                <a16:creationId xmlns:a16="http://schemas.microsoft.com/office/drawing/2014/main" id="{9B1D1E77-9F6B-8022-5E9C-86C10957BF8E}"/>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39750" y="4771454"/>
            <a:ext cx="240000" cy="240000"/>
          </a:xfrm>
          <a:prstGeom prst="rect">
            <a:avLst/>
          </a:prstGeom>
        </p:spPr>
      </p:pic>
      <p:sp>
        <p:nvSpPr>
          <p:cNvPr id="28" name="Suorakulmio 27">
            <a:extLst>
              <a:ext uri="{FF2B5EF4-FFF2-40B4-BE49-F238E27FC236}">
                <a16:creationId xmlns:a16="http://schemas.microsoft.com/office/drawing/2014/main" id="{52DFCFD5-C277-0C3C-8956-E90F528A7A5E}"/>
              </a:ext>
            </a:extLst>
          </p:cNvPr>
          <p:cNvSpPr>
            <a:spLocks/>
          </p:cNvSpPr>
          <p:nvPr userDrawn="1"/>
        </p:nvSpPr>
        <p:spPr>
          <a:xfrm>
            <a:off x="779748" y="4766185"/>
            <a:ext cx="4082581" cy="245269"/>
          </a:xfrm>
          <a:prstGeom prst="rect">
            <a:avLst/>
          </a:prstGeom>
        </p:spPr>
        <p:txBody>
          <a:bodyPr lIns="0" tIns="0" rIns="0" bIns="0" anchor="ctr">
            <a:noAutofit/>
          </a:bodyPr>
          <a:lstStyle/>
          <a:p>
            <a:pPr marL="180000" lvl="0" indent="0">
              <a:lnSpc>
                <a:spcPct val="100000"/>
              </a:lnSpc>
              <a:spcAft>
                <a:spcPts val="1400"/>
              </a:spcAft>
              <a:buClr>
                <a:schemeClr val="tx2"/>
              </a:buClr>
              <a:buFont typeface="Arial" panose="020B0604020202020204" pitchFamily="34" charset="0"/>
              <a:buNone/>
            </a:pPr>
            <a:r>
              <a:rPr lang="fi-FI" sz="14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@luhyvinvointialue</a:t>
            </a:r>
          </a:p>
        </p:txBody>
      </p:sp>
      <p:pic>
        <p:nvPicPr>
          <p:cNvPr id="30" name="Kuva 29" descr="LinkedIn-ikoni.">
            <a:extLst>
              <a:ext uri="{FF2B5EF4-FFF2-40B4-BE49-F238E27FC236}">
                <a16:creationId xmlns:a16="http://schemas.microsoft.com/office/drawing/2014/main" id="{16AC6BFA-3CEA-EFD8-3A84-D3F435640510}"/>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539750" y="5202199"/>
            <a:ext cx="240000" cy="240000"/>
          </a:xfrm>
          <a:prstGeom prst="rect">
            <a:avLst/>
          </a:prstGeom>
        </p:spPr>
      </p:pic>
      <p:sp>
        <p:nvSpPr>
          <p:cNvPr id="32" name="Suorakulmio 31">
            <a:extLst>
              <a:ext uri="{FF2B5EF4-FFF2-40B4-BE49-F238E27FC236}">
                <a16:creationId xmlns:a16="http://schemas.microsoft.com/office/drawing/2014/main" id="{4B73EC00-9536-A6FF-9A61-B5AD047ABD9A}"/>
              </a:ext>
            </a:extLst>
          </p:cNvPr>
          <p:cNvSpPr>
            <a:spLocks/>
          </p:cNvSpPr>
          <p:nvPr userDrawn="1"/>
        </p:nvSpPr>
        <p:spPr>
          <a:xfrm>
            <a:off x="779748" y="5178530"/>
            <a:ext cx="4082581" cy="287338"/>
          </a:xfrm>
          <a:prstGeom prst="rect">
            <a:avLst/>
          </a:prstGeom>
        </p:spPr>
        <p:txBody>
          <a:bodyPr lIns="0" tIns="0" rIns="0" bIns="0" anchor="ctr">
            <a:noAutofit/>
          </a:bodyPr>
          <a:lstStyle/>
          <a:p>
            <a:pPr marL="180000" lvl="0" indent="0">
              <a:lnSpc>
                <a:spcPct val="100000"/>
              </a:lnSpc>
              <a:spcAft>
                <a:spcPts val="1400"/>
              </a:spcAft>
              <a:buClr>
                <a:schemeClr val="tx2"/>
              </a:buClr>
              <a:buFont typeface="Arial" panose="020B0604020202020204" pitchFamily="34" charset="0"/>
              <a:buNone/>
            </a:pPr>
            <a:r>
              <a:rPr lang="fi-FI" sz="14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Länsi-Uudenmaan hyvinvointialue</a:t>
            </a:r>
          </a:p>
        </p:txBody>
      </p:sp>
      <p:sp>
        <p:nvSpPr>
          <p:cNvPr id="34" name="Kuva 4" descr="Viestipalvelu X-ikoni (ent. twitter).">
            <a:extLst>
              <a:ext uri="{FF2B5EF4-FFF2-40B4-BE49-F238E27FC236}">
                <a16:creationId xmlns:a16="http://schemas.microsoft.com/office/drawing/2014/main" id="{FC839F21-6B42-493C-22CB-A0AB0AA9C3CA}"/>
              </a:ext>
            </a:extLst>
          </p:cNvPr>
          <p:cNvSpPr>
            <a:spLocks noChangeAspect="1"/>
          </p:cNvSpPr>
          <p:nvPr userDrawn="1"/>
        </p:nvSpPr>
        <p:spPr>
          <a:xfrm>
            <a:off x="548908" y="5578421"/>
            <a:ext cx="239997" cy="245269"/>
          </a:xfrm>
          <a:custGeom>
            <a:avLst/>
            <a:gdLst>
              <a:gd name="connsiteX0" fmla="*/ 3994869 w 6712616"/>
              <a:gd name="connsiteY0" fmla="*/ 2904749 h 6860069"/>
              <a:gd name="connsiteX1" fmla="*/ 6493788 w 6712616"/>
              <a:gd name="connsiteY1" fmla="*/ 0 h 6860069"/>
              <a:gd name="connsiteX2" fmla="*/ 5901628 w 6712616"/>
              <a:gd name="connsiteY2" fmla="*/ 0 h 6860069"/>
              <a:gd name="connsiteX3" fmla="*/ 3731848 w 6712616"/>
              <a:gd name="connsiteY3" fmla="*/ 2522189 h 6860069"/>
              <a:gd name="connsiteX4" fmla="*/ 1998833 w 6712616"/>
              <a:gd name="connsiteY4" fmla="*/ 0 h 6860069"/>
              <a:gd name="connsiteX5" fmla="*/ 0 w 6712616"/>
              <a:gd name="connsiteY5" fmla="*/ 0 h 6860069"/>
              <a:gd name="connsiteX6" fmla="*/ 2620640 w 6712616"/>
              <a:gd name="connsiteY6" fmla="*/ 3813966 h 6860069"/>
              <a:gd name="connsiteX7" fmla="*/ 0 w 6712616"/>
              <a:gd name="connsiteY7" fmla="*/ 6860070 h 6860069"/>
              <a:gd name="connsiteX8" fmla="*/ 592216 w 6712616"/>
              <a:gd name="connsiteY8" fmla="*/ 6860070 h 6860069"/>
              <a:gd name="connsiteX9" fmla="*/ 2883604 w 6712616"/>
              <a:gd name="connsiteY9" fmla="*/ 4196581 h 6860069"/>
              <a:gd name="connsiteX10" fmla="*/ 4713784 w 6712616"/>
              <a:gd name="connsiteY10" fmla="*/ 6860070 h 6860069"/>
              <a:gd name="connsiteX11" fmla="*/ 6712617 w 6712616"/>
              <a:gd name="connsiteY11" fmla="*/ 6860070 h 6860069"/>
              <a:gd name="connsiteX12" fmla="*/ 3994813 w 6712616"/>
              <a:gd name="connsiteY12" fmla="*/ 2904749 h 6860069"/>
              <a:gd name="connsiteX13" fmla="*/ 3994981 w 6712616"/>
              <a:gd name="connsiteY13" fmla="*/ 2904749 h 6860069"/>
              <a:gd name="connsiteX14" fmla="*/ 3183768 w 6712616"/>
              <a:gd name="connsiteY14" fmla="*/ 3847584 h 6860069"/>
              <a:gd name="connsiteX15" fmla="*/ 2918230 w 6712616"/>
              <a:gd name="connsiteY15" fmla="*/ 3467821 h 6860069"/>
              <a:gd name="connsiteX16" fmla="*/ 805563 w 6712616"/>
              <a:gd name="connsiteY16" fmla="*/ 445770 h 6860069"/>
              <a:gd name="connsiteX17" fmla="*/ 1715115 w 6712616"/>
              <a:gd name="connsiteY17" fmla="*/ 445770 h 6860069"/>
              <a:gd name="connsiteX18" fmla="*/ 3420106 w 6712616"/>
              <a:gd name="connsiteY18" fmla="*/ 2884611 h 6860069"/>
              <a:gd name="connsiteX19" fmla="*/ 3685644 w 6712616"/>
              <a:gd name="connsiteY19" fmla="*/ 3264375 h 6860069"/>
              <a:gd name="connsiteX20" fmla="*/ 5901907 w 6712616"/>
              <a:gd name="connsiteY20" fmla="*/ 6434494 h 6860069"/>
              <a:gd name="connsiteX21" fmla="*/ 4992356 w 6712616"/>
              <a:gd name="connsiteY21" fmla="*/ 6434494 h 6860069"/>
              <a:gd name="connsiteX22" fmla="*/ 3183824 w 6712616"/>
              <a:gd name="connsiteY22" fmla="*/ 3847640 h 6860069"/>
              <a:gd name="connsiteX23" fmla="*/ 3183824 w 6712616"/>
              <a:gd name="connsiteY23" fmla="*/ 3847472 h 6860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712616" h="6860069">
                <a:moveTo>
                  <a:pt x="3994869" y="2904749"/>
                </a:moveTo>
                <a:lnTo>
                  <a:pt x="6493788" y="0"/>
                </a:lnTo>
                <a:lnTo>
                  <a:pt x="5901628" y="0"/>
                </a:lnTo>
                <a:lnTo>
                  <a:pt x="3731848" y="2522189"/>
                </a:lnTo>
                <a:lnTo>
                  <a:pt x="1998833" y="0"/>
                </a:lnTo>
                <a:lnTo>
                  <a:pt x="0" y="0"/>
                </a:lnTo>
                <a:lnTo>
                  <a:pt x="2620640" y="3813966"/>
                </a:lnTo>
                <a:lnTo>
                  <a:pt x="0" y="6860070"/>
                </a:lnTo>
                <a:lnTo>
                  <a:pt x="592216" y="6860070"/>
                </a:lnTo>
                <a:lnTo>
                  <a:pt x="2883604" y="4196581"/>
                </a:lnTo>
                <a:lnTo>
                  <a:pt x="4713784" y="6860070"/>
                </a:lnTo>
                <a:lnTo>
                  <a:pt x="6712617" y="6860070"/>
                </a:lnTo>
                <a:lnTo>
                  <a:pt x="3994813" y="2904749"/>
                </a:lnTo>
                <a:lnTo>
                  <a:pt x="3994981" y="2904749"/>
                </a:lnTo>
                <a:close/>
                <a:moveTo>
                  <a:pt x="3183768" y="3847584"/>
                </a:moveTo>
                <a:lnTo>
                  <a:pt x="2918230" y="3467821"/>
                </a:lnTo>
                <a:lnTo>
                  <a:pt x="805563" y="445770"/>
                </a:lnTo>
                <a:lnTo>
                  <a:pt x="1715115" y="445770"/>
                </a:lnTo>
                <a:lnTo>
                  <a:pt x="3420106" y="2884611"/>
                </a:lnTo>
                <a:lnTo>
                  <a:pt x="3685644" y="3264375"/>
                </a:lnTo>
                <a:lnTo>
                  <a:pt x="5901907" y="6434494"/>
                </a:lnTo>
                <a:lnTo>
                  <a:pt x="4992356" y="6434494"/>
                </a:lnTo>
                <a:lnTo>
                  <a:pt x="3183824" y="3847640"/>
                </a:lnTo>
                <a:lnTo>
                  <a:pt x="3183824" y="3847472"/>
                </a:lnTo>
                <a:close/>
              </a:path>
            </a:pathLst>
          </a:custGeom>
          <a:solidFill>
            <a:schemeClr val="accent2"/>
          </a:solidFill>
          <a:ln w="5588" cap="flat">
            <a:noFill/>
            <a:prstDash val="solid"/>
            <a:miter/>
          </a:ln>
        </p:spPr>
        <p:txBody>
          <a:bodyPr rtlCol="0" anchor="ctr"/>
          <a:lstStyle/>
          <a:p>
            <a:endParaRPr lang="fi-FI"/>
          </a:p>
        </p:txBody>
      </p:sp>
      <p:sp>
        <p:nvSpPr>
          <p:cNvPr id="4" name="Suorakulmio 3">
            <a:extLst>
              <a:ext uri="{FF2B5EF4-FFF2-40B4-BE49-F238E27FC236}">
                <a16:creationId xmlns:a16="http://schemas.microsoft.com/office/drawing/2014/main" id="{F26C08C3-D21F-1E71-75F8-6354474545F8}"/>
              </a:ext>
            </a:extLst>
          </p:cNvPr>
          <p:cNvSpPr>
            <a:spLocks/>
          </p:cNvSpPr>
          <p:nvPr userDrawn="1"/>
        </p:nvSpPr>
        <p:spPr>
          <a:xfrm>
            <a:off x="802573" y="5578421"/>
            <a:ext cx="1926878" cy="248751"/>
          </a:xfrm>
          <a:prstGeom prst="rect">
            <a:avLst/>
          </a:prstGeom>
        </p:spPr>
        <p:txBody>
          <a:bodyPr lIns="0" tIns="0" rIns="0" bIns="0" anchor="ctr">
            <a:noAutofit/>
          </a:bodyPr>
          <a:lstStyle/>
          <a:p>
            <a:pPr marL="180000" lvl="0" indent="0">
              <a:lnSpc>
                <a:spcPct val="100000"/>
              </a:lnSpc>
              <a:spcAft>
                <a:spcPts val="1400"/>
              </a:spcAft>
              <a:buClr>
                <a:schemeClr val="tx2"/>
              </a:buClr>
              <a:buFont typeface="Arial" panose="020B0604020202020204" pitchFamily="34" charset="0"/>
              <a:buNone/>
            </a:pPr>
            <a:r>
              <a:rPr lang="fi-FI" sz="14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@LUhyvinvointi</a:t>
            </a:r>
          </a:p>
        </p:txBody>
      </p:sp>
      <p:sp>
        <p:nvSpPr>
          <p:cNvPr id="5" name="Suorakulmio 4">
            <a:extLst>
              <a:ext uri="{FF2B5EF4-FFF2-40B4-BE49-F238E27FC236}">
                <a16:creationId xmlns:a16="http://schemas.microsoft.com/office/drawing/2014/main" id="{6C8522C5-FE5E-B496-EAAF-61F17DFEB49D}"/>
              </a:ext>
            </a:extLst>
          </p:cNvPr>
          <p:cNvSpPr>
            <a:spLocks/>
          </p:cNvSpPr>
          <p:nvPr userDrawn="1"/>
        </p:nvSpPr>
        <p:spPr>
          <a:xfrm>
            <a:off x="2668949" y="5578421"/>
            <a:ext cx="1926878" cy="248751"/>
          </a:xfrm>
          <a:prstGeom prst="rect">
            <a:avLst/>
          </a:prstGeom>
        </p:spPr>
        <p:txBody>
          <a:bodyPr lIns="0" tIns="0" rIns="0" bIns="0" anchor="ctr">
            <a:noAutofit/>
          </a:bodyPr>
          <a:lstStyle/>
          <a:p>
            <a:pPr marL="180000" lvl="0" indent="0">
              <a:lnSpc>
                <a:spcPct val="100000"/>
              </a:lnSpc>
              <a:spcAft>
                <a:spcPts val="1400"/>
              </a:spcAft>
              <a:buClr>
                <a:schemeClr val="tx2"/>
              </a:buClr>
              <a:buFont typeface="Arial" panose="020B0604020202020204" pitchFamily="34" charset="0"/>
              <a:buNone/>
            </a:pPr>
            <a:r>
              <a:rPr lang="fi-FI" sz="14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@LUpelastus</a:t>
            </a:r>
          </a:p>
        </p:txBody>
      </p:sp>
      <p:pic>
        <p:nvPicPr>
          <p:cNvPr id="39" name="Kuva 38" descr="Youtube-ikoni.">
            <a:extLst>
              <a:ext uri="{FF2B5EF4-FFF2-40B4-BE49-F238E27FC236}">
                <a16:creationId xmlns:a16="http://schemas.microsoft.com/office/drawing/2014/main" id="{2111BAE9-6412-0632-1A31-805AD0FBC23A}"/>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539751" y="5983216"/>
            <a:ext cx="239997" cy="171427"/>
          </a:xfrm>
          <a:prstGeom prst="rect">
            <a:avLst/>
          </a:prstGeom>
        </p:spPr>
      </p:pic>
      <p:sp>
        <p:nvSpPr>
          <p:cNvPr id="40" name="Suorakulmio 39">
            <a:extLst>
              <a:ext uri="{FF2B5EF4-FFF2-40B4-BE49-F238E27FC236}">
                <a16:creationId xmlns:a16="http://schemas.microsoft.com/office/drawing/2014/main" id="{A4BDA34E-8F3B-D034-96FE-AF58B04E0D76}"/>
              </a:ext>
            </a:extLst>
          </p:cNvPr>
          <p:cNvSpPr>
            <a:spLocks/>
          </p:cNvSpPr>
          <p:nvPr userDrawn="1"/>
        </p:nvSpPr>
        <p:spPr>
          <a:xfrm>
            <a:off x="788905" y="5943871"/>
            <a:ext cx="4215827" cy="245269"/>
          </a:xfrm>
          <a:prstGeom prst="rect">
            <a:avLst/>
          </a:prstGeom>
        </p:spPr>
        <p:txBody>
          <a:bodyPr lIns="0" tIns="0" rIns="0" bIns="0">
            <a:noAutofit/>
          </a:bodyPr>
          <a:lstStyle/>
          <a:p>
            <a:pPr marL="180000" lvl="0" indent="0">
              <a:lnSpc>
                <a:spcPct val="100000"/>
              </a:lnSpc>
              <a:spcAft>
                <a:spcPts val="1400"/>
              </a:spcAft>
              <a:buClr>
                <a:schemeClr val="tx2"/>
              </a:buClr>
              <a:buFont typeface="Arial" panose="020B0604020202020204" pitchFamily="34" charset="0"/>
              <a:buNone/>
            </a:pPr>
            <a:r>
              <a:rPr lang="fi-FI" sz="14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Länsi-Uudenmaan hyvinvointialue</a:t>
            </a:r>
          </a:p>
        </p:txBody>
      </p:sp>
      <p:sp>
        <p:nvSpPr>
          <p:cNvPr id="37" name="Suorakulmio 36">
            <a:extLst>
              <a:ext uri="{FF2B5EF4-FFF2-40B4-BE49-F238E27FC236}">
                <a16:creationId xmlns:a16="http://schemas.microsoft.com/office/drawing/2014/main" id="{8AD92979-3252-4879-2BE4-7473FCA78280}"/>
              </a:ext>
              <a:ext uri="{C183D7F6-B498-43B3-948B-1728B52AA6E4}">
                <adec:decorative xmlns:adec="http://schemas.microsoft.com/office/drawing/2017/decorative" val="1"/>
              </a:ext>
            </a:extLst>
          </p:cNvPr>
          <p:cNvSpPr/>
          <p:nvPr userDrawn="1"/>
        </p:nvSpPr>
        <p:spPr>
          <a:xfrm rot="16200000">
            <a:off x="10915691" y="5040351"/>
            <a:ext cx="2010676" cy="541947"/>
          </a:xfrm>
          <a:prstGeom prst="rect">
            <a:avLst/>
          </a:prstGeom>
          <a:solidFill>
            <a:schemeClr val="accent1"/>
          </a:solidFill>
        </p:spPr>
        <p:txBody>
          <a:bodyPr lIns="0" tIns="0" rIns="0" bIns="0" anchor="t" anchorCtr="0">
            <a:noAutofit/>
          </a:bodyPr>
          <a:lstStyle/>
          <a:p>
            <a:pPr algn="l">
              <a:lnSpc>
                <a:spcPct val="90000"/>
              </a:lnSpc>
            </a:pPr>
            <a:r>
              <a:rPr lang="fi-FI" sz="1400" b="0" i="0" u="sng" baseline="0" noProof="1">
                <a:solidFill>
                  <a:schemeClr val="bg1"/>
                </a:solidFill>
                <a:effectLst/>
                <a:uFill>
                  <a:solidFill>
                    <a:schemeClr val="accent1"/>
                  </a:solidFill>
                </a:uFill>
                <a:latin typeface="Verdana" panose="020B0604030504040204" pitchFamily="34" charset="0"/>
                <a:ea typeface="Verdana" panose="020B0604030504040204" pitchFamily="34" charset="0"/>
                <a:cs typeface="Segoe UI" panose="020B0502040204020203" pitchFamily="34" charset="0"/>
              </a:rPr>
              <a:t>www.</a:t>
            </a:r>
            <a:r>
              <a:rPr lang="en-FI" sz="1400" b="0" i="0" u="sng" baseline="0" noProof="1">
                <a:solidFill>
                  <a:schemeClr val="bg1"/>
                </a:solidFill>
                <a:effectLst/>
                <a:uFill>
                  <a:solidFill>
                    <a:schemeClr val="accent1"/>
                  </a:solidFill>
                </a:uFill>
                <a:latin typeface="Verdana" panose="020B0604030504040204" pitchFamily="34" charset="0"/>
                <a:ea typeface="Verdana" panose="020B0604030504040204" pitchFamily="34" charset="0"/>
                <a:cs typeface="Segoe UI" panose="020B0502040204020203" pitchFamily="34" charset="0"/>
              </a:rPr>
              <a:t>luvn</a:t>
            </a:r>
            <a:r>
              <a:rPr lang="fi-FI" sz="1400" b="0" i="0" u="sng" baseline="0" noProof="1">
                <a:solidFill>
                  <a:schemeClr val="bg1"/>
                </a:solidFill>
                <a:effectLst/>
                <a:uFill>
                  <a:solidFill>
                    <a:schemeClr val="accent1"/>
                  </a:solidFill>
                </a:uFill>
                <a:latin typeface="Verdana" panose="020B0604030504040204" pitchFamily="34" charset="0"/>
                <a:ea typeface="Verdana" panose="020B0604030504040204" pitchFamily="34" charset="0"/>
                <a:cs typeface="Segoe UI" panose="020B0502040204020203" pitchFamily="34" charset="0"/>
              </a:rPr>
              <a:t>.fi</a:t>
            </a:r>
            <a:endParaRPr lang="fi-FI" sz="1400" b="0" i="0" u="sng" baseline="0" noProof="1">
              <a:solidFill>
                <a:schemeClr val="bg1"/>
              </a:solidFill>
              <a:uFill>
                <a:solidFill>
                  <a:schemeClr val="accent1"/>
                </a:solidFill>
              </a:uFill>
              <a:latin typeface="Verdana" panose="020B0604030504040204" pitchFamily="34" charset="0"/>
              <a:ea typeface="Verdana" panose="020B0604030504040204" pitchFamily="34" charset="0"/>
              <a:cs typeface="Segoe UI" panose="020B0502040204020203" pitchFamily="34" charset="0"/>
            </a:endParaRPr>
          </a:p>
        </p:txBody>
      </p:sp>
      <p:sp>
        <p:nvSpPr>
          <p:cNvPr id="2" name="Tekstiruutu 1">
            <a:extLst>
              <a:ext uri="{FF2B5EF4-FFF2-40B4-BE49-F238E27FC236}">
                <a16:creationId xmlns:a16="http://schemas.microsoft.com/office/drawing/2014/main" id="{F35FB4C6-7ACE-596A-F0C8-1D83E1418FB3}"/>
              </a:ext>
            </a:extLst>
          </p:cNvPr>
          <p:cNvSpPr txBox="1"/>
          <p:nvPr userDrawn="1"/>
        </p:nvSpPr>
        <p:spPr>
          <a:xfrm>
            <a:off x="-5232400" y="4006851"/>
            <a:ext cx="5080000" cy="3155949"/>
          </a:xfrm>
          <a:prstGeom prst="rect">
            <a:avLst/>
          </a:prstGeom>
          <a:noFill/>
        </p:spPr>
        <p:txBody>
          <a:bodyPr wrap="square" lIns="0" tIns="0" rIns="0" bIns="0" rtlCol="0">
            <a:noAutofit/>
          </a:bodyPr>
          <a:lstStyle/>
          <a:p>
            <a:pPr algn="l">
              <a:lnSpc>
                <a:spcPct val="150000"/>
              </a:lnSpc>
            </a:pPr>
            <a:r>
              <a:rPr lang="fi-FI" sz="1100" u="none" dirty="0">
                <a:hlinkClick r:id="rId6"/>
              </a:rPr>
              <a:t>https://www.facebook.com/LansiUudenmaanHyvinvointialue</a:t>
            </a:r>
            <a:endParaRPr lang="fi-FI" sz="1100" u="none" dirty="0"/>
          </a:p>
          <a:p>
            <a:pPr algn="l">
              <a:lnSpc>
                <a:spcPct val="150000"/>
              </a:lnSpc>
            </a:pPr>
            <a:r>
              <a:rPr lang="fi-FI" sz="1100" u="none" dirty="0">
                <a:hlinkClick r:id="rId7"/>
              </a:rPr>
              <a:t>https://www.instagram.com/luhyvinvointialue/</a:t>
            </a:r>
            <a:endParaRPr lang="fi-FI" sz="1100" u="none" dirty="0"/>
          </a:p>
          <a:p>
            <a:pPr algn="l">
              <a:lnSpc>
                <a:spcPct val="150000"/>
              </a:lnSpc>
            </a:pPr>
            <a:r>
              <a:rPr lang="fi-FI" sz="1100" dirty="0">
                <a:hlinkClick r:id="rId8"/>
              </a:rPr>
              <a:t>https://www.linkedin.com/company/lansiuudenmaanhyvinvointialue</a:t>
            </a:r>
            <a:endParaRPr lang="fi-FI" sz="1100" dirty="0"/>
          </a:p>
          <a:p>
            <a:pPr algn="l">
              <a:lnSpc>
                <a:spcPct val="150000"/>
              </a:lnSpc>
            </a:pPr>
            <a:r>
              <a:rPr lang="fi-FI" sz="1100" dirty="0">
                <a:hlinkClick r:id="rId9"/>
              </a:rPr>
              <a:t>https://x.com/LUhyvinvointi</a:t>
            </a:r>
            <a:endParaRPr lang="fi-FI" sz="1100" dirty="0"/>
          </a:p>
          <a:p>
            <a:pPr algn="l">
              <a:lnSpc>
                <a:spcPct val="150000"/>
              </a:lnSpc>
            </a:pPr>
            <a:r>
              <a:rPr lang="fi-FI" sz="1100" u="none" dirty="0">
                <a:hlinkClick r:id="rId10"/>
              </a:rPr>
              <a:t>https://x.com/LUpelastus</a:t>
            </a:r>
            <a:endParaRPr lang="fi-FI" sz="1100" u="none" dirty="0"/>
          </a:p>
          <a:p>
            <a:pPr algn="l">
              <a:lnSpc>
                <a:spcPct val="150000"/>
              </a:lnSpc>
            </a:pPr>
            <a:r>
              <a:rPr lang="fi-FI" sz="1100" dirty="0">
                <a:hlinkClick r:id="rId11"/>
              </a:rPr>
              <a:t>https://www.youtube.com/channel/UCx_t523hylIHyrN0B6IdPTA</a:t>
            </a:r>
            <a:endParaRPr lang="fi-FI" sz="1100" u="none" dirty="0"/>
          </a:p>
          <a:p>
            <a:pPr algn="l">
              <a:lnSpc>
                <a:spcPct val="150000"/>
              </a:lnSpc>
            </a:pPr>
            <a:endParaRPr lang="fi-FI" sz="1100" u="none" dirty="0"/>
          </a:p>
        </p:txBody>
      </p:sp>
    </p:spTree>
    <p:extLst>
      <p:ext uri="{BB962C8B-B14F-4D97-AF65-F5344CB8AC3E}">
        <p14:creationId xmlns:p14="http://schemas.microsoft.com/office/powerpoint/2010/main" val="309089918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Lopetussivu Kartalla 3">
    <p:bg>
      <p:bgPr>
        <a:solidFill>
          <a:schemeClr val="accent5"/>
        </a:solidFill>
        <a:effectLst/>
      </p:bgPr>
    </p:bg>
    <p:spTree>
      <p:nvGrpSpPr>
        <p:cNvPr id="1" name=""/>
        <p:cNvGrpSpPr/>
        <p:nvPr/>
      </p:nvGrpSpPr>
      <p:grpSpPr>
        <a:xfrm>
          <a:off x="0" y="0"/>
          <a:ext cx="0" cy="0"/>
          <a:chOff x="0" y="0"/>
          <a:chExt cx="0" cy="0"/>
        </a:xfrm>
      </p:grpSpPr>
      <p:sp>
        <p:nvSpPr>
          <p:cNvPr id="35" name="Otsikko 34">
            <a:extLst>
              <a:ext uri="{FF2B5EF4-FFF2-40B4-BE49-F238E27FC236}">
                <a16:creationId xmlns:a16="http://schemas.microsoft.com/office/drawing/2014/main" id="{634CBF1F-3D47-E8C3-FB55-1B6D6E557DB7}"/>
              </a:ext>
            </a:extLst>
          </p:cNvPr>
          <p:cNvSpPr>
            <a:spLocks noGrp="1"/>
          </p:cNvSpPr>
          <p:nvPr>
            <p:ph type="title"/>
          </p:nvPr>
        </p:nvSpPr>
        <p:spPr>
          <a:xfrm>
            <a:off x="539751" y="1984374"/>
            <a:ext cx="6461494" cy="866776"/>
          </a:xfrm>
        </p:spPr>
        <p:txBody>
          <a:bodyPr lIns="0"/>
          <a:lstStyle>
            <a:lvl1pPr>
              <a:defRPr sz="4400">
                <a:solidFill>
                  <a:schemeClr val="bg1"/>
                </a:solidFill>
              </a:defRPr>
            </a:lvl1pPr>
          </a:lstStyle>
          <a:p>
            <a:r>
              <a:rPr lang="fi-FI"/>
              <a:t>Muokkaa ots. perustyyl. napsautt.</a:t>
            </a:r>
          </a:p>
        </p:txBody>
      </p:sp>
      <p:sp>
        <p:nvSpPr>
          <p:cNvPr id="36" name="Vapaamuotoinen: Muoto 35" descr="Länsi-Uudenmaan hyvinvointialueen tunnus.">
            <a:extLst>
              <a:ext uri="{FF2B5EF4-FFF2-40B4-BE49-F238E27FC236}">
                <a16:creationId xmlns:a16="http://schemas.microsoft.com/office/drawing/2014/main" id="{93447263-93A9-5AB9-B39F-ADCC7CC8207F}"/>
              </a:ext>
            </a:extLst>
          </p:cNvPr>
          <p:cNvSpPr>
            <a:spLocks noChangeAspect="1"/>
          </p:cNvSpPr>
          <p:nvPr userDrawn="1"/>
        </p:nvSpPr>
        <p:spPr>
          <a:xfrm>
            <a:off x="547369" y="546240"/>
            <a:ext cx="4243160" cy="540000"/>
          </a:xfrm>
          <a:custGeom>
            <a:avLst/>
            <a:gdLst>
              <a:gd name="connsiteX0" fmla="*/ 1690184 w 2906005"/>
              <a:gd name="connsiteY0" fmla="*/ 254217 h 369828"/>
              <a:gd name="connsiteX1" fmla="*/ 1678333 w 2906005"/>
              <a:gd name="connsiteY1" fmla="*/ 257373 h 369828"/>
              <a:gd name="connsiteX2" fmla="*/ 1669509 w 2906005"/>
              <a:gd name="connsiteY2" fmla="*/ 266519 h 369828"/>
              <a:gd name="connsiteX3" fmla="*/ 1666160 w 2906005"/>
              <a:gd name="connsiteY3" fmla="*/ 280753 h 369828"/>
              <a:gd name="connsiteX4" fmla="*/ 1669509 w 2906005"/>
              <a:gd name="connsiteY4" fmla="*/ 295180 h 369828"/>
              <a:gd name="connsiteX5" fmla="*/ 1678397 w 2906005"/>
              <a:gd name="connsiteY5" fmla="*/ 304648 h 369828"/>
              <a:gd name="connsiteX6" fmla="*/ 1690184 w 2906005"/>
              <a:gd name="connsiteY6" fmla="*/ 307933 h 369828"/>
              <a:gd name="connsiteX7" fmla="*/ 1702228 w 2906005"/>
              <a:gd name="connsiteY7" fmla="*/ 304713 h 369828"/>
              <a:gd name="connsiteX8" fmla="*/ 1711116 w 2906005"/>
              <a:gd name="connsiteY8" fmla="*/ 295502 h 369828"/>
              <a:gd name="connsiteX9" fmla="*/ 1714401 w 2906005"/>
              <a:gd name="connsiteY9" fmla="*/ 281075 h 369828"/>
              <a:gd name="connsiteX10" fmla="*/ 1711116 w 2906005"/>
              <a:gd name="connsiteY10" fmla="*/ 266648 h 369828"/>
              <a:gd name="connsiteX11" fmla="*/ 1702228 w 2906005"/>
              <a:gd name="connsiteY11" fmla="*/ 257437 h 369828"/>
              <a:gd name="connsiteX12" fmla="*/ 1690184 w 2906005"/>
              <a:gd name="connsiteY12" fmla="*/ 254217 h 369828"/>
              <a:gd name="connsiteX13" fmla="*/ 1476028 w 2906005"/>
              <a:gd name="connsiteY13" fmla="*/ 254217 h 369828"/>
              <a:gd name="connsiteX14" fmla="*/ 1464177 w 2906005"/>
              <a:gd name="connsiteY14" fmla="*/ 257373 h 369828"/>
              <a:gd name="connsiteX15" fmla="*/ 1455353 w 2906005"/>
              <a:gd name="connsiteY15" fmla="*/ 266519 h 369828"/>
              <a:gd name="connsiteX16" fmla="*/ 1452004 w 2906005"/>
              <a:gd name="connsiteY16" fmla="*/ 280753 h 369828"/>
              <a:gd name="connsiteX17" fmla="*/ 1455353 w 2906005"/>
              <a:gd name="connsiteY17" fmla="*/ 295180 h 369828"/>
              <a:gd name="connsiteX18" fmla="*/ 1464241 w 2906005"/>
              <a:gd name="connsiteY18" fmla="*/ 304648 h 369828"/>
              <a:gd name="connsiteX19" fmla="*/ 1476028 w 2906005"/>
              <a:gd name="connsiteY19" fmla="*/ 307933 h 369828"/>
              <a:gd name="connsiteX20" fmla="*/ 1488072 w 2906005"/>
              <a:gd name="connsiteY20" fmla="*/ 304713 h 369828"/>
              <a:gd name="connsiteX21" fmla="*/ 1496960 w 2906005"/>
              <a:gd name="connsiteY21" fmla="*/ 295502 h 369828"/>
              <a:gd name="connsiteX22" fmla="*/ 1500245 w 2906005"/>
              <a:gd name="connsiteY22" fmla="*/ 281075 h 369828"/>
              <a:gd name="connsiteX23" fmla="*/ 1496960 w 2906005"/>
              <a:gd name="connsiteY23" fmla="*/ 266648 h 369828"/>
              <a:gd name="connsiteX24" fmla="*/ 1488072 w 2906005"/>
              <a:gd name="connsiteY24" fmla="*/ 257437 h 369828"/>
              <a:gd name="connsiteX25" fmla="*/ 1476028 w 2906005"/>
              <a:gd name="connsiteY25" fmla="*/ 254217 h 369828"/>
              <a:gd name="connsiteX26" fmla="*/ 916520 w 2906005"/>
              <a:gd name="connsiteY26" fmla="*/ 254217 h 369828"/>
              <a:gd name="connsiteX27" fmla="*/ 904669 w 2906005"/>
              <a:gd name="connsiteY27" fmla="*/ 257373 h 369828"/>
              <a:gd name="connsiteX28" fmla="*/ 895845 w 2906005"/>
              <a:gd name="connsiteY28" fmla="*/ 266519 h 369828"/>
              <a:gd name="connsiteX29" fmla="*/ 892496 w 2906005"/>
              <a:gd name="connsiteY29" fmla="*/ 280753 h 369828"/>
              <a:gd name="connsiteX30" fmla="*/ 895845 w 2906005"/>
              <a:gd name="connsiteY30" fmla="*/ 295180 h 369828"/>
              <a:gd name="connsiteX31" fmla="*/ 904733 w 2906005"/>
              <a:gd name="connsiteY31" fmla="*/ 304648 h 369828"/>
              <a:gd name="connsiteX32" fmla="*/ 916520 w 2906005"/>
              <a:gd name="connsiteY32" fmla="*/ 307933 h 369828"/>
              <a:gd name="connsiteX33" fmla="*/ 928564 w 2906005"/>
              <a:gd name="connsiteY33" fmla="*/ 304712 h 369828"/>
              <a:gd name="connsiteX34" fmla="*/ 937452 w 2906005"/>
              <a:gd name="connsiteY34" fmla="*/ 295502 h 369828"/>
              <a:gd name="connsiteX35" fmla="*/ 940737 w 2906005"/>
              <a:gd name="connsiteY35" fmla="*/ 281075 h 369828"/>
              <a:gd name="connsiteX36" fmla="*/ 937452 w 2906005"/>
              <a:gd name="connsiteY36" fmla="*/ 266648 h 369828"/>
              <a:gd name="connsiteX37" fmla="*/ 928564 w 2906005"/>
              <a:gd name="connsiteY37" fmla="*/ 257437 h 369828"/>
              <a:gd name="connsiteX38" fmla="*/ 916520 w 2906005"/>
              <a:gd name="connsiteY38" fmla="*/ 254217 h 369828"/>
              <a:gd name="connsiteX39" fmla="*/ 499416 w 2906005"/>
              <a:gd name="connsiteY39" fmla="*/ 254217 h 369828"/>
              <a:gd name="connsiteX40" fmla="*/ 487565 w 2906005"/>
              <a:gd name="connsiteY40" fmla="*/ 257373 h 369828"/>
              <a:gd name="connsiteX41" fmla="*/ 478741 w 2906005"/>
              <a:gd name="connsiteY41" fmla="*/ 266519 h 369828"/>
              <a:gd name="connsiteX42" fmla="*/ 475392 w 2906005"/>
              <a:gd name="connsiteY42" fmla="*/ 280753 h 369828"/>
              <a:gd name="connsiteX43" fmla="*/ 478741 w 2906005"/>
              <a:gd name="connsiteY43" fmla="*/ 295180 h 369828"/>
              <a:gd name="connsiteX44" fmla="*/ 487629 w 2906005"/>
              <a:gd name="connsiteY44" fmla="*/ 304648 h 369828"/>
              <a:gd name="connsiteX45" fmla="*/ 499416 w 2906005"/>
              <a:gd name="connsiteY45" fmla="*/ 307933 h 369828"/>
              <a:gd name="connsiteX46" fmla="*/ 511460 w 2906005"/>
              <a:gd name="connsiteY46" fmla="*/ 304712 h 369828"/>
              <a:gd name="connsiteX47" fmla="*/ 520348 w 2906005"/>
              <a:gd name="connsiteY47" fmla="*/ 295502 h 369828"/>
              <a:gd name="connsiteX48" fmla="*/ 523633 w 2906005"/>
              <a:gd name="connsiteY48" fmla="*/ 281075 h 369828"/>
              <a:gd name="connsiteX49" fmla="*/ 520348 w 2906005"/>
              <a:gd name="connsiteY49" fmla="*/ 266648 h 369828"/>
              <a:gd name="connsiteX50" fmla="*/ 511460 w 2906005"/>
              <a:gd name="connsiteY50" fmla="*/ 257437 h 369828"/>
              <a:gd name="connsiteX51" fmla="*/ 499416 w 2906005"/>
              <a:gd name="connsiteY51" fmla="*/ 254217 h 369828"/>
              <a:gd name="connsiteX52" fmla="*/ 167717 w 2906005"/>
              <a:gd name="connsiteY52" fmla="*/ 254217 h 369828"/>
              <a:gd name="connsiteX53" fmla="*/ 155866 w 2906005"/>
              <a:gd name="connsiteY53" fmla="*/ 257373 h 369828"/>
              <a:gd name="connsiteX54" fmla="*/ 147042 w 2906005"/>
              <a:gd name="connsiteY54" fmla="*/ 266519 h 369828"/>
              <a:gd name="connsiteX55" fmla="*/ 143693 w 2906005"/>
              <a:gd name="connsiteY55" fmla="*/ 280753 h 369828"/>
              <a:gd name="connsiteX56" fmla="*/ 147042 w 2906005"/>
              <a:gd name="connsiteY56" fmla="*/ 295180 h 369828"/>
              <a:gd name="connsiteX57" fmla="*/ 155930 w 2906005"/>
              <a:gd name="connsiteY57" fmla="*/ 304648 h 369828"/>
              <a:gd name="connsiteX58" fmla="*/ 167717 w 2906005"/>
              <a:gd name="connsiteY58" fmla="*/ 307933 h 369828"/>
              <a:gd name="connsiteX59" fmla="*/ 179761 w 2906005"/>
              <a:gd name="connsiteY59" fmla="*/ 304713 h 369828"/>
              <a:gd name="connsiteX60" fmla="*/ 188649 w 2906005"/>
              <a:gd name="connsiteY60" fmla="*/ 295502 h 369828"/>
              <a:gd name="connsiteX61" fmla="*/ 191934 w 2906005"/>
              <a:gd name="connsiteY61" fmla="*/ 281075 h 369828"/>
              <a:gd name="connsiteX62" fmla="*/ 188649 w 2906005"/>
              <a:gd name="connsiteY62" fmla="*/ 266648 h 369828"/>
              <a:gd name="connsiteX63" fmla="*/ 179761 w 2906005"/>
              <a:gd name="connsiteY63" fmla="*/ 257437 h 369828"/>
              <a:gd name="connsiteX64" fmla="*/ 167717 w 2906005"/>
              <a:gd name="connsiteY64" fmla="*/ 254217 h 369828"/>
              <a:gd name="connsiteX65" fmla="*/ 2525292 w 2906005"/>
              <a:gd name="connsiteY65" fmla="*/ 254216 h 369828"/>
              <a:gd name="connsiteX66" fmla="*/ 2513441 w 2906005"/>
              <a:gd name="connsiteY66" fmla="*/ 257372 h 369828"/>
              <a:gd name="connsiteX67" fmla="*/ 2504617 w 2906005"/>
              <a:gd name="connsiteY67" fmla="*/ 266518 h 369828"/>
              <a:gd name="connsiteX68" fmla="*/ 2501268 w 2906005"/>
              <a:gd name="connsiteY68" fmla="*/ 280752 h 369828"/>
              <a:gd name="connsiteX69" fmla="*/ 2504617 w 2906005"/>
              <a:gd name="connsiteY69" fmla="*/ 295179 h 369828"/>
              <a:gd name="connsiteX70" fmla="*/ 2513505 w 2906005"/>
              <a:gd name="connsiteY70" fmla="*/ 304647 h 369828"/>
              <a:gd name="connsiteX71" fmla="*/ 2525292 w 2906005"/>
              <a:gd name="connsiteY71" fmla="*/ 307932 h 369828"/>
              <a:gd name="connsiteX72" fmla="*/ 2537336 w 2906005"/>
              <a:gd name="connsiteY72" fmla="*/ 304712 h 369828"/>
              <a:gd name="connsiteX73" fmla="*/ 2546224 w 2906005"/>
              <a:gd name="connsiteY73" fmla="*/ 295501 h 369828"/>
              <a:gd name="connsiteX74" fmla="*/ 2549509 w 2906005"/>
              <a:gd name="connsiteY74" fmla="*/ 281074 h 369828"/>
              <a:gd name="connsiteX75" fmla="*/ 2546224 w 2906005"/>
              <a:gd name="connsiteY75" fmla="*/ 266647 h 369828"/>
              <a:gd name="connsiteX76" fmla="*/ 2537336 w 2906005"/>
              <a:gd name="connsiteY76" fmla="*/ 257437 h 369828"/>
              <a:gd name="connsiteX77" fmla="*/ 2525292 w 2906005"/>
              <a:gd name="connsiteY77" fmla="*/ 254216 h 369828"/>
              <a:gd name="connsiteX78" fmla="*/ 2413674 w 2906005"/>
              <a:gd name="connsiteY78" fmla="*/ 254216 h 369828"/>
              <a:gd name="connsiteX79" fmla="*/ 2401823 w 2906005"/>
              <a:gd name="connsiteY79" fmla="*/ 257372 h 369828"/>
              <a:gd name="connsiteX80" fmla="*/ 2392999 w 2906005"/>
              <a:gd name="connsiteY80" fmla="*/ 266518 h 369828"/>
              <a:gd name="connsiteX81" fmla="*/ 2389649 w 2906005"/>
              <a:gd name="connsiteY81" fmla="*/ 280752 h 369828"/>
              <a:gd name="connsiteX82" fmla="*/ 2392999 w 2906005"/>
              <a:gd name="connsiteY82" fmla="*/ 295180 h 369828"/>
              <a:gd name="connsiteX83" fmla="*/ 2401887 w 2906005"/>
              <a:gd name="connsiteY83" fmla="*/ 304647 h 369828"/>
              <a:gd name="connsiteX84" fmla="*/ 2413674 w 2906005"/>
              <a:gd name="connsiteY84" fmla="*/ 307932 h 369828"/>
              <a:gd name="connsiteX85" fmla="*/ 2425718 w 2906005"/>
              <a:gd name="connsiteY85" fmla="*/ 304712 h 369828"/>
              <a:gd name="connsiteX86" fmla="*/ 2434606 w 2906005"/>
              <a:gd name="connsiteY86" fmla="*/ 295502 h 369828"/>
              <a:gd name="connsiteX87" fmla="*/ 2437891 w 2906005"/>
              <a:gd name="connsiteY87" fmla="*/ 281074 h 369828"/>
              <a:gd name="connsiteX88" fmla="*/ 2434606 w 2906005"/>
              <a:gd name="connsiteY88" fmla="*/ 266647 h 369828"/>
              <a:gd name="connsiteX89" fmla="*/ 2425718 w 2906005"/>
              <a:gd name="connsiteY89" fmla="*/ 257437 h 369828"/>
              <a:gd name="connsiteX90" fmla="*/ 2413674 w 2906005"/>
              <a:gd name="connsiteY90" fmla="*/ 254216 h 369828"/>
              <a:gd name="connsiteX91" fmla="*/ 1868335 w 2906005"/>
              <a:gd name="connsiteY91" fmla="*/ 254216 h 369828"/>
              <a:gd name="connsiteX92" fmla="*/ 1856484 w 2906005"/>
              <a:gd name="connsiteY92" fmla="*/ 257372 h 369828"/>
              <a:gd name="connsiteX93" fmla="*/ 1847660 w 2906005"/>
              <a:gd name="connsiteY93" fmla="*/ 266518 h 369828"/>
              <a:gd name="connsiteX94" fmla="*/ 1844311 w 2906005"/>
              <a:gd name="connsiteY94" fmla="*/ 280752 h 369828"/>
              <a:gd name="connsiteX95" fmla="*/ 1847660 w 2906005"/>
              <a:gd name="connsiteY95" fmla="*/ 295179 h 369828"/>
              <a:gd name="connsiteX96" fmla="*/ 1856548 w 2906005"/>
              <a:gd name="connsiteY96" fmla="*/ 304647 h 369828"/>
              <a:gd name="connsiteX97" fmla="*/ 1868335 w 2906005"/>
              <a:gd name="connsiteY97" fmla="*/ 307932 h 369828"/>
              <a:gd name="connsiteX98" fmla="*/ 1880379 w 2906005"/>
              <a:gd name="connsiteY98" fmla="*/ 304712 h 369828"/>
              <a:gd name="connsiteX99" fmla="*/ 1889267 w 2906005"/>
              <a:gd name="connsiteY99" fmla="*/ 295501 h 369828"/>
              <a:gd name="connsiteX100" fmla="*/ 1892552 w 2906005"/>
              <a:gd name="connsiteY100" fmla="*/ 281074 h 369828"/>
              <a:gd name="connsiteX101" fmla="*/ 1889267 w 2906005"/>
              <a:gd name="connsiteY101" fmla="*/ 266647 h 369828"/>
              <a:gd name="connsiteX102" fmla="*/ 1880379 w 2906005"/>
              <a:gd name="connsiteY102" fmla="*/ 257437 h 369828"/>
              <a:gd name="connsiteX103" fmla="*/ 1868335 w 2906005"/>
              <a:gd name="connsiteY103" fmla="*/ 254216 h 369828"/>
              <a:gd name="connsiteX104" fmla="*/ 1136987 w 2906005"/>
              <a:gd name="connsiteY104" fmla="*/ 254216 h 369828"/>
              <a:gd name="connsiteX105" fmla="*/ 1125136 w 2906005"/>
              <a:gd name="connsiteY105" fmla="*/ 257372 h 369828"/>
              <a:gd name="connsiteX106" fmla="*/ 1116312 w 2906005"/>
              <a:gd name="connsiteY106" fmla="*/ 266518 h 369828"/>
              <a:gd name="connsiteX107" fmla="*/ 1112963 w 2906005"/>
              <a:gd name="connsiteY107" fmla="*/ 280752 h 369828"/>
              <a:gd name="connsiteX108" fmla="*/ 1116312 w 2906005"/>
              <a:gd name="connsiteY108" fmla="*/ 295179 h 369828"/>
              <a:gd name="connsiteX109" fmla="*/ 1125200 w 2906005"/>
              <a:gd name="connsiteY109" fmla="*/ 304647 h 369828"/>
              <a:gd name="connsiteX110" fmla="*/ 1136987 w 2906005"/>
              <a:gd name="connsiteY110" fmla="*/ 307932 h 369828"/>
              <a:gd name="connsiteX111" fmla="*/ 1149031 w 2906005"/>
              <a:gd name="connsiteY111" fmla="*/ 304712 h 369828"/>
              <a:gd name="connsiteX112" fmla="*/ 1157919 w 2906005"/>
              <a:gd name="connsiteY112" fmla="*/ 295501 h 369828"/>
              <a:gd name="connsiteX113" fmla="*/ 1161204 w 2906005"/>
              <a:gd name="connsiteY113" fmla="*/ 281074 h 369828"/>
              <a:gd name="connsiteX114" fmla="*/ 1157919 w 2906005"/>
              <a:gd name="connsiteY114" fmla="*/ 266647 h 369828"/>
              <a:gd name="connsiteX115" fmla="*/ 1149031 w 2906005"/>
              <a:gd name="connsiteY115" fmla="*/ 257437 h 369828"/>
              <a:gd name="connsiteX116" fmla="*/ 1136987 w 2906005"/>
              <a:gd name="connsiteY116" fmla="*/ 254216 h 369828"/>
              <a:gd name="connsiteX117" fmla="*/ 2068835 w 2906005"/>
              <a:gd name="connsiteY117" fmla="*/ 254088 h 369828"/>
              <a:gd name="connsiteX118" fmla="*/ 2052282 w 2906005"/>
              <a:gd name="connsiteY118" fmla="*/ 261109 h 369828"/>
              <a:gd name="connsiteX119" fmla="*/ 2045584 w 2906005"/>
              <a:gd name="connsiteY119" fmla="*/ 281075 h 369828"/>
              <a:gd name="connsiteX120" fmla="*/ 2052089 w 2906005"/>
              <a:gd name="connsiteY120" fmla="*/ 301106 h 369828"/>
              <a:gd name="connsiteX121" fmla="*/ 2068449 w 2906005"/>
              <a:gd name="connsiteY121" fmla="*/ 308126 h 369828"/>
              <a:gd name="connsiteX122" fmla="*/ 2080235 w 2906005"/>
              <a:gd name="connsiteY122" fmla="*/ 305099 h 369828"/>
              <a:gd name="connsiteX123" fmla="*/ 2080235 w 2906005"/>
              <a:gd name="connsiteY123" fmla="*/ 305035 h 369828"/>
              <a:gd name="connsiteX124" fmla="*/ 2089059 w 2906005"/>
              <a:gd name="connsiteY124" fmla="*/ 295889 h 369828"/>
              <a:gd name="connsiteX125" fmla="*/ 2092344 w 2906005"/>
              <a:gd name="connsiteY125" fmla="*/ 281075 h 369828"/>
              <a:gd name="connsiteX126" fmla="*/ 2085517 w 2906005"/>
              <a:gd name="connsiteY126" fmla="*/ 261109 h 369828"/>
              <a:gd name="connsiteX127" fmla="*/ 2068835 w 2906005"/>
              <a:gd name="connsiteY127" fmla="*/ 254088 h 369828"/>
              <a:gd name="connsiteX128" fmla="*/ 2634398 w 2906005"/>
              <a:gd name="connsiteY128" fmla="*/ 252929 h 369828"/>
              <a:gd name="connsiteX129" fmla="*/ 2619971 w 2906005"/>
              <a:gd name="connsiteY129" fmla="*/ 258146 h 369828"/>
              <a:gd name="connsiteX130" fmla="*/ 2612822 w 2906005"/>
              <a:gd name="connsiteY130" fmla="*/ 272573 h 369828"/>
              <a:gd name="connsiteX131" fmla="*/ 2656104 w 2906005"/>
              <a:gd name="connsiteY131" fmla="*/ 272573 h 369828"/>
              <a:gd name="connsiteX132" fmla="*/ 2656168 w 2906005"/>
              <a:gd name="connsiteY132" fmla="*/ 272509 h 369828"/>
              <a:gd name="connsiteX133" fmla="*/ 2649727 w 2906005"/>
              <a:gd name="connsiteY133" fmla="*/ 258275 h 369828"/>
              <a:gd name="connsiteX134" fmla="*/ 2634398 w 2906005"/>
              <a:gd name="connsiteY134" fmla="*/ 252929 h 369828"/>
              <a:gd name="connsiteX135" fmla="*/ 719046 w 2906005"/>
              <a:gd name="connsiteY135" fmla="*/ 235538 h 369828"/>
              <a:gd name="connsiteX136" fmla="*/ 744873 w 2906005"/>
              <a:gd name="connsiteY136" fmla="*/ 235538 h 369828"/>
              <a:gd name="connsiteX137" fmla="*/ 768382 w 2906005"/>
              <a:gd name="connsiteY137" fmla="*/ 299237 h 369828"/>
              <a:gd name="connsiteX138" fmla="*/ 792277 w 2906005"/>
              <a:gd name="connsiteY138" fmla="*/ 235538 h 369828"/>
              <a:gd name="connsiteX139" fmla="*/ 816790 w 2906005"/>
              <a:gd name="connsiteY139" fmla="*/ 235538 h 369828"/>
              <a:gd name="connsiteX140" fmla="*/ 760331 w 2906005"/>
              <a:gd name="connsiteY140" fmla="*/ 369828 h 369828"/>
              <a:gd name="connsiteX141" fmla="*/ 735792 w 2906005"/>
              <a:gd name="connsiteY141" fmla="*/ 369828 h 369828"/>
              <a:gd name="connsiteX142" fmla="*/ 755565 w 2906005"/>
              <a:gd name="connsiteY142" fmla="*/ 324421 h 369828"/>
              <a:gd name="connsiteX143" fmla="*/ 1326152 w 2906005"/>
              <a:gd name="connsiteY143" fmla="*/ 235474 h 369828"/>
              <a:gd name="connsiteX144" fmla="*/ 1350820 w 2906005"/>
              <a:gd name="connsiteY144" fmla="*/ 235474 h 369828"/>
              <a:gd name="connsiteX145" fmla="*/ 1373846 w 2906005"/>
              <a:gd name="connsiteY145" fmla="*/ 305324 h 369828"/>
              <a:gd name="connsiteX146" fmla="*/ 1373814 w 2906005"/>
              <a:gd name="connsiteY146" fmla="*/ 305421 h 369828"/>
              <a:gd name="connsiteX147" fmla="*/ 1373878 w 2906005"/>
              <a:gd name="connsiteY147" fmla="*/ 305421 h 369828"/>
              <a:gd name="connsiteX148" fmla="*/ 1373846 w 2906005"/>
              <a:gd name="connsiteY148" fmla="*/ 305324 h 369828"/>
              <a:gd name="connsiteX149" fmla="*/ 1396872 w 2906005"/>
              <a:gd name="connsiteY149" fmla="*/ 235474 h 369828"/>
              <a:gd name="connsiteX150" fmla="*/ 1421411 w 2906005"/>
              <a:gd name="connsiteY150" fmla="*/ 235474 h 369828"/>
              <a:gd name="connsiteX151" fmla="*/ 1387661 w 2906005"/>
              <a:gd name="connsiteY151" fmla="*/ 326675 h 369828"/>
              <a:gd name="connsiteX152" fmla="*/ 1359708 w 2906005"/>
              <a:gd name="connsiteY152" fmla="*/ 326675 h 369828"/>
              <a:gd name="connsiteX153" fmla="*/ 816817 w 2906005"/>
              <a:gd name="connsiteY153" fmla="*/ 235474 h 369828"/>
              <a:gd name="connsiteX154" fmla="*/ 816817 w 2906005"/>
              <a:gd name="connsiteY154" fmla="*/ 235538 h 369828"/>
              <a:gd name="connsiteX155" fmla="*/ 816790 w 2906005"/>
              <a:gd name="connsiteY155" fmla="*/ 235538 h 369828"/>
              <a:gd name="connsiteX156" fmla="*/ 1037026 w 2906005"/>
              <a:gd name="connsiteY156" fmla="*/ 234186 h 369828"/>
              <a:gd name="connsiteX157" fmla="*/ 1063369 w 2906005"/>
              <a:gd name="connsiteY157" fmla="*/ 244491 h 369828"/>
              <a:gd name="connsiteX158" fmla="*/ 1063369 w 2906005"/>
              <a:gd name="connsiteY158" fmla="*/ 244427 h 369828"/>
              <a:gd name="connsiteX159" fmla="*/ 1073416 w 2906005"/>
              <a:gd name="connsiteY159" fmla="*/ 273153 h 369828"/>
              <a:gd name="connsiteX160" fmla="*/ 1073416 w 2906005"/>
              <a:gd name="connsiteY160" fmla="*/ 326675 h 369828"/>
              <a:gd name="connsiteX161" fmla="*/ 1050358 w 2906005"/>
              <a:gd name="connsiteY161" fmla="*/ 326675 h 369828"/>
              <a:gd name="connsiteX162" fmla="*/ 1050358 w 2906005"/>
              <a:gd name="connsiteY162" fmla="*/ 276309 h 369828"/>
              <a:gd name="connsiteX163" fmla="*/ 1044948 w 2906005"/>
              <a:gd name="connsiteY163" fmla="*/ 259627 h 369828"/>
              <a:gd name="connsiteX164" fmla="*/ 1030134 w 2906005"/>
              <a:gd name="connsiteY164" fmla="*/ 253766 h 369828"/>
              <a:gd name="connsiteX165" fmla="*/ 1015063 w 2906005"/>
              <a:gd name="connsiteY165" fmla="*/ 259627 h 369828"/>
              <a:gd name="connsiteX166" fmla="*/ 1009524 w 2906005"/>
              <a:gd name="connsiteY166" fmla="*/ 276309 h 369828"/>
              <a:gd name="connsiteX167" fmla="*/ 1009524 w 2906005"/>
              <a:gd name="connsiteY167" fmla="*/ 326675 h 369828"/>
              <a:gd name="connsiteX168" fmla="*/ 986466 w 2906005"/>
              <a:gd name="connsiteY168" fmla="*/ 326675 h 369828"/>
              <a:gd name="connsiteX169" fmla="*/ 986466 w 2906005"/>
              <a:gd name="connsiteY169" fmla="*/ 235474 h 369828"/>
              <a:gd name="connsiteX170" fmla="*/ 1009524 w 2906005"/>
              <a:gd name="connsiteY170" fmla="*/ 235474 h 369828"/>
              <a:gd name="connsiteX171" fmla="*/ 1009524 w 2906005"/>
              <a:gd name="connsiteY171" fmla="*/ 246810 h 369828"/>
              <a:gd name="connsiteX172" fmla="*/ 1021311 w 2906005"/>
              <a:gd name="connsiteY172" fmla="*/ 237535 h 369828"/>
              <a:gd name="connsiteX173" fmla="*/ 1037026 w 2906005"/>
              <a:gd name="connsiteY173" fmla="*/ 234186 h 369828"/>
              <a:gd name="connsiteX174" fmla="*/ 2356544 w 2906005"/>
              <a:gd name="connsiteY174" fmla="*/ 234122 h 369828"/>
              <a:gd name="connsiteX175" fmla="*/ 2356544 w 2906005"/>
              <a:gd name="connsiteY175" fmla="*/ 258339 h 369828"/>
              <a:gd name="connsiteX176" fmla="*/ 2350425 w 2906005"/>
              <a:gd name="connsiteY176" fmla="*/ 258339 h 369828"/>
              <a:gd name="connsiteX177" fmla="*/ 2334066 w 2906005"/>
              <a:gd name="connsiteY177" fmla="*/ 263427 h 369828"/>
              <a:gd name="connsiteX178" fmla="*/ 2328527 w 2906005"/>
              <a:gd name="connsiteY178" fmla="*/ 281204 h 369828"/>
              <a:gd name="connsiteX179" fmla="*/ 2328527 w 2906005"/>
              <a:gd name="connsiteY179" fmla="*/ 326611 h 369828"/>
              <a:gd name="connsiteX180" fmla="*/ 2305469 w 2906005"/>
              <a:gd name="connsiteY180" fmla="*/ 326611 h 369828"/>
              <a:gd name="connsiteX181" fmla="*/ 2305469 w 2906005"/>
              <a:gd name="connsiteY181" fmla="*/ 235410 h 369828"/>
              <a:gd name="connsiteX182" fmla="*/ 2328527 w 2906005"/>
              <a:gd name="connsiteY182" fmla="*/ 235410 h 369828"/>
              <a:gd name="connsiteX183" fmla="*/ 2328527 w 2906005"/>
              <a:gd name="connsiteY183" fmla="*/ 249580 h 369828"/>
              <a:gd name="connsiteX184" fmla="*/ 2340120 w 2906005"/>
              <a:gd name="connsiteY184" fmla="*/ 238244 h 369828"/>
              <a:gd name="connsiteX185" fmla="*/ 2340185 w 2906005"/>
              <a:gd name="connsiteY185" fmla="*/ 238244 h 369828"/>
              <a:gd name="connsiteX186" fmla="*/ 2356544 w 2906005"/>
              <a:gd name="connsiteY186" fmla="*/ 234122 h 369828"/>
              <a:gd name="connsiteX187" fmla="*/ 2182902 w 2906005"/>
              <a:gd name="connsiteY187" fmla="*/ 234122 h 369828"/>
              <a:gd name="connsiteX188" fmla="*/ 2201966 w 2906005"/>
              <a:gd name="connsiteY188" fmla="*/ 238631 h 369828"/>
              <a:gd name="connsiteX189" fmla="*/ 2214977 w 2906005"/>
              <a:gd name="connsiteY189" fmla="*/ 251576 h 369828"/>
              <a:gd name="connsiteX190" fmla="*/ 2227923 w 2906005"/>
              <a:gd name="connsiteY190" fmla="*/ 238888 h 369828"/>
              <a:gd name="connsiteX191" fmla="*/ 2246279 w 2906005"/>
              <a:gd name="connsiteY191" fmla="*/ 234122 h 369828"/>
              <a:gd name="connsiteX192" fmla="*/ 2273330 w 2906005"/>
              <a:gd name="connsiteY192" fmla="*/ 244427 h 369828"/>
              <a:gd name="connsiteX193" fmla="*/ 2283635 w 2906005"/>
              <a:gd name="connsiteY193" fmla="*/ 273153 h 369828"/>
              <a:gd name="connsiteX194" fmla="*/ 2283635 w 2906005"/>
              <a:gd name="connsiteY194" fmla="*/ 326676 h 369828"/>
              <a:gd name="connsiteX195" fmla="*/ 2260577 w 2906005"/>
              <a:gd name="connsiteY195" fmla="*/ 326676 h 369828"/>
              <a:gd name="connsiteX196" fmla="*/ 2260577 w 2906005"/>
              <a:gd name="connsiteY196" fmla="*/ 276309 h 369828"/>
              <a:gd name="connsiteX197" fmla="*/ 2255167 w 2906005"/>
              <a:gd name="connsiteY197" fmla="*/ 259949 h 369828"/>
              <a:gd name="connsiteX198" fmla="*/ 2240353 w 2906005"/>
              <a:gd name="connsiteY198" fmla="*/ 254282 h 369828"/>
              <a:gd name="connsiteX199" fmla="*/ 2225475 w 2906005"/>
              <a:gd name="connsiteY199" fmla="*/ 259949 h 369828"/>
              <a:gd name="connsiteX200" fmla="*/ 2219936 w 2906005"/>
              <a:gd name="connsiteY200" fmla="*/ 276309 h 369828"/>
              <a:gd name="connsiteX201" fmla="*/ 2219936 w 2906005"/>
              <a:gd name="connsiteY201" fmla="*/ 326676 h 369828"/>
              <a:gd name="connsiteX202" fmla="*/ 2196878 w 2906005"/>
              <a:gd name="connsiteY202" fmla="*/ 326676 h 369828"/>
              <a:gd name="connsiteX203" fmla="*/ 2196878 w 2906005"/>
              <a:gd name="connsiteY203" fmla="*/ 276309 h 369828"/>
              <a:gd name="connsiteX204" fmla="*/ 2191468 w 2906005"/>
              <a:gd name="connsiteY204" fmla="*/ 259949 h 369828"/>
              <a:gd name="connsiteX205" fmla="*/ 2176654 w 2906005"/>
              <a:gd name="connsiteY205" fmla="*/ 254282 h 369828"/>
              <a:gd name="connsiteX206" fmla="*/ 2161583 w 2906005"/>
              <a:gd name="connsiteY206" fmla="*/ 259949 h 369828"/>
              <a:gd name="connsiteX207" fmla="*/ 2156044 w 2906005"/>
              <a:gd name="connsiteY207" fmla="*/ 276309 h 369828"/>
              <a:gd name="connsiteX208" fmla="*/ 2156044 w 2906005"/>
              <a:gd name="connsiteY208" fmla="*/ 326676 h 369828"/>
              <a:gd name="connsiteX209" fmla="*/ 2132986 w 2906005"/>
              <a:gd name="connsiteY209" fmla="*/ 326676 h 369828"/>
              <a:gd name="connsiteX210" fmla="*/ 2132986 w 2906005"/>
              <a:gd name="connsiteY210" fmla="*/ 235475 h 369828"/>
              <a:gd name="connsiteX211" fmla="*/ 2156044 w 2906005"/>
              <a:gd name="connsiteY211" fmla="*/ 235475 h 369828"/>
              <a:gd name="connsiteX212" fmla="*/ 2156044 w 2906005"/>
              <a:gd name="connsiteY212" fmla="*/ 246488 h 369828"/>
              <a:gd name="connsiteX213" fmla="*/ 2167508 w 2906005"/>
              <a:gd name="connsiteY213" fmla="*/ 237407 h 369828"/>
              <a:gd name="connsiteX214" fmla="*/ 2182902 w 2906005"/>
              <a:gd name="connsiteY214" fmla="*/ 234122 h 369828"/>
              <a:gd name="connsiteX215" fmla="*/ 1811205 w 2906005"/>
              <a:gd name="connsiteY215" fmla="*/ 234122 h 369828"/>
              <a:gd name="connsiteX216" fmla="*/ 1811205 w 2906005"/>
              <a:gd name="connsiteY216" fmla="*/ 258339 h 369828"/>
              <a:gd name="connsiteX217" fmla="*/ 1805087 w 2906005"/>
              <a:gd name="connsiteY217" fmla="*/ 258339 h 369828"/>
              <a:gd name="connsiteX218" fmla="*/ 1788727 w 2906005"/>
              <a:gd name="connsiteY218" fmla="*/ 263427 h 369828"/>
              <a:gd name="connsiteX219" fmla="*/ 1783188 w 2906005"/>
              <a:gd name="connsiteY219" fmla="*/ 281204 h 369828"/>
              <a:gd name="connsiteX220" fmla="*/ 1783188 w 2906005"/>
              <a:gd name="connsiteY220" fmla="*/ 326611 h 369828"/>
              <a:gd name="connsiteX221" fmla="*/ 1760130 w 2906005"/>
              <a:gd name="connsiteY221" fmla="*/ 326611 h 369828"/>
              <a:gd name="connsiteX222" fmla="*/ 1760130 w 2906005"/>
              <a:gd name="connsiteY222" fmla="*/ 235410 h 369828"/>
              <a:gd name="connsiteX223" fmla="*/ 1783188 w 2906005"/>
              <a:gd name="connsiteY223" fmla="*/ 235410 h 369828"/>
              <a:gd name="connsiteX224" fmla="*/ 1783188 w 2906005"/>
              <a:gd name="connsiteY224" fmla="*/ 249580 h 369828"/>
              <a:gd name="connsiteX225" fmla="*/ 1794781 w 2906005"/>
              <a:gd name="connsiteY225" fmla="*/ 238244 h 369828"/>
              <a:gd name="connsiteX226" fmla="*/ 1794846 w 2906005"/>
              <a:gd name="connsiteY226" fmla="*/ 238244 h 369828"/>
              <a:gd name="connsiteX227" fmla="*/ 1811205 w 2906005"/>
              <a:gd name="connsiteY227" fmla="*/ 234122 h 369828"/>
              <a:gd name="connsiteX228" fmla="*/ 442286 w 2906005"/>
              <a:gd name="connsiteY228" fmla="*/ 234122 h 369828"/>
              <a:gd name="connsiteX229" fmla="*/ 442286 w 2906005"/>
              <a:gd name="connsiteY229" fmla="*/ 258339 h 369828"/>
              <a:gd name="connsiteX230" fmla="*/ 436167 w 2906005"/>
              <a:gd name="connsiteY230" fmla="*/ 258339 h 369828"/>
              <a:gd name="connsiteX231" fmla="*/ 419808 w 2906005"/>
              <a:gd name="connsiteY231" fmla="*/ 263427 h 369828"/>
              <a:gd name="connsiteX232" fmla="*/ 414269 w 2906005"/>
              <a:gd name="connsiteY232" fmla="*/ 281204 h 369828"/>
              <a:gd name="connsiteX233" fmla="*/ 414269 w 2906005"/>
              <a:gd name="connsiteY233" fmla="*/ 326611 h 369828"/>
              <a:gd name="connsiteX234" fmla="*/ 391211 w 2906005"/>
              <a:gd name="connsiteY234" fmla="*/ 326611 h 369828"/>
              <a:gd name="connsiteX235" fmla="*/ 391211 w 2906005"/>
              <a:gd name="connsiteY235" fmla="*/ 235410 h 369828"/>
              <a:gd name="connsiteX236" fmla="*/ 414269 w 2906005"/>
              <a:gd name="connsiteY236" fmla="*/ 235410 h 369828"/>
              <a:gd name="connsiteX237" fmla="*/ 414269 w 2906005"/>
              <a:gd name="connsiteY237" fmla="*/ 249580 h 369828"/>
              <a:gd name="connsiteX238" fmla="*/ 425862 w 2906005"/>
              <a:gd name="connsiteY238" fmla="*/ 238244 h 369828"/>
              <a:gd name="connsiteX239" fmla="*/ 425927 w 2906005"/>
              <a:gd name="connsiteY239" fmla="*/ 238244 h 369828"/>
              <a:gd name="connsiteX240" fmla="*/ 442286 w 2906005"/>
              <a:gd name="connsiteY240" fmla="*/ 234122 h 369828"/>
              <a:gd name="connsiteX241" fmla="*/ 2635042 w 2906005"/>
              <a:gd name="connsiteY241" fmla="*/ 233993 h 369828"/>
              <a:gd name="connsiteX242" fmla="*/ 2658358 w 2906005"/>
              <a:gd name="connsiteY242" fmla="*/ 239596 h 369828"/>
              <a:gd name="connsiteX243" fmla="*/ 2674331 w 2906005"/>
              <a:gd name="connsiteY243" fmla="*/ 255505 h 369828"/>
              <a:gd name="connsiteX244" fmla="*/ 2679999 w 2906005"/>
              <a:gd name="connsiteY244" fmla="*/ 279143 h 369828"/>
              <a:gd name="connsiteX245" fmla="*/ 2679355 w 2906005"/>
              <a:gd name="connsiteY245" fmla="*/ 288031 h 369828"/>
              <a:gd name="connsiteX246" fmla="*/ 2679355 w 2906005"/>
              <a:gd name="connsiteY246" fmla="*/ 287967 h 369828"/>
              <a:gd name="connsiteX247" fmla="*/ 2612693 w 2906005"/>
              <a:gd name="connsiteY247" fmla="*/ 287967 h 369828"/>
              <a:gd name="connsiteX248" fmla="*/ 2619585 w 2906005"/>
              <a:gd name="connsiteY248" fmla="*/ 303424 h 369828"/>
              <a:gd name="connsiteX249" fmla="*/ 2634592 w 2906005"/>
              <a:gd name="connsiteY249" fmla="*/ 309028 h 369828"/>
              <a:gd name="connsiteX250" fmla="*/ 2652883 w 2906005"/>
              <a:gd name="connsiteY250" fmla="*/ 298014 h 369828"/>
              <a:gd name="connsiteX251" fmla="*/ 2677745 w 2906005"/>
              <a:gd name="connsiteY251" fmla="*/ 298014 h 369828"/>
              <a:gd name="connsiteX252" fmla="*/ 2662609 w 2906005"/>
              <a:gd name="connsiteY252" fmla="*/ 319655 h 369828"/>
              <a:gd name="connsiteX253" fmla="*/ 2635107 w 2906005"/>
              <a:gd name="connsiteY253" fmla="*/ 328157 h 369828"/>
              <a:gd name="connsiteX254" fmla="*/ 2611469 w 2906005"/>
              <a:gd name="connsiteY254" fmla="*/ 322296 h 369828"/>
              <a:gd name="connsiteX255" fmla="*/ 2595174 w 2906005"/>
              <a:gd name="connsiteY255" fmla="*/ 305743 h 369828"/>
              <a:gd name="connsiteX256" fmla="*/ 2589313 w 2906005"/>
              <a:gd name="connsiteY256" fmla="*/ 281075 h 369828"/>
              <a:gd name="connsiteX257" fmla="*/ 2595045 w 2906005"/>
              <a:gd name="connsiteY257" fmla="*/ 256214 h 369828"/>
              <a:gd name="connsiteX258" fmla="*/ 2611147 w 2906005"/>
              <a:gd name="connsiteY258" fmla="*/ 239725 h 369828"/>
              <a:gd name="connsiteX259" fmla="*/ 2635042 w 2906005"/>
              <a:gd name="connsiteY259" fmla="*/ 233993 h 369828"/>
              <a:gd name="connsiteX260" fmla="*/ 2069157 w 2906005"/>
              <a:gd name="connsiteY260" fmla="*/ 233993 h 369828"/>
              <a:gd name="connsiteX261" fmla="*/ 2093052 w 2906005"/>
              <a:gd name="connsiteY261" fmla="*/ 239854 h 369828"/>
              <a:gd name="connsiteX262" fmla="*/ 2109927 w 2906005"/>
              <a:gd name="connsiteY262" fmla="*/ 256407 h 369828"/>
              <a:gd name="connsiteX263" fmla="*/ 2116110 w 2906005"/>
              <a:gd name="connsiteY263" fmla="*/ 281075 h 369828"/>
              <a:gd name="connsiteX264" fmla="*/ 2109798 w 2906005"/>
              <a:gd name="connsiteY264" fmla="*/ 305743 h 369828"/>
              <a:gd name="connsiteX265" fmla="*/ 2092666 w 2906005"/>
              <a:gd name="connsiteY265" fmla="*/ 322296 h 369828"/>
              <a:gd name="connsiteX266" fmla="*/ 2068578 w 2906005"/>
              <a:gd name="connsiteY266" fmla="*/ 328157 h 369828"/>
              <a:gd name="connsiteX267" fmla="*/ 2044875 w 2906005"/>
              <a:gd name="connsiteY267" fmla="*/ 322296 h 369828"/>
              <a:gd name="connsiteX268" fmla="*/ 2044747 w 2906005"/>
              <a:gd name="connsiteY268" fmla="*/ 322296 h 369828"/>
              <a:gd name="connsiteX269" fmla="*/ 2028194 w 2906005"/>
              <a:gd name="connsiteY269" fmla="*/ 305743 h 369828"/>
              <a:gd name="connsiteX270" fmla="*/ 2022204 w 2906005"/>
              <a:gd name="connsiteY270" fmla="*/ 281075 h 369828"/>
              <a:gd name="connsiteX271" fmla="*/ 2028387 w 2906005"/>
              <a:gd name="connsiteY271" fmla="*/ 256407 h 369828"/>
              <a:gd name="connsiteX272" fmla="*/ 2045262 w 2906005"/>
              <a:gd name="connsiteY272" fmla="*/ 239854 h 369828"/>
              <a:gd name="connsiteX273" fmla="*/ 2069157 w 2906005"/>
              <a:gd name="connsiteY273" fmla="*/ 233993 h 369828"/>
              <a:gd name="connsiteX274" fmla="*/ 1971516 w 2906005"/>
              <a:gd name="connsiteY274" fmla="*/ 233993 h 369828"/>
              <a:gd name="connsiteX275" fmla="*/ 1997536 w 2906005"/>
              <a:gd name="connsiteY275" fmla="*/ 242173 h 369828"/>
              <a:gd name="connsiteX276" fmla="*/ 2008228 w 2906005"/>
              <a:gd name="connsiteY276" fmla="*/ 264136 h 369828"/>
              <a:gd name="connsiteX277" fmla="*/ 1986201 w 2906005"/>
              <a:gd name="connsiteY277" fmla="*/ 264136 h 369828"/>
              <a:gd name="connsiteX278" fmla="*/ 1981692 w 2906005"/>
              <a:gd name="connsiteY278" fmla="*/ 255505 h 369828"/>
              <a:gd name="connsiteX279" fmla="*/ 1970936 w 2906005"/>
              <a:gd name="connsiteY279" fmla="*/ 252285 h 369828"/>
              <a:gd name="connsiteX280" fmla="*/ 1961275 w 2906005"/>
              <a:gd name="connsiteY280" fmla="*/ 254603 h 369828"/>
              <a:gd name="connsiteX281" fmla="*/ 1957926 w 2906005"/>
              <a:gd name="connsiteY281" fmla="*/ 261044 h 369828"/>
              <a:gd name="connsiteX282" fmla="*/ 1962563 w 2906005"/>
              <a:gd name="connsiteY282" fmla="*/ 268065 h 369828"/>
              <a:gd name="connsiteX283" fmla="*/ 1976861 w 2906005"/>
              <a:gd name="connsiteY283" fmla="*/ 272895 h 369828"/>
              <a:gd name="connsiteX284" fmla="*/ 1993157 w 2906005"/>
              <a:gd name="connsiteY284" fmla="*/ 277983 h 369828"/>
              <a:gd name="connsiteX285" fmla="*/ 2004299 w 2906005"/>
              <a:gd name="connsiteY285" fmla="*/ 286163 h 369828"/>
              <a:gd name="connsiteX286" fmla="*/ 2009130 w 2906005"/>
              <a:gd name="connsiteY286" fmla="*/ 300719 h 369828"/>
              <a:gd name="connsiteX287" fmla="*/ 2004750 w 2906005"/>
              <a:gd name="connsiteY287" fmla="*/ 314889 h 369828"/>
              <a:gd name="connsiteX288" fmla="*/ 1992255 w 2906005"/>
              <a:gd name="connsiteY288" fmla="*/ 324679 h 369828"/>
              <a:gd name="connsiteX289" fmla="*/ 1973255 w 2906005"/>
              <a:gd name="connsiteY289" fmla="*/ 328221 h 369828"/>
              <a:gd name="connsiteX290" fmla="*/ 1953159 w 2906005"/>
              <a:gd name="connsiteY290" fmla="*/ 324164 h 369828"/>
              <a:gd name="connsiteX291" fmla="*/ 1953095 w 2906005"/>
              <a:gd name="connsiteY291" fmla="*/ 324099 h 369828"/>
              <a:gd name="connsiteX292" fmla="*/ 1938990 w 2906005"/>
              <a:gd name="connsiteY292" fmla="*/ 313150 h 369828"/>
              <a:gd name="connsiteX293" fmla="*/ 1933322 w 2906005"/>
              <a:gd name="connsiteY293" fmla="*/ 297821 h 369828"/>
              <a:gd name="connsiteX294" fmla="*/ 1956509 w 2906005"/>
              <a:gd name="connsiteY294" fmla="*/ 297821 h 369828"/>
              <a:gd name="connsiteX295" fmla="*/ 1961661 w 2906005"/>
              <a:gd name="connsiteY295" fmla="*/ 306516 h 369828"/>
              <a:gd name="connsiteX296" fmla="*/ 1972933 w 2906005"/>
              <a:gd name="connsiteY296" fmla="*/ 309994 h 369828"/>
              <a:gd name="connsiteX297" fmla="*/ 1983238 w 2906005"/>
              <a:gd name="connsiteY297" fmla="*/ 307353 h 369828"/>
              <a:gd name="connsiteX298" fmla="*/ 1986973 w 2906005"/>
              <a:gd name="connsiteY298" fmla="*/ 300590 h 369828"/>
              <a:gd name="connsiteX299" fmla="*/ 1982465 w 2906005"/>
              <a:gd name="connsiteY299" fmla="*/ 293892 h 369828"/>
              <a:gd name="connsiteX300" fmla="*/ 1968038 w 2906005"/>
              <a:gd name="connsiteY300" fmla="*/ 289061 h 369828"/>
              <a:gd name="connsiteX301" fmla="*/ 1951356 w 2906005"/>
              <a:gd name="connsiteY301" fmla="*/ 283973 h 369828"/>
              <a:gd name="connsiteX302" fmla="*/ 1940149 w 2906005"/>
              <a:gd name="connsiteY302" fmla="*/ 275922 h 369828"/>
              <a:gd name="connsiteX303" fmla="*/ 1935447 w 2906005"/>
              <a:gd name="connsiteY303" fmla="*/ 261302 h 369828"/>
              <a:gd name="connsiteX304" fmla="*/ 1939827 w 2906005"/>
              <a:gd name="connsiteY304" fmla="*/ 247454 h 369828"/>
              <a:gd name="connsiteX305" fmla="*/ 1952322 w 2906005"/>
              <a:gd name="connsiteY305" fmla="*/ 237600 h 369828"/>
              <a:gd name="connsiteX306" fmla="*/ 1971516 w 2906005"/>
              <a:gd name="connsiteY306" fmla="*/ 233993 h 369828"/>
              <a:gd name="connsiteX307" fmla="*/ 1684258 w 2906005"/>
              <a:gd name="connsiteY307" fmla="*/ 233993 h 369828"/>
              <a:gd name="connsiteX308" fmla="*/ 1702099 w 2906005"/>
              <a:gd name="connsiteY308" fmla="*/ 238115 h 369828"/>
              <a:gd name="connsiteX309" fmla="*/ 1714337 w 2906005"/>
              <a:gd name="connsiteY309" fmla="*/ 248485 h 369828"/>
              <a:gd name="connsiteX310" fmla="*/ 1714337 w 2906005"/>
              <a:gd name="connsiteY310" fmla="*/ 235474 h 369828"/>
              <a:gd name="connsiteX311" fmla="*/ 1737523 w 2906005"/>
              <a:gd name="connsiteY311" fmla="*/ 235474 h 369828"/>
              <a:gd name="connsiteX312" fmla="*/ 1737523 w 2906005"/>
              <a:gd name="connsiteY312" fmla="*/ 326676 h 369828"/>
              <a:gd name="connsiteX313" fmla="*/ 1714337 w 2906005"/>
              <a:gd name="connsiteY313" fmla="*/ 326676 h 369828"/>
              <a:gd name="connsiteX314" fmla="*/ 1714337 w 2906005"/>
              <a:gd name="connsiteY314" fmla="*/ 313343 h 369828"/>
              <a:gd name="connsiteX315" fmla="*/ 1702099 w 2906005"/>
              <a:gd name="connsiteY315" fmla="*/ 323970 h 369828"/>
              <a:gd name="connsiteX316" fmla="*/ 1684065 w 2906005"/>
              <a:gd name="connsiteY316" fmla="*/ 328157 h 369828"/>
              <a:gd name="connsiteX317" fmla="*/ 1663068 w 2906005"/>
              <a:gd name="connsiteY317" fmla="*/ 322231 h 369828"/>
              <a:gd name="connsiteX318" fmla="*/ 1648061 w 2906005"/>
              <a:gd name="connsiteY318" fmla="*/ 305550 h 369828"/>
              <a:gd name="connsiteX319" fmla="*/ 1642522 w 2906005"/>
              <a:gd name="connsiteY319" fmla="*/ 280753 h 369828"/>
              <a:gd name="connsiteX320" fmla="*/ 1648061 w 2906005"/>
              <a:gd name="connsiteY320" fmla="*/ 256214 h 369828"/>
              <a:gd name="connsiteX321" fmla="*/ 1648125 w 2906005"/>
              <a:gd name="connsiteY321" fmla="*/ 256214 h 369828"/>
              <a:gd name="connsiteX322" fmla="*/ 1663132 w 2906005"/>
              <a:gd name="connsiteY322" fmla="*/ 239725 h 369828"/>
              <a:gd name="connsiteX323" fmla="*/ 1684258 w 2906005"/>
              <a:gd name="connsiteY323" fmla="*/ 233993 h 369828"/>
              <a:gd name="connsiteX324" fmla="*/ 1470102 w 2906005"/>
              <a:gd name="connsiteY324" fmla="*/ 233993 h 369828"/>
              <a:gd name="connsiteX325" fmla="*/ 1487943 w 2906005"/>
              <a:gd name="connsiteY325" fmla="*/ 238115 h 369828"/>
              <a:gd name="connsiteX326" fmla="*/ 1500180 w 2906005"/>
              <a:gd name="connsiteY326" fmla="*/ 248485 h 369828"/>
              <a:gd name="connsiteX327" fmla="*/ 1500180 w 2906005"/>
              <a:gd name="connsiteY327" fmla="*/ 235474 h 369828"/>
              <a:gd name="connsiteX328" fmla="*/ 1523367 w 2906005"/>
              <a:gd name="connsiteY328" fmla="*/ 235474 h 369828"/>
              <a:gd name="connsiteX329" fmla="*/ 1523367 w 2906005"/>
              <a:gd name="connsiteY329" fmla="*/ 326676 h 369828"/>
              <a:gd name="connsiteX330" fmla="*/ 1500180 w 2906005"/>
              <a:gd name="connsiteY330" fmla="*/ 326676 h 369828"/>
              <a:gd name="connsiteX331" fmla="*/ 1500180 w 2906005"/>
              <a:gd name="connsiteY331" fmla="*/ 313343 h 369828"/>
              <a:gd name="connsiteX332" fmla="*/ 1487943 w 2906005"/>
              <a:gd name="connsiteY332" fmla="*/ 323970 h 369828"/>
              <a:gd name="connsiteX333" fmla="*/ 1469909 w 2906005"/>
              <a:gd name="connsiteY333" fmla="*/ 328157 h 369828"/>
              <a:gd name="connsiteX334" fmla="*/ 1448912 w 2906005"/>
              <a:gd name="connsiteY334" fmla="*/ 322231 h 369828"/>
              <a:gd name="connsiteX335" fmla="*/ 1433905 w 2906005"/>
              <a:gd name="connsiteY335" fmla="*/ 305550 h 369828"/>
              <a:gd name="connsiteX336" fmla="*/ 1428366 w 2906005"/>
              <a:gd name="connsiteY336" fmla="*/ 280753 h 369828"/>
              <a:gd name="connsiteX337" fmla="*/ 1433905 w 2906005"/>
              <a:gd name="connsiteY337" fmla="*/ 256214 h 369828"/>
              <a:gd name="connsiteX338" fmla="*/ 1433969 w 2906005"/>
              <a:gd name="connsiteY338" fmla="*/ 256214 h 369828"/>
              <a:gd name="connsiteX339" fmla="*/ 1448976 w 2906005"/>
              <a:gd name="connsiteY339" fmla="*/ 239725 h 369828"/>
              <a:gd name="connsiteX340" fmla="*/ 1470102 w 2906005"/>
              <a:gd name="connsiteY340" fmla="*/ 233993 h 369828"/>
              <a:gd name="connsiteX341" fmla="*/ 1240168 w 2906005"/>
              <a:gd name="connsiteY341" fmla="*/ 233993 h 369828"/>
              <a:gd name="connsiteX342" fmla="*/ 1266188 w 2906005"/>
              <a:gd name="connsiteY342" fmla="*/ 242173 h 369828"/>
              <a:gd name="connsiteX343" fmla="*/ 1276880 w 2906005"/>
              <a:gd name="connsiteY343" fmla="*/ 264136 h 369828"/>
              <a:gd name="connsiteX344" fmla="*/ 1254853 w 2906005"/>
              <a:gd name="connsiteY344" fmla="*/ 264136 h 369828"/>
              <a:gd name="connsiteX345" fmla="*/ 1250344 w 2906005"/>
              <a:gd name="connsiteY345" fmla="*/ 255505 h 369828"/>
              <a:gd name="connsiteX346" fmla="*/ 1239588 w 2906005"/>
              <a:gd name="connsiteY346" fmla="*/ 252285 h 369828"/>
              <a:gd name="connsiteX347" fmla="*/ 1229927 w 2906005"/>
              <a:gd name="connsiteY347" fmla="*/ 254603 h 369828"/>
              <a:gd name="connsiteX348" fmla="*/ 1226578 w 2906005"/>
              <a:gd name="connsiteY348" fmla="*/ 261044 h 369828"/>
              <a:gd name="connsiteX349" fmla="*/ 1231215 w 2906005"/>
              <a:gd name="connsiteY349" fmla="*/ 268065 h 369828"/>
              <a:gd name="connsiteX350" fmla="*/ 1245514 w 2906005"/>
              <a:gd name="connsiteY350" fmla="*/ 272895 h 369828"/>
              <a:gd name="connsiteX351" fmla="*/ 1261809 w 2906005"/>
              <a:gd name="connsiteY351" fmla="*/ 277983 h 369828"/>
              <a:gd name="connsiteX352" fmla="*/ 1272951 w 2906005"/>
              <a:gd name="connsiteY352" fmla="*/ 286163 h 369828"/>
              <a:gd name="connsiteX353" fmla="*/ 1277782 w 2906005"/>
              <a:gd name="connsiteY353" fmla="*/ 300719 h 369828"/>
              <a:gd name="connsiteX354" fmla="*/ 1273402 w 2906005"/>
              <a:gd name="connsiteY354" fmla="*/ 314889 h 369828"/>
              <a:gd name="connsiteX355" fmla="*/ 1260907 w 2906005"/>
              <a:gd name="connsiteY355" fmla="*/ 324679 h 369828"/>
              <a:gd name="connsiteX356" fmla="*/ 1241907 w 2906005"/>
              <a:gd name="connsiteY356" fmla="*/ 328221 h 369828"/>
              <a:gd name="connsiteX357" fmla="*/ 1221812 w 2906005"/>
              <a:gd name="connsiteY357" fmla="*/ 324164 h 369828"/>
              <a:gd name="connsiteX358" fmla="*/ 1221747 w 2906005"/>
              <a:gd name="connsiteY358" fmla="*/ 324099 h 369828"/>
              <a:gd name="connsiteX359" fmla="*/ 1207642 w 2906005"/>
              <a:gd name="connsiteY359" fmla="*/ 313150 h 369828"/>
              <a:gd name="connsiteX360" fmla="*/ 1201974 w 2906005"/>
              <a:gd name="connsiteY360" fmla="*/ 297821 h 369828"/>
              <a:gd name="connsiteX361" fmla="*/ 1225161 w 2906005"/>
              <a:gd name="connsiteY361" fmla="*/ 297821 h 369828"/>
              <a:gd name="connsiteX362" fmla="*/ 1230313 w 2906005"/>
              <a:gd name="connsiteY362" fmla="*/ 306516 h 369828"/>
              <a:gd name="connsiteX363" fmla="*/ 1241585 w 2906005"/>
              <a:gd name="connsiteY363" fmla="*/ 309994 h 369828"/>
              <a:gd name="connsiteX364" fmla="*/ 1251890 w 2906005"/>
              <a:gd name="connsiteY364" fmla="*/ 307353 h 369828"/>
              <a:gd name="connsiteX365" fmla="*/ 1255626 w 2906005"/>
              <a:gd name="connsiteY365" fmla="*/ 300590 h 369828"/>
              <a:gd name="connsiteX366" fmla="*/ 1251117 w 2906005"/>
              <a:gd name="connsiteY366" fmla="*/ 293892 h 369828"/>
              <a:gd name="connsiteX367" fmla="*/ 1236690 w 2906005"/>
              <a:gd name="connsiteY367" fmla="*/ 289061 h 369828"/>
              <a:gd name="connsiteX368" fmla="*/ 1220008 w 2906005"/>
              <a:gd name="connsiteY368" fmla="*/ 283973 h 369828"/>
              <a:gd name="connsiteX369" fmla="*/ 1208801 w 2906005"/>
              <a:gd name="connsiteY369" fmla="*/ 275922 h 369828"/>
              <a:gd name="connsiteX370" fmla="*/ 1204099 w 2906005"/>
              <a:gd name="connsiteY370" fmla="*/ 261302 h 369828"/>
              <a:gd name="connsiteX371" fmla="*/ 1208479 w 2906005"/>
              <a:gd name="connsiteY371" fmla="*/ 247454 h 369828"/>
              <a:gd name="connsiteX372" fmla="*/ 1220974 w 2906005"/>
              <a:gd name="connsiteY372" fmla="*/ 237600 h 369828"/>
              <a:gd name="connsiteX373" fmla="*/ 1240168 w 2906005"/>
              <a:gd name="connsiteY373" fmla="*/ 233993 h 369828"/>
              <a:gd name="connsiteX374" fmla="*/ 910594 w 2906005"/>
              <a:gd name="connsiteY374" fmla="*/ 233993 h 369828"/>
              <a:gd name="connsiteX375" fmla="*/ 928435 w 2906005"/>
              <a:gd name="connsiteY375" fmla="*/ 238115 h 369828"/>
              <a:gd name="connsiteX376" fmla="*/ 940673 w 2906005"/>
              <a:gd name="connsiteY376" fmla="*/ 248485 h 369828"/>
              <a:gd name="connsiteX377" fmla="*/ 940673 w 2906005"/>
              <a:gd name="connsiteY377" fmla="*/ 235474 h 369828"/>
              <a:gd name="connsiteX378" fmla="*/ 963859 w 2906005"/>
              <a:gd name="connsiteY378" fmla="*/ 235474 h 369828"/>
              <a:gd name="connsiteX379" fmla="*/ 963859 w 2906005"/>
              <a:gd name="connsiteY379" fmla="*/ 326675 h 369828"/>
              <a:gd name="connsiteX380" fmla="*/ 940673 w 2906005"/>
              <a:gd name="connsiteY380" fmla="*/ 326675 h 369828"/>
              <a:gd name="connsiteX381" fmla="*/ 940673 w 2906005"/>
              <a:gd name="connsiteY381" fmla="*/ 313343 h 369828"/>
              <a:gd name="connsiteX382" fmla="*/ 928435 w 2906005"/>
              <a:gd name="connsiteY382" fmla="*/ 323970 h 369828"/>
              <a:gd name="connsiteX383" fmla="*/ 910401 w 2906005"/>
              <a:gd name="connsiteY383" fmla="*/ 328157 h 369828"/>
              <a:gd name="connsiteX384" fmla="*/ 889404 w 2906005"/>
              <a:gd name="connsiteY384" fmla="*/ 322231 h 369828"/>
              <a:gd name="connsiteX385" fmla="*/ 874397 w 2906005"/>
              <a:gd name="connsiteY385" fmla="*/ 305550 h 369828"/>
              <a:gd name="connsiteX386" fmla="*/ 868858 w 2906005"/>
              <a:gd name="connsiteY386" fmla="*/ 280753 h 369828"/>
              <a:gd name="connsiteX387" fmla="*/ 874397 w 2906005"/>
              <a:gd name="connsiteY387" fmla="*/ 256214 h 369828"/>
              <a:gd name="connsiteX388" fmla="*/ 874462 w 2906005"/>
              <a:gd name="connsiteY388" fmla="*/ 256214 h 369828"/>
              <a:gd name="connsiteX389" fmla="*/ 889469 w 2906005"/>
              <a:gd name="connsiteY389" fmla="*/ 239725 h 369828"/>
              <a:gd name="connsiteX390" fmla="*/ 910594 w 2906005"/>
              <a:gd name="connsiteY390" fmla="*/ 233993 h 369828"/>
              <a:gd name="connsiteX391" fmla="*/ 493490 w 2906005"/>
              <a:gd name="connsiteY391" fmla="*/ 233993 h 369828"/>
              <a:gd name="connsiteX392" fmla="*/ 511331 w 2906005"/>
              <a:gd name="connsiteY392" fmla="*/ 238115 h 369828"/>
              <a:gd name="connsiteX393" fmla="*/ 523568 w 2906005"/>
              <a:gd name="connsiteY393" fmla="*/ 248485 h 369828"/>
              <a:gd name="connsiteX394" fmla="*/ 523568 w 2906005"/>
              <a:gd name="connsiteY394" fmla="*/ 235474 h 369828"/>
              <a:gd name="connsiteX395" fmla="*/ 546755 w 2906005"/>
              <a:gd name="connsiteY395" fmla="*/ 235474 h 369828"/>
              <a:gd name="connsiteX396" fmla="*/ 546755 w 2906005"/>
              <a:gd name="connsiteY396" fmla="*/ 326675 h 369828"/>
              <a:gd name="connsiteX397" fmla="*/ 523568 w 2906005"/>
              <a:gd name="connsiteY397" fmla="*/ 326675 h 369828"/>
              <a:gd name="connsiteX398" fmla="*/ 523568 w 2906005"/>
              <a:gd name="connsiteY398" fmla="*/ 313343 h 369828"/>
              <a:gd name="connsiteX399" fmla="*/ 511331 w 2906005"/>
              <a:gd name="connsiteY399" fmla="*/ 323970 h 369828"/>
              <a:gd name="connsiteX400" fmla="*/ 493297 w 2906005"/>
              <a:gd name="connsiteY400" fmla="*/ 328157 h 369828"/>
              <a:gd name="connsiteX401" fmla="*/ 472300 w 2906005"/>
              <a:gd name="connsiteY401" fmla="*/ 322231 h 369828"/>
              <a:gd name="connsiteX402" fmla="*/ 457293 w 2906005"/>
              <a:gd name="connsiteY402" fmla="*/ 305550 h 369828"/>
              <a:gd name="connsiteX403" fmla="*/ 451754 w 2906005"/>
              <a:gd name="connsiteY403" fmla="*/ 280753 h 369828"/>
              <a:gd name="connsiteX404" fmla="*/ 457293 w 2906005"/>
              <a:gd name="connsiteY404" fmla="*/ 256214 h 369828"/>
              <a:gd name="connsiteX405" fmla="*/ 457357 w 2906005"/>
              <a:gd name="connsiteY405" fmla="*/ 256214 h 369828"/>
              <a:gd name="connsiteX406" fmla="*/ 472364 w 2906005"/>
              <a:gd name="connsiteY406" fmla="*/ 239725 h 369828"/>
              <a:gd name="connsiteX407" fmla="*/ 493490 w 2906005"/>
              <a:gd name="connsiteY407" fmla="*/ 233993 h 369828"/>
              <a:gd name="connsiteX408" fmla="*/ 270963 w 2906005"/>
              <a:gd name="connsiteY408" fmla="*/ 233993 h 369828"/>
              <a:gd name="connsiteX409" fmla="*/ 296983 w 2906005"/>
              <a:gd name="connsiteY409" fmla="*/ 242173 h 369828"/>
              <a:gd name="connsiteX410" fmla="*/ 307675 w 2906005"/>
              <a:gd name="connsiteY410" fmla="*/ 264136 h 369828"/>
              <a:gd name="connsiteX411" fmla="*/ 285648 w 2906005"/>
              <a:gd name="connsiteY411" fmla="*/ 264136 h 369828"/>
              <a:gd name="connsiteX412" fmla="*/ 281139 w 2906005"/>
              <a:gd name="connsiteY412" fmla="*/ 255505 h 369828"/>
              <a:gd name="connsiteX413" fmla="*/ 270383 w 2906005"/>
              <a:gd name="connsiteY413" fmla="*/ 252285 h 369828"/>
              <a:gd name="connsiteX414" fmla="*/ 260722 w 2906005"/>
              <a:gd name="connsiteY414" fmla="*/ 254603 h 369828"/>
              <a:gd name="connsiteX415" fmla="*/ 257373 w 2906005"/>
              <a:gd name="connsiteY415" fmla="*/ 261044 h 369828"/>
              <a:gd name="connsiteX416" fmla="*/ 262010 w 2906005"/>
              <a:gd name="connsiteY416" fmla="*/ 268065 h 369828"/>
              <a:gd name="connsiteX417" fmla="*/ 276309 w 2906005"/>
              <a:gd name="connsiteY417" fmla="*/ 272895 h 369828"/>
              <a:gd name="connsiteX418" fmla="*/ 292604 w 2906005"/>
              <a:gd name="connsiteY418" fmla="*/ 277983 h 369828"/>
              <a:gd name="connsiteX419" fmla="*/ 303746 w 2906005"/>
              <a:gd name="connsiteY419" fmla="*/ 286163 h 369828"/>
              <a:gd name="connsiteX420" fmla="*/ 308577 w 2906005"/>
              <a:gd name="connsiteY420" fmla="*/ 300719 h 369828"/>
              <a:gd name="connsiteX421" fmla="*/ 304197 w 2906005"/>
              <a:gd name="connsiteY421" fmla="*/ 314889 h 369828"/>
              <a:gd name="connsiteX422" fmla="*/ 291702 w 2906005"/>
              <a:gd name="connsiteY422" fmla="*/ 324679 h 369828"/>
              <a:gd name="connsiteX423" fmla="*/ 272702 w 2906005"/>
              <a:gd name="connsiteY423" fmla="*/ 328221 h 369828"/>
              <a:gd name="connsiteX424" fmla="*/ 252607 w 2906005"/>
              <a:gd name="connsiteY424" fmla="*/ 324164 h 369828"/>
              <a:gd name="connsiteX425" fmla="*/ 252542 w 2906005"/>
              <a:gd name="connsiteY425" fmla="*/ 324099 h 369828"/>
              <a:gd name="connsiteX426" fmla="*/ 238437 w 2906005"/>
              <a:gd name="connsiteY426" fmla="*/ 313150 h 369828"/>
              <a:gd name="connsiteX427" fmla="*/ 232769 w 2906005"/>
              <a:gd name="connsiteY427" fmla="*/ 297821 h 369828"/>
              <a:gd name="connsiteX428" fmla="*/ 255956 w 2906005"/>
              <a:gd name="connsiteY428" fmla="*/ 297821 h 369828"/>
              <a:gd name="connsiteX429" fmla="*/ 261108 w 2906005"/>
              <a:gd name="connsiteY429" fmla="*/ 306516 h 369828"/>
              <a:gd name="connsiteX430" fmla="*/ 272380 w 2906005"/>
              <a:gd name="connsiteY430" fmla="*/ 309994 h 369828"/>
              <a:gd name="connsiteX431" fmla="*/ 282685 w 2906005"/>
              <a:gd name="connsiteY431" fmla="*/ 307353 h 369828"/>
              <a:gd name="connsiteX432" fmla="*/ 286421 w 2906005"/>
              <a:gd name="connsiteY432" fmla="*/ 300590 h 369828"/>
              <a:gd name="connsiteX433" fmla="*/ 281912 w 2906005"/>
              <a:gd name="connsiteY433" fmla="*/ 293892 h 369828"/>
              <a:gd name="connsiteX434" fmla="*/ 267485 w 2906005"/>
              <a:gd name="connsiteY434" fmla="*/ 289061 h 369828"/>
              <a:gd name="connsiteX435" fmla="*/ 250803 w 2906005"/>
              <a:gd name="connsiteY435" fmla="*/ 283973 h 369828"/>
              <a:gd name="connsiteX436" fmla="*/ 239596 w 2906005"/>
              <a:gd name="connsiteY436" fmla="*/ 275922 h 369828"/>
              <a:gd name="connsiteX437" fmla="*/ 234894 w 2906005"/>
              <a:gd name="connsiteY437" fmla="*/ 261302 h 369828"/>
              <a:gd name="connsiteX438" fmla="*/ 239274 w 2906005"/>
              <a:gd name="connsiteY438" fmla="*/ 247454 h 369828"/>
              <a:gd name="connsiteX439" fmla="*/ 251769 w 2906005"/>
              <a:gd name="connsiteY439" fmla="*/ 237600 h 369828"/>
              <a:gd name="connsiteX440" fmla="*/ 270963 w 2906005"/>
              <a:gd name="connsiteY440" fmla="*/ 233993 h 369828"/>
              <a:gd name="connsiteX441" fmla="*/ 161791 w 2906005"/>
              <a:gd name="connsiteY441" fmla="*/ 233993 h 369828"/>
              <a:gd name="connsiteX442" fmla="*/ 179632 w 2906005"/>
              <a:gd name="connsiteY442" fmla="*/ 238115 h 369828"/>
              <a:gd name="connsiteX443" fmla="*/ 191869 w 2906005"/>
              <a:gd name="connsiteY443" fmla="*/ 248485 h 369828"/>
              <a:gd name="connsiteX444" fmla="*/ 191869 w 2906005"/>
              <a:gd name="connsiteY444" fmla="*/ 235474 h 369828"/>
              <a:gd name="connsiteX445" fmla="*/ 215056 w 2906005"/>
              <a:gd name="connsiteY445" fmla="*/ 235474 h 369828"/>
              <a:gd name="connsiteX446" fmla="*/ 215056 w 2906005"/>
              <a:gd name="connsiteY446" fmla="*/ 326676 h 369828"/>
              <a:gd name="connsiteX447" fmla="*/ 191869 w 2906005"/>
              <a:gd name="connsiteY447" fmla="*/ 326676 h 369828"/>
              <a:gd name="connsiteX448" fmla="*/ 191869 w 2906005"/>
              <a:gd name="connsiteY448" fmla="*/ 313343 h 369828"/>
              <a:gd name="connsiteX449" fmla="*/ 179632 w 2906005"/>
              <a:gd name="connsiteY449" fmla="*/ 323970 h 369828"/>
              <a:gd name="connsiteX450" fmla="*/ 161598 w 2906005"/>
              <a:gd name="connsiteY450" fmla="*/ 328157 h 369828"/>
              <a:gd name="connsiteX451" fmla="*/ 140601 w 2906005"/>
              <a:gd name="connsiteY451" fmla="*/ 322231 h 369828"/>
              <a:gd name="connsiteX452" fmla="*/ 125594 w 2906005"/>
              <a:gd name="connsiteY452" fmla="*/ 305550 h 369828"/>
              <a:gd name="connsiteX453" fmla="*/ 120055 w 2906005"/>
              <a:gd name="connsiteY453" fmla="*/ 280753 h 369828"/>
              <a:gd name="connsiteX454" fmla="*/ 125594 w 2906005"/>
              <a:gd name="connsiteY454" fmla="*/ 256214 h 369828"/>
              <a:gd name="connsiteX455" fmla="*/ 125658 w 2906005"/>
              <a:gd name="connsiteY455" fmla="*/ 256214 h 369828"/>
              <a:gd name="connsiteX456" fmla="*/ 140665 w 2906005"/>
              <a:gd name="connsiteY456" fmla="*/ 239725 h 369828"/>
              <a:gd name="connsiteX457" fmla="*/ 161791 w 2906005"/>
              <a:gd name="connsiteY457" fmla="*/ 233993 h 369828"/>
              <a:gd name="connsiteX458" fmla="*/ 2407748 w 2906005"/>
              <a:gd name="connsiteY458" fmla="*/ 233992 h 369828"/>
              <a:gd name="connsiteX459" fmla="*/ 2425589 w 2906005"/>
              <a:gd name="connsiteY459" fmla="*/ 238114 h 369828"/>
              <a:gd name="connsiteX460" fmla="*/ 2437826 w 2906005"/>
              <a:gd name="connsiteY460" fmla="*/ 248484 h 369828"/>
              <a:gd name="connsiteX461" fmla="*/ 2437826 w 2906005"/>
              <a:gd name="connsiteY461" fmla="*/ 235474 h 369828"/>
              <a:gd name="connsiteX462" fmla="*/ 2461013 w 2906005"/>
              <a:gd name="connsiteY462" fmla="*/ 235474 h 369828"/>
              <a:gd name="connsiteX463" fmla="*/ 2461013 w 2906005"/>
              <a:gd name="connsiteY463" fmla="*/ 326675 h 369828"/>
              <a:gd name="connsiteX464" fmla="*/ 2437826 w 2906005"/>
              <a:gd name="connsiteY464" fmla="*/ 326675 h 369828"/>
              <a:gd name="connsiteX465" fmla="*/ 2437826 w 2906005"/>
              <a:gd name="connsiteY465" fmla="*/ 313342 h 369828"/>
              <a:gd name="connsiteX466" fmla="*/ 2425589 w 2906005"/>
              <a:gd name="connsiteY466" fmla="*/ 323970 h 369828"/>
              <a:gd name="connsiteX467" fmla="*/ 2407555 w 2906005"/>
              <a:gd name="connsiteY467" fmla="*/ 328156 h 369828"/>
              <a:gd name="connsiteX468" fmla="*/ 2386558 w 2906005"/>
              <a:gd name="connsiteY468" fmla="*/ 322231 h 369828"/>
              <a:gd name="connsiteX469" fmla="*/ 2371551 w 2906005"/>
              <a:gd name="connsiteY469" fmla="*/ 305549 h 369828"/>
              <a:gd name="connsiteX470" fmla="*/ 2366012 w 2906005"/>
              <a:gd name="connsiteY470" fmla="*/ 280752 h 369828"/>
              <a:gd name="connsiteX471" fmla="*/ 2371551 w 2906005"/>
              <a:gd name="connsiteY471" fmla="*/ 256213 h 369828"/>
              <a:gd name="connsiteX472" fmla="*/ 2371615 w 2906005"/>
              <a:gd name="connsiteY472" fmla="*/ 256213 h 369828"/>
              <a:gd name="connsiteX473" fmla="*/ 2386622 w 2906005"/>
              <a:gd name="connsiteY473" fmla="*/ 239725 h 369828"/>
              <a:gd name="connsiteX474" fmla="*/ 2407748 w 2906005"/>
              <a:gd name="connsiteY474" fmla="*/ 233992 h 369828"/>
              <a:gd name="connsiteX475" fmla="*/ 331055 w 2906005"/>
              <a:gd name="connsiteY475" fmla="*/ 212996 h 369828"/>
              <a:gd name="connsiteX476" fmla="*/ 354242 w 2906005"/>
              <a:gd name="connsiteY476" fmla="*/ 212996 h 369828"/>
              <a:gd name="connsiteX477" fmla="*/ 354242 w 2906005"/>
              <a:gd name="connsiteY477" fmla="*/ 235539 h 369828"/>
              <a:gd name="connsiteX478" fmla="*/ 374659 w 2906005"/>
              <a:gd name="connsiteY478" fmla="*/ 235539 h 369828"/>
              <a:gd name="connsiteX479" fmla="*/ 374659 w 2906005"/>
              <a:gd name="connsiteY479" fmla="*/ 254474 h 369828"/>
              <a:gd name="connsiteX480" fmla="*/ 354242 w 2906005"/>
              <a:gd name="connsiteY480" fmla="*/ 254474 h 369828"/>
              <a:gd name="connsiteX481" fmla="*/ 354242 w 2906005"/>
              <a:gd name="connsiteY481" fmla="*/ 298529 h 369828"/>
              <a:gd name="connsiteX482" fmla="*/ 356496 w 2906005"/>
              <a:gd name="connsiteY482" fmla="*/ 305228 h 369828"/>
              <a:gd name="connsiteX483" fmla="*/ 363967 w 2906005"/>
              <a:gd name="connsiteY483" fmla="*/ 307289 h 369828"/>
              <a:gd name="connsiteX484" fmla="*/ 374659 w 2906005"/>
              <a:gd name="connsiteY484" fmla="*/ 307289 h 369828"/>
              <a:gd name="connsiteX485" fmla="*/ 374659 w 2906005"/>
              <a:gd name="connsiteY485" fmla="*/ 326740 h 369828"/>
              <a:gd name="connsiteX486" fmla="*/ 360167 w 2906005"/>
              <a:gd name="connsiteY486" fmla="*/ 326740 h 369828"/>
              <a:gd name="connsiteX487" fmla="*/ 331055 w 2906005"/>
              <a:gd name="connsiteY487" fmla="*/ 298400 h 369828"/>
              <a:gd name="connsiteX488" fmla="*/ 331055 w 2906005"/>
              <a:gd name="connsiteY488" fmla="*/ 254474 h 369828"/>
              <a:gd name="connsiteX489" fmla="*/ 320170 w 2906005"/>
              <a:gd name="connsiteY489" fmla="*/ 254474 h 369828"/>
              <a:gd name="connsiteX490" fmla="*/ 320170 w 2906005"/>
              <a:gd name="connsiteY490" fmla="*/ 235539 h 369828"/>
              <a:gd name="connsiteX491" fmla="*/ 331055 w 2906005"/>
              <a:gd name="connsiteY491" fmla="*/ 235539 h 369828"/>
              <a:gd name="connsiteX492" fmla="*/ 0 w 2906005"/>
              <a:gd name="connsiteY492" fmla="*/ 211772 h 369828"/>
              <a:gd name="connsiteX493" fmla="*/ 24668 w 2906005"/>
              <a:gd name="connsiteY493" fmla="*/ 211772 h 369828"/>
              <a:gd name="connsiteX494" fmla="*/ 56292 w 2906005"/>
              <a:gd name="connsiteY494" fmla="*/ 303102 h 369828"/>
              <a:gd name="connsiteX495" fmla="*/ 87723 w 2906005"/>
              <a:gd name="connsiteY495" fmla="*/ 211772 h 369828"/>
              <a:gd name="connsiteX496" fmla="*/ 112262 w 2906005"/>
              <a:gd name="connsiteY496" fmla="*/ 211772 h 369828"/>
              <a:gd name="connsiteX497" fmla="*/ 70140 w 2906005"/>
              <a:gd name="connsiteY497" fmla="*/ 326675 h 369828"/>
              <a:gd name="connsiteX498" fmla="*/ 42123 w 2906005"/>
              <a:gd name="connsiteY498" fmla="*/ 326675 h 369828"/>
              <a:gd name="connsiteX499" fmla="*/ 608522 w 2906005"/>
              <a:gd name="connsiteY499" fmla="*/ 211643 h 369828"/>
              <a:gd name="connsiteX500" fmla="*/ 631580 w 2906005"/>
              <a:gd name="connsiteY500" fmla="*/ 211643 h 369828"/>
              <a:gd name="connsiteX501" fmla="*/ 683750 w 2906005"/>
              <a:gd name="connsiteY501" fmla="*/ 290671 h 369828"/>
              <a:gd name="connsiteX502" fmla="*/ 683750 w 2906005"/>
              <a:gd name="connsiteY502" fmla="*/ 211643 h 369828"/>
              <a:gd name="connsiteX503" fmla="*/ 706808 w 2906005"/>
              <a:gd name="connsiteY503" fmla="*/ 211643 h 369828"/>
              <a:gd name="connsiteX504" fmla="*/ 706808 w 2906005"/>
              <a:gd name="connsiteY504" fmla="*/ 326675 h 369828"/>
              <a:gd name="connsiteX505" fmla="*/ 683750 w 2906005"/>
              <a:gd name="connsiteY505" fmla="*/ 326675 h 369828"/>
              <a:gd name="connsiteX506" fmla="*/ 631580 w 2906005"/>
              <a:gd name="connsiteY506" fmla="*/ 247840 h 369828"/>
              <a:gd name="connsiteX507" fmla="*/ 631580 w 2906005"/>
              <a:gd name="connsiteY507" fmla="*/ 326675 h 369828"/>
              <a:gd name="connsiteX508" fmla="*/ 608522 w 2906005"/>
              <a:gd name="connsiteY508" fmla="*/ 326675 h 369828"/>
              <a:gd name="connsiteX509" fmla="*/ 2549316 w 2906005"/>
              <a:gd name="connsiteY509" fmla="*/ 204880 h 369828"/>
              <a:gd name="connsiteX510" fmla="*/ 2572696 w 2906005"/>
              <a:gd name="connsiteY510" fmla="*/ 204880 h 369828"/>
              <a:gd name="connsiteX511" fmla="*/ 2572696 w 2906005"/>
              <a:gd name="connsiteY511" fmla="*/ 326675 h 369828"/>
              <a:gd name="connsiteX512" fmla="*/ 2549316 w 2906005"/>
              <a:gd name="connsiteY512" fmla="*/ 326675 h 369828"/>
              <a:gd name="connsiteX513" fmla="*/ 2549316 w 2906005"/>
              <a:gd name="connsiteY513" fmla="*/ 313149 h 369828"/>
              <a:gd name="connsiteX514" fmla="*/ 2537271 w 2906005"/>
              <a:gd name="connsiteY514" fmla="*/ 324034 h 369828"/>
              <a:gd name="connsiteX515" fmla="*/ 2519302 w 2906005"/>
              <a:gd name="connsiteY515" fmla="*/ 328156 h 369828"/>
              <a:gd name="connsiteX516" fmla="*/ 2498241 w 2906005"/>
              <a:gd name="connsiteY516" fmla="*/ 322231 h 369828"/>
              <a:gd name="connsiteX517" fmla="*/ 2483169 w 2906005"/>
              <a:gd name="connsiteY517" fmla="*/ 305549 h 369828"/>
              <a:gd name="connsiteX518" fmla="*/ 2477630 w 2906005"/>
              <a:gd name="connsiteY518" fmla="*/ 280752 h 369828"/>
              <a:gd name="connsiteX519" fmla="*/ 2483169 w 2906005"/>
              <a:gd name="connsiteY519" fmla="*/ 256213 h 369828"/>
              <a:gd name="connsiteX520" fmla="*/ 2483233 w 2906005"/>
              <a:gd name="connsiteY520" fmla="*/ 256213 h 369828"/>
              <a:gd name="connsiteX521" fmla="*/ 2498305 w 2906005"/>
              <a:gd name="connsiteY521" fmla="*/ 239724 h 369828"/>
              <a:gd name="connsiteX522" fmla="*/ 2519559 w 2906005"/>
              <a:gd name="connsiteY522" fmla="*/ 233992 h 369828"/>
              <a:gd name="connsiteX523" fmla="*/ 2536499 w 2906005"/>
              <a:gd name="connsiteY523" fmla="*/ 237857 h 369828"/>
              <a:gd name="connsiteX524" fmla="*/ 2549316 w 2906005"/>
              <a:gd name="connsiteY524" fmla="*/ 248162 h 369828"/>
              <a:gd name="connsiteX525" fmla="*/ 1892359 w 2906005"/>
              <a:gd name="connsiteY525" fmla="*/ 204880 h 369828"/>
              <a:gd name="connsiteX526" fmla="*/ 1915739 w 2906005"/>
              <a:gd name="connsiteY526" fmla="*/ 204880 h 369828"/>
              <a:gd name="connsiteX527" fmla="*/ 1915739 w 2906005"/>
              <a:gd name="connsiteY527" fmla="*/ 326675 h 369828"/>
              <a:gd name="connsiteX528" fmla="*/ 1892359 w 2906005"/>
              <a:gd name="connsiteY528" fmla="*/ 326675 h 369828"/>
              <a:gd name="connsiteX529" fmla="*/ 1892359 w 2906005"/>
              <a:gd name="connsiteY529" fmla="*/ 313149 h 369828"/>
              <a:gd name="connsiteX530" fmla="*/ 1880314 w 2906005"/>
              <a:gd name="connsiteY530" fmla="*/ 324034 h 369828"/>
              <a:gd name="connsiteX531" fmla="*/ 1862345 w 2906005"/>
              <a:gd name="connsiteY531" fmla="*/ 328156 h 369828"/>
              <a:gd name="connsiteX532" fmla="*/ 1841284 w 2906005"/>
              <a:gd name="connsiteY532" fmla="*/ 322231 h 369828"/>
              <a:gd name="connsiteX533" fmla="*/ 1826212 w 2906005"/>
              <a:gd name="connsiteY533" fmla="*/ 305549 h 369828"/>
              <a:gd name="connsiteX534" fmla="*/ 1820673 w 2906005"/>
              <a:gd name="connsiteY534" fmla="*/ 280752 h 369828"/>
              <a:gd name="connsiteX535" fmla="*/ 1826212 w 2906005"/>
              <a:gd name="connsiteY535" fmla="*/ 256213 h 369828"/>
              <a:gd name="connsiteX536" fmla="*/ 1826276 w 2906005"/>
              <a:gd name="connsiteY536" fmla="*/ 256213 h 369828"/>
              <a:gd name="connsiteX537" fmla="*/ 1841348 w 2906005"/>
              <a:gd name="connsiteY537" fmla="*/ 239724 h 369828"/>
              <a:gd name="connsiteX538" fmla="*/ 1862602 w 2906005"/>
              <a:gd name="connsiteY538" fmla="*/ 233992 h 369828"/>
              <a:gd name="connsiteX539" fmla="*/ 1879542 w 2906005"/>
              <a:gd name="connsiteY539" fmla="*/ 237857 h 369828"/>
              <a:gd name="connsiteX540" fmla="*/ 1892359 w 2906005"/>
              <a:gd name="connsiteY540" fmla="*/ 248162 h 369828"/>
              <a:gd name="connsiteX541" fmla="*/ 1161011 w 2906005"/>
              <a:gd name="connsiteY541" fmla="*/ 204880 h 369828"/>
              <a:gd name="connsiteX542" fmla="*/ 1184391 w 2906005"/>
              <a:gd name="connsiteY542" fmla="*/ 204880 h 369828"/>
              <a:gd name="connsiteX543" fmla="*/ 1184391 w 2906005"/>
              <a:gd name="connsiteY543" fmla="*/ 326675 h 369828"/>
              <a:gd name="connsiteX544" fmla="*/ 1161011 w 2906005"/>
              <a:gd name="connsiteY544" fmla="*/ 326675 h 369828"/>
              <a:gd name="connsiteX545" fmla="*/ 1161011 w 2906005"/>
              <a:gd name="connsiteY545" fmla="*/ 313149 h 369828"/>
              <a:gd name="connsiteX546" fmla="*/ 1148966 w 2906005"/>
              <a:gd name="connsiteY546" fmla="*/ 324034 h 369828"/>
              <a:gd name="connsiteX547" fmla="*/ 1130997 w 2906005"/>
              <a:gd name="connsiteY547" fmla="*/ 328156 h 369828"/>
              <a:gd name="connsiteX548" fmla="*/ 1109935 w 2906005"/>
              <a:gd name="connsiteY548" fmla="*/ 322231 h 369828"/>
              <a:gd name="connsiteX549" fmla="*/ 1094864 w 2906005"/>
              <a:gd name="connsiteY549" fmla="*/ 305549 h 369828"/>
              <a:gd name="connsiteX550" fmla="*/ 1089325 w 2906005"/>
              <a:gd name="connsiteY550" fmla="*/ 280752 h 369828"/>
              <a:gd name="connsiteX551" fmla="*/ 1094864 w 2906005"/>
              <a:gd name="connsiteY551" fmla="*/ 256213 h 369828"/>
              <a:gd name="connsiteX552" fmla="*/ 1094928 w 2906005"/>
              <a:gd name="connsiteY552" fmla="*/ 256213 h 369828"/>
              <a:gd name="connsiteX553" fmla="*/ 1110000 w 2906005"/>
              <a:gd name="connsiteY553" fmla="*/ 239724 h 369828"/>
              <a:gd name="connsiteX554" fmla="*/ 1131254 w 2906005"/>
              <a:gd name="connsiteY554" fmla="*/ 233992 h 369828"/>
              <a:gd name="connsiteX555" fmla="*/ 1148194 w 2906005"/>
              <a:gd name="connsiteY555" fmla="*/ 237857 h 369828"/>
              <a:gd name="connsiteX556" fmla="*/ 1161011 w 2906005"/>
              <a:gd name="connsiteY556" fmla="*/ 248162 h 369828"/>
              <a:gd name="connsiteX557" fmla="*/ 1545975 w 2906005"/>
              <a:gd name="connsiteY557" fmla="*/ 204816 h 369828"/>
              <a:gd name="connsiteX558" fmla="*/ 1569033 w 2906005"/>
              <a:gd name="connsiteY558" fmla="*/ 204816 h 369828"/>
              <a:gd name="connsiteX559" fmla="*/ 1569033 w 2906005"/>
              <a:gd name="connsiteY559" fmla="*/ 326611 h 369828"/>
              <a:gd name="connsiteX560" fmla="*/ 1545975 w 2906005"/>
              <a:gd name="connsiteY560" fmla="*/ 326611 h 369828"/>
              <a:gd name="connsiteX561" fmla="*/ 829118 w 2906005"/>
              <a:gd name="connsiteY561" fmla="*/ 204816 h 369828"/>
              <a:gd name="connsiteX562" fmla="*/ 852176 w 2906005"/>
              <a:gd name="connsiteY562" fmla="*/ 204816 h 369828"/>
              <a:gd name="connsiteX563" fmla="*/ 852176 w 2906005"/>
              <a:gd name="connsiteY563" fmla="*/ 326611 h 369828"/>
              <a:gd name="connsiteX564" fmla="*/ 829118 w 2906005"/>
              <a:gd name="connsiteY564" fmla="*/ 326611 h 369828"/>
              <a:gd name="connsiteX565" fmla="*/ 1708475 w 2906005"/>
              <a:gd name="connsiteY565" fmla="*/ 202691 h 369828"/>
              <a:gd name="connsiteX566" fmla="*/ 1716269 w 2906005"/>
              <a:gd name="connsiteY566" fmla="*/ 205911 h 369828"/>
              <a:gd name="connsiteX567" fmla="*/ 1719489 w 2906005"/>
              <a:gd name="connsiteY567" fmla="*/ 213705 h 369828"/>
              <a:gd name="connsiteX568" fmla="*/ 1716269 w 2906005"/>
              <a:gd name="connsiteY568" fmla="*/ 221434 h 369828"/>
              <a:gd name="connsiteX569" fmla="*/ 1708475 w 2906005"/>
              <a:gd name="connsiteY569" fmla="*/ 224590 h 369828"/>
              <a:gd name="connsiteX570" fmla="*/ 1700746 w 2906005"/>
              <a:gd name="connsiteY570" fmla="*/ 221434 h 369828"/>
              <a:gd name="connsiteX571" fmla="*/ 1697591 w 2906005"/>
              <a:gd name="connsiteY571" fmla="*/ 213705 h 369828"/>
              <a:gd name="connsiteX572" fmla="*/ 1700746 w 2906005"/>
              <a:gd name="connsiteY572" fmla="*/ 205911 h 369828"/>
              <a:gd name="connsiteX573" fmla="*/ 1708475 w 2906005"/>
              <a:gd name="connsiteY573" fmla="*/ 202691 h 369828"/>
              <a:gd name="connsiteX574" fmla="*/ 1678011 w 2906005"/>
              <a:gd name="connsiteY574" fmla="*/ 202691 h 369828"/>
              <a:gd name="connsiteX575" fmla="*/ 1685804 w 2906005"/>
              <a:gd name="connsiteY575" fmla="*/ 205911 h 369828"/>
              <a:gd name="connsiteX576" fmla="*/ 1689024 w 2906005"/>
              <a:gd name="connsiteY576" fmla="*/ 213705 h 369828"/>
              <a:gd name="connsiteX577" fmla="*/ 1685804 w 2906005"/>
              <a:gd name="connsiteY577" fmla="*/ 221434 h 369828"/>
              <a:gd name="connsiteX578" fmla="*/ 1678011 w 2906005"/>
              <a:gd name="connsiteY578" fmla="*/ 224590 h 369828"/>
              <a:gd name="connsiteX579" fmla="*/ 1670282 w 2906005"/>
              <a:gd name="connsiteY579" fmla="*/ 221434 h 369828"/>
              <a:gd name="connsiteX580" fmla="*/ 1667126 w 2906005"/>
              <a:gd name="connsiteY580" fmla="*/ 213705 h 369828"/>
              <a:gd name="connsiteX581" fmla="*/ 1670282 w 2906005"/>
              <a:gd name="connsiteY581" fmla="*/ 205911 h 369828"/>
              <a:gd name="connsiteX582" fmla="*/ 1678011 w 2906005"/>
              <a:gd name="connsiteY582" fmla="*/ 202691 h 369828"/>
              <a:gd name="connsiteX583" fmla="*/ 1494319 w 2906005"/>
              <a:gd name="connsiteY583" fmla="*/ 202691 h 369828"/>
              <a:gd name="connsiteX584" fmla="*/ 1502113 w 2906005"/>
              <a:gd name="connsiteY584" fmla="*/ 205911 h 369828"/>
              <a:gd name="connsiteX585" fmla="*/ 1505333 w 2906005"/>
              <a:gd name="connsiteY585" fmla="*/ 213705 h 369828"/>
              <a:gd name="connsiteX586" fmla="*/ 1502113 w 2906005"/>
              <a:gd name="connsiteY586" fmla="*/ 221434 h 369828"/>
              <a:gd name="connsiteX587" fmla="*/ 1494319 w 2906005"/>
              <a:gd name="connsiteY587" fmla="*/ 224590 h 369828"/>
              <a:gd name="connsiteX588" fmla="*/ 1486590 w 2906005"/>
              <a:gd name="connsiteY588" fmla="*/ 221434 h 369828"/>
              <a:gd name="connsiteX589" fmla="*/ 1483435 w 2906005"/>
              <a:gd name="connsiteY589" fmla="*/ 213705 h 369828"/>
              <a:gd name="connsiteX590" fmla="*/ 1486590 w 2906005"/>
              <a:gd name="connsiteY590" fmla="*/ 205911 h 369828"/>
              <a:gd name="connsiteX591" fmla="*/ 1494319 w 2906005"/>
              <a:gd name="connsiteY591" fmla="*/ 202691 h 369828"/>
              <a:gd name="connsiteX592" fmla="*/ 1463855 w 2906005"/>
              <a:gd name="connsiteY592" fmla="*/ 202691 h 369828"/>
              <a:gd name="connsiteX593" fmla="*/ 1471648 w 2906005"/>
              <a:gd name="connsiteY593" fmla="*/ 205911 h 369828"/>
              <a:gd name="connsiteX594" fmla="*/ 1474868 w 2906005"/>
              <a:gd name="connsiteY594" fmla="*/ 213705 h 369828"/>
              <a:gd name="connsiteX595" fmla="*/ 1471648 w 2906005"/>
              <a:gd name="connsiteY595" fmla="*/ 221434 h 369828"/>
              <a:gd name="connsiteX596" fmla="*/ 1463855 w 2906005"/>
              <a:gd name="connsiteY596" fmla="*/ 224590 h 369828"/>
              <a:gd name="connsiteX597" fmla="*/ 1456126 w 2906005"/>
              <a:gd name="connsiteY597" fmla="*/ 221434 h 369828"/>
              <a:gd name="connsiteX598" fmla="*/ 1452970 w 2906005"/>
              <a:gd name="connsiteY598" fmla="*/ 213705 h 369828"/>
              <a:gd name="connsiteX599" fmla="*/ 1456126 w 2906005"/>
              <a:gd name="connsiteY599" fmla="*/ 205911 h 369828"/>
              <a:gd name="connsiteX600" fmla="*/ 1463855 w 2906005"/>
              <a:gd name="connsiteY600" fmla="*/ 202691 h 369828"/>
              <a:gd name="connsiteX601" fmla="*/ 186008 w 2906005"/>
              <a:gd name="connsiteY601" fmla="*/ 202691 h 369828"/>
              <a:gd name="connsiteX602" fmla="*/ 193802 w 2906005"/>
              <a:gd name="connsiteY602" fmla="*/ 205911 h 369828"/>
              <a:gd name="connsiteX603" fmla="*/ 197022 w 2906005"/>
              <a:gd name="connsiteY603" fmla="*/ 213705 h 369828"/>
              <a:gd name="connsiteX604" fmla="*/ 193802 w 2906005"/>
              <a:gd name="connsiteY604" fmla="*/ 221434 h 369828"/>
              <a:gd name="connsiteX605" fmla="*/ 186008 w 2906005"/>
              <a:gd name="connsiteY605" fmla="*/ 224590 h 369828"/>
              <a:gd name="connsiteX606" fmla="*/ 178279 w 2906005"/>
              <a:gd name="connsiteY606" fmla="*/ 221434 h 369828"/>
              <a:gd name="connsiteX607" fmla="*/ 175123 w 2906005"/>
              <a:gd name="connsiteY607" fmla="*/ 213705 h 369828"/>
              <a:gd name="connsiteX608" fmla="*/ 178279 w 2906005"/>
              <a:gd name="connsiteY608" fmla="*/ 205911 h 369828"/>
              <a:gd name="connsiteX609" fmla="*/ 186008 w 2906005"/>
              <a:gd name="connsiteY609" fmla="*/ 202691 h 369828"/>
              <a:gd name="connsiteX610" fmla="*/ 155544 w 2906005"/>
              <a:gd name="connsiteY610" fmla="*/ 202691 h 369828"/>
              <a:gd name="connsiteX611" fmla="*/ 163337 w 2906005"/>
              <a:gd name="connsiteY611" fmla="*/ 205911 h 369828"/>
              <a:gd name="connsiteX612" fmla="*/ 166557 w 2906005"/>
              <a:gd name="connsiteY612" fmla="*/ 213705 h 369828"/>
              <a:gd name="connsiteX613" fmla="*/ 163337 w 2906005"/>
              <a:gd name="connsiteY613" fmla="*/ 221434 h 369828"/>
              <a:gd name="connsiteX614" fmla="*/ 155544 w 2906005"/>
              <a:gd name="connsiteY614" fmla="*/ 224590 h 369828"/>
              <a:gd name="connsiteX615" fmla="*/ 147815 w 2906005"/>
              <a:gd name="connsiteY615" fmla="*/ 221434 h 369828"/>
              <a:gd name="connsiteX616" fmla="*/ 144659 w 2906005"/>
              <a:gd name="connsiteY616" fmla="*/ 213705 h 369828"/>
              <a:gd name="connsiteX617" fmla="*/ 147815 w 2906005"/>
              <a:gd name="connsiteY617" fmla="*/ 205911 h 369828"/>
              <a:gd name="connsiteX618" fmla="*/ 155544 w 2906005"/>
              <a:gd name="connsiteY618" fmla="*/ 202691 h 369828"/>
              <a:gd name="connsiteX619" fmla="*/ 2416765 w 2906005"/>
              <a:gd name="connsiteY619" fmla="*/ 200372 h 369828"/>
              <a:gd name="connsiteX620" fmla="*/ 2411162 w 2906005"/>
              <a:gd name="connsiteY620" fmla="*/ 202562 h 369828"/>
              <a:gd name="connsiteX621" fmla="*/ 2408843 w 2906005"/>
              <a:gd name="connsiteY621" fmla="*/ 208551 h 369828"/>
              <a:gd name="connsiteX622" fmla="*/ 2411162 w 2906005"/>
              <a:gd name="connsiteY622" fmla="*/ 214412 h 369828"/>
              <a:gd name="connsiteX623" fmla="*/ 2416765 w 2906005"/>
              <a:gd name="connsiteY623" fmla="*/ 216796 h 369828"/>
              <a:gd name="connsiteX624" fmla="*/ 2422369 w 2906005"/>
              <a:gd name="connsiteY624" fmla="*/ 214412 h 369828"/>
              <a:gd name="connsiteX625" fmla="*/ 2424687 w 2906005"/>
              <a:gd name="connsiteY625" fmla="*/ 208551 h 369828"/>
              <a:gd name="connsiteX626" fmla="*/ 2422369 w 2906005"/>
              <a:gd name="connsiteY626" fmla="*/ 202562 h 369828"/>
              <a:gd name="connsiteX627" fmla="*/ 2416765 w 2906005"/>
              <a:gd name="connsiteY627" fmla="*/ 200372 h 369828"/>
              <a:gd name="connsiteX628" fmla="*/ 1632538 w 2906005"/>
              <a:gd name="connsiteY628" fmla="*/ 198762 h 369828"/>
              <a:gd name="connsiteX629" fmla="*/ 1632538 w 2906005"/>
              <a:gd name="connsiteY629" fmla="*/ 218213 h 369828"/>
              <a:gd name="connsiteX630" fmla="*/ 1620880 w 2906005"/>
              <a:gd name="connsiteY630" fmla="*/ 220983 h 369828"/>
              <a:gd name="connsiteX631" fmla="*/ 1617596 w 2906005"/>
              <a:gd name="connsiteY631" fmla="*/ 231674 h 369828"/>
              <a:gd name="connsiteX632" fmla="*/ 1617596 w 2906005"/>
              <a:gd name="connsiteY632" fmla="*/ 235474 h 369828"/>
              <a:gd name="connsiteX633" fmla="*/ 1633569 w 2906005"/>
              <a:gd name="connsiteY633" fmla="*/ 235474 h 369828"/>
              <a:gd name="connsiteX634" fmla="*/ 1633569 w 2906005"/>
              <a:gd name="connsiteY634" fmla="*/ 254410 h 369828"/>
              <a:gd name="connsiteX635" fmla="*/ 1617596 w 2906005"/>
              <a:gd name="connsiteY635" fmla="*/ 254410 h 369828"/>
              <a:gd name="connsiteX636" fmla="*/ 1617596 w 2906005"/>
              <a:gd name="connsiteY636" fmla="*/ 326675 h 369828"/>
              <a:gd name="connsiteX637" fmla="*/ 1594216 w 2906005"/>
              <a:gd name="connsiteY637" fmla="*/ 326675 h 369828"/>
              <a:gd name="connsiteX638" fmla="*/ 1594216 w 2906005"/>
              <a:gd name="connsiteY638" fmla="*/ 254410 h 369828"/>
              <a:gd name="connsiteX639" fmla="*/ 1583846 w 2906005"/>
              <a:gd name="connsiteY639" fmla="*/ 254410 h 369828"/>
              <a:gd name="connsiteX640" fmla="*/ 1583846 w 2906005"/>
              <a:gd name="connsiteY640" fmla="*/ 235474 h 369828"/>
              <a:gd name="connsiteX641" fmla="*/ 1594216 w 2906005"/>
              <a:gd name="connsiteY641" fmla="*/ 235474 h 369828"/>
              <a:gd name="connsiteX642" fmla="*/ 1594216 w 2906005"/>
              <a:gd name="connsiteY642" fmla="*/ 230837 h 369828"/>
              <a:gd name="connsiteX643" fmla="*/ 1603748 w 2906005"/>
              <a:gd name="connsiteY643" fmla="*/ 206169 h 369828"/>
              <a:gd name="connsiteX644" fmla="*/ 1632538 w 2906005"/>
              <a:gd name="connsiteY644" fmla="*/ 198762 h 369828"/>
              <a:gd name="connsiteX645" fmla="*/ 2416829 w 2906005"/>
              <a:gd name="connsiteY645" fmla="*/ 189680 h 369828"/>
              <a:gd name="connsiteX646" fmla="*/ 2430548 w 2906005"/>
              <a:gd name="connsiteY646" fmla="*/ 194897 h 369828"/>
              <a:gd name="connsiteX647" fmla="*/ 2436087 w 2906005"/>
              <a:gd name="connsiteY647" fmla="*/ 208616 h 369828"/>
              <a:gd name="connsiteX648" fmla="*/ 2430548 w 2906005"/>
              <a:gd name="connsiteY648" fmla="*/ 222335 h 369828"/>
              <a:gd name="connsiteX649" fmla="*/ 2416829 w 2906005"/>
              <a:gd name="connsiteY649" fmla="*/ 227552 h 369828"/>
              <a:gd name="connsiteX650" fmla="*/ 2403175 w 2906005"/>
              <a:gd name="connsiteY650" fmla="*/ 222335 h 369828"/>
              <a:gd name="connsiteX651" fmla="*/ 2397572 w 2906005"/>
              <a:gd name="connsiteY651" fmla="*/ 208616 h 369828"/>
              <a:gd name="connsiteX652" fmla="*/ 2403175 w 2906005"/>
              <a:gd name="connsiteY652" fmla="*/ 194897 h 369828"/>
              <a:gd name="connsiteX653" fmla="*/ 2416829 w 2906005"/>
              <a:gd name="connsiteY653" fmla="*/ 189680 h 369828"/>
              <a:gd name="connsiteX654" fmla="*/ 440806 w 2906005"/>
              <a:gd name="connsiteY654" fmla="*/ 60672 h 369828"/>
              <a:gd name="connsiteX655" fmla="*/ 510623 w 2906005"/>
              <a:gd name="connsiteY655" fmla="*/ 60672 h 369828"/>
              <a:gd name="connsiteX656" fmla="*/ 510623 w 2906005"/>
              <a:gd name="connsiteY656" fmla="*/ 80123 h 369828"/>
              <a:gd name="connsiteX657" fmla="*/ 440806 w 2906005"/>
              <a:gd name="connsiteY657" fmla="*/ 80123 h 369828"/>
              <a:gd name="connsiteX658" fmla="*/ 2596720 w 2906005"/>
              <a:gd name="connsiteY658" fmla="*/ 56679 h 369828"/>
              <a:gd name="connsiteX659" fmla="*/ 2584869 w 2906005"/>
              <a:gd name="connsiteY659" fmla="*/ 59835 h 369828"/>
              <a:gd name="connsiteX660" fmla="*/ 2576045 w 2906005"/>
              <a:gd name="connsiteY660" fmla="*/ 68981 h 369828"/>
              <a:gd name="connsiteX661" fmla="*/ 2572696 w 2906005"/>
              <a:gd name="connsiteY661" fmla="*/ 83215 h 369828"/>
              <a:gd name="connsiteX662" fmla="*/ 2576045 w 2906005"/>
              <a:gd name="connsiteY662" fmla="*/ 97642 h 369828"/>
              <a:gd name="connsiteX663" fmla="*/ 2584933 w 2906005"/>
              <a:gd name="connsiteY663" fmla="*/ 107110 h 369828"/>
              <a:gd name="connsiteX664" fmla="*/ 2596720 w 2906005"/>
              <a:gd name="connsiteY664" fmla="*/ 110395 h 369828"/>
              <a:gd name="connsiteX665" fmla="*/ 2608764 w 2906005"/>
              <a:gd name="connsiteY665" fmla="*/ 107174 h 369828"/>
              <a:gd name="connsiteX666" fmla="*/ 2617652 w 2906005"/>
              <a:gd name="connsiteY666" fmla="*/ 97964 h 369828"/>
              <a:gd name="connsiteX667" fmla="*/ 2620937 w 2906005"/>
              <a:gd name="connsiteY667" fmla="*/ 83537 h 369828"/>
              <a:gd name="connsiteX668" fmla="*/ 2617652 w 2906005"/>
              <a:gd name="connsiteY668" fmla="*/ 69110 h 369828"/>
              <a:gd name="connsiteX669" fmla="*/ 2608764 w 2906005"/>
              <a:gd name="connsiteY669" fmla="*/ 59899 h 369828"/>
              <a:gd name="connsiteX670" fmla="*/ 2596720 w 2906005"/>
              <a:gd name="connsiteY670" fmla="*/ 56679 h 369828"/>
              <a:gd name="connsiteX671" fmla="*/ 1407756 w 2906005"/>
              <a:gd name="connsiteY671" fmla="*/ 56679 h 369828"/>
              <a:gd name="connsiteX672" fmla="*/ 1395905 w 2906005"/>
              <a:gd name="connsiteY672" fmla="*/ 59835 h 369828"/>
              <a:gd name="connsiteX673" fmla="*/ 1387081 w 2906005"/>
              <a:gd name="connsiteY673" fmla="*/ 68981 h 369828"/>
              <a:gd name="connsiteX674" fmla="*/ 1383732 w 2906005"/>
              <a:gd name="connsiteY674" fmla="*/ 83215 h 369828"/>
              <a:gd name="connsiteX675" fmla="*/ 1387081 w 2906005"/>
              <a:gd name="connsiteY675" fmla="*/ 97642 h 369828"/>
              <a:gd name="connsiteX676" fmla="*/ 1395969 w 2906005"/>
              <a:gd name="connsiteY676" fmla="*/ 107110 h 369828"/>
              <a:gd name="connsiteX677" fmla="*/ 1407756 w 2906005"/>
              <a:gd name="connsiteY677" fmla="*/ 110395 h 369828"/>
              <a:gd name="connsiteX678" fmla="*/ 1419800 w 2906005"/>
              <a:gd name="connsiteY678" fmla="*/ 107174 h 369828"/>
              <a:gd name="connsiteX679" fmla="*/ 1428688 w 2906005"/>
              <a:gd name="connsiteY679" fmla="*/ 97964 h 369828"/>
              <a:gd name="connsiteX680" fmla="*/ 1431973 w 2906005"/>
              <a:gd name="connsiteY680" fmla="*/ 83537 h 369828"/>
              <a:gd name="connsiteX681" fmla="*/ 1428688 w 2906005"/>
              <a:gd name="connsiteY681" fmla="*/ 69110 h 369828"/>
              <a:gd name="connsiteX682" fmla="*/ 1419800 w 2906005"/>
              <a:gd name="connsiteY682" fmla="*/ 59899 h 369828"/>
              <a:gd name="connsiteX683" fmla="*/ 1407756 w 2906005"/>
              <a:gd name="connsiteY683" fmla="*/ 56679 h 369828"/>
              <a:gd name="connsiteX684" fmla="*/ 1296138 w 2906005"/>
              <a:gd name="connsiteY684" fmla="*/ 56679 h 369828"/>
              <a:gd name="connsiteX685" fmla="*/ 1284287 w 2906005"/>
              <a:gd name="connsiteY685" fmla="*/ 59835 h 369828"/>
              <a:gd name="connsiteX686" fmla="*/ 1275463 w 2906005"/>
              <a:gd name="connsiteY686" fmla="*/ 68981 h 369828"/>
              <a:gd name="connsiteX687" fmla="*/ 1272114 w 2906005"/>
              <a:gd name="connsiteY687" fmla="*/ 83215 h 369828"/>
              <a:gd name="connsiteX688" fmla="*/ 1275463 w 2906005"/>
              <a:gd name="connsiteY688" fmla="*/ 97642 h 369828"/>
              <a:gd name="connsiteX689" fmla="*/ 1284351 w 2906005"/>
              <a:gd name="connsiteY689" fmla="*/ 107110 h 369828"/>
              <a:gd name="connsiteX690" fmla="*/ 1296138 w 2906005"/>
              <a:gd name="connsiteY690" fmla="*/ 110395 h 369828"/>
              <a:gd name="connsiteX691" fmla="*/ 1308182 w 2906005"/>
              <a:gd name="connsiteY691" fmla="*/ 107174 h 369828"/>
              <a:gd name="connsiteX692" fmla="*/ 1317070 w 2906005"/>
              <a:gd name="connsiteY692" fmla="*/ 97964 h 369828"/>
              <a:gd name="connsiteX693" fmla="*/ 1320355 w 2906005"/>
              <a:gd name="connsiteY693" fmla="*/ 83537 h 369828"/>
              <a:gd name="connsiteX694" fmla="*/ 1317070 w 2906005"/>
              <a:gd name="connsiteY694" fmla="*/ 69110 h 369828"/>
              <a:gd name="connsiteX695" fmla="*/ 1308182 w 2906005"/>
              <a:gd name="connsiteY695" fmla="*/ 59899 h 369828"/>
              <a:gd name="connsiteX696" fmla="*/ 1296138 w 2906005"/>
              <a:gd name="connsiteY696" fmla="*/ 56679 h 369828"/>
              <a:gd name="connsiteX697" fmla="*/ 801681 w 2906005"/>
              <a:gd name="connsiteY697" fmla="*/ 56679 h 369828"/>
              <a:gd name="connsiteX698" fmla="*/ 789830 w 2906005"/>
              <a:gd name="connsiteY698" fmla="*/ 59835 h 369828"/>
              <a:gd name="connsiteX699" fmla="*/ 781006 w 2906005"/>
              <a:gd name="connsiteY699" fmla="*/ 68980 h 369828"/>
              <a:gd name="connsiteX700" fmla="*/ 777657 w 2906005"/>
              <a:gd name="connsiteY700" fmla="*/ 83214 h 369828"/>
              <a:gd name="connsiteX701" fmla="*/ 781006 w 2906005"/>
              <a:gd name="connsiteY701" fmla="*/ 97642 h 369828"/>
              <a:gd name="connsiteX702" fmla="*/ 789894 w 2906005"/>
              <a:gd name="connsiteY702" fmla="*/ 107110 h 369828"/>
              <a:gd name="connsiteX703" fmla="*/ 801681 w 2906005"/>
              <a:gd name="connsiteY703" fmla="*/ 110394 h 369828"/>
              <a:gd name="connsiteX704" fmla="*/ 813725 w 2906005"/>
              <a:gd name="connsiteY704" fmla="*/ 107174 h 369828"/>
              <a:gd name="connsiteX705" fmla="*/ 822613 w 2906005"/>
              <a:gd name="connsiteY705" fmla="*/ 97964 h 369828"/>
              <a:gd name="connsiteX706" fmla="*/ 825898 w 2906005"/>
              <a:gd name="connsiteY706" fmla="*/ 83537 h 369828"/>
              <a:gd name="connsiteX707" fmla="*/ 822613 w 2906005"/>
              <a:gd name="connsiteY707" fmla="*/ 69109 h 369828"/>
              <a:gd name="connsiteX708" fmla="*/ 813725 w 2906005"/>
              <a:gd name="connsiteY708" fmla="*/ 59899 h 369828"/>
              <a:gd name="connsiteX709" fmla="*/ 801681 w 2906005"/>
              <a:gd name="connsiteY709" fmla="*/ 56679 h 369828"/>
              <a:gd name="connsiteX710" fmla="*/ 126240 w 2906005"/>
              <a:gd name="connsiteY710" fmla="*/ 56679 h 369828"/>
              <a:gd name="connsiteX711" fmla="*/ 114389 w 2906005"/>
              <a:gd name="connsiteY711" fmla="*/ 59835 h 369828"/>
              <a:gd name="connsiteX712" fmla="*/ 105565 w 2906005"/>
              <a:gd name="connsiteY712" fmla="*/ 68981 h 369828"/>
              <a:gd name="connsiteX713" fmla="*/ 102216 w 2906005"/>
              <a:gd name="connsiteY713" fmla="*/ 83215 h 369828"/>
              <a:gd name="connsiteX714" fmla="*/ 105565 w 2906005"/>
              <a:gd name="connsiteY714" fmla="*/ 97642 h 369828"/>
              <a:gd name="connsiteX715" fmla="*/ 114453 w 2906005"/>
              <a:gd name="connsiteY715" fmla="*/ 107110 h 369828"/>
              <a:gd name="connsiteX716" fmla="*/ 126240 w 2906005"/>
              <a:gd name="connsiteY716" fmla="*/ 110395 h 369828"/>
              <a:gd name="connsiteX717" fmla="*/ 138284 w 2906005"/>
              <a:gd name="connsiteY717" fmla="*/ 107175 h 369828"/>
              <a:gd name="connsiteX718" fmla="*/ 147172 w 2906005"/>
              <a:gd name="connsiteY718" fmla="*/ 97964 h 369828"/>
              <a:gd name="connsiteX719" fmla="*/ 150457 w 2906005"/>
              <a:gd name="connsiteY719" fmla="*/ 83537 h 369828"/>
              <a:gd name="connsiteX720" fmla="*/ 147172 w 2906005"/>
              <a:gd name="connsiteY720" fmla="*/ 69110 h 369828"/>
              <a:gd name="connsiteX721" fmla="*/ 138284 w 2906005"/>
              <a:gd name="connsiteY721" fmla="*/ 59899 h 369828"/>
              <a:gd name="connsiteX722" fmla="*/ 126240 w 2906005"/>
              <a:gd name="connsiteY722" fmla="*/ 56679 h 369828"/>
              <a:gd name="connsiteX723" fmla="*/ 2226698 w 2906005"/>
              <a:gd name="connsiteY723" fmla="*/ 56550 h 369828"/>
              <a:gd name="connsiteX724" fmla="*/ 2210145 w 2906005"/>
              <a:gd name="connsiteY724" fmla="*/ 63571 h 369828"/>
              <a:gd name="connsiteX725" fmla="*/ 2203447 w 2906005"/>
              <a:gd name="connsiteY725" fmla="*/ 83537 h 369828"/>
              <a:gd name="connsiteX726" fmla="*/ 2209952 w 2906005"/>
              <a:gd name="connsiteY726" fmla="*/ 103568 h 369828"/>
              <a:gd name="connsiteX727" fmla="*/ 2226312 w 2906005"/>
              <a:gd name="connsiteY727" fmla="*/ 110588 h 369828"/>
              <a:gd name="connsiteX728" fmla="*/ 2238098 w 2906005"/>
              <a:gd name="connsiteY728" fmla="*/ 107561 h 369828"/>
              <a:gd name="connsiteX729" fmla="*/ 2238098 w 2906005"/>
              <a:gd name="connsiteY729" fmla="*/ 107497 h 369828"/>
              <a:gd name="connsiteX730" fmla="*/ 2246922 w 2906005"/>
              <a:gd name="connsiteY730" fmla="*/ 98351 h 369828"/>
              <a:gd name="connsiteX731" fmla="*/ 2250207 w 2906005"/>
              <a:gd name="connsiteY731" fmla="*/ 83537 h 369828"/>
              <a:gd name="connsiteX732" fmla="*/ 2243380 w 2906005"/>
              <a:gd name="connsiteY732" fmla="*/ 63571 h 369828"/>
              <a:gd name="connsiteX733" fmla="*/ 2226698 w 2906005"/>
              <a:gd name="connsiteY733" fmla="*/ 56550 h 369828"/>
              <a:gd name="connsiteX734" fmla="*/ 2860404 w 2906005"/>
              <a:gd name="connsiteY734" fmla="*/ 55391 h 369828"/>
              <a:gd name="connsiteX735" fmla="*/ 2845977 w 2906005"/>
              <a:gd name="connsiteY735" fmla="*/ 60608 h 369828"/>
              <a:gd name="connsiteX736" fmla="*/ 2838828 w 2906005"/>
              <a:gd name="connsiteY736" fmla="*/ 75035 h 369828"/>
              <a:gd name="connsiteX737" fmla="*/ 2882110 w 2906005"/>
              <a:gd name="connsiteY737" fmla="*/ 75035 h 369828"/>
              <a:gd name="connsiteX738" fmla="*/ 2882174 w 2906005"/>
              <a:gd name="connsiteY738" fmla="*/ 74971 h 369828"/>
              <a:gd name="connsiteX739" fmla="*/ 2875733 w 2906005"/>
              <a:gd name="connsiteY739" fmla="*/ 60737 h 369828"/>
              <a:gd name="connsiteX740" fmla="*/ 2860404 w 2906005"/>
              <a:gd name="connsiteY740" fmla="*/ 55391 h 369828"/>
              <a:gd name="connsiteX741" fmla="*/ 910787 w 2906005"/>
              <a:gd name="connsiteY741" fmla="*/ 55391 h 369828"/>
              <a:gd name="connsiteX742" fmla="*/ 896360 w 2906005"/>
              <a:gd name="connsiteY742" fmla="*/ 60608 h 369828"/>
              <a:gd name="connsiteX743" fmla="*/ 889211 w 2906005"/>
              <a:gd name="connsiteY743" fmla="*/ 75035 h 369828"/>
              <a:gd name="connsiteX744" fmla="*/ 932493 w 2906005"/>
              <a:gd name="connsiteY744" fmla="*/ 75035 h 369828"/>
              <a:gd name="connsiteX745" fmla="*/ 932557 w 2906005"/>
              <a:gd name="connsiteY745" fmla="*/ 74971 h 369828"/>
              <a:gd name="connsiteX746" fmla="*/ 926116 w 2906005"/>
              <a:gd name="connsiteY746" fmla="*/ 60737 h 369828"/>
              <a:gd name="connsiteX747" fmla="*/ 910787 w 2906005"/>
              <a:gd name="connsiteY747" fmla="*/ 55391 h 369828"/>
              <a:gd name="connsiteX748" fmla="*/ 1723933 w 2906005"/>
              <a:gd name="connsiteY748" fmla="*/ 38000 h 369828"/>
              <a:gd name="connsiteX749" fmla="*/ 1749761 w 2906005"/>
              <a:gd name="connsiteY749" fmla="*/ 38000 h 369828"/>
              <a:gd name="connsiteX750" fmla="*/ 1773269 w 2906005"/>
              <a:gd name="connsiteY750" fmla="*/ 101699 h 369828"/>
              <a:gd name="connsiteX751" fmla="*/ 1797164 w 2906005"/>
              <a:gd name="connsiteY751" fmla="*/ 38000 h 369828"/>
              <a:gd name="connsiteX752" fmla="*/ 1821677 w 2906005"/>
              <a:gd name="connsiteY752" fmla="*/ 38000 h 369828"/>
              <a:gd name="connsiteX753" fmla="*/ 1765218 w 2906005"/>
              <a:gd name="connsiteY753" fmla="*/ 172290 h 369828"/>
              <a:gd name="connsiteX754" fmla="*/ 1740679 w 2906005"/>
              <a:gd name="connsiteY754" fmla="*/ 172290 h 369828"/>
              <a:gd name="connsiteX755" fmla="*/ 1760452 w 2906005"/>
              <a:gd name="connsiteY755" fmla="*/ 126883 h 369828"/>
              <a:gd name="connsiteX756" fmla="*/ 2711559 w 2906005"/>
              <a:gd name="connsiteY756" fmla="*/ 37936 h 369828"/>
              <a:gd name="connsiteX757" fmla="*/ 2734617 w 2906005"/>
              <a:gd name="connsiteY757" fmla="*/ 37936 h 369828"/>
              <a:gd name="connsiteX758" fmla="*/ 2734617 w 2906005"/>
              <a:gd name="connsiteY758" fmla="*/ 88174 h 369828"/>
              <a:gd name="connsiteX759" fmla="*/ 2740027 w 2906005"/>
              <a:gd name="connsiteY759" fmla="*/ 104855 h 369828"/>
              <a:gd name="connsiteX760" fmla="*/ 2754841 w 2906005"/>
              <a:gd name="connsiteY760" fmla="*/ 110717 h 369828"/>
              <a:gd name="connsiteX761" fmla="*/ 2769848 w 2906005"/>
              <a:gd name="connsiteY761" fmla="*/ 104855 h 369828"/>
              <a:gd name="connsiteX762" fmla="*/ 2775258 w 2906005"/>
              <a:gd name="connsiteY762" fmla="*/ 88174 h 369828"/>
              <a:gd name="connsiteX763" fmla="*/ 2775258 w 2906005"/>
              <a:gd name="connsiteY763" fmla="*/ 37936 h 369828"/>
              <a:gd name="connsiteX764" fmla="*/ 2798445 w 2906005"/>
              <a:gd name="connsiteY764" fmla="*/ 37936 h 369828"/>
              <a:gd name="connsiteX765" fmla="*/ 2798509 w 2906005"/>
              <a:gd name="connsiteY765" fmla="*/ 37936 h 369828"/>
              <a:gd name="connsiteX766" fmla="*/ 2798509 w 2906005"/>
              <a:gd name="connsiteY766" fmla="*/ 129137 h 369828"/>
              <a:gd name="connsiteX767" fmla="*/ 2775322 w 2906005"/>
              <a:gd name="connsiteY767" fmla="*/ 129137 h 369828"/>
              <a:gd name="connsiteX768" fmla="*/ 2775322 w 2906005"/>
              <a:gd name="connsiteY768" fmla="*/ 117608 h 369828"/>
              <a:gd name="connsiteX769" fmla="*/ 2763729 w 2906005"/>
              <a:gd name="connsiteY769" fmla="*/ 126883 h 369828"/>
              <a:gd name="connsiteX770" fmla="*/ 2748142 w 2906005"/>
              <a:gd name="connsiteY770" fmla="*/ 130232 h 369828"/>
              <a:gd name="connsiteX771" fmla="*/ 2729207 w 2906005"/>
              <a:gd name="connsiteY771" fmla="*/ 125723 h 369828"/>
              <a:gd name="connsiteX772" fmla="*/ 2716261 w 2906005"/>
              <a:gd name="connsiteY772" fmla="*/ 112391 h 369828"/>
              <a:gd name="connsiteX773" fmla="*/ 2711559 w 2906005"/>
              <a:gd name="connsiteY773" fmla="*/ 91394 h 369828"/>
              <a:gd name="connsiteX774" fmla="*/ 2509319 w 2906005"/>
              <a:gd name="connsiteY774" fmla="*/ 37936 h 369828"/>
              <a:gd name="connsiteX775" fmla="*/ 2532377 w 2906005"/>
              <a:gd name="connsiteY775" fmla="*/ 37936 h 369828"/>
              <a:gd name="connsiteX776" fmla="*/ 2532377 w 2906005"/>
              <a:gd name="connsiteY776" fmla="*/ 129137 h 369828"/>
              <a:gd name="connsiteX777" fmla="*/ 2509319 w 2906005"/>
              <a:gd name="connsiteY777" fmla="*/ 129137 h 369828"/>
              <a:gd name="connsiteX778" fmla="*/ 2290913 w 2906005"/>
              <a:gd name="connsiteY778" fmla="*/ 37936 h 369828"/>
              <a:gd name="connsiteX779" fmla="*/ 2313971 w 2906005"/>
              <a:gd name="connsiteY779" fmla="*/ 37936 h 369828"/>
              <a:gd name="connsiteX780" fmla="*/ 2313971 w 2906005"/>
              <a:gd name="connsiteY780" fmla="*/ 129137 h 369828"/>
              <a:gd name="connsiteX781" fmla="*/ 2290913 w 2906005"/>
              <a:gd name="connsiteY781" fmla="*/ 129137 h 369828"/>
              <a:gd name="connsiteX782" fmla="*/ 2077595 w 2906005"/>
              <a:gd name="connsiteY782" fmla="*/ 37936 h 369828"/>
              <a:gd name="connsiteX783" fmla="*/ 2102263 w 2906005"/>
              <a:gd name="connsiteY783" fmla="*/ 37936 h 369828"/>
              <a:gd name="connsiteX784" fmla="*/ 2125289 w 2906005"/>
              <a:gd name="connsiteY784" fmla="*/ 107786 h 369828"/>
              <a:gd name="connsiteX785" fmla="*/ 2125257 w 2906005"/>
              <a:gd name="connsiteY785" fmla="*/ 107883 h 369828"/>
              <a:gd name="connsiteX786" fmla="*/ 2125321 w 2906005"/>
              <a:gd name="connsiteY786" fmla="*/ 107883 h 369828"/>
              <a:gd name="connsiteX787" fmla="*/ 2125289 w 2906005"/>
              <a:gd name="connsiteY787" fmla="*/ 107786 h 369828"/>
              <a:gd name="connsiteX788" fmla="*/ 2148314 w 2906005"/>
              <a:gd name="connsiteY788" fmla="*/ 37936 h 369828"/>
              <a:gd name="connsiteX789" fmla="*/ 2172854 w 2906005"/>
              <a:gd name="connsiteY789" fmla="*/ 37936 h 369828"/>
              <a:gd name="connsiteX790" fmla="*/ 2139104 w 2906005"/>
              <a:gd name="connsiteY790" fmla="*/ 129137 h 369828"/>
              <a:gd name="connsiteX791" fmla="*/ 2111151 w 2906005"/>
              <a:gd name="connsiteY791" fmla="*/ 129137 h 369828"/>
              <a:gd name="connsiteX792" fmla="*/ 1932678 w 2906005"/>
              <a:gd name="connsiteY792" fmla="*/ 37936 h 369828"/>
              <a:gd name="connsiteX793" fmla="*/ 1955736 w 2906005"/>
              <a:gd name="connsiteY793" fmla="*/ 37936 h 369828"/>
              <a:gd name="connsiteX794" fmla="*/ 1955736 w 2906005"/>
              <a:gd name="connsiteY794" fmla="*/ 129137 h 369828"/>
              <a:gd name="connsiteX795" fmla="*/ 1932678 w 2906005"/>
              <a:gd name="connsiteY795" fmla="*/ 129137 h 369828"/>
              <a:gd name="connsiteX796" fmla="*/ 1824473 w 2906005"/>
              <a:gd name="connsiteY796" fmla="*/ 37936 h 369828"/>
              <a:gd name="connsiteX797" fmla="*/ 1849141 w 2906005"/>
              <a:gd name="connsiteY797" fmla="*/ 37936 h 369828"/>
              <a:gd name="connsiteX798" fmla="*/ 1872167 w 2906005"/>
              <a:gd name="connsiteY798" fmla="*/ 107786 h 369828"/>
              <a:gd name="connsiteX799" fmla="*/ 1872135 w 2906005"/>
              <a:gd name="connsiteY799" fmla="*/ 107883 h 369828"/>
              <a:gd name="connsiteX800" fmla="*/ 1872199 w 2906005"/>
              <a:gd name="connsiteY800" fmla="*/ 107883 h 369828"/>
              <a:gd name="connsiteX801" fmla="*/ 1872167 w 2906005"/>
              <a:gd name="connsiteY801" fmla="*/ 107786 h 369828"/>
              <a:gd name="connsiteX802" fmla="*/ 1895193 w 2906005"/>
              <a:gd name="connsiteY802" fmla="*/ 37936 h 369828"/>
              <a:gd name="connsiteX803" fmla="*/ 1919732 w 2906005"/>
              <a:gd name="connsiteY803" fmla="*/ 37936 h 369828"/>
              <a:gd name="connsiteX804" fmla="*/ 1885982 w 2906005"/>
              <a:gd name="connsiteY804" fmla="*/ 129137 h 369828"/>
              <a:gd name="connsiteX805" fmla="*/ 1858029 w 2906005"/>
              <a:gd name="connsiteY805" fmla="*/ 129137 h 369828"/>
              <a:gd name="connsiteX806" fmla="*/ 1821704 w 2906005"/>
              <a:gd name="connsiteY806" fmla="*/ 37936 h 369828"/>
              <a:gd name="connsiteX807" fmla="*/ 1821704 w 2906005"/>
              <a:gd name="connsiteY807" fmla="*/ 38000 h 369828"/>
              <a:gd name="connsiteX808" fmla="*/ 1821677 w 2906005"/>
              <a:gd name="connsiteY808" fmla="*/ 38000 h 369828"/>
              <a:gd name="connsiteX809" fmla="*/ 650323 w 2906005"/>
              <a:gd name="connsiteY809" fmla="*/ 37936 h 369828"/>
              <a:gd name="connsiteX810" fmla="*/ 673381 w 2906005"/>
              <a:gd name="connsiteY810" fmla="*/ 37936 h 369828"/>
              <a:gd name="connsiteX811" fmla="*/ 673381 w 2906005"/>
              <a:gd name="connsiteY811" fmla="*/ 88174 h 369828"/>
              <a:gd name="connsiteX812" fmla="*/ 678791 w 2906005"/>
              <a:gd name="connsiteY812" fmla="*/ 104855 h 369828"/>
              <a:gd name="connsiteX813" fmla="*/ 693605 w 2906005"/>
              <a:gd name="connsiteY813" fmla="*/ 110717 h 369828"/>
              <a:gd name="connsiteX814" fmla="*/ 708612 w 2906005"/>
              <a:gd name="connsiteY814" fmla="*/ 104855 h 369828"/>
              <a:gd name="connsiteX815" fmla="*/ 714022 w 2906005"/>
              <a:gd name="connsiteY815" fmla="*/ 88174 h 369828"/>
              <a:gd name="connsiteX816" fmla="*/ 714022 w 2906005"/>
              <a:gd name="connsiteY816" fmla="*/ 37936 h 369828"/>
              <a:gd name="connsiteX817" fmla="*/ 737209 w 2906005"/>
              <a:gd name="connsiteY817" fmla="*/ 37936 h 369828"/>
              <a:gd name="connsiteX818" fmla="*/ 737273 w 2906005"/>
              <a:gd name="connsiteY818" fmla="*/ 37936 h 369828"/>
              <a:gd name="connsiteX819" fmla="*/ 737273 w 2906005"/>
              <a:gd name="connsiteY819" fmla="*/ 129137 h 369828"/>
              <a:gd name="connsiteX820" fmla="*/ 714087 w 2906005"/>
              <a:gd name="connsiteY820" fmla="*/ 129137 h 369828"/>
              <a:gd name="connsiteX821" fmla="*/ 714087 w 2906005"/>
              <a:gd name="connsiteY821" fmla="*/ 117608 h 369828"/>
              <a:gd name="connsiteX822" fmla="*/ 702493 w 2906005"/>
              <a:gd name="connsiteY822" fmla="*/ 126883 h 369828"/>
              <a:gd name="connsiteX823" fmla="*/ 686907 w 2906005"/>
              <a:gd name="connsiteY823" fmla="*/ 130232 h 369828"/>
              <a:gd name="connsiteX824" fmla="*/ 667971 w 2906005"/>
              <a:gd name="connsiteY824" fmla="*/ 125723 h 369828"/>
              <a:gd name="connsiteX825" fmla="*/ 655025 w 2906005"/>
              <a:gd name="connsiteY825" fmla="*/ 112391 h 369828"/>
              <a:gd name="connsiteX826" fmla="*/ 650323 w 2906005"/>
              <a:gd name="connsiteY826" fmla="*/ 91394 h 369828"/>
              <a:gd name="connsiteX827" fmla="*/ 394755 w 2906005"/>
              <a:gd name="connsiteY827" fmla="*/ 37936 h 369828"/>
              <a:gd name="connsiteX828" fmla="*/ 417813 w 2906005"/>
              <a:gd name="connsiteY828" fmla="*/ 37936 h 369828"/>
              <a:gd name="connsiteX829" fmla="*/ 417813 w 2906005"/>
              <a:gd name="connsiteY829" fmla="*/ 129137 h 369828"/>
              <a:gd name="connsiteX830" fmla="*/ 394755 w 2906005"/>
              <a:gd name="connsiteY830" fmla="*/ 129137 h 369828"/>
              <a:gd name="connsiteX831" fmla="*/ 2387138 w 2906005"/>
              <a:gd name="connsiteY831" fmla="*/ 36648 h 369828"/>
              <a:gd name="connsiteX832" fmla="*/ 2413481 w 2906005"/>
              <a:gd name="connsiteY832" fmla="*/ 46953 h 369828"/>
              <a:gd name="connsiteX833" fmla="*/ 2413481 w 2906005"/>
              <a:gd name="connsiteY833" fmla="*/ 46889 h 369828"/>
              <a:gd name="connsiteX834" fmla="*/ 2423528 w 2906005"/>
              <a:gd name="connsiteY834" fmla="*/ 75615 h 369828"/>
              <a:gd name="connsiteX835" fmla="*/ 2423528 w 2906005"/>
              <a:gd name="connsiteY835" fmla="*/ 129137 h 369828"/>
              <a:gd name="connsiteX836" fmla="*/ 2400470 w 2906005"/>
              <a:gd name="connsiteY836" fmla="*/ 129137 h 369828"/>
              <a:gd name="connsiteX837" fmla="*/ 2400470 w 2906005"/>
              <a:gd name="connsiteY837" fmla="*/ 78771 h 369828"/>
              <a:gd name="connsiteX838" fmla="*/ 2395060 w 2906005"/>
              <a:gd name="connsiteY838" fmla="*/ 62089 h 369828"/>
              <a:gd name="connsiteX839" fmla="*/ 2380246 w 2906005"/>
              <a:gd name="connsiteY839" fmla="*/ 56228 h 369828"/>
              <a:gd name="connsiteX840" fmla="*/ 2365175 w 2906005"/>
              <a:gd name="connsiteY840" fmla="*/ 62089 h 369828"/>
              <a:gd name="connsiteX841" fmla="*/ 2359636 w 2906005"/>
              <a:gd name="connsiteY841" fmla="*/ 78771 h 369828"/>
              <a:gd name="connsiteX842" fmla="*/ 2359636 w 2906005"/>
              <a:gd name="connsiteY842" fmla="*/ 129137 h 369828"/>
              <a:gd name="connsiteX843" fmla="*/ 2336578 w 2906005"/>
              <a:gd name="connsiteY843" fmla="*/ 129137 h 369828"/>
              <a:gd name="connsiteX844" fmla="*/ 2336578 w 2906005"/>
              <a:gd name="connsiteY844" fmla="*/ 37936 h 369828"/>
              <a:gd name="connsiteX845" fmla="*/ 2359636 w 2906005"/>
              <a:gd name="connsiteY845" fmla="*/ 37936 h 369828"/>
              <a:gd name="connsiteX846" fmla="*/ 2359636 w 2906005"/>
              <a:gd name="connsiteY846" fmla="*/ 49272 h 369828"/>
              <a:gd name="connsiteX847" fmla="*/ 2371423 w 2906005"/>
              <a:gd name="connsiteY847" fmla="*/ 39997 h 369828"/>
              <a:gd name="connsiteX848" fmla="*/ 2387138 w 2906005"/>
              <a:gd name="connsiteY848" fmla="*/ 36648 h 369828"/>
              <a:gd name="connsiteX849" fmla="*/ 2028967 w 2906005"/>
              <a:gd name="connsiteY849" fmla="*/ 36648 h 369828"/>
              <a:gd name="connsiteX850" fmla="*/ 2055309 w 2906005"/>
              <a:gd name="connsiteY850" fmla="*/ 46953 h 369828"/>
              <a:gd name="connsiteX851" fmla="*/ 2055309 w 2906005"/>
              <a:gd name="connsiteY851" fmla="*/ 46889 h 369828"/>
              <a:gd name="connsiteX852" fmla="*/ 2065357 w 2906005"/>
              <a:gd name="connsiteY852" fmla="*/ 75615 h 369828"/>
              <a:gd name="connsiteX853" fmla="*/ 2065357 w 2906005"/>
              <a:gd name="connsiteY853" fmla="*/ 129137 h 369828"/>
              <a:gd name="connsiteX854" fmla="*/ 2042299 w 2906005"/>
              <a:gd name="connsiteY854" fmla="*/ 129137 h 369828"/>
              <a:gd name="connsiteX855" fmla="*/ 2042299 w 2906005"/>
              <a:gd name="connsiteY855" fmla="*/ 78771 h 369828"/>
              <a:gd name="connsiteX856" fmla="*/ 2036889 w 2906005"/>
              <a:gd name="connsiteY856" fmla="*/ 62089 h 369828"/>
              <a:gd name="connsiteX857" fmla="*/ 2022075 w 2906005"/>
              <a:gd name="connsiteY857" fmla="*/ 56228 h 369828"/>
              <a:gd name="connsiteX858" fmla="*/ 2007004 w 2906005"/>
              <a:gd name="connsiteY858" fmla="*/ 62089 h 369828"/>
              <a:gd name="connsiteX859" fmla="*/ 2001465 w 2906005"/>
              <a:gd name="connsiteY859" fmla="*/ 78771 h 369828"/>
              <a:gd name="connsiteX860" fmla="*/ 2001465 w 2906005"/>
              <a:gd name="connsiteY860" fmla="*/ 129137 h 369828"/>
              <a:gd name="connsiteX861" fmla="*/ 1978407 w 2906005"/>
              <a:gd name="connsiteY861" fmla="*/ 129137 h 369828"/>
              <a:gd name="connsiteX862" fmla="*/ 1978407 w 2906005"/>
              <a:gd name="connsiteY862" fmla="*/ 37936 h 369828"/>
              <a:gd name="connsiteX863" fmla="*/ 2001465 w 2906005"/>
              <a:gd name="connsiteY863" fmla="*/ 37936 h 369828"/>
              <a:gd name="connsiteX864" fmla="*/ 2001465 w 2906005"/>
              <a:gd name="connsiteY864" fmla="*/ 49272 h 369828"/>
              <a:gd name="connsiteX865" fmla="*/ 2013251 w 2906005"/>
              <a:gd name="connsiteY865" fmla="*/ 39997 h 369828"/>
              <a:gd name="connsiteX866" fmla="*/ 2028967 w 2906005"/>
              <a:gd name="connsiteY866" fmla="*/ 36648 h 369828"/>
              <a:gd name="connsiteX867" fmla="*/ 1528198 w 2906005"/>
              <a:gd name="connsiteY867" fmla="*/ 36648 h 369828"/>
              <a:gd name="connsiteX868" fmla="*/ 1554541 w 2906005"/>
              <a:gd name="connsiteY868" fmla="*/ 46953 h 369828"/>
              <a:gd name="connsiteX869" fmla="*/ 1554541 w 2906005"/>
              <a:gd name="connsiteY869" fmla="*/ 46889 h 369828"/>
              <a:gd name="connsiteX870" fmla="*/ 1564588 w 2906005"/>
              <a:gd name="connsiteY870" fmla="*/ 75615 h 369828"/>
              <a:gd name="connsiteX871" fmla="*/ 1564588 w 2906005"/>
              <a:gd name="connsiteY871" fmla="*/ 129137 h 369828"/>
              <a:gd name="connsiteX872" fmla="*/ 1541530 w 2906005"/>
              <a:gd name="connsiteY872" fmla="*/ 129137 h 369828"/>
              <a:gd name="connsiteX873" fmla="*/ 1541530 w 2906005"/>
              <a:gd name="connsiteY873" fmla="*/ 78771 h 369828"/>
              <a:gd name="connsiteX874" fmla="*/ 1536120 w 2906005"/>
              <a:gd name="connsiteY874" fmla="*/ 62089 h 369828"/>
              <a:gd name="connsiteX875" fmla="*/ 1521306 w 2906005"/>
              <a:gd name="connsiteY875" fmla="*/ 56228 h 369828"/>
              <a:gd name="connsiteX876" fmla="*/ 1506235 w 2906005"/>
              <a:gd name="connsiteY876" fmla="*/ 62089 h 369828"/>
              <a:gd name="connsiteX877" fmla="*/ 1500696 w 2906005"/>
              <a:gd name="connsiteY877" fmla="*/ 78771 h 369828"/>
              <a:gd name="connsiteX878" fmla="*/ 1500696 w 2906005"/>
              <a:gd name="connsiteY878" fmla="*/ 129137 h 369828"/>
              <a:gd name="connsiteX879" fmla="*/ 1477638 w 2906005"/>
              <a:gd name="connsiteY879" fmla="*/ 129137 h 369828"/>
              <a:gd name="connsiteX880" fmla="*/ 1477638 w 2906005"/>
              <a:gd name="connsiteY880" fmla="*/ 37936 h 369828"/>
              <a:gd name="connsiteX881" fmla="*/ 1500696 w 2906005"/>
              <a:gd name="connsiteY881" fmla="*/ 37936 h 369828"/>
              <a:gd name="connsiteX882" fmla="*/ 1500696 w 2906005"/>
              <a:gd name="connsiteY882" fmla="*/ 49272 h 369828"/>
              <a:gd name="connsiteX883" fmla="*/ 1512483 w 2906005"/>
              <a:gd name="connsiteY883" fmla="*/ 39997 h 369828"/>
              <a:gd name="connsiteX884" fmla="*/ 1528198 w 2906005"/>
              <a:gd name="connsiteY884" fmla="*/ 36648 h 369828"/>
              <a:gd name="connsiteX885" fmla="*/ 1023694 w 2906005"/>
              <a:gd name="connsiteY885" fmla="*/ 36648 h 369828"/>
              <a:gd name="connsiteX886" fmla="*/ 1050037 w 2906005"/>
              <a:gd name="connsiteY886" fmla="*/ 46953 h 369828"/>
              <a:gd name="connsiteX887" fmla="*/ 1050037 w 2906005"/>
              <a:gd name="connsiteY887" fmla="*/ 46889 h 369828"/>
              <a:gd name="connsiteX888" fmla="*/ 1060084 w 2906005"/>
              <a:gd name="connsiteY888" fmla="*/ 75615 h 369828"/>
              <a:gd name="connsiteX889" fmla="*/ 1060084 w 2906005"/>
              <a:gd name="connsiteY889" fmla="*/ 129137 h 369828"/>
              <a:gd name="connsiteX890" fmla="*/ 1037026 w 2906005"/>
              <a:gd name="connsiteY890" fmla="*/ 129137 h 369828"/>
              <a:gd name="connsiteX891" fmla="*/ 1037026 w 2906005"/>
              <a:gd name="connsiteY891" fmla="*/ 78771 h 369828"/>
              <a:gd name="connsiteX892" fmla="*/ 1031616 w 2906005"/>
              <a:gd name="connsiteY892" fmla="*/ 62089 h 369828"/>
              <a:gd name="connsiteX893" fmla="*/ 1016802 w 2906005"/>
              <a:gd name="connsiteY893" fmla="*/ 56228 h 369828"/>
              <a:gd name="connsiteX894" fmla="*/ 1001731 w 2906005"/>
              <a:gd name="connsiteY894" fmla="*/ 62089 h 369828"/>
              <a:gd name="connsiteX895" fmla="*/ 996192 w 2906005"/>
              <a:gd name="connsiteY895" fmla="*/ 78771 h 369828"/>
              <a:gd name="connsiteX896" fmla="*/ 996192 w 2906005"/>
              <a:gd name="connsiteY896" fmla="*/ 129137 h 369828"/>
              <a:gd name="connsiteX897" fmla="*/ 973134 w 2906005"/>
              <a:gd name="connsiteY897" fmla="*/ 129137 h 369828"/>
              <a:gd name="connsiteX898" fmla="*/ 973134 w 2906005"/>
              <a:gd name="connsiteY898" fmla="*/ 37936 h 369828"/>
              <a:gd name="connsiteX899" fmla="*/ 996192 w 2906005"/>
              <a:gd name="connsiteY899" fmla="*/ 37936 h 369828"/>
              <a:gd name="connsiteX900" fmla="*/ 996192 w 2906005"/>
              <a:gd name="connsiteY900" fmla="*/ 49272 h 369828"/>
              <a:gd name="connsiteX901" fmla="*/ 1007979 w 2906005"/>
              <a:gd name="connsiteY901" fmla="*/ 39997 h 369828"/>
              <a:gd name="connsiteX902" fmla="*/ 1023694 w 2906005"/>
              <a:gd name="connsiteY902" fmla="*/ 36648 h 369828"/>
              <a:gd name="connsiteX903" fmla="*/ 246746 w 2906005"/>
              <a:gd name="connsiteY903" fmla="*/ 36648 h 369828"/>
              <a:gd name="connsiteX904" fmla="*/ 273089 w 2906005"/>
              <a:gd name="connsiteY904" fmla="*/ 46953 h 369828"/>
              <a:gd name="connsiteX905" fmla="*/ 273089 w 2906005"/>
              <a:gd name="connsiteY905" fmla="*/ 46889 h 369828"/>
              <a:gd name="connsiteX906" fmla="*/ 283136 w 2906005"/>
              <a:gd name="connsiteY906" fmla="*/ 75615 h 369828"/>
              <a:gd name="connsiteX907" fmla="*/ 283136 w 2906005"/>
              <a:gd name="connsiteY907" fmla="*/ 129137 h 369828"/>
              <a:gd name="connsiteX908" fmla="*/ 260078 w 2906005"/>
              <a:gd name="connsiteY908" fmla="*/ 129137 h 369828"/>
              <a:gd name="connsiteX909" fmla="*/ 260078 w 2906005"/>
              <a:gd name="connsiteY909" fmla="*/ 78771 h 369828"/>
              <a:gd name="connsiteX910" fmla="*/ 254668 w 2906005"/>
              <a:gd name="connsiteY910" fmla="*/ 62089 h 369828"/>
              <a:gd name="connsiteX911" fmla="*/ 239854 w 2906005"/>
              <a:gd name="connsiteY911" fmla="*/ 56228 h 369828"/>
              <a:gd name="connsiteX912" fmla="*/ 224783 w 2906005"/>
              <a:gd name="connsiteY912" fmla="*/ 62089 h 369828"/>
              <a:gd name="connsiteX913" fmla="*/ 219244 w 2906005"/>
              <a:gd name="connsiteY913" fmla="*/ 78771 h 369828"/>
              <a:gd name="connsiteX914" fmla="*/ 219244 w 2906005"/>
              <a:gd name="connsiteY914" fmla="*/ 129137 h 369828"/>
              <a:gd name="connsiteX915" fmla="*/ 196186 w 2906005"/>
              <a:gd name="connsiteY915" fmla="*/ 129137 h 369828"/>
              <a:gd name="connsiteX916" fmla="*/ 196186 w 2906005"/>
              <a:gd name="connsiteY916" fmla="*/ 37936 h 369828"/>
              <a:gd name="connsiteX917" fmla="*/ 219244 w 2906005"/>
              <a:gd name="connsiteY917" fmla="*/ 37936 h 369828"/>
              <a:gd name="connsiteX918" fmla="*/ 219244 w 2906005"/>
              <a:gd name="connsiteY918" fmla="*/ 49272 h 369828"/>
              <a:gd name="connsiteX919" fmla="*/ 231031 w 2906005"/>
              <a:gd name="connsiteY919" fmla="*/ 39997 h 369828"/>
              <a:gd name="connsiteX920" fmla="*/ 246746 w 2906005"/>
              <a:gd name="connsiteY920" fmla="*/ 36648 h 369828"/>
              <a:gd name="connsiteX921" fmla="*/ 1131899 w 2906005"/>
              <a:gd name="connsiteY921" fmla="*/ 36584 h 369828"/>
              <a:gd name="connsiteX922" fmla="*/ 1150963 w 2906005"/>
              <a:gd name="connsiteY922" fmla="*/ 41093 h 369828"/>
              <a:gd name="connsiteX923" fmla="*/ 1163974 w 2906005"/>
              <a:gd name="connsiteY923" fmla="*/ 54038 h 369828"/>
              <a:gd name="connsiteX924" fmla="*/ 1176920 w 2906005"/>
              <a:gd name="connsiteY924" fmla="*/ 41350 h 369828"/>
              <a:gd name="connsiteX925" fmla="*/ 1195276 w 2906005"/>
              <a:gd name="connsiteY925" fmla="*/ 36584 h 369828"/>
              <a:gd name="connsiteX926" fmla="*/ 1222327 w 2906005"/>
              <a:gd name="connsiteY926" fmla="*/ 46889 h 369828"/>
              <a:gd name="connsiteX927" fmla="*/ 1232632 w 2906005"/>
              <a:gd name="connsiteY927" fmla="*/ 75615 h 369828"/>
              <a:gd name="connsiteX928" fmla="*/ 1232632 w 2906005"/>
              <a:gd name="connsiteY928" fmla="*/ 129138 h 369828"/>
              <a:gd name="connsiteX929" fmla="*/ 1209574 w 2906005"/>
              <a:gd name="connsiteY929" fmla="*/ 129138 h 369828"/>
              <a:gd name="connsiteX930" fmla="*/ 1209574 w 2906005"/>
              <a:gd name="connsiteY930" fmla="*/ 78771 h 369828"/>
              <a:gd name="connsiteX931" fmla="*/ 1204164 w 2906005"/>
              <a:gd name="connsiteY931" fmla="*/ 62411 h 369828"/>
              <a:gd name="connsiteX932" fmla="*/ 1189350 w 2906005"/>
              <a:gd name="connsiteY932" fmla="*/ 56744 h 369828"/>
              <a:gd name="connsiteX933" fmla="*/ 1174472 w 2906005"/>
              <a:gd name="connsiteY933" fmla="*/ 62411 h 369828"/>
              <a:gd name="connsiteX934" fmla="*/ 1168933 w 2906005"/>
              <a:gd name="connsiteY934" fmla="*/ 78771 h 369828"/>
              <a:gd name="connsiteX935" fmla="*/ 1168933 w 2906005"/>
              <a:gd name="connsiteY935" fmla="*/ 129138 h 369828"/>
              <a:gd name="connsiteX936" fmla="*/ 1145875 w 2906005"/>
              <a:gd name="connsiteY936" fmla="*/ 129138 h 369828"/>
              <a:gd name="connsiteX937" fmla="*/ 1145875 w 2906005"/>
              <a:gd name="connsiteY937" fmla="*/ 78771 h 369828"/>
              <a:gd name="connsiteX938" fmla="*/ 1140465 w 2906005"/>
              <a:gd name="connsiteY938" fmla="*/ 62411 h 369828"/>
              <a:gd name="connsiteX939" fmla="*/ 1125651 w 2906005"/>
              <a:gd name="connsiteY939" fmla="*/ 56744 h 369828"/>
              <a:gd name="connsiteX940" fmla="*/ 1110580 w 2906005"/>
              <a:gd name="connsiteY940" fmla="*/ 62411 h 369828"/>
              <a:gd name="connsiteX941" fmla="*/ 1105041 w 2906005"/>
              <a:gd name="connsiteY941" fmla="*/ 78771 h 369828"/>
              <a:gd name="connsiteX942" fmla="*/ 1105041 w 2906005"/>
              <a:gd name="connsiteY942" fmla="*/ 129138 h 369828"/>
              <a:gd name="connsiteX943" fmla="*/ 1081983 w 2906005"/>
              <a:gd name="connsiteY943" fmla="*/ 129138 h 369828"/>
              <a:gd name="connsiteX944" fmla="*/ 1081983 w 2906005"/>
              <a:gd name="connsiteY944" fmla="*/ 37937 h 369828"/>
              <a:gd name="connsiteX945" fmla="*/ 1105041 w 2906005"/>
              <a:gd name="connsiteY945" fmla="*/ 37937 h 369828"/>
              <a:gd name="connsiteX946" fmla="*/ 1105041 w 2906005"/>
              <a:gd name="connsiteY946" fmla="*/ 48950 h 369828"/>
              <a:gd name="connsiteX947" fmla="*/ 1116505 w 2906005"/>
              <a:gd name="connsiteY947" fmla="*/ 39869 h 369828"/>
              <a:gd name="connsiteX948" fmla="*/ 1131899 w 2906005"/>
              <a:gd name="connsiteY948" fmla="*/ 36584 h 369828"/>
              <a:gd name="connsiteX949" fmla="*/ 2861048 w 2906005"/>
              <a:gd name="connsiteY949" fmla="*/ 36455 h 369828"/>
              <a:gd name="connsiteX950" fmla="*/ 2884364 w 2906005"/>
              <a:gd name="connsiteY950" fmla="*/ 42058 h 369828"/>
              <a:gd name="connsiteX951" fmla="*/ 2900337 w 2906005"/>
              <a:gd name="connsiteY951" fmla="*/ 57967 h 369828"/>
              <a:gd name="connsiteX952" fmla="*/ 2906005 w 2906005"/>
              <a:gd name="connsiteY952" fmla="*/ 81605 h 369828"/>
              <a:gd name="connsiteX953" fmla="*/ 2905361 w 2906005"/>
              <a:gd name="connsiteY953" fmla="*/ 90493 h 369828"/>
              <a:gd name="connsiteX954" fmla="*/ 2905361 w 2906005"/>
              <a:gd name="connsiteY954" fmla="*/ 90429 h 369828"/>
              <a:gd name="connsiteX955" fmla="*/ 2838699 w 2906005"/>
              <a:gd name="connsiteY955" fmla="*/ 90429 h 369828"/>
              <a:gd name="connsiteX956" fmla="*/ 2845591 w 2906005"/>
              <a:gd name="connsiteY956" fmla="*/ 105886 h 369828"/>
              <a:gd name="connsiteX957" fmla="*/ 2860598 w 2906005"/>
              <a:gd name="connsiteY957" fmla="*/ 111490 h 369828"/>
              <a:gd name="connsiteX958" fmla="*/ 2878889 w 2906005"/>
              <a:gd name="connsiteY958" fmla="*/ 100476 h 369828"/>
              <a:gd name="connsiteX959" fmla="*/ 2903751 w 2906005"/>
              <a:gd name="connsiteY959" fmla="*/ 100476 h 369828"/>
              <a:gd name="connsiteX960" fmla="*/ 2888615 w 2906005"/>
              <a:gd name="connsiteY960" fmla="*/ 122117 h 369828"/>
              <a:gd name="connsiteX961" fmla="*/ 2861113 w 2906005"/>
              <a:gd name="connsiteY961" fmla="*/ 130619 h 369828"/>
              <a:gd name="connsiteX962" fmla="*/ 2837475 w 2906005"/>
              <a:gd name="connsiteY962" fmla="*/ 124758 h 369828"/>
              <a:gd name="connsiteX963" fmla="*/ 2821180 w 2906005"/>
              <a:gd name="connsiteY963" fmla="*/ 108205 h 369828"/>
              <a:gd name="connsiteX964" fmla="*/ 2815319 w 2906005"/>
              <a:gd name="connsiteY964" fmla="*/ 83537 h 369828"/>
              <a:gd name="connsiteX965" fmla="*/ 2821051 w 2906005"/>
              <a:gd name="connsiteY965" fmla="*/ 58676 h 369828"/>
              <a:gd name="connsiteX966" fmla="*/ 2837153 w 2906005"/>
              <a:gd name="connsiteY966" fmla="*/ 42187 h 369828"/>
              <a:gd name="connsiteX967" fmla="*/ 2861048 w 2906005"/>
              <a:gd name="connsiteY967" fmla="*/ 36455 h 369828"/>
              <a:gd name="connsiteX968" fmla="*/ 2590794 w 2906005"/>
              <a:gd name="connsiteY968" fmla="*/ 36455 h 369828"/>
              <a:gd name="connsiteX969" fmla="*/ 2608635 w 2906005"/>
              <a:gd name="connsiteY969" fmla="*/ 40577 h 369828"/>
              <a:gd name="connsiteX970" fmla="*/ 2620873 w 2906005"/>
              <a:gd name="connsiteY970" fmla="*/ 50947 h 369828"/>
              <a:gd name="connsiteX971" fmla="*/ 2620873 w 2906005"/>
              <a:gd name="connsiteY971" fmla="*/ 37936 h 369828"/>
              <a:gd name="connsiteX972" fmla="*/ 2644059 w 2906005"/>
              <a:gd name="connsiteY972" fmla="*/ 37936 h 369828"/>
              <a:gd name="connsiteX973" fmla="*/ 2644059 w 2906005"/>
              <a:gd name="connsiteY973" fmla="*/ 129137 h 369828"/>
              <a:gd name="connsiteX974" fmla="*/ 2620873 w 2906005"/>
              <a:gd name="connsiteY974" fmla="*/ 129137 h 369828"/>
              <a:gd name="connsiteX975" fmla="*/ 2620873 w 2906005"/>
              <a:gd name="connsiteY975" fmla="*/ 115805 h 369828"/>
              <a:gd name="connsiteX976" fmla="*/ 2608635 w 2906005"/>
              <a:gd name="connsiteY976" fmla="*/ 126432 h 369828"/>
              <a:gd name="connsiteX977" fmla="*/ 2590601 w 2906005"/>
              <a:gd name="connsiteY977" fmla="*/ 130619 h 369828"/>
              <a:gd name="connsiteX978" fmla="*/ 2569604 w 2906005"/>
              <a:gd name="connsiteY978" fmla="*/ 124693 h 369828"/>
              <a:gd name="connsiteX979" fmla="*/ 2554597 w 2906005"/>
              <a:gd name="connsiteY979" fmla="*/ 108012 h 369828"/>
              <a:gd name="connsiteX980" fmla="*/ 2549058 w 2906005"/>
              <a:gd name="connsiteY980" fmla="*/ 83215 h 369828"/>
              <a:gd name="connsiteX981" fmla="*/ 2554597 w 2906005"/>
              <a:gd name="connsiteY981" fmla="*/ 58676 h 369828"/>
              <a:gd name="connsiteX982" fmla="*/ 2554662 w 2906005"/>
              <a:gd name="connsiteY982" fmla="*/ 58676 h 369828"/>
              <a:gd name="connsiteX983" fmla="*/ 2569669 w 2906005"/>
              <a:gd name="connsiteY983" fmla="*/ 42187 h 369828"/>
              <a:gd name="connsiteX984" fmla="*/ 2590794 w 2906005"/>
              <a:gd name="connsiteY984" fmla="*/ 36455 h 369828"/>
              <a:gd name="connsiteX985" fmla="*/ 2227020 w 2906005"/>
              <a:gd name="connsiteY985" fmla="*/ 36455 h 369828"/>
              <a:gd name="connsiteX986" fmla="*/ 2250915 w 2906005"/>
              <a:gd name="connsiteY986" fmla="*/ 42316 h 369828"/>
              <a:gd name="connsiteX987" fmla="*/ 2267790 w 2906005"/>
              <a:gd name="connsiteY987" fmla="*/ 58869 h 369828"/>
              <a:gd name="connsiteX988" fmla="*/ 2273973 w 2906005"/>
              <a:gd name="connsiteY988" fmla="*/ 83537 h 369828"/>
              <a:gd name="connsiteX989" fmla="*/ 2267661 w 2906005"/>
              <a:gd name="connsiteY989" fmla="*/ 108205 h 369828"/>
              <a:gd name="connsiteX990" fmla="*/ 2250529 w 2906005"/>
              <a:gd name="connsiteY990" fmla="*/ 124758 h 369828"/>
              <a:gd name="connsiteX991" fmla="*/ 2226440 w 2906005"/>
              <a:gd name="connsiteY991" fmla="*/ 130619 h 369828"/>
              <a:gd name="connsiteX992" fmla="*/ 2202738 w 2906005"/>
              <a:gd name="connsiteY992" fmla="*/ 124758 h 369828"/>
              <a:gd name="connsiteX993" fmla="*/ 2202610 w 2906005"/>
              <a:gd name="connsiteY993" fmla="*/ 124758 h 369828"/>
              <a:gd name="connsiteX994" fmla="*/ 2186057 w 2906005"/>
              <a:gd name="connsiteY994" fmla="*/ 108205 h 369828"/>
              <a:gd name="connsiteX995" fmla="*/ 2180067 w 2906005"/>
              <a:gd name="connsiteY995" fmla="*/ 83537 h 369828"/>
              <a:gd name="connsiteX996" fmla="*/ 2186250 w 2906005"/>
              <a:gd name="connsiteY996" fmla="*/ 58869 h 369828"/>
              <a:gd name="connsiteX997" fmla="*/ 2203125 w 2906005"/>
              <a:gd name="connsiteY997" fmla="*/ 42316 h 369828"/>
              <a:gd name="connsiteX998" fmla="*/ 2227020 w 2906005"/>
              <a:gd name="connsiteY998" fmla="*/ 36455 h 369828"/>
              <a:gd name="connsiteX999" fmla="*/ 1401830 w 2906005"/>
              <a:gd name="connsiteY999" fmla="*/ 36455 h 369828"/>
              <a:gd name="connsiteX1000" fmla="*/ 1419671 w 2906005"/>
              <a:gd name="connsiteY1000" fmla="*/ 40577 h 369828"/>
              <a:gd name="connsiteX1001" fmla="*/ 1431909 w 2906005"/>
              <a:gd name="connsiteY1001" fmla="*/ 50947 h 369828"/>
              <a:gd name="connsiteX1002" fmla="*/ 1431909 w 2906005"/>
              <a:gd name="connsiteY1002" fmla="*/ 37936 h 369828"/>
              <a:gd name="connsiteX1003" fmla="*/ 1455095 w 2906005"/>
              <a:gd name="connsiteY1003" fmla="*/ 37936 h 369828"/>
              <a:gd name="connsiteX1004" fmla="*/ 1455095 w 2906005"/>
              <a:gd name="connsiteY1004" fmla="*/ 129137 h 369828"/>
              <a:gd name="connsiteX1005" fmla="*/ 1431909 w 2906005"/>
              <a:gd name="connsiteY1005" fmla="*/ 129137 h 369828"/>
              <a:gd name="connsiteX1006" fmla="*/ 1431909 w 2906005"/>
              <a:gd name="connsiteY1006" fmla="*/ 115805 h 369828"/>
              <a:gd name="connsiteX1007" fmla="*/ 1419671 w 2906005"/>
              <a:gd name="connsiteY1007" fmla="*/ 126432 h 369828"/>
              <a:gd name="connsiteX1008" fmla="*/ 1401637 w 2906005"/>
              <a:gd name="connsiteY1008" fmla="*/ 130619 h 369828"/>
              <a:gd name="connsiteX1009" fmla="*/ 1380640 w 2906005"/>
              <a:gd name="connsiteY1009" fmla="*/ 124693 h 369828"/>
              <a:gd name="connsiteX1010" fmla="*/ 1365633 w 2906005"/>
              <a:gd name="connsiteY1010" fmla="*/ 108012 h 369828"/>
              <a:gd name="connsiteX1011" fmla="*/ 1360094 w 2906005"/>
              <a:gd name="connsiteY1011" fmla="*/ 83215 h 369828"/>
              <a:gd name="connsiteX1012" fmla="*/ 1365633 w 2906005"/>
              <a:gd name="connsiteY1012" fmla="*/ 58676 h 369828"/>
              <a:gd name="connsiteX1013" fmla="*/ 1365697 w 2906005"/>
              <a:gd name="connsiteY1013" fmla="*/ 58676 h 369828"/>
              <a:gd name="connsiteX1014" fmla="*/ 1380704 w 2906005"/>
              <a:gd name="connsiteY1014" fmla="*/ 42187 h 369828"/>
              <a:gd name="connsiteX1015" fmla="*/ 1401830 w 2906005"/>
              <a:gd name="connsiteY1015" fmla="*/ 36455 h 369828"/>
              <a:gd name="connsiteX1016" fmla="*/ 1290212 w 2906005"/>
              <a:gd name="connsiteY1016" fmla="*/ 36455 h 369828"/>
              <a:gd name="connsiteX1017" fmla="*/ 1308053 w 2906005"/>
              <a:gd name="connsiteY1017" fmla="*/ 40577 h 369828"/>
              <a:gd name="connsiteX1018" fmla="*/ 1320291 w 2906005"/>
              <a:gd name="connsiteY1018" fmla="*/ 50947 h 369828"/>
              <a:gd name="connsiteX1019" fmla="*/ 1320291 w 2906005"/>
              <a:gd name="connsiteY1019" fmla="*/ 37936 h 369828"/>
              <a:gd name="connsiteX1020" fmla="*/ 1343477 w 2906005"/>
              <a:gd name="connsiteY1020" fmla="*/ 37936 h 369828"/>
              <a:gd name="connsiteX1021" fmla="*/ 1343477 w 2906005"/>
              <a:gd name="connsiteY1021" fmla="*/ 129137 h 369828"/>
              <a:gd name="connsiteX1022" fmla="*/ 1320291 w 2906005"/>
              <a:gd name="connsiteY1022" fmla="*/ 129137 h 369828"/>
              <a:gd name="connsiteX1023" fmla="*/ 1320291 w 2906005"/>
              <a:gd name="connsiteY1023" fmla="*/ 115805 h 369828"/>
              <a:gd name="connsiteX1024" fmla="*/ 1308053 w 2906005"/>
              <a:gd name="connsiteY1024" fmla="*/ 126432 h 369828"/>
              <a:gd name="connsiteX1025" fmla="*/ 1290019 w 2906005"/>
              <a:gd name="connsiteY1025" fmla="*/ 130619 h 369828"/>
              <a:gd name="connsiteX1026" fmla="*/ 1269022 w 2906005"/>
              <a:gd name="connsiteY1026" fmla="*/ 124693 h 369828"/>
              <a:gd name="connsiteX1027" fmla="*/ 1254015 w 2906005"/>
              <a:gd name="connsiteY1027" fmla="*/ 108012 h 369828"/>
              <a:gd name="connsiteX1028" fmla="*/ 1248476 w 2906005"/>
              <a:gd name="connsiteY1028" fmla="*/ 83215 h 369828"/>
              <a:gd name="connsiteX1029" fmla="*/ 1254015 w 2906005"/>
              <a:gd name="connsiteY1029" fmla="*/ 58676 h 369828"/>
              <a:gd name="connsiteX1030" fmla="*/ 1254080 w 2906005"/>
              <a:gd name="connsiteY1030" fmla="*/ 58676 h 369828"/>
              <a:gd name="connsiteX1031" fmla="*/ 1269086 w 2906005"/>
              <a:gd name="connsiteY1031" fmla="*/ 42187 h 369828"/>
              <a:gd name="connsiteX1032" fmla="*/ 1290212 w 2906005"/>
              <a:gd name="connsiteY1032" fmla="*/ 36455 h 369828"/>
              <a:gd name="connsiteX1033" fmla="*/ 911431 w 2906005"/>
              <a:gd name="connsiteY1033" fmla="*/ 36455 h 369828"/>
              <a:gd name="connsiteX1034" fmla="*/ 934747 w 2906005"/>
              <a:gd name="connsiteY1034" fmla="*/ 42058 h 369828"/>
              <a:gd name="connsiteX1035" fmla="*/ 950720 w 2906005"/>
              <a:gd name="connsiteY1035" fmla="*/ 57967 h 369828"/>
              <a:gd name="connsiteX1036" fmla="*/ 956388 w 2906005"/>
              <a:gd name="connsiteY1036" fmla="*/ 81605 h 369828"/>
              <a:gd name="connsiteX1037" fmla="*/ 955744 w 2906005"/>
              <a:gd name="connsiteY1037" fmla="*/ 90493 h 369828"/>
              <a:gd name="connsiteX1038" fmla="*/ 955744 w 2906005"/>
              <a:gd name="connsiteY1038" fmla="*/ 90429 h 369828"/>
              <a:gd name="connsiteX1039" fmla="*/ 889082 w 2906005"/>
              <a:gd name="connsiteY1039" fmla="*/ 90429 h 369828"/>
              <a:gd name="connsiteX1040" fmla="*/ 895974 w 2906005"/>
              <a:gd name="connsiteY1040" fmla="*/ 105886 h 369828"/>
              <a:gd name="connsiteX1041" fmla="*/ 910981 w 2906005"/>
              <a:gd name="connsiteY1041" fmla="*/ 111490 h 369828"/>
              <a:gd name="connsiteX1042" fmla="*/ 929272 w 2906005"/>
              <a:gd name="connsiteY1042" fmla="*/ 100476 h 369828"/>
              <a:gd name="connsiteX1043" fmla="*/ 954134 w 2906005"/>
              <a:gd name="connsiteY1043" fmla="*/ 100476 h 369828"/>
              <a:gd name="connsiteX1044" fmla="*/ 938998 w 2906005"/>
              <a:gd name="connsiteY1044" fmla="*/ 122117 h 369828"/>
              <a:gd name="connsiteX1045" fmla="*/ 911496 w 2906005"/>
              <a:gd name="connsiteY1045" fmla="*/ 130619 h 369828"/>
              <a:gd name="connsiteX1046" fmla="*/ 887858 w 2906005"/>
              <a:gd name="connsiteY1046" fmla="*/ 124758 h 369828"/>
              <a:gd name="connsiteX1047" fmla="*/ 871563 w 2906005"/>
              <a:gd name="connsiteY1047" fmla="*/ 108205 h 369828"/>
              <a:gd name="connsiteX1048" fmla="*/ 865702 w 2906005"/>
              <a:gd name="connsiteY1048" fmla="*/ 83537 h 369828"/>
              <a:gd name="connsiteX1049" fmla="*/ 871434 w 2906005"/>
              <a:gd name="connsiteY1049" fmla="*/ 58676 h 369828"/>
              <a:gd name="connsiteX1050" fmla="*/ 887536 w 2906005"/>
              <a:gd name="connsiteY1050" fmla="*/ 42187 h 369828"/>
              <a:gd name="connsiteX1051" fmla="*/ 911431 w 2906005"/>
              <a:gd name="connsiteY1051" fmla="*/ 36455 h 369828"/>
              <a:gd name="connsiteX1052" fmla="*/ 338269 w 2906005"/>
              <a:gd name="connsiteY1052" fmla="*/ 36455 h 369828"/>
              <a:gd name="connsiteX1053" fmla="*/ 364289 w 2906005"/>
              <a:gd name="connsiteY1053" fmla="*/ 44635 h 369828"/>
              <a:gd name="connsiteX1054" fmla="*/ 374981 w 2906005"/>
              <a:gd name="connsiteY1054" fmla="*/ 66598 h 369828"/>
              <a:gd name="connsiteX1055" fmla="*/ 352954 w 2906005"/>
              <a:gd name="connsiteY1055" fmla="*/ 66598 h 369828"/>
              <a:gd name="connsiteX1056" fmla="*/ 348445 w 2906005"/>
              <a:gd name="connsiteY1056" fmla="*/ 57967 h 369828"/>
              <a:gd name="connsiteX1057" fmla="*/ 337689 w 2906005"/>
              <a:gd name="connsiteY1057" fmla="*/ 54747 h 369828"/>
              <a:gd name="connsiteX1058" fmla="*/ 328028 w 2906005"/>
              <a:gd name="connsiteY1058" fmla="*/ 57065 h 369828"/>
              <a:gd name="connsiteX1059" fmla="*/ 324679 w 2906005"/>
              <a:gd name="connsiteY1059" fmla="*/ 63506 h 369828"/>
              <a:gd name="connsiteX1060" fmla="*/ 329316 w 2906005"/>
              <a:gd name="connsiteY1060" fmla="*/ 70527 h 369828"/>
              <a:gd name="connsiteX1061" fmla="*/ 343615 w 2906005"/>
              <a:gd name="connsiteY1061" fmla="*/ 75357 h 369828"/>
              <a:gd name="connsiteX1062" fmla="*/ 359910 w 2906005"/>
              <a:gd name="connsiteY1062" fmla="*/ 80445 h 369828"/>
              <a:gd name="connsiteX1063" fmla="*/ 371052 w 2906005"/>
              <a:gd name="connsiteY1063" fmla="*/ 88625 h 369828"/>
              <a:gd name="connsiteX1064" fmla="*/ 375883 w 2906005"/>
              <a:gd name="connsiteY1064" fmla="*/ 103181 h 369828"/>
              <a:gd name="connsiteX1065" fmla="*/ 371503 w 2906005"/>
              <a:gd name="connsiteY1065" fmla="*/ 117351 h 369828"/>
              <a:gd name="connsiteX1066" fmla="*/ 359008 w 2906005"/>
              <a:gd name="connsiteY1066" fmla="*/ 127141 h 369828"/>
              <a:gd name="connsiteX1067" fmla="*/ 340008 w 2906005"/>
              <a:gd name="connsiteY1067" fmla="*/ 130683 h 369828"/>
              <a:gd name="connsiteX1068" fmla="*/ 319913 w 2906005"/>
              <a:gd name="connsiteY1068" fmla="*/ 126626 h 369828"/>
              <a:gd name="connsiteX1069" fmla="*/ 319848 w 2906005"/>
              <a:gd name="connsiteY1069" fmla="*/ 126561 h 369828"/>
              <a:gd name="connsiteX1070" fmla="*/ 305743 w 2906005"/>
              <a:gd name="connsiteY1070" fmla="*/ 115612 h 369828"/>
              <a:gd name="connsiteX1071" fmla="*/ 300075 w 2906005"/>
              <a:gd name="connsiteY1071" fmla="*/ 100283 h 369828"/>
              <a:gd name="connsiteX1072" fmla="*/ 323262 w 2906005"/>
              <a:gd name="connsiteY1072" fmla="*/ 100283 h 369828"/>
              <a:gd name="connsiteX1073" fmla="*/ 328414 w 2906005"/>
              <a:gd name="connsiteY1073" fmla="*/ 108978 h 369828"/>
              <a:gd name="connsiteX1074" fmla="*/ 339686 w 2906005"/>
              <a:gd name="connsiteY1074" fmla="*/ 112456 h 369828"/>
              <a:gd name="connsiteX1075" fmla="*/ 349991 w 2906005"/>
              <a:gd name="connsiteY1075" fmla="*/ 109815 h 369828"/>
              <a:gd name="connsiteX1076" fmla="*/ 353727 w 2906005"/>
              <a:gd name="connsiteY1076" fmla="*/ 103052 h 369828"/>
              <a:gd name="connsiteX1077" fmla="*/ 349218 w 2906005"/>
              <a:gd name="connsiteY1077" fmla="*/ 96354 h 369828"/>
              <a:gd name="connsiteX1078" fmla="*/ 334791 w 2906005"/>
              <a:gd name="connsiteY1078" fmla="*/ 91523 h 369828"/>
              <a:gd name="connsiteX1079" fmla="*/ 318109 w 2906005"/>
              <a:gd name="connsiteY1079" fmla="*/ 86435 h 369828"/>
              <a:gd name="connsiteX1080" fmla="*/ 306902 w 2906005"/>
              <a:gd name="connsiteY1080" fmla="*/ 78384 h 369828"/>
              <a:gd name="connsiteX1081" fmla="*/ 302200 w 2906005"/>
              <a:gd name="connsiteY1081" fmla="*/ 63764 h 369828"/>
              <a:gd name="connsiteX1082" fmla="*/ 306579 w 2906005"/>
              <a:gd name="connsiteY1082" fmla="*/ 49916 h 369828"/>
              <a:gd name="connsiteX1083" fmla="*/ 319075 w 2906005"/>
              <a:gd name="connsiteY1083" fmla="*/ 40062 h 369828"/>
              <a:gd name="connsiteX1084" fmla="*/ 338269 w 2906005"/>
              <a:gd name="connsiteY1084" fmla="*/ 36455 h 369828"/>
              <a:gd name="connsiteX1085" fmla="*/ 120314 w 2906005"/>
              <a:gd name="connsiteY1085" fmla="*/ 36455 h 369828"/>
              <a:gd name="connsiteX1086" fmla="*/ 138155 w 2906005"/>
              <a:gd name="connsiteY1086" fmla="*/ 40577 h 369828"/>
              <a:gd name="connsiteX1087" fmla="*/ 150392 w 2906005"/>
              <a:gd name="connsiteY1087" fmla="*/ 50947 h 369828"/>
              <a:gd name="connsiteX1088" fmla="*/ 150392 w 2906005"/>
              <a:gd name="connsiteY1088" fmla="*/ 37936 h 369828"/>
              <a:gd name="connsiteX1089" fmla="*/ 173579 w 2906005"/>
              <a:gd name="connsiteY1089" fmla="*/ 37936 h 369828"/>
              <a:gd name="connsiteX1090" fmla="*/ 173579 w 2906005"/>
              <a:gd name="connsiteY1090" fmla="*/ 129138 h 369828"/>
              <a:gd name="connsiteX1091" fmla="*/ 150392 w 2906005"/>
              <a:gd name="connsiteY1091" fmla="*/ 129138 h 369828"/>
              <a:gd name="connsiteX1092" fmla="*/ 150392 w 2906005"/>
              <a:gd name="connsiteY1092" fmla="*/ 115805 h 369828"/>
              <a:gd name="connsiteX1093" fmla="*/ 138155 w 2906005"/>
              <a:gd name="connsiteY1093" fmla="*/ 126432 h 369828"/>
              <a:gd name="connsiteX1094" fmla="*/ 120121 w 2906005"/>
              <a:gd name="connsiteY1094" fmla="*/ 130619 h 369828"/>
              <a:gd name="connsiteX1095" fmla="*/ 99124 w 2906005"/>
              <a:gd name="connsiteY1095" fmla="*/ 124693 h 369828"/>
              <a:gd name="connsiteX1096" fmla="*/ 84117 w 2906005"/>
              <a:gd name="connsiteY1096" fmla="*/ 108012 h 369828"/>
              <a:gd name="connsiteX1097" fmla="*/ 78578 w 2906005"/>
              <a:gd name="connsiteY1097" fmla="*/ 83215 h 369828"/>
              <a:gd name="connsiteX1098" fmla="*/ 84117 w 2906005"/>
              <a:gd name="connsiteY1098" fmla="*/ 58676 h 369828"/>
              <a:gd name="connsiteX1099" fmla="*/ 84181 w 2906005"/>
              <a:gd name="connsiteY1099" fmla="*/ 58676 h 369828"/>
              <a:gd name="connsiteX1100" fmla="*/ 99188 w 2906005"/>
              <a:gd name="connsiteY1100" fmla="*/ 42187 h 369828"/>
              <a:gd name="connsiteX1101" fmla="*/ 120314 w 2906005"/>
              <a:gd name="connsiteY1101" fmla="*/ 36455 h 369828"/>
              <a:gd name="connsiteX1102" fmla="*/ 2449098 w 2906005"/>
              <a:gd name="connsiteY1102" fmla="*/ 15393 h 369828"/>
              <a:gd name="connsiteX1103" fmla="*/ 2472285 w 2906005"/>
              <a:gd name="connsiteY1103" fmla="*/ 15393 h 369828"/>
              <a:gd name="connsiteX1104" fmla="*/ 2472285 w 2906005"/>
              <a:gd name="connsiteY1104" fmla="*/ 37936 h 369828"/>
              <a:gd name="connsiteX1105" fmla="*/ 2492702 w 2906005"/>
              <a:gd name="connsiteY1105" fmla="*/ 37936 h 369828"/>
              <a:gd name="connsiteX1106" fmla="*/ 2492702 w 2906005"/>
              <a:gd name="connsiteY1106" fmla="*/ 56871 h 369828"/>
              <a:gd name="connsiteX1107" fmla="*/ 2472285 w 2906005"/>
              <a:gd name="connsiteY1107" fmla="*/ 56871 h 369828"/>
              <a:gd name="connsiteX1108" fmla="*/ 2472285 w 2906005"/>
              <a:gd name="connsiteY1108" fmla="*/ 100991 h 369828"/>
              <a:gd name="connsiteX1109" fmla="*/ 2474539 w 2906005"/>
              <a:gd name="connsiteY1109" fmla="*/ 107689 h 369828"/>
              <a:gd name="connsiteX1110" fmla="*/ 2482010 w 2906005"/>
              <a:gd name="connsiteY1110" fmla="*/ 109750 h 369828"/>
              <a:gd name="connsiteX1111" fmla="*/ 2492702 w 2906005"/>
              <a:gd name="connsiteY1111" fmla="*/ 109750 h 369828"/>
              <a:gd name="connsiteX1112" fmla="*/ 2492702 w 2906005"/>
              <a:gd name="connsiteY1112" fmla="*/ 129201 h 369828"/>
              <a:gd name="connsiteX1113" fmla="*/ 2478210 w 2906005"/>
              <a:gd name="connsiteY1113" fmla="*/ 129201 h 369828"/>
              <a:gd name="connsiteX1114" fmla="*/ 2449098 w 2906005"/>
              <a:gd name="connsiteY1114" fmla="*/ 100862 h 369828"/>
              <a:gd name="connsiteX1115" fmla="*/ 2449098 w 2906005"/>
              <a:gd name="connsiteY1115" fmla="*/ 56936 h 369828"/>
              <a:gd name="connsiteX1116" fmla="*/ 2438213 w 2906005"/>
              <a:gd name="connsiteY1116" fmla="*/ 56936 h 369828"/>
              <a:gd name="connsiteX1117" fmla="*/ 2438213 w 2906005"/>
              <a:gd name="connsiteY1117" fmla="*/ 38000 h 369828"/>
              <a:gd name="connsiteX1118" fmla="*/ 2449098 w 2906005"/>
              <a:gd name="connsiteY1118" fmla="*/ 38000 h 369828"/>
              <a:gd name="connsiteX1119" fmla="*/ 536128 w 2906005"/>
              <a:gd name="connsiteY1119" fmla="*/ 14234 h 369828"/>
              <a:gd name="connsiteX1120" fmla="*/ 559186 w 2906005"/>
              <a:gd name="connsiteY1120" fmla="*/ 14234 h 369828"/>
              <a:gd name="connsiteX1121" fmla="*/ 559186 w 2906005"/>
              <a:gd name="connsiteY1121" fmla="*/ 85340 h 369828"/>
              <a:gd name="connsiteX1122" fmla="*/ 565305 w 2906005"/>
              <a:gd name="connsiteY1122" fmla="*/ 103181 h 369828"/>
              <a:gd name="connsiteX1123" fmla="*/ 582437 w 2906005"/>
              <a:gd name="connsiteY1123" fmla="*/ 109364 h 369828"/>
              <a:gd name="connsiteX1124" fmla="*/ 599698 w 2906005"/>
              <a:gd name="connsiteY1124" fmla="*/ 103181 h 369828"/>
              <a:gd name="connsiteX1125" fmla="*/ 605817 w 2906005"/>
              <a:gd name="connsiteY1125" fmla="*/ 85340 h 369828"/>
              <a:gd name="connsiteX1126" fmla="*/ 605817 w 2906005"/>
              <a:gd name="connsiteY1126" fmla="*/ 14234 h 369828"/>
              <a:gd name="connsiteX1127" fmla="*/ 629004 w 2906005"/>
              <a:gd name="connsiteY1127" fmla="*/ 14234 h 369828"/>
              <a:gd name="connsiteX1128" fmla="*/ 629004 w 2906005"/>
              <a:gd name="connsiteY1128" fmla="*/ 85147 h 369828"/>
              <a:gd name="connsiteX1129" fmla="*/ 622692 w 2906005"/>
              <a:gd name="connsiteY1129" fmla="*/ 109944 h 369828"/>
              <a:gd name="connsiteX1130" fmla="*/ 605753 w 2906005"/>
              <a:gd name="connsiteY1130" fmla="*/ 125144 h 369828"/>
              <a:gd name="connsiteX1131" fmla="*/ 582115 w 2906005"/>
              <a:gd name="connsiteY1131" fmla="*/ 130232 h 369828"/>
              <a:gd name="connsiteX1132" fmla="*/ 558799 w 2906005"/>
              <a:gd name="connsiteY1132" fmla="*/ 125144 h 369828"/>
              <a:gd name="connsiteX1133" fmla="*/ 542247 w 2906005"/>
              <a:gd name="connsiteY1133" fmla="*/ 109944 h 369828"/>
              <a:gd name="connsiteX1134" fmla="*/ 536128 w 2906005"/>
              <a:gd name="connsiteY1134" fmla="*/ 85147 h 369828"/>
              <a:gd name="connsiteX1135" fmla="*/ 9082 w 2906005"/>
              <a:gd name="connsiteY1135" fmla="*/ 14234 h 369828"/>
              <a:gd name="connsiteX1136" fmla="*/ 32140 w 2906005"/>
              <a:gd name="connsiteY1136" fmla="*/ 14234 h 369828"/>
              <a:gd name="connsiteX1137" fmla="*/ 32140 w 2906005"/>
              <a:gd name="connsiteY1137" fmla="*/ 110845 h 369828"/>
              <a:gd name="connsiteX1138" fmla="*/ 69947 w 2906005"/>
              <a:gd name="connsiteY1138" fmla="*/ 110845 h 369828"/>
              <a:gd name="connsiteX1139" fmla="*/ 69947 w 2906005"/>
              <a:gd name="connsiteY1139" fmla="*/ 129137 h 369828"/>
              <a:gd name="connsiteX1140" fmla="*/ 9082 w 2906005"/>
              <a:gd name="connsiteY1140" fmla="*/ 129137 h 369828"/>
              <a:gd name="connsiteX1141" fmla="*/ 2666667 w 2906005"/>
              <a:gd name="connsiteY1141" fmla="*/ 7278 h 369828"/>
              <a:gd name="connsiteX1142" fmla="*/ 2689725 w 2906005"/>
              <a:gd name="connsiteY1142" fmla="*/ 7278 h 369828"/>
              <a:gd name="connsiteX1143" fmla="*/ 2689725 w 2906005"/>
              <a:gd name="connsiteY1143" fmla="*/ 129137 h 369828"/>
              <a:gd name="connsiteX1144" fmla="*/ 2666667 w 2906005"/>
              <a:gd name="connsiteY1144" fmla="*/ 129137 h 369828"/>
              <a:gd name="connsiteX1145" fmla="*/ 1625647 w 2906005"/>
              <a:gd name="connsiteY1145" fmla="*/ 7278 h 369828"/>
              <a:gd name="connsiteX1146" fmla="*/ 1648705 w 2906005"/>
              <a:gd name="connsiteY1146" fmla="*/ 7278 h 369828"/>
              <a:gd name="connsiteX1147" fmla="*/ 1648705 w 2906005"/>
              <a:gd name="connsiteY1147" fmla="*/ 49272 h 369828"/>
              <a:gd name="connsiteX1148" fmla="*/ 1660556 w 2906005"/>
              <a:gd name="connsiteY1148" fmla="*/ 39997 h 369828"/>
              <a:gd name="connsiteX1149" fmla="*/ 1677044 w 2906005"/>
              <a:gd name="connsiteY1149" fmla="*/ 36648 h 369828"/>
              <a:gd name="connsiteX1150" fmla="*/ 1695465 w 2906005"/>
              <a:gd name="connsiteY1150" fmla="*/ 41156 h 369828"/>
              <a:gd name="connsiteX1151" fmla="*/ 1708089 w 2906005"/>
              <a:gd name="connsiteY1151" fmla="*/ 54489 h 369828"/>
              <a:gd name="connsiteX1152" fmla="*/ 1712597 w 2906005"/>
              <a:gd name="connsiteY1152" fmla="*/ 75614 h 369828"/>
              <a:gd name="connsiteX1153" fmla="*/ 1712597 w 2906005"/>
              <a:gd name="connsiteY1153" fmla="*/ 129137 h 369828"/>
              <a:gd name="connsiteX1154" fmla="*/ 1689539 w 2906005"/>
              <a:gd name="connsiteY1154" fmla="*/ 129137 h 369828"/>
              <a:gd name="connsiteX1155" fmla="*/ 1689539 w 2906005"/>
              <a:gd name="connsiteY1155" fmla="*/ 78770 h 369828"/>
              <a:gd name="connsiteX1156" fmla="*/ 1684129 w 2906005"/>
              <a:gd name="connsiteY1156" fmla="*/ 62089 h 369828"/>
              <a:gd name="connsiteX1157" fmla="*/ 1669315 w 2906005"/>
              <a:gd name="connsiteY1157" fmla="*/ 56228 h 369828"/>
              <a:gd name="connsiteX1158" fmla="*/ 1654244 w 2906005"/>
              <a:gd name="connsiteY1158" fmla="*/ 62089 h 369828"/>
              <a:gd name="connsiteX1159" fmla="*/ 1648705 w 2906005"/>
              <a:gd name="connsiteY1159" fmla="*/ 78770 h 369828"/>
              <a:gd name="connsiteX1160" fmla="*/ 1648705 w 2906005"/>
              <a:gd name="connsiteY1160" fmla="*/ 129137 h 369828"/>
              <a:gd name="connsiteX1161" fmla="*/ 1625647 w 2906005"/>
              <a:gd name="connsiteY1161" fmla="*/ 129137 h 369828"/>
              <a:gd name="connsiteX1162" fmla="*/ 825705 w 2906005"/>
              <a:gd name="connsiteY1162" fmla="*/ 7278 h 369828"/>
              <a:gd name="connsiteX1163" fmla="*/ 849085 w 2906005"/>
              <a:gd name="connsiteY1163" fmla="*/ 7278 h 369828"/>
              <a:gd name="connsiteX1164" fmla="*/ 849085 w 2906005"/>
              <a:gd name="connsiteY1164" fmla="*/ 129137 h 369828"/>
              <a:gd name="connsiteX1165" fmla="*/ 825705 w 2906005"/>
              <a:gd name="connsiteY1165" fmla="*/ 129137 h 369828"/>
              <a:gd name="connsiteX1166" fmla="*/ 825705 w 2906005"/>
              <a:gd name="connsiteY1166" fmla="*/ 115611 h 369828"/>
              <a:gd name="connsiteX1167" fmla="*/ 813660 w 2906005"/>
              <a:gd name="connsiteY1167" fmla="*/ 126496 h 369828"/>
              <a:gd name="connsiteX1168" fmla="*/ 795691 w 2906005"/>
              <a:gd name="connsiteY1168" fmla="*/ 130618 h 369828"/>
              <a:gd name="connsiteX1169" fmla="*/ 774629 w 2906005"/>
              <a:gd name="connsiteY1169" fmla="*/ 124693 h 369828"/>
              <a:gd name="connsiteX1170" fmla="*/ 759558 w 2906005"/>
              <a:gd name="connsiteY1170" fmla="*/ 108011 h 369828"/>
              <a:gd name="connsiteX1171" fmla="*/ 754019 w 2906005"/>
              <a:gd name="connsiteY1171" fmla="*/ 83214 h 369828"/>
              <a:gd name="connsiteX1172" fmla="*/ 759558 w 2906005"/>
              <a:gd name="connsiteY1172" fmla="*/ 58675 h 369828"/>
              <a:gd name="connsiteX1173" fmla="*/ 759622 w 2906005"/>
              <a:gd name="connsiteY1173" fmla="*/ 58675 h 369828"/>
              <a:gd name="connsiteX1174" fmla="*/ 774694 w 2906005"/>
              <a:gd name="connsiteY1174" fmla="*/ 42187 h 369828"/>
              <a:gd name="connsiteX1175" fmla="*/ 795948 w 2906005"/>
              <a:gd name="connsiteY1175" fmla="*/ 36455 h 369828"/>
              <a:gd name="connsiteX1176" fmla="*/ 812888 w 2906005"/>
              <a:gd name="connsiteY1176" fmla="*/ 40319 h 369828"/>
              <a:gd name="connsiteX1177" fmla="*/ 825705 w 2906005"/>
              <a:gd name="connsiteY1177" fmla="*/ 50624 h 369828"/>
              <a:gd name="connsiteX1178" fmla="*/ 144531 w 2906005"/>
              <a:gd name="connsiteY1178" fmla="*/ 5153 h 369828"/>
              <a:gd name="connsiteX1179" fmla="*/ 152325 w 2906005"/>
              <a:gd name="connsiteY1179" fmla="*/ 8373 h 369828"/>
              <a:gd name="connsiteX1180" fmla="*/ 155545 w 2906005"/>
              <a:gd name="connsiteY1180" fmla="*/ 16167 h 369828"/>
              <a:gd name="connsiteX1181" fmla="*/ 152325 w 2906005"/>
              <a:gd name="connsiteY1181" fmla="*/ 23896 h 369828"/>
              <a:gd name="connsiteX1182" fmla="*/ 144531 w 2906005"/>
              <a:gd name="connsiteY1182" fmla="*/ 27052 h 369828"/>
              <a:gd name="connsiteX1183" fmla="*/ 136802 w 2906005"/>
              <a:gd name="connsiteY1183" fmla="*/ 23896 h 369828"/>
              <a:gd name="connsiteX1184" fmla="*/ 133646 w 2906005"/>
              <a:gd name="connsiteY1184" fmla="*/ 16167 h 369828"/>
              <a:gd name="connsiteX1185" fmla="*/ 136802 w 2906005"/>
              <a:gd name="connsiteY1185" fmla="*/ 8373 h 369828"/>
              <a:gd name="connsiteX1186" fmla="*/ 144531 w 2906005"/>
              <a:gd name="connsiteY1186" fmla="*/ 5153 h 369828"/>
              <a:gd name="connsiteX1187" fmla="*/ 114067 w 2906005"/>
              <a:gd name="connsiteY1187" fmla="*/ 5153 h 369828"/>
              <a:gd name="connsiteX1188" fmla="*/ 121860 w 2906005"/>
              <a:gd name="connsiteY1188" fmla="*/ 8373 h 369828"/>
              <a:gd name="connsiteX1189" fmla="*/ 125080 w 2906005"/>
              <a:gd name="connsiteY1189" fmla="*/ 16167 h 369828"/>
              <a:gd name="connsiteX1190" fmla="*/ 121860 w 2906005"/>
              <a:gd name="connsiteY1190" fmla="*/ 23896 h 369828"/>
              <a:gd name="connsiteX1191" fmla="*/ 114067 w 2906005"/>
              <a:gd name="connsiteY1191" fmla="*/ 27052 h 369828"/>
              <a:gd name="connsiteX1192" fmla="*/ 106338 w 2906005"/>
              <a:gd name="connsiteY1192" fmla="*/ 23896 h 369828"/>
              <a:gd name="connsiteX1193" fmla="*/ 103182 w 2906005"/>
              <a:gd name="connsiteY1193" fmla="*/ 16167 h 369828"/>
              <a:gd name="connsiteX1194" fmla="*/ 106338 w 2906005"/>
              <a:gd name="connsiteY1194" fmla="*/ 8373 h 369828"/>
              <a:gd name="connsiteX1195" fmla="*/ 114067 w 2906005"/>
              <a:gd name="connsiteY1195" fmla="*/ 5153 h 369828"/>
              <a:gd name="connsiteX1196" fmla="*/ 2520977 w 2906005"/>
              <a:gd name="connsiteY1196" fmla="*/ 0 h 369828"/>
              <a:gd name="connsiteX1197" fmla="*/ 2531089 w 2906005"/>
              <a:gd name="connsiteY1197" fmla="*/ 3864 h 369828"/>
              <a:gd name="connsiteX1198" fmla="*/ 2535146 w 2906005"/>
              <a:gd name="connsiteY1198" fmla="*/ 13526 h 369828"/>
              <a:gd name="connsiteX1199" fmla="*/ 2531089 w 2906005"/>
              <a:gd name="connsiteY1199" fmla="*/ 23187 h 369828"/>
              <a:gd name="connsiteX1200" fmla="*/ 2520977 w 2906005"/>
              <a:gd name="connsiteY1200" fmla="*/ 27051 h 369828"/>
              <a:gd name="connsiteX1201" fmla="*/ 2510865 w 2906005"/>
              <a:gd name="connsiteY1201" fmla="*/ 23187 h 369828"/>
              <a:gd name="connsiteX1202" fmla="*/ 2506807 w 2906005"/>
              <a:gd name="connsiteY1202" fmla="*/ 13526 h 369828"/>
              <a:gd name="connsiteX1203" fmla="*/ 2510865 w 2906005"/>
              <a:gd name="connsiteY1203" fmla="*/ 3864 h 369828"/>
              <a:gd name="connsiteX1204" fmla="*/ 2520977 w 2906005"/>
              <a:gd name="connsiteY1204" fmla="*/ 0 h 369828"/>
              <a:gd name="connsiteX1205" fmla="*/ 2302571 w 2906005"/>
              <a:gd name="connsiteY1205" fmla="*/ 0 h 369828"/>
              <a:gd name="connsiteX1206" fmla="*/ 2312683 w 2906005"/>
              <a:gd name="connsiteY1206" fmla="*/ 3864 h 369828"/>
              <a:gd name="connsiteX1207" fmla="*/ 2316740 w 2906005"/>
              <a:gd name="connsiteY1207" fmla="*/ 13526 h 369828"/>
              <a:gd name="connsiteX1208" fmla="*/ 2312683 w 2906005"/>
              <a:gd name="connsiteY1208" fmla="*/ 23187 h 369828"/>
              <a:gd name="connsiteX1209" fmla="*/ 2302571 w 2906005"/>
              <a:gd name="connsiteY1209" fmla="*/ 27051 h 369828"/>
              <a:gd name="connsiteX1210" fmla="*/ 2292459 w 2906005"/>
              <a:gd name="connsiteY1210" fmla="*/ 23187 h 369828"/>
              <a:gd name="connsiteX1211" fmla="*/ 2288401 w 2906005"/>
              <a:gd name="connsiteY1211" fmla="*/ 13526 h 369828"/>
              <a:gd name="connsiteX1212" fmla="*/ 2292459 w 2906005"/>
              <a:gd name="connsiteY1212" fmla="*/ 3864 h 369828"/>
              <a:gd name="connsiteX1213" fmla="*/ 2302571 w 2906005"/>
              <a:gd name="connsiteY1213" fmla="*/ 0 h 369828"/>
              <a:gd name="connsiteX1214" fmla="*/ 1944336 w 2906005"/>
              <a:gd name="connsiteY1214" fmla="*/ 0 h 369828"/>
              <a:gd name="connsiteX1215" fmla="*/ 1954448 w 2906005"/>
              <a:gd name="connsiteY1215" fmla="*/ 3864 h 369828"/>
              <a:gd name="connsiteX1216" fmla="*/ 1958505 w 2906005"/>
              <a:gd name="connsiteY1216" fmla="*/ 13526 h 369828"/>
              <a:gd name="connsiteX1217" fmla="*/ 1954448 w 2906005"/>
              <a:gd name="connsiteY1217" fmla="*/ 23187 h 369828"/>
              <a:gd name="connsiteX1218" fmla="*/ 1944336 w 2906005"/>
              <a:gd name="connsiteY1218" fmla="*/ 27051 h 369828"/>
              <a:gd name="connsiteX1219" fmla="*/ 1934224 w 2906005"/>
              <a:gd name="connsiteY1219" fmla="*/ 23187 h 369828"/>
              <a:gd name="connsiteX1220" fmla="*/ 1930166 w 2906005"/>
              <a:gd name="connsiteY1220" fmla="*/ 13526 h 369828"/>
              <a:gd name="connsiteX1221" fmla="*/ 1934224 w 2906005"/>
              <a:gd name="connsiteY1221" fmla="*/ 3864 h 369828"/>
              <a:gd name="connsiteX1222" fmla="*/ 1944336 w 2906005"/>
              <a:gd name="connsiteY1222" fmla="*/ 0 h 369828"/>
              <a:gd name="connsiteX1223" fmla="*/ 406413 w 2906005"/>
              <a:gd name="connsiteY1223" fmla="*/ 0 h 369828"/>
              <a:gd name="connsiteX1224" fmla="*/ 416525 w 2906005"/>
              <a:gd name="connsiteY1224" fmla="*/ 3864 h 369828"/>
              <a:gd name="connsiteX1225" fmla="*/ 420582 w 2906005"/>
              <a:gd name="connsiteY1225" fmla="*/ 13526 h 369828"/>
              <a:gd name="connsiteX1226" fmla="*/ 416525 w 2906005"/>
              <a:gd name="connsiteY1226" fmla="*/ 23187 h 369828"/>
              <a:gd name="connsiteX1227" fmla="*/ 406413 w 2906005"/>
              <a:gd name="connsiteY1227" fmla="*/ 27051 h 369828"/>
              <a:gd name="connsiteX1228" fmla="*/ 396301 w 2906005"/>
              <a:gd name="connsiteY1228" fmla="*/ 23187 h 369828"/>
              <a:gd name="connsiteX1229" fmla="*/ 392243 w 2906005"/>
              <a:gd name="connsiteY1229" fmla="*/ 13526 h 369828"/>
              <a:gd name="connsiteX1230" fmla="*/ 396301 w 2906005"/>
              <a:gd name="connsiteY1230" fmla="*/ 3864 h 369828"/>
              <a:gd name="connsiteX1231" fmla="*/ 406413 w 2906005"/>
              <a:gd name="connsiteY1231" fmla="*/ 0 h 36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Lst>
            <a:rect l="l" t="t" r="r" b="b"/>
            <a:pathLst>
              <a:path w="2906005" h="369828">
                <a:moveTo>
                  <a:pt x="1690184" y="254217"/>
                </a:moveTo>
                <a:cubicBezTo>
                  <a:pt x="1685868" y="254217"/>
                  <a:pt x="1681940" y="255248"/>
                  <a:pt x="1678333" y="257373"/>
                </a:cubicBezTo>
                <a:cubicBezTo>
                  <a:pt x="1674726" y="259434"/>
                  <a:pt x="1671763" y="262526"/>
                  <a:pt x="1669509" y="266519"/>
                </a:cubicBezTo>
                <a:cubicBezTo>
                  <a:pt x="1667254" y="270512"/>
                  <a:pt x="1666160" y="275278"/>
                  <a:pt x="1666160" y="280753"/>
                </a:cubicBezTo>
                <a:cubicBezTo>
                  <a:pt x="1666160" y="286228"/>
                  <a:pt x="1667254" y="291058"/>
                  <a:pt x="1669509" y="295180"/>
                </a:cubicBezTo>
                <a:cubicBezTo>
                  <a:pt x="1671763" y="299302"/>
                  <a:pt x="1674726" y="302458"/>
                  <a:pt x="1678397" y="304648"/>
                </a:cubicBezTo>
                <a:cubicBezTo>
                  <a:pt x="1682068" y="306838"/>
                  <a:pt x="1685997" y="307933"/>
                  <a:pt x="1690184" y="307933"/>
                </a:cubicBezTo>
                <a:cubicBezTo>
                  <a:pt x="1694370" y="307933"/>
                  <a:pt x="1698492" y="306838"/>
                  <a:pt x="1702228" y="304713"/>
                </a:cubicBezTo>
                <a:cubicBezTo>
                  <a:pt x="1705963" y="302587"/>
                  <a:pt x="1708926" y="299496"/>
                  <a:pt x="1711116" y="295502"/>
                </a:cubicBezTo>
                <a:cubicBezTo>
                  <a:pt x="1713306" y="291509"/>
                  <a:pt x="1714401" y="286678"/>
                  <a:pt x="1714401" y="281075"/>
                </a:cubicBezTo>
                <a:cubicBezTo>
                  <a:pt x="1714401" y="275472"/>
                  <a:pt x="1713306" y="270705"/>
                  <a:pt x="1711116" y="266648"/>
                </a:cubicBezTo>
                <a:cubicBezTo>
                  <a:pt x="1708926" y="262654"/>
                  <a:pt x="1705963" y="259563"/>
                  <a:pt x="1702228" y="257437"/>
                </a:cubicBezTo>
                <a:cubicBezTo>
                  <a:pt x="1698492" y="255312"/>
                  <a:pt x="1694499" y="254217"/>
                  <a:pt x="1690184" y="254217"/>
                </a:cubicBezTo>
                <a:close/>
                <a:moveTo>
                  <a:pt x="1476028" y="254217"/>
                </a:moveTo>
                <a:cubicBezTo>
                  <a:pt x="1471712" y="254217"/>
                  <a:pt x="1467783" y="255248"/>
                  <a:pt x="1464177" y="257373"/>
                </a:cubicBezTo>
                <a:cubicBezTo>
                  <a:pt x="1460570" y="259434"/>
                  <a:pt x="1457607" y="262526"/>
                  <a:pt x="1455353" y="266519"/>
                </a:cubicBezTo>
                <a:cubicBezTo>
                  <a:pt x="1453098" y="270512"/>
                  <a:pt x="1452004" y="275278"/>
                  <a:pt x="1452004" y="280753"/>
                </a:cubicBezTo>
                <a:cubicBezTo>
                  <a:pt x="1452004" y="286228"/>
                  <a:pt x="1453098" y="291058"/>
                  <a:pt x="1455353" y="295180"/>
                </a:cubicBezTo>
                <a:cubicBezTo>
                  <a:pt x="1457607" y="299302"/>
                  <a:pt x="1460570" y="302458"/>
                  <a:pt x="1464241" y="304648"/>
                </a:cubicBezTo>
                <a:cubicBezTo>
                  <a:pt x="1467912" y="306838"/>
                  <a:pt x="1471841" y="307933"/>
                  <a:pt x="1476028" y="307933"/>
                </a:cubicBezTo>
                <a:cubicBezTo>
                  <a:pt x="1480214" y="307933"/>
                  <a:pt x="1484336" y="306838"/>
                  <a:pt x="1488072" y="304713"/>
                </a:cubicBezTo>
                <a:cubicBezTo>
                  <a:pt x="1491807" y="302587"/>
                  <a:pt x="1494770" y="299496"/>
                  <a:pt x="1496960" y="295502"/>
                </a:cubicBezTo>
                <a:cubicBezTo>
                  <a:pt x="1499150" y="291509"/>
                  <a:pt x="1500245" y="286678"/>
                  <a:pt x="1500245" y="281075"/>
                </a:cubicBezTo>
                <a:cubicBezTo>
                  <a:pt x="1500245" y="275472"/>
                  <a:pt x="1499150" y="270705"/>
                  <a:pt x="1496960" y="266648"/>
                </a:cubicBezTo>
                <a:cubicBezTo>
                  <a:pt x="1494770" y="262654"/>
                  <a:pt x="1491807" y="259563"/>
                  <a:pt x="1488072" y="257437"/>
                </a:cubicBezTo>
                <a:cubicBezTo>
                  <a:pt x="1484336" y="255312"/>
                  <a:pt x="1480343" y="254217"/>
                  <a:pt x="1476028" y="254217"/>
                </a:cubicBezTo>
                <a:close/>
                <a:moveTo>
                  <a:pt x="916520" y="254217"/>
                </a:moveTo>
                <a:cubicBezTo>
                  <a:pt x="912204" y="254217"/>
                  <a:pt x="908276" y="255247"/>
                  <a:pt x="904669" y="257373"/>
                </a:cubicBezTo>
                <a:cubicBezTo>
                  <a:pt x="901062" y="259434"/>
                  <a:pt x="898099" y="262526"/>
                  <a:pt x="895845" y="266519"/>
                </a:cubicBezTo>
                <a:cubicBezTo>
                  <a:pt x="893591" y="270512"/>
                  <a:pt x="892496" y="275278"/>
                  <a:pt x="892496" y="280753"/>
                </a:cubicBezTo>
                <a:cubicBezTo>
                  <a:pt x="892496" y="286228"/>
                  <a:pt x="893591" y="291058"/>
                  <a:pt x="895845" y="295180"/>
                </a:cubicBezTo>
                <a:cubicBezTo>
                  <a:pt x="898099" y="299302"/>
                  <a:pt x="901062" y="302458"/>
                  <a:pt x="904733" y="304648"/>
                </a:cubicBezTo>
                <a:cubicBezTo>
                  <a:pt x="908404" y="306838"/>
                  <a:pt x="912333" y="307933"/>
                  <a:pt x="916520" y="307933"/>
                </a:cubicBezTo>
                <a:cubicBezTo>
                  <a:pt x="920706" y="307933"/>
                  <a:pt x="924828" y="306838"/>
                  <a:pt x="928564" y="304712"/>
                </a:cubicBezTo>
                <a:cubicBezTo>
                  <a:pt x="932300" y="302587"/>
                  <a:pt x="935262" y="299495"/>
                  <a:pt x="937452" y="295502"/>
                </a:cubicBezTo>
                <a:cubicBezTo>
                  <a:pt x="939642" y="291509"/>
                  <a:pt x="940737" y="286678"/>
                  <a:pt x="940737" y="281075"/>
                </a:cubicBezTo>
                <a:cubicBezTo>
                  <a:pt x="940737" y="275471"/>
                  <a:pt x="939642" y="270705"/>
                  <a:pt x="937452" y="266648"/>
                </a:cubicBezTo>
                <a:cubicBezTo>
                  <a:pt x="935262" y="262654"/>
                  <a:pt x="932300" y="259563"/>
                  <a:pt x="928564" y="257437"/>
                </a:cubicBezTo>
                <a:cubicBezTo>
                  <a:pt x="924828" y="255312"/>
                  <a:pt x="920835" y="254217"/>
                  <a:pt x="916520" y="254217"/>
                </a:cubicBezTo>
                <a:close/>
                <a:moveTo>
                  <a:pt x="499416" y="254217"/>
                </a:moveTo>
                <a:cubicBezTo>
                  <a:pt x="495100" y="254217"/>
                  <a:pt x="491171" y="255247"/>
                  <a:pt x="487565" y="257373"/>
                </a:cubicBezTo>
                <a:cubicBezTo>
                  <a:pt x="483958" y="259434"/>
                  <a:pt x="480995" y="262526"/>
                  <a:pt x="478741" y="266519"/>
                </a:cubicBezTo>
                <a:cubicBezTo>
                  <a:pt x="476487" y="270512"/>
                  <a:pt x="475392" y="275278"/>
                  <a:pt x="475392" y="280753"/>
                </a:cubicBezTo>
                <a:cubicBezTo>
                  <a:pt x="475392" y="286228"/>
                  <a:pt x="476487" y="291058"/>
                  <a:pt x="478741" y="295180"/>
                </a:cubicBezTo>
                <a:cubicBezTo>
                  <a:pt x="480995" y="299302"/>
                  <a:pt x="483958" y="302458"/>
                  <a:pt x="487629" y="304648"/>
                </a:cubicBezTo>
                <a:cubicBezTo>
                  <a:pt x="491300" y="306838"/>
                  <a:pt x="495229" y="307933"/>
                  <a:pt x="499416" y="307933"/>
                </a:cubicBezTo>
                <a:cubicBezTo>
                  <a:pt x="503602" y="307933"/>
                  <a:pt x="507724" y="306838"/>
                  <a:pt x="511460" y="304712"/>
                </a:cubicBezTo>
                <a:cubicBezTo>
                  <a:pt x="515195" y="302587"/>
                  <a:pt x="518158" y="299495"/>
                  <a:pt x="520348" y="295502"/>
                </a:cubicBezTo>
                <a:cubicBezTo>
                  <a:pt x="522538" y="291509"/>
                  <a:pt x="523633" y="286678"/>
                  <a:pt x="523633" y="281075"/>
                </a:cubicBezTo>
                <a:cubicBezTo>
                  <a:pt x="523633" y="275471"/>
                  <a:pt x="522538" y="270705"/>
                  <a:pt x="520348" y="266648"/>
                </a:cubicBezTo>
                <a:cubicBezTo>
                  <a:pt x="518158" y="262654"/>
                  <a:pt x="515195" y="259563"/>
                  <a:pt x="511460" y="257437"/>
                </a:cubicBezTo>
                <a:cubicBezTo>
                  <a:pt x="507724" y="255312"/>
                  <a:pt x="503731" y="254217"/>
                  <a:pt x="499416" y="254217"/>
                </a:cubicBezTo>
                <a:close/>
                <a:moveTo>
                  <a:pt x="167717" y="254217"/>
                </a:moveTo>
                <a:cubicBezTo>
                  <a:pt x="163401" y="254217"/>
                  <a:pt x="159472" y="255248"/>
                  <a:pt x="155866" y="257373"/>
                </a:cubicBezTo>
                <a:cubicBezTo>
                  <a:pt x="152259" y="259434"/>
                  <a:pt x="149296" y="262526"/>
                  <a:pt x="147042" y="266519"/>
                </a:cubicBezTo>
                <a:cubicBezTo>
                  <a:pt x="144788" y="270512"/>
                  <a:pt x="143693" y="275278"/>
                  <a:pt x="143693" y="280753"/>
                </a:cubicBezTo>
                <a:cubicBezTo>
                  <a:pt x="143693" y="286228"/>
                  <a:pt x="144788" y="291058"/>
                  <a:pt x="147042" y="295180"/>
                </a:cubicBezTo>
                <a:cubicBezTo>
                  <a:pt x="149296" y="299302"/>
                  <a:pt x="152259" y="302458"/>
                  <a:pt x="155930" y="304648"/>
                </a:cubicBezTo>
                <a:cubicBezTo>
                  <a:pt x="159601" y="306838"/>
                  <a:pt x="163530" y="307933"/>
                  <a:pt x="167717" y="307933"/>
                </a:cubicBezTo>
                <a:cubicBezTo>
                  <a:pt x="171903" y="307933"/>
                  <a:pt x="176025" y="306838"/>
                  <a:pt x="179761" y="304713"/>
                </a:cubicBezTo>
                <a:cubicBezTo>
                  <a:pt x="183496" y="302587"/>
                  <a:pt x="186459" y="299496"/>
                  <a:pt x="188649" y="295502"/>
                </a:cubicBezTo>
                <a:cubicBezTo>
                  <a:pt x="190839" y="291509"/>
                  <a:pt x="191934" y="286678"/>
                  <a:pt x="191934" y="281075"/>
                </a:cubicBezTo>
                <a:cubicBezTo>
                  <a:pt x="191934" y="275472"/>
                  <a:pt x="190839" y="270705"/>
                  <a:pt x="188649" y="266648"/>
                </a:cubicBezTo>
                <a:cubicBezTo>
                  <a:pt x="186459" y="262654"/>
                  <a:pt x="183496" y="259563"/>
                  <a:pt x="179761" y="257437"/>
                </a:cubicBezTo>
                <a:cubicBezTo>
                  <a:pt x="176025" y="255312"/>
                  <a:pt x="172032" y="254217"/>
                  <a:pt x="167717" y="254217"/>
                </a:cubicBezTo>
                <a:close/>
                <a:moveTo>
                  <a:pt x="2525292" y="254216"/>
                </a:moveTo>
                <a:cubicBezTo>
                  <a:pt x="2520976" y="254216"/>
                  <a:pt x="2517047" y="255247"/>
                  <a:pt x="2513441" y="257372"/>
                </a:cubicBezTo>
                <a:cubicBezTo>
                  <a:pt x="2509834" y="259433"/>
                  <a:pt x="2506871" y="262525"/>
                  <a:pt x="2504617" y="266518"/>
                </a:cubicBezTo>
                <a:cubicBezTo>
                  <a:pt x="2502362" y="270511"/>
                  <a:pt x="2501268" y="275277"/>
                  <a:pt x="2501268" y="280752"/>
                </a:cubicBezTo>
                <a:cubicBezTo>
                  <a:pt x="2501268" y="286227"/>
                  <a:pt x="2502362" y="291057"/>
                  <a:pt x="2504617" y="295179"/>
                </a:cubicBezTo>
                <a:cubicBezTo>
                  <a:pt x="2506871" y="299301"/>
                  <a:pt x="2509834" y="302457"/>
                  <a:pt x="2513505" y="304647"/>
                </a:cubicBezTo>
                <a:cubicBezTo>
                  <a:pt x="2517176" y="306837"/>
                  <a:pt x="2521105" y="307932"/>
                  <a:pt x="2525292" y="307932"/>
                </a:cubicBezTo>
                <a:cubicBezTo>
                  <a:pt x="2529478" y="307932"/>
                  <a:pt x="2533600" y="306837"/>
                  <a:pt x="2537336" y="304712"/>
                </a:cubicBezTo>
                <a:cubicBezTo>
                  <a:pt x="2541072" y="302586"/>
                  <a:pt x="2544034" y="299495"/>
                  <a:pt x="2546224" y="295501"/>
                </a:cubicBezTo>
                <a:cubicBezTo>
                  <a:pt x="2548414" y="291508"/>
                  <a:pt x="2549509" y="286678"/>
                  <a:pt x="2549509" y="281074"/>
                </a:cubicBezTo>
                <a:cubicBezTo>
                  <a:pt x="2549509" y="275471"/>
                  <a:pt x="2548414" y="270705"/>
                  <a:pt x="2546224" y="266647"/>
                </a:cubicBezTo>
                <a:cubicBezTo>
                  <a:pt x="2544034" y="262654"/>
                  <a:pt x="2541072" y="259562"/>
                  <a:pt x="2537336" y="257437"/>
                </a:cubicBezTo>
                <a:cubicBezTo>
                  <a:pt x="2533600" y="255311"/>
                  <a:pt x="2529607" y="254216"/>
                  <a:pt x="2525292" y="254216"/>
                </a:cubicBezTo>
                <a:close/>
                <a:moveTo>
                  <a:pt x="2413674" y="254216"/>
                </a:moveTo>
                <a:cubicBezTo>
                  <a:pt x="2409358" y="254216"/>
                  <a:pt x="2405429" y="255247"/>
                  <a:pt x="2401823" y="257372"/>
                </a:cubicBezTo>
                <a:cubicBezTo>
                  <a:pt x="2398216" y="259433"/>
                  <a:pt x="2395253" y="262525"/>
                  <a:pt x="2392999" y="266518"/>
                </a:cubicBezTo>
                <a:cubicBezTo>
                  <a:pt x="2390744" y="270511"/>
                  <a:pt x="2389649" y="275278"/>
                  <a:pt x="2389649" y="280752"/>
                </a:cubicBezTo>
                <a:cubicBezTo>
                  <a:pt x="2389649" y="286227"/>
                  <a:pt x="2390744" y="291057"/>
                  <a:pt x="2392999" y="295180"/>
                </a:cubicBezTo>
                <a:cubicBezTo>
                  <a:pt x="2395253" y="299302"/>
                  <a:pt x="2398216" y="302458"/>
                  <a:pt x="2401887" y="304647"/>
                </a:cubicBezTo>
                <a:cubicBezTo>
                  <a:pt x="2405558" y="306837"/>
                  <a:pt x="2409487" y="307932"/>
                  <a:pt x="2413674" y="307932"/>
                </a:cubicBezTo>
                <a:cubicBezTo>
                  <a:pt x="2417860" y="307932"/>
                  <a:pt x="2421982" y="306837"/>
                  <a:pt x="2425718" y="304712"/>
                </a:cubicBezTo>
                <a:cubicBezTo>
                  <a:pt x="2429454" y="302586"/>
                  <a:pt x="2432416" y="299495"/>
                  <a:pt x="2434606" y="295502"/>
                </a:cubicBezTo>
                <a:cubicBezTo>
                  <a:pt x="2436796" y="291508"/>
                  <a:pt x="2437891" y="286678"/>
                  <a:pt x="2437891" y="281074"/>
                </a:cubicBezTo>
                <a:cubicBezTo>
                  <a:pt x="2437891" y="275471"/>
                  <a:pt x="2436796" y="270705"/>
                  <a:pt x="2434606" y="266647"/>
                </a:cubicBezTo>
                <a:cubicBezTo>
                  <a:pt x="2432416" y="262654"/>
                  <a:pt x="2429454" y="259562"/>
                  <a:pt x="2425718" y="257437"/>
                </a:cubicBezTo>
                <a:cubicBezTo>
                  <a:pt x="2421982" y="255311"/>
                  <a:pt x="2417989" y="254216"/>
                  <a:pt x="2413674" y="254216"/>
                </a:cubicBezTo>
                <a:close/>
                <a:moveTo>
                  <a:pt x="1868335" y="254216"/>
                </a:moveTo>
                <a:cubicBezTo>
                  <a:pt x="1864019" y="254216"/>
                  <a:pt x="1860090" y="255247"/>
                  <a:pt x="1856484" y="257372"/>
                </a:cubicBezTo>
                <a:cubicBezTo>
                  <a:pt x="1852877" y="259433"/>
                  <a:pt x="1849914" y="262525"/>
                  <a:pt x="1847660" y="266518"/>
                </a:cubicBezTo>
                <a:cubicBezTo>
                  <a:pt x="1845405" y="270511"/>
                  <a:pt x="1844311" y="275277"/>
                  <a:pt x="1844311" y="280752"/>
                </a:cubicBezTo>
                <a:cubicBezTo>
                  <a:pt x="1844311" y="286227"/>
                  <a:pt x="1845405" y="291057"/>
                  <a:pt x="1847660" y="295179"/>
                </a:cubicBezTo>
                <a:cubicBezTo>
                  <a:pt x="1849914" y="299301"/>
                  <a:pt x="1852877" y="302457"/>
                  <a:pt x="1856548" y="304647"/>
                </a:cubicBezTo>
                <a:cubicBezTo>
                  <a:pt x="1860219" y="306837"/>
                  <a:pt x="1864148" y="307932"/>
                  <a:pt x="1868335" y="307932"/>
                </a:cubicBezTo>
                <a:cubicBezTo>
                  <a:pt x="1872521" y="307932"/>
                  <a:pt x="1876643" y="306837"/>
                  <a:pt x="1880379" y="304712"/>
                </a:cubicBezTo>
                <a:cubicBezTo>
                  <a:pt x="1884115" y="302586"/>
                  <a:pt x="1887077" y="299495"/>
                  <a:pt x="1889267" y="295501"/>
                </a:cubicBezTo>
                <a:cubicBezTo>
                  <a:pt x="1891457" y="291508"/>
                  <a:pt x="1892552" y="286678"/>
                  <a:pt x="1892552" y="281074"/>
                </a:cubicBezTo>
                <a:cubicBezTo>
                  <a:pt x="1892552" y="275471"/>
                  <a:pt x="1891457" y="270705"/>
                  <a:pt x="1889267" y="266647"/>
                </a:cubicBezTo>
                <a:cubicBezTo>
                  <a:pt x="1887077" y="262654"/>
                  <a:pt x="1884115" y="259562"/>
                  <a:pt x="1880379" y="257437"/>
                </a:cubicBezTo>
                <a:cubicBezTo>
                  <a:pt x="1876643" y="255311"/>
                  <a:pt x="1872650" y="254216"/>
                  <a:pt x="1868335" y="254216"/>
                </a:cubicBezTo>
                <a:close/>
                <a:moveTo>
                  <a:pt x="1136987" y="254216"/>
                </a:moveTo>
                <a:cubicBezTo>
                  <a:pt x="1132671" y="254216"/>
                  <a:pt x="1128742" y="255247"/>
                  <a:pt x="1125136" y="257372"/>
                </a:cubicBezTo>
                <a:cubicBezTo>
                  <a:pt x="1121529" y="259433"/>
                  <a:pt x="1118566" y="262525"/>
                  <a:pt x="1116312" y="266518"/>
                </a:cubicBezTo>
                <a:cubicBezTo>
                  <a:pt x="1114057" y="270511"/>
                  <a:pt x="1112963" y="275277"/>
                  <a:pt x="1112963" y="280752"/>
                </a:cubicBezTo>
                <a:cubicBezTo>
                  <a:pt x="1112963" y="286227"/>
                  <a:pt x="1114057" y="291057"/>
                  <a:pt x="1116312" y="295179"/>
                </a:cubicBezTo>
                <a:cubicBezTo>
                  <a:pt x="1118566" y="299301"/>
                  <a:pt x="1121529" y="302457"/>
                  <a:pt x="1125200" y="304647"/>
                </a:cubicBezTo>
                <a:cubicBezTo>
                  <a:pt x="1128871" y="306837"/>
                  <a:pt x="1132800" y="307932"/>
                  <a:pt x="1136987" y="307932"/>
                </a:cubicBezTo>
                <a:cubicBezTo>
                  <a:pt x="1141173" y="307932"/>
                  <a:pt x="1145295" y="306837"/>
                  <a:pt x="1149031" y="304712"/>
                </a:cubicBezTo>
                <a:cubicBezTo>
                  <a:pt x="1152766" y="302586"/>
                  <a:pt x="1155729" y="299495"/>
                  <a:pt x="1157919" y="295501"/>
                </a:cubicBezTo>
                <a:cubicBezTo>
                  <a:pt x="1160109" y="291508"/>
                  <a:pt x="1161204" y="286678"/>
                  <a:pt x="1161204" y="281074"/>
                </a:cubicBezTo>
                <a:cubicBezTo>
                  <a:pt x="1161204" y="275471"/>
                  <a:pt x="1160109" y="270705"/>
                  <a:pt x="1157919" y="266647"/>
                </a:cubicBezTo>
                <a:cubicBezTo>
                  <a:pt x="1155729" y="262654"/>
                  <a:pt x="1152766" y="259562"/>
                  <a:pt x="1149031" y="257437"/>
                </a:cubicBezTo>
                <a:cubicBezTo>
                  <a:pt x="1145295" y="255311"/>
                  <a:pt x="1141302" y="254216"/>
                  <a:pt x="1136987" y="254216"/>
                </a:cubicBezTo>
                <a:close/>
                <a:moveTo>
                  <a:pt x="2068835" y="254088"/>
                </a:moveTo>
                <a:cubicBezTo>
                  <a:pt x="2062266" y="254088"/>
                  <a:pt x="2056726" y="256407"/>
                  <a:pt x="2052282" y="261109"/>
                </a:cubicBezTo>
                <a:cubicBezTo>
                  <a:pt x="2047838" y="265810"/>
                  <a:pt x="2045584" y="272444"/>
                  <a:pt x="2045584" y="281075"/>
                </a:cubicBezTo>
                <a:cubicBezTo>
                  <a:pt x="2045584" y="289706"/>
                  <a:pt x="2047774" y="296404"/>
                  <a:pt x="2052089" y="301106"/>
                </a:cubicBezTo>
                <a:cubicBezTo>
                  <a:pt x="2056404" y="305743"/>
                  <a:pt x="2061879" y="308126"/>
                  <a:pt x="2068449" y="308126"/>
                </a:cubicBezTo>
                <a:cubicBezTo>
                  <a:pt x="2072635" y="308126"/>
                  <a:pt x="2076564" y="307096"/>
                  <a:pt x="2080235" y="305099"/>
                </a:cubicBezTo>
                <a:lnTo>
                  <a:pt x="2080235" y="305035"/>
                </a:lnTo>
                <a:cubicBezTo>
                  <a:pt x="2083906" y="303038"/>
                  <a:pt x="2086869" y="299946"/>
                  <a:pt x="2089059" y="295889"/>
                </a:cubicBezTo>
                <a:cubicBezTo>
                  <a:pt x="2091249" y="291831"/>
                  <a:pt x="2092344" y="286872"/>
                  <a:pt x="2092344" y="281075"/>
                </a:cubicBezTo>
                <a:cubicBezTo>
                  <a:pt x="2092344" y="272380"/>
                  <a:pt x="2090090" y="265746"/>
                  <a:pt x="2085517" y="261109"/>
                </a:cubicBezTo>
                <a:cubicBezTo>
                  <a:pt x="2080944" y="256471"/>
                  <a:pt x="2075405" y="254088"/>
                  <a:pt x="2068835" y="254088"/>
                </a:cubicBezTo>
                <a:close/>
                <a:moveTo>
                  <a:pt x="2634398" y="252929"/>
                </a:moveTo>
                <a:cubicBezTo>
                  <a:pt x="2628666" y="252929"/>
                  <a:pt x="2623900" y="254668"/>
                  <a:pt x="2619971" y="258146"/>
                </a:cubicBezTo>
                <a:cubicBezTo>
                  <a:pt x="2616107" y="261624"/>
                  <a:pt x="2613659" y="266390"/>
                  <a:pt x="2612822" y="272573"/>
                </a:cubicBezTo>
                <a:lnTo>
                  <a:pt x="2656104" y="272573"/>
                </a:lnTo>
                <a:lnTo>
                  <a:pt x="2656168" y="272509"/>
                </a:lnTo>
                <a:cubicBezTo>
                  <a:pt x="2656039" y="266583"/>
                  <a:pt x="2653914" y="261817"/>
                  <a:pt x="2649727" y="258275"/>
                </a:cubicBezTo>
                <a:cubicBezTo>
                  <a:pt x="2645541" y="254732"/>
                  <a:pt x="2640453" y="252929"/>
                  <a:pt x="2634398" y="252929"/>
                </a:cubicBezTo>
                <a:close/>
                <a:moveTo>
                  <a:pt x="719046" y="235538"/>
                </a:moveTo>
                <a:lnTo>
                  <a:pt x="744873" y="235538"/>
                </a:lnTo>
                <a:lnTo>
                  <a:pt x="768382" y="299237"/>
                </a:lnTo>
                <a:lnTo>
                  <a:pt x="792277" y="235538"/>
                </a:lnTo>
                <a:lnTo>
                  <a:pt x="816790" y="235538"/>
                </a:lnTo>
                <a:lnTo>
                  <a:pt x="760331" y="369828"/>
                </a:lnTo>
                <a:lnTo>
                  <a:pt x="735792" y="369828"/>
                </a:lnTo>
                <a:lnTo>
                  <a:pt x="755565" y="324421"/>
                </a:lnTo>
                <a:close/>
                <a:moveTo>
                  <a:pt x="1326152" y="235474"/>
                </a:moveTo>
                <a:lnTo>
                  <a:pt x="1350820" y="235474"/>
                </a:lnTo>
                <a:lnTo>
                  <a:pt x="1373846" y="305324"/>
                </a:lnTo>
                <a:lnTo>
                  <a:pt x="1373814" y="305421"/>
                </a:lnTo>
                <a:lnTo>
                  <a:pt x="1373878" y="305421"/>
                </a:lnTo>
                <a:lnTo>
                  <a:pt x="1373846" y="305324"/>
                </a:lnTo>
                <a:lnTo>
                  <a:pt x="1396872" y="235474"/>
                </a:lnTo>
                <a:lnTo>
                  <a:pt x="1421411" y="235474"/>
                </a:lnTo>
                <a:lnTo>
                  <a:pt x="1387661" y="326675"/>
                </a:lnTo>
                <a:lnTo>
                  <a:pt x="1359708" y="326675"/>
                </a:lnTo>
                <a:close/>
                <a:moveTo>
                  <a:pt x="816817" y="235474"/>
                </a:moveTo>
                <a:lnTo>
                  <a:pt x="816817" y="235538"/>
                </a:lnTo>
                <a:lnTo>
                  <a:pt x="816790" y="235538"/>
                </a:lnTo>
                <a:close/>
                <a:moveTo>
                  <a:pt x="1037026" y="234186"/>
                </a:moveTo>
                <a:cubicBezTo>
                  <a:pt x="1047911" y="234186"/>
                  <a:pt x="1056670" y="237600"/>
                  <a:pt x="1063369" y="244491"/>
                </a:cubicBezTo>
                <a:lnTo>
                  <a:pt x="1063369" y="244427"/>
                </a:lnTo>
                <a:cubicBezTo>
                  <a:pt x="1070067" y="251254"/>
                  <a:pt x="1073416" y="260851"/>
                  <a:pt x="1073416" y="273153"/>
                </a:cubicBezTo>
                <a:lnTo>
                  <a:pt x="1073416" y="326675"/>
                </a:lnTo>
                <a:lnTo>
                  <a:pt x="1050358" y="326675"/>
                </a:lnTo>
                <a:lnTo>
                  <a:pt x="1050358" y="276309"/>
                </a:lnTo>
                <a:cubicBezTo>
                  <a:pt x="1050358" y="269095"/>
                  <a:pt x="1048555" y="263491"/>
                  <a:pt x="1044948" y="259627"/>
                </a:cubicBezTo>
                <a:cubicBezTo>
                  <a:pt x="1041341" y="255763"/>
                  <a:pt x="1036382" y="253766"/>
                  <a:pt x="1030134" y="253766"/>
                </a:cubicBezTo>
                <a:cubicBezTo>
                  <a:pt x="1023887" y="253766"/>
                  <a:pt x="1018734" y="255698"/>
                  <a:pt x="1015063" y="259627"/>
                </a:cubicBezTo>
                <a:cubicBezTo>
                  <a:pt x="1011392" y="263491"/>
                  <a:pt x="1009524" y="269095"/>
                  <a:pt x="1009524" y="276309"/>
                </a:cubicBezTo>
                <a:lnTo>
                  <a:pt x="1009524" y="326675"/>
                </a:lnTo>
                <a:lnTo>
                  <a:pt x="986466" y="326675"/>
                </a:lnTo>
                <a:lnTo>
                  <a:pt x="986466" y="235474"/>
                </a:lnTo>
                <a:lnTo>
                  <a:pt x="1009524" y="235474"/>
                </a:lnTo>
                <a:lnTo>
                  <a:pt x="1009524" y="246810"/>
                </a:lnTo>
                <a:cubicBezTo>
                  <a:pt x="1012615" y="242881"/>
                  <a:pt x="1016544" y="239789"/>
                  <a:pt x="1021311" y="237535"/>
                </a:cubicBezTo>
                <a:cubicBezTo>
                  <a:pt x="1026077" y="235281"/>
                  <a:pt x="1031294" y="234186"/>
                  <a:pt x="1037026" y="234186"/>
                </a:cubicBezTo>
                <a:close/>
                <a:moveTo>
                  <a:pt x="2356544" y="234122"/>
                </a:moveTo>
                <a:lnTo>
                  <a:pt x="2356544" y="258339"/>
                </a:lnTo>
                <a:lnTo>
                  <a:pt x="2350425" y="258339"/>
                </a:lnTo>
                <a:cubicBezTo>
                  <a:pt x="2343212" y="258339"/>
                  <a:pt x="2337737" y="260014"/>
                  <a:pt x="2334066" y="263427"/>
                </a:cubicBezTo>
                <a:cubicBezTo>
                  <a:pt x="2330395" y="266841"/>
                  <a:pt x="2328527" y="272767"/>
                  <a:pt x="2328527" y="281204"/>
                </a:cubicBezTo>
                <a:lnTo>
                  <a:pt x="2328527" y="326611"/>
                </a:lnTo>
                <a:lnTo>
                  <a:pt x="2305469" y="326611"/>
                </a:lnTo>
                <a:lnTo>
                  <a:pt x="2305469" y="235410"/>
                </a:lnTo>
                <a:lnTo>
                  <a:pt x="2328527" y="235410"/>
                </a:lnTo>
                <a:lnTo>
                  <a:pt x="2328527" y="249580"/>
                </a:lnTo>
                <a:cubicBezTo>
                  <a:pt x="2331490" y="244749"/>
                  <a:pt x="2335354" y="240949"/>
                  <a:pt x="2340120" y="238244"/>
                </a:cubicBezTo>
                <a:lnTo>
                  <a:pt x="2340185" y="238244"/>
                </a:lnTo>
                <a:cubicBezTo>
                  <a:pt x="2344951" y="235475"/>
                  <a:pt x="2350425" y="234122"/>
                  <a:pt x="2356544" y="234122"/>
                </a:cubicBezTo>
                <a:close/>
                <a:moveTo>
                  <a:pt x="2182902" y="234122"/>
                </a:moveTo>
                <a:cubicBezTo>
                  <a:pt x="2190051" y="234122"/>
                  <a:pt x="2196427" y="235603"/>
                  <a:pt x="2201966" y="238631"/>
                </a:cubicBezTo>
                <a:cubicBezTo>
                  <a:pt x="2207570" y="241658"/>
                  <a:pt x="2211885" y="245973"/>
                  <a:pt x="2214977" y="251576"/>
                </a:cubicBezTo>
                <a:cubicBezTo>
                  <a:pt x="2217939" y="246295"/>
                  <a:pt x="2222255" y="242109"/>
                  <a:pt x="2227923" y="238888"/>
                </a:cubicBezTo>
                <a:cubicBezTo>
                  <a:pt x="2233591" y="235732"/>
                  <a:pt x="2239709" y="234122"/>
                  <a:pt x="2246279" y="234122"/>
                </a:cubicBezTo>
                <a:cubicBezTo>
                  <a:pt x="2257486" y="234122"/>
                  <a:pt x="2266503" y="237536"/>
                  <a:pt x="2273330" y="244427"/>
                </a:cubicBezTo>
                <a:cubicBezTo>
                  <a:pt x="2280157" y="251254"/>
                  <a:pt x="2283635" y="260851"/>
                  <a:pt x="2283635" y="273153"/>
                </a:cubicBezTo>
                <a:lnTo>
                  <a:pt x="2283635" y="326676"/>
                </a:lnTo>
                <a:lnTo>
                  <a:pt x="2260577" y="326676"/>
                </a:lnTo>
                <a:lnTo>
                  <a:pt x="2260577" y="276309"/>
                </a:lnTo>
                <a:cubicBezTo>
                  <a:pt x="2260577" y="269160"/>
                  <a:pt x="2258774" y="263685"/>
                  <a:pt x="2255167" y="259949"/>
                </a:cubicBezTo>
                <a:cubicBezTo>
                  <a:pt x="2251560" y="256149"/>
                  <a:pt x="2246601" y="254282"/>
                  <a:pt x="2240353" y="254282"/>
                </a:cubicBezTo>
                <a:cubicBezTo>
                  <a:pt x="2234106" y="254282"/>
                  <a:pt x="2229146" y="256149"/>
                  <a:pt x="2225475" y="259949"/>
                </a:cubicBezTo>
                <a:cubicBezTo>
                  <a:pt x="2221804" y="263749"/>
                  <a:pt x="2219936" y="269224"/>
                  <a:pt x="2219936" y="276309"/>
                </a:cubicBezTo>
                <a:lnTo>
                  <a:pt x="2219936" y="326676"/>
                </a:lnTo>
                <a:lnTo>
                  <a:pt x="2196878" y="326676"/>
                </a:lnTo>
                <a:lnTo>
                  <a:pt x="2196878" y="276309"/>
                </a:lnTo>
                <a:cubicBezTo>
                  <a:pt x="2196878" y="269160"/>
                  <a:pt x="2195075" y="263685"/>
                  <a:pt x="2191468" y="259949"/>
                </a:cubicBezTo>
                <a:cubicBezTo>
                  <a:pt x="2187861" y="256149"/>
                  <a:pt x="2182902" y="254282"/>
                  <a:pt x="2176654" y="254282"/>
                </a:cubicBezTo>
                <a:cubicBezTo>
                  <a:pt x="2170407" y="254282"/>
                  <a:pt x="2165254" y="256149"/>
                  <a:pt x="2161583" y="259949"/>
                </a:cubicBezTo>
                <a:cubicBezTo>
                  <a:pt x="2157912" y="263749"/>
                  <a:pt x="2156044" y="269224"/>
                  <a:pt x="2156044" y="276309"/>
                </a:cubicBezTo>
                <a:lnTo>
                  <a:pt x="2156044" y="326676"/>
                </a:lnTo>
                <a:lnTo>
                  <a:pt x="2132986" y="326676"/>
                </a:lnTo>
                <a:lnTo>
                  <a:pt x="2132986" y="235475"/>
                </a:lnTo>
                <a:lnTo>
                  <a:pt x="2156044" y="235475"/>
                </a:lnTo>
                <a:lnTo>
                  <a:pt x="2156044" y="246488"/>
                </a:lnTo>
                <a:cubicBezTo>
                  <a:pt x="2159007" y="242624"/>
                  <a:pt x="2162807" y="239661"/>
                  <a:pt x="2167508" y="237407"/>
                </a:cubicBezTo>
                <a:cubicBezTo>
                  <a:pt x="2172210" y="235153"/>
                  <a:pt x="2177298" y="234122"/>
                  <a:pt x="2182902" y="234122"/>
                </a:cubicBezTo>
                <a:close/>
                <a:moveTo>
                  <a:pt x="1811205" y="234122"/>
                </a:moveTo>
                <a:lnTo>
                  <a:pt x="1811205" y="258339"/>
                </a:lnTo>
                <a:lnTo>
                  <a:pt x="1805087" y="258339"/>
                </a:lnTo>
                <a:cubicBezTo>
                  <a:pt x="1797873" y="258339"/>
                  <a:pt x="1792398" y="260014"/>
                  <a:pt x="1788727" y="263427"/>
                </a:cubicBezTo>
                <a:cubicBezTo>
                  <a:pt x="1785056" y="266841"/>
                  <a:pt x="1783188" y="272767"/>
                  <a:pt x="1783188" y="281204"/>
                </a:cubicBezTo>
                <a:lnTo>
                  <a:pt x="1783188" y="326611"/>
                </a:lnTo>
                <a:lnTo>
                  <a:pt x="1760130" y="326611"/>
                </a:lnTo>
                <a:lnTo>
                  <a:pt x="1760130" y="235410"/>
                </a:lnTo>
                <a:lnTo>
                  <a:pt x="1783188" y="235410"/>
                </a:lnTo>
                <a:lnTo>
                  <a:pt x="1783188" y="249580"/>
                </a:lnTo>
                <a:cubicBezTo>
                  <a:pt x="1786151" y="244749"/>
                  <a:pt x="1790015" y="240949"/>
                  <a:pt x="1794781" y="238244"/>
                </a:cubicBezTo>
                <a:lnTo>
                  <a:pt x="1794846" y="238244"/>
                </a:lnTo>
                <a:cubicBezTo>
                  <a:pt x="1799612" y="235475"/>
                  <a:pt x="1805087" y="234122"/>
                  <a:pt x="1811205" y="234122"/>
                </a:cubicBezTo>
                <a:close/>
                <a:moveTo>
                  <a:pt x="442286" y="234122"/>
                </a:moveTo>
                <a:lnTo>
                  <a:pt x="442286" y="258339"/>
                </a:lnTo>
                <a:lnTo>
                  <a:pt x="436167" y="258339"/>
                </a:lnTo>
                <a:cubicBezTo>
                  <a:pt x="428954" y="258339"/>
                  <a:pt x="423479" y="260014"/>
                  <a:pt x="419808" y="263427"/>
                </a:cubicBezTo>
                <a:cubicBezTo>
                  <a:pt x="416137" y="266841"/>
                  <a:pt x="414269" y="272767"/>
                  <a:pt x="414269" y="281204"/>
                </a:cubicBezTo>
                <a:lnTo>
                  <a:pt x="414269" y="326611"/>
                </a:lnTo>
                <a:lnTo>
                  <a:pt x="391211" y="326611"/>
                </a:lnTo>
                <a:lnTo>
                  <a:pt x="391211" y="235410"/>
                </a:lnTo>
                <a:lnTo>
                  <a:pt x="414269" y="235410"/>
                </a:lnTo>
                <a:lnTo>
                  <a:pt x="414269" y="249580"/>
                </a:lnTo>
                <a:cubicBezTo>
                  <a:pt x="417232" y="244749"/>
                  <a:pt x="421096" y="240949"/>
                  <a:pt x="425862" y="238244"/>
                </a:cubicBezTo>
                <a:lnTo>
                  <a:pt x="425927" y="238244"/>
                </a:lnTo>
                <a:cubicBezTo>
                  <a:pt x="430693" y="235475"/>
                  <a:pt x="436167" y="234122"/>
                  <a:pt x="442286" y="234122"/>
                </a:cubicBezTo>
                <a:close/>
                <a:moveTo>
                  <a:pt x="2635042" y="233993"/>
                </a:moveTo>
                <a:cubicBezTo>
                  <a:pt x="2644059" y="233993"/>
                  <a:pt x="2651466" y="235861"/>
                  <a:pt x="2658358" y="239596"/>
                </a:cubicBezTo>
                <a:cubicBezTo>
                  <a:pt x="2665185" y="243332"/>
                  <a:pt x="2670531" y="248614"/>
                  <a:pt x="2674331" y="255505"/>
                </a:cubicBezTo>
                <a:cubicBezTo>
                  <a:pt x="2678131" y="262332"/>
                  <a:pt x="2679999" y="270254"/>
                  <a:pt x="2679999" y="279143"/>
                </a:cubicBezTo>
                <a:cubicBezTo>
                  <a:pt x="2679999" y="282427"/>
                  <a:pt x="2679806" y="285390"/>
                  <a:pt x="2679355" y="288031"/>
                </a:cubicBezTo>
                <a:lnTo>
                  <a:pt x="2679355" y="287967"/>
                </a:lnTo>
                <a:lnTo>
                  <a:pt x="2612693" y="287967"/>
                </a:lnTo>
                <a:cubicBezTo>
                  <a:pt x="2613208" y="294536"/>
                  <a:pt x="2615527" y="299689"/>
                  <a:pt x="2619585" y="303424"/>
                </a:cubicBezTo>
                <a:cubicBezTo>
                  <a:pt x="2623642" y="307160"/>
                  <a:pt x="2628666" y="309028"/>
                  <a:pt x="2634592" y="309028"/>
                </a:cubicBezTo>
                <a:cubicBezTo>
                  <a:pt x="2643158" y="309028"/>
                  <a:pt x="2649212" y="305357"/>
                  <a:pt x="2652883" y="298014"/>
                </a:cubicBezTo>
                <a:lnTo>
                  <a:pt x="2677745" y="298014"/>
                </a:lnTo>
                <a:cubicBezTo>
                  <a:pt x="2675104" y="306774"/>
                  <a:pt x="2670080" y="313987"/>
                  <a:pt x="2662609" y="319655"/>
                </a:cubicBezTo>
                <a:cubicBezTo>
                  <a:pt x="2655138" y="325323"/>
                  <a:pt x="2645992" y="328157"/>
                  <a:pt x="2635107" y="328157"/>
                </a:cubicBezTo>
                <a:cubicBezTo>
                  <a:pt x="2626347" y="328157"/>
                  <a:pt x="2618425" y="326225"/>
                  <a:pt x="2611469" y="322296"/>
                </a:cubicBezTo>
                <a:cubicBezTo>
                  <a:pt x="2604513" y="318431"/>
                  <a:pt x="2599039" y="312892"/>
                  <a:pt x="2595174" y="305743"/>
                </a:cubicBezTo>
                <a:cubicBezTo>
                  <a:pt x="2591310" y="298594"/>
                  <a:pt x="2589313" y="290350"/>
                  <a:pt x="2589313" y="281075"/>
                </a:cubicBezTo>
                <a:cubicBezTo>
                  <a:pt x="2589313" y="271800"/>
                  <a:pt x="2591245" y="263363"/>
                  <a:pt x="2595045" y="256214"/>
                </a:cubicBezTo>
                <a:cubicBezTo>
                  <a:pt x="2598910" y="249064"/>
                  <a:pt x="2604256" y="243590"/>
                  <a:pt x="2611147" y="239725"/>
                </a:cubicBezTo>
                <a:cubicBezTo>
                  <a:pt x="2618039" y="235861"/>
                  <a:pt x="2626025" y="233993"/>
                  <a:pt x="2635042" y="233993"/>
                </a:cubicBezTo>
                <a:close/>
                <a:moveTo>
                  <a:pt x="2069157" y="233993"/>
                </a:moveTo>
                <a:cubicBezTo>
                  <a:pt x="2077981" y="233993"/>
                  <a:pt x="2085903" y="235925"/>
                  <a:pt x="2093052" y="239854"/>
                </a:cubicBezTo>
                <a:cubicBezTo>
                  <a:pt x="2100201" y="243719"/>
                  <a:pt x="2105805" y="249258"/>
                  <a:pt x="2109927" y="256407"/>
                </a:cubicBezTo>
                <a:cubicBezTo>
                  <a:pt x="2114049" y="263556"/>
                  <a:pt x="2116110" y="271800"/>
                  <a:pt x="2116110" y="281075"/>
                </a:cubicBezTo>
                <a:cubicBezTo>
                  <a:pt x="2116110" y="290350"/>
                  <a:pt x="2113985" y="298658"/>
                  <a:pt x="2109798" y="305743"/>
                </a:cubicBezTo>
                <a:cubicBezTo>
                  <a:pt x="2105612" y="312828"/>
                  <a:pt x="2099880" y="318367"/>
                  <a:pt x="2092666" y="322296"/>
                </a:cubicBezTo>
                <a:cubicBezTo>
                  <a:pt x="2085452" y="326160"/>
                  <a:pt x="2077466" y="328157"/>
                  <a:pt x="2068578" y="328157"/>
                </a:cubicBezTo>
                <a:cubicBezTo>
                  <a:pt x="2059689" y="328157"/>
                  <a:pt x="2051896" y="326225"/>
                  <a:pt x="2044875" y="322296"/>
                </a:cubicBezTo>
                <a:lnTo>
                  <a:pt x="2044747" y="322296"/>
                </a:lnTo>
                <a:cubicBezTo>
                  <a:pt x="2037726" y="318431"/>
                  <a:pt x="2032187" y="312892"/>
                  <a:pt x="2028194" y="305743"/>
                </a:cubicBezTo>
                <a:cubicBezTo>
                  <a:pt x="2024201" y="298594"/>
                  <a:pt x="2022204" y="290350"/>
                  <a:pt x="2022204" y="281075"/>
                </a:cubicBezTo>
                <a:cubicBezTo>
                  <a:pt x="2022204" y="271800"/>
                  <a:pt x="2024265" y="263492"/>
                  <a:pt x="2028387" y="256407"/>
                </a:cubicBezTo>
                <a:cubicBezTo>
                  <a:pt x="2032509" y="249258"/>
                  <a:pt x="2038113" y="243783"/>
                  <a:pt x="2045262" y="239854"/>
                </a:cubicBezTo>
                <a:cubicBezTo>
                  <a:pt x="2052411" y="235990"/>
                  <a:pt x="2060333" y="233993"/>
                  <a:pt x="2069157" y="233993"/>
                </a:cubicBezTo>
                <a:close/>
                <a:moveTo>
                  <a:pt x="1971516" y="233993"/>
                </a:moveTo>
                <a:cubicBezTo>
                  <a:pt x="1982401" y="233993"/>
                  <a:pt x="1991031" y="236698"/>
                  <a:pt x="1997536" y="242173"/>
                </a:cubicBezTo>
                <a:cubicBezTo>
                  <a:pt x="2003977" y="247583"/>
                  <a:pt x="2007584" y="254925"/>
                  <a:pt x="2008228" y="264136"/>
                </a:cubicBezTo>
                <a:lnTo>
                  <a:pt x="1986201" y="264136"/>
                </a:lnTo>
                <a:cubicBezTo>
                  <a:pt x="1985878" y="260529"/>
                  <a:pt x="1984333" y="257631"/>
                  <a:pt x="1981692" y="255505"/>
                </a:cubicBezTo>
                <a:cubicBezTo>
                  <a:pt x="1978987" y="253380"/>
                  <a:pt x="1975380" y="252285"/>
                  <a:pt x="1970936" y="252285"/>
                </a:cubicBezTo>
                <a:cubicBezTo>
                  <a:pt x="1966749" y="252285"/>
                  <a:pt x="1963529" y="253058"/>
                  <a:pt x="1961275" y="254603"/>
                </a:cubicBezTo>
                <a:cubicBezTo>
                  <a:pt x="1959021" y="256149"/>
                  <a:pt x="1957926" y="258275"/>
                  <a:pt x="1957926" y="261044"/>
                </a:cubicBezTo>
                <a:cubicBezTo>
                  <a:pt x="1957926" y="264136"/>
                  <a:pt x="1959471" y="266454"/>
                  <a:pt x="1962563" y="268065"/>
                </a:cubicBezTo>
                <a:cubicBezTo>
                  <a:pt x="1965655" y="269675"/>
                  <a:pt x="1970421" y="271285"/>
                  <a:pt x="1976861" y="272895"/>
                </a:cubicBezTo>
                <a:cubicBezTo>
                  <a:pt x="1983431" y="274570"/>
                  <a:pt x="1988906" y="276244"/>
                  <a:pt x="1993157" y="277983"/>
                </a:cubicBezTo>
                <a:cubicBezTo>
                  <a:pt x="1997407" y="279722"/>
                  <a:pt x="2001143" y="282427"/>
                  <a:pt x="2004299" y="286163"/>
                </a:cubicBezTo>
                <a:cubicBezTo>
                  <a:pt x="2007455" y="289834"/>
                  <a:pt x="2009065" y="294665"/>
                  <a:pt x="2009130" y="300719"/>
                </a:cubicBezTo>
                <a:cubicBezTo>
                  <a:pt x="2009130" y="306001"/>
                  <a:pt x="2007648" y="310702"/>
                  <a:pt x="2004750" y="314889"/>
                </a:cubicBezTo>
                <a:cubicBezTo>
                  <a:pt x="2001852" y="319075"/>
                  <a:pt x="1997665" y="322296"/>
                  <a:pt x="1992255" y="324679"/>
                </a:cubicBezTo>
                <a:cubicBezTo>
                  <a:pt x="1986845" y="327062"/>
                  <a:pt x="1980468" y="328221"/>
                  <a:pt x="1973255" y="328221"/>
                </a:cubicBezTo>
                <a:cubicBezTo>
                  <a:pt x="1966041" y="328221"/>
                  <a:pt x="1959085" y="326869"/>
                  <a:pt x="1953159" y="324164"/>
                </a:cubicBezTo>
                <a:lnTo>
                  <a:pt x="1953095" y="324099"/>
                </a:lnTo>
                <a:cubicBezTo>
                  <a:pt x="1947170" y="321394"/>
                  <a:pt x="1942468" y="317787"/>
                  <a:pt x="1938990" y="313150"/>
                </a:cubicBezTo>
                <a:cubicBezTo>
                  <a:pt x="1935512" y="308513"/>
                  <a:pt x="1933644" y="303424"/>
                  <a:pt x="1933322" y="297821"/>
                </a:cubicBezTo>
                <a:lnTo>
                  <a:pt x="1956509" y="297821"/>
                </a:lnTo>
                <a:cubicBezTo>
                  <a:pt x="1956959" y="301363"/>
                  <a:pt x="1958698" y="304262"/>
                  <a:pt x="1961661" y="306516"/>
                </a:cubicBezTo>
                <a:cubicBezTo>
                  <a:pt x="1964624" y="308770"/>
                  <a:pt x="1968424" y="309994"/>
                  <a:pt x="1972933" y="309994"/>
                </a:cubicBezTo>
                <a:cubicBezTo>
                  <a:pt x="1977441" y="309994"/>
                  <a:pt x="1980726" y="309092"/>
                  <a:pt x="1983238" y="307353"/>
                </a:cubicBezTo>
                <a:cubicBezTo>
                  <a:pt x="1985685" y="305614"/>
                  <a:pt x="1986973" y="303360"/>
                  <a:pt x="1986973" y="300590"/>
                </a:cubicBezTo>
                <a:cubicBezTo>
                  <a:pt x="1986973" y="297628"/>
                  <a:pt x="1985492" y="295373"/>
                  <a:pt x="1982465" y="293892"/>
                </a:cubicBezTo>
                <a:cubicBezTo>
                  <a:pt x="1979438" y="292411"/>
                  <a:pt x="1974672" y="290800"/>
                  <a:pt x="1968038" y="289061"/>
                </a:cubicBezTo>
                <a:cubicBezTo>
                  <a:pt x="1961210" y="287387"/>
                  <a:pt x="1955671" y="285712"/>
                  <a:pt x="1951356" y="283973"/>
                </a:cubicBezTo>
                <a:cubicBezTo>
                  <a:pt x="1947041" y="282234"/>
                  <a:pt x="1943305" y="279529"/>
                  <a:pt x="1940149" y="275922"/>
                </a:cubicBezTo>
                <a:cubicBezTo>
                  <a:pt x="1936993" y="272315"/>
                  <a:pt x="1935447" y="267421"/>
                  <a:pt x="1935447" y="261302"/>
                </a:cubicBezTo>
                <a:cubicBezTo>
                  <a:pt x="1935447" y="256278"/>
                  <a:pt x="1936929" y="251641"/>
                  <a:pt x="1939827" y="247454"/>
                </a:cubicBezTo>
                <a:cubicBezTo>
                  <a:pt x="1942725" y="243268"/>
                  <a:pt x="1946912" y="239983"/>
                  <a:pt x="1952322" y="237600"/>
                </a:cubicBezTo>
                <a:cubicBezTo>
                  <a:pt x="1957732" y="235217"/>
                  <a:pt x="1964173" y="233993"/>
                  <a:pt x="1971516" y="233993"/>
                </a:cubicBezTo>
                <a:close/>
                <a:moveTo>
                  <a:pt x="1684258" y="233993"/>
                </a:moveTo>
                <a:cubicBezTo>
                  <a:pt x="1691085" y="233993"/>
                  <a:pt x="1697011" y="235346"/>
                  <a:pt x="1702099" y="238115"/>
                </a:cubicBezTo>
                <a:cubicBezTo>
                  <a:pt x="1707187" y="240885"/>
                  <a:pt x="1711309" y="244298"/>
                  <a:pt x="1714337" y="248485"/>
                </a:cubicBezTo>
                <a:lnTo>
                  <a:pt x="1714337" y="235474"/>
                </a:lnTo>
                <a:lnTo>
                  <a:pt x="1737523" y="235474"/>
                </a:lnTo>
                <a:lnTo>
                  <a:pt x="1737523" y="326676"/>
                </a:lnTo>
                <a:lnTo>
                  <a:pt x="1714337" y="326676"/>
                </a:lnTo>
                <a:lnTo>
                  <a:pt x="1714337" y="313343"/>
                </a:lnTo>
                <a:cubicBezTo>
                  <a:pt x="1711374" y="317594"/>
                  <a:pt x="1707316" y="321136"/>
                  <a:pt x="1702099" y="323970"/>
                </a:cubicBezTo>
                <a:cubicBezTo>
                  <a:pt x="1696882" y="326740"/>
                  <a:pt x="1690892" y="328157"/>
                  <a:pt x="1684065" y="328157"/>
                </a:cubicBezTo>
                <a:cubicBezTo>
                  <a:pt x="1676400" y="328157"/>
                  <a:pt x="1669380" y="326160"/>
                  <a:pt x="1663068" y="322231"/>
                </a:cubicBezTo>
                <a:cubicBezTo>
                  <a:pt x="1656756" y="318303"/>
                  <a:pt x="1651732" y="312699"/>
                  <a:pt x="1648061" y="305550"/>
                </a:cubicBezTo>
                <a:cubicBezTo>
                  <a:pt x="1644390" y="298336"/>
                  <a:pt x="1642522" y="290092"/>
                  <a:pt x="1642522" y="280753"/>
                </a:cubicBezTo>
                <a:cubicBezTo>
                  <a:pt x="1642522" y="271414"/>
                  <a:pt x="1644390" y="263363"/>
                  <a:pt x="1648061" y="256214"/>
                </a:cubicBezTo>
                <a:lnTo>
                  <a:pt x="1648125" y="256214"/>
                </a:lnTo>
                <a:cubicBezTo>
                  <a:pt x="1651797" y="249064"/>
                  <a:pt x="1656820" y="243590"/>
                  <a:pt x="1663132" y="239725"/>
                </a:cubicBezTo>
                <a:cubicBezTo>
                  <a:pt x="1669444" y="235861"/>
                  <a:pt x="1676465" y="233993"/>
                  <a:pt x="1684258" y="233993"/>
                </a:cubicBezTo>
                <a:close/>
                <a:moveTo>
                  <a:pt x="1470102" y="233993"/>
                </a:moveTo>
                <a:cubicBezTo>
                  <a:pt x="1476929" y="233993"/>
                  <a:pt x="1482855" y="235346"/>
                  <a:pt x="1487943" y="238115"/>
                </a:cubicBezTo>
                <a:cubicBezTo>
                  <a:pt x="1493031" y="240885"/>
                  <a:pt x="1497153" y="244298"/>
                  <a:pt x="1500180" y="248485"/>
                </a:cubicBezTo>
                <a:lnTo>
                  <a:pt x="1500180" y="235474"/>
                </a:lnTo>
                <a:lnTo>
                  <a:pt x="1523367" y="235474"/>
                </a:lnTo>
                <a:lnTo>
                  <a:pt x="1523367" y="326676"/>
                </a:lnTo>
                <a:lnTo>
                  <a:pt x="1500180" y="326676"/>
                </a:lnTo>
                <a:lnTo>
                  <a:pt x="1500180" y="313343"/>
                </a:lnTo>
                <a:cubicBezTo>
                  <a:pt x="1497218" y="317594"/>
                  <a:pt x="1493160" y="321136"/>
                  <a:pt x="1487943" y="323970"/>
                </a:cubicBezTo>
                <a:cubicBezTo>
                  <a:pt x="1482726" y="326740"/>
                  <a:pt x="1476736" y="328157"/>
                  <a:pt x="1469909" y="328157"/>
                </a:cubicBezTo>
                <a:cubicBezTo>
                  <a:pt x="1462244" y="328157"/>
                  <a:pt x="1455224" y="326160"/>
                  <a:pt x="1448912" y="322231"/>
                </a:cubicBezTo>
                <a:cubicBezTo>
                  <a:pt x="1442600" y="318303"/>
                  <a:pt x="1437576" y="312699"/>
                  <a:pt x="1433905" y="305550"/>
                </a:cubicBezTo>
                <a:cubicBezTo>
                  <a:pt x="1430234" y="298336"/>
                  <a:pt x="1428366" y="290092"/>
                  <a:pt x="1428366" y="280753"/>
                </a:cubicBezTo>
                <a:cubicBezTo>
                  <a:pt x="1428366" y="271414"/>
                  <a:pt x="1430234" y="263363"/>
                  <a:pt x="1433905" y="256214"/>
                </a:cubicBezTo>
                <a:lnTo>
                  <a:pt x="1433969" y="256214"/>
                </a:lnTo>
                <a:cubicBezTo>
                  <a:pt x="1437641" y="249064"/>
                  <a:pt x="1442664" y="243590"/>
                  <a:pt x="1448976" y="239725"/>
                </a:cubicBezTo>
                <a:cubicBezTo>
                  <a:pt x="1455288" y="235861"/>
                  <a:pt x="1462309" y="233993"/>
                  <a:pt x="1470102" y="233993"/>
                </a:cubicBezTo>
                <a:close/>
                <a:moveTo>
                  <a:pt x="1240168" y="233993"/>
                </a:moveTo>
                <a:cubicBezTo>
                  <a:pt x="1251053" y="233993"/>
                  <a:pt x="1259683" y="236698"/>
                  <a:pt x="1266188" y="242173"/>
                </a:cubicBezTo>
                <a:cubicBezTo>
                  <a:pt x="1272629" y="247583"/>
                  <a:pt x="1276236" y="254925"/>
                  <a:pt x="1276880" y="264136"/>
                </a:cubicBezTo>
                <a:lnTo>
                  <a:pt x="1254853" y="264136"/>
                </a:lnTo>
                <a:cubicBezTo>
                  <a:pt x="1254531" y="260529"/>
                  <a:pt x="1252985" y="257631"/>
                  <a:pt x="1250344" y="255505"/>
                </a:cubicBezTo>
                <a:cubicBezTo>
                  <a:pt x="1247639" y="253380"/>
                  <a:pt x="1244032" y="252285"/>
                  <a:pt x="1239588" y="252285"/>
                </a:cubicBezTo>
                <a:cubicBezTo>
                  <a:pt x="1235402" y="252285"/>
                  <a:pt x="1232181" y="253058"/>
                  <a:pt x="1229927" y="254603"/>
                </a:cubicBezTo>
                <a:cubicBezTo>
                  <a:pt x="1227673" y="256149"/>
                  <a:pt x="1226578" y="258275"/>
                  <a:pt x="1226578" y="261044"/>
                </a:cubicBezTo>
                <a:cubicBezTo>
                  <a:pt x="1226578" y="264136"/>
                  <a:pt x="1228123" y="266454"/>
                  <a:pt x="1231215" y="268065"/>
                </a:cubicBezTo>
                <a:cubicBezTo>
                  <a:pt x="1234307" y="269675"/>
                  <a:pt x="1239073" y="271285"/>
                  <a:pt x="1245514" y="272895"/>
                </a:cubicBezTo>
                <a:cubicBezTo>
                  <a:pt x="1252083" y="274570"/>
                  <a:pt x="1257558" y="276244"/>
                  <a:pt x="1261809" y="277983"/>
                </a:cubicBezTo>
                <a:cubicBezTo>
                  <a:pt x="1266060" y="279722"/>
                  <a:pt x="1269795" y="282427"/>
                  <a:pt x="1272951" y="286163"/>
                </a:cubicBezTo>
                <a:cubicBezTo>
                  <a:pt x="1276107" y="289834"/>
                  <a:pt x="1277717" y="294665"/>
                  <a:pt x="1277782" y="300719"/>
                </a:cubicBezTo>
                <a:cubicBezTo>
                  <a:pt x="1277782" y="306001"/>
                  <a:pt x="1276300" y="310702"/>
                  <a:pt x="1273402" y="314889"/>
                </a:cubicBezTo>
                <a:cubicBezTo>
                  <a:pt x="1270504" y="319075"/>
                  <a:pt x="1266317" y="322296"/>
                  <a:pt x="1260907" y="324679"/>
                </a:cubicBezTo>
                <a:cubicBezTo>
                  <a:pt x="1255497" y="327062"/>
                  <a:pt x="1249120" y="328221"/>
                  <a:pt x="1241907" y="328221"/>
                </a:cubicBezTo>
                <a:cubicBezTo>
                  <a:pt x="1234693" y="328221"/>
                  <a:pt x="1227737" y="326869"/>
                  <a:pt x="1221812" y="324164"/>
                </a:cubicBezTo>
                <a:lnTo>
                  <a:pt x="1221747" y="324099"/>
                </a:lnTo>
                <a:cubicBezTo>
                  <a:pt x="1215822" y="321394"/>
                  <a:pt x="1211120" y="317787"/>
                  <a:pt x="1207642" y="313150"/>
                </a:cubicBezTo>
                <a:cubicBezTo>
                  <a:pt x="1204164" y="308513"/>
                  <a:pt x="1202296" y="303424"/>
                  <a:pt x="1201974" y="297821"/>
                </a:cubicBezTo>
                <a:lnTo>
                  <a:pt x="1225161" y="297821"/>
                </a:lnTo>
                <a:cubicBezTo>
                  <a:pt x="1225612" y="301363"/>
                  <a:pt x="1227351" y="304262"/>
                  <a:pt x="1230313" y="306516"/>
                </a:cubicBezTo>
                <a:cubicBezTo>
                  <a:pt x="1233276" y="308770"/>
                  <a:pt x="1237076" y="309994"/>
                  <a:pt x="1241585" y="309994"/>
                </a:cubicBezTo>
                <a:cubicBezTo>
                  <a:pt x="1246093" y="309994"/>
                  <a:pt x="1249378" y="309092"/>
                  <a:pt x="1251890" y="307353"/>
                </a:cubicBezTo>
                <a:cubicBezTo>
                  <a:pt x="1254337" y="305614"/>
                  <a:pt x="1255626" y="303360"/>
                  <a:pt x="1255626" y="300590"/>
                </a:cubicBezTo>
                <a:cubicBezTo>
                  <a:pt x="1255626" y="297628"/>
                  <a:pt x="1254144" y="295373"/>
                  <a:pt x="1251117" y="293892"/>
                </a:cubicBezTo>
                <a:cubicBezTo>
                  <a:pt x="1248090" y="292411"/>
                  <a:pt x="1243324" y="290800"/>
                  <a:pt x="1236690" y="289061"/>
                </a:cubicBezTo>
                <a:cubicBezTo>
                  <a:pt x="1229862" y="287387"/>
                  <a:pt x="1224323" y="285712"/>
                  <a:pt x="1220008" y="283973"/>
                </a:cubicBezTo>
                <a:cubicBezTo>
                  <a:pt x="1215693" y="282234"/>
                  <a:pt x="1211957" y="279529"/>
                  <a:pt x="1208801" y="275922"/>
                </a:cubicBezTo>
                <a:cubicBezTo>
                  <a:pt x="1205645" y="272315"/>
                  <a:pt x="1204099" y="267421"/>
                  <a:pt x="1204099" y="261302"/>
                </a:cubicBezTo>
                <a:cubicBezTo>
                  <a:pt x="1204099" y="256278"/>
                  <a:pt x="1205581" y="251641"/>
                  <a:pt x="1208479" y="247454"/>
                </a:cubicBezTo>
                <a:cubicBezTo>
                  <a:pt x="1211378" y="243268"/>
                  <a:pt x="1215564" y="239983"/>
                  <a:pt x="1220974" y="237600"/>
                </a:cubicBezTo>
                <a:cubicBezTo>
                  <a:pt x="1226385" y="235217"/>
                  <a:pt x="1232825" y="233993"/>
                  <a:pt x="1240168" y="233993"/>
                </a:cubicBezTo>
                <a:close/>
                <a:moveTo>
                  <a:pt x="910594" y="233993"/>
                </a:moveTo>
                <a:cubicBezTo>
                  <a:pt x="917421" y="233993"/>
                  <a:pt x="923347" y="235346"/>
                  <a:pt x="928435" y="238115"/>
                </a:cubicBezTo>
                <a:cubicBezTo>
                  <a:pt x="933523" y="240885"/>
                  <a:pt x="937645" y="244298"/>
                  <a:pt x="940673" y="248485"/>
                </a:cubicBezTo>
                <a:lnTo>
                  <a:pt x="940673" y="235474"/>
                </a:lnTo>
                <a:lnTo>
                  <a:pt x="963859" y="235474"/>
                </a:lnTo>
                <a:lnTo>
                  <a:pt x="963859" y="326675"/>
                </a:lnTo>
                <a:lnTo>
                  <a:pt x="940673" y="326675"/>
                </a:lnTo>
                <a:lnTo>
                  <a:pt x="940673" y="313343"/>
                </a:lnTo>
                <a:cubicBezTo>
                  <a:pt x="937710" y="317594"/>
                  <a:pt x="933652" y="321136"/>
                  <a:pt x="928435" y="323970"/>
                </a:cubicBezTo>
                <a:cubicBezTo>
                  <a:pt x="923218" y="326740"/>
                  <a:pt x="917228" y="328157"/>
                  <a:pt x="910401" y="328157"/>
                </a:cubicBezTo>
                <a:cubicBezTo>
                  <a:pt x="902736" y="328157"/>
                  <a:pt x="895716" y="326160"/>
                  <a:pt x="889404" y="322231"/>
                </a:cubicBezTo>
                <a:cubicBezTo>
                  <a:pt x="883092" y="318302"/>
                  <a:pt x="878068" y="312699"/>
                  <a:pt x="874397" y="305550"/>
                </a:cubicBezTo>
                <a:cubicBezTo>
                  <a:pt x="870726" y="298336"/>
                  <a:pt x="868858" y="290092"/>
                  <a:pt x="868858" y="280753"/>
                </a:cubicBezTo>
                <a:cubicBezTo>
                  <a:pt x="868858" y="271414"/>
                  <a:pt x="870726" y="263363"/>
                  <a:pt x="874397" y="256214"/>
                </a:cubicBezTo>
                <a:lnTo>
                  <a:pt x="874462" y="256214"/>
                </a:lnTo>
                <a:cubicBezTo>
                  <a:pt x="878133" y="249064"/>
                  <a:pt x="883156" y="243590"/>
                  <a:pt x="889469" y="239725"/>
                </a:cubicBezTo>
                <a:cubicBezTo>
                  <a:pt x="895780" y="235861"/>
                  <a:pt x="902801" y="233993"/>
                  <a:pt x="910594" y="233993"/>
                </a:cubicBezTo>
                <a:close/>
                <a:moveTo>
                  <a:pt x="493490" y="233993"/>
                </a:moveTo>
                <a:cubicBezTo>
                  <a:pt x="500317" y="233993"/>
                  <a:pt x="506243" y="235346"/>
                  <a:pt x="511331" y="238115"/>
                </a:cubicBezTo>
                <a:cubicBezTo>
                  <a:pt x="516419" y="240885"/>
                  <a:pt x="520541" y="244298"/>
                  <a:pt x="523568" y="248485"/>
                </a:cubicBezTo>
                <a:lnTo>
                  <a:pt x="523568" y="235474"/>
                </a:lnTo>
                <a:lnTo>
                  <a:pt x="546755" y="235474"/>
                </a:lnTo>
                <a:lnTo>
                  <a:pt x="546755" y="326675"/>
                </a:lnTo>
                <a:lnTo>
                  <a:pt x="523568" y="326675"/>
                </a:lnTo>
                <a:lnTo>
                  <a:pt x="523568" y="313343"/>
                </a:lnTo>
                <a:cubicBezTo>
                  <a:pt x="520606" y="317594"/>
                  <a:pt x="516548" y="321136"/>
                  <a:pt x="511331" y="323970"/>
                </a:cubicBezTo>
                <a:cubicBezTo>
                  <a:pt x="506114" y="326740"/>
                  <a:pt x="500124" y="328157"/>
                  <a:pt x="493297" y="328157"/>
                </a:cubicBezTo>
                <a:cubicBezTo>
                  <a:pt x="485632" y="328157"/>
                  <a:pt x="478612" y="326160"/>
                  <a:pt x="472300" y="322231"/>
                </a:cubicBezTo>
                <a:cubicBezTo>
                  <a:pt x="465988" y="318302"/>
                  <a:pt x="460964" y="312699"/>
                  <a:pt x="457293" y="305550"/>
                </a:cubicBezTo>
                <a:cubicBezTo>
                  <a:pt x="453622" y="298336"/>
                  <a:pt x="451754" y="290092"/>
                  <a:pt x="451754" y="280753"/>
                </a:cubicBezTo>
                <a:cubicBezTo>
                  <a:pt x="451754" y="271414"/>
                  <a:pt x="453622" y="263363"/>
                  <a:pt x="457293" y="256214"/>
                </a:cubicBezTo>
                <a:lnTo>
                  <a:pt x="457357" y="256214"/>
                </a:lnTo>
                <a:cubicBezTo>
                  <a:pt x="461029" y="249064"/>
                  <a:pt x="466052" y="243590"/>
                  <a:pt x="472364" y="239725"/>
                </a:cubicBezTo>
                <a:cubicBezTo>
                  <a:pt x="478676" y="235861"/>
                  <a:pt x="485697" y="233993"/>
                  <a:pt x="493490" y="233993"/>
                </a:cubicBezTo>
                <a:close/>
                <a:moveTo>
                  <a:pt x="270963" y="233993"/>
                </a:moveTo>
                <a:cubicBezTo>
                  <a:pt x="281848" y="233993"/>
                  <a:pt x="290478" y="236698"/>
                  <a:pt x="296983" y="242173"/>
                </a:cubicBezTo>
                <a:cubicBezTo>
                  <a:pt x="303424" y="247583"/>
                  <a:pt x="307031" y="254925"/>
                  <a:pt x="307675" y="264136"/>
                </a:cubicBezTo>
                <a:lnTo>
                  <a:pt x="285648" y="264136"/>
                </a:lnTo>
                <a:cubicBezTo>
                  <a:pt x="285326" y="260529"/>
                  <a:pt x="283780" y="257631"/>
                  <a:pt x="281139" y="255505"/>
                </a:cubicBezTo>
                <a:cubicBezTo>
                  <a:pt x="278434" y="253380"/>
                  <a:pt x="274827" y="252285"/>
                  <a:pt x="270383" y="252285"/>
                </a:cubicBezTo>
                <a:cubicBezTo>
                  <a:pt x="266197" y="252285"/>
                  <a:pt x="262976" y="253058"/>
                  <a:pt x="260722" y="254603"/>
                </a:cubicBezTo>
                <a:cubicBezTo>
                  <a:pt x="258468" y="256149"/>
                  <a:pt x="257373" y="258275"/>
                  <a:pt x="257373" y="261044"/>
                </a:cubicBezTo>
                <a:cubicBezTo>
                  <a:pt x="257373" y="264136"/>
                  <a:pt x="258918" y="266454"/>
                  <a:pt x="262010" y="268065"/>
                </a:cubicBezTo>
                <a:cubicBezTo>
                  <a:pt x="265102" y="269675"/>
                  <a:pt x="269868" y="271285"/>
                  <a:pt x="276309" y="272895"/>
                </a:cubicBezTo>
                <a:cubicBezTo>
                  <a:pt x="282878" y="274570"/>
                  <a:pt x="288353" y="276244"/>
                  <a:pt x="292604" y="277983"/>
                </a:cubicBezTo>
                <a:cubicBezTo>
                  <a:pt x="296855" y="279722"/>
                  <a:pt x="300590" y="282427"/>
                  <a:pt x="303746" y="286163"/>
                </a:cubicBezTo>
                <a:cubicBezTo>
                  <a:pt x="306902" y="289834"/>
                  <a:pt x="308512" y="294665"/>
                  <a:pt x="308577" y="300719"/>
                </a:cubicBezTo>
                <a:cubicBezTo>
                  <a:pt x="308577" y="306001"/>
                  <a:pt x="307095" y="310702"/>
                  <a:pt x="304197" y="314889"/>
                </a:cubicBezTo>
                <a:cubicBezTo>
                  <a:pt x="301299" y="319075"/>
                  <a:pt x="297112" y="322296"/>
                  <a:pt x="291702" y="324679"/>
                </a:cubicBezTo>
                <a:cubicBezTo>
                  <a:pt x="286292" y="327062"/>
                  <a:pt x="279915" y="328221"/>
                  <a:pt x="272702" y="328221"/>
                </a:cubicBezTo>
                <a:cubicBezTo>
                  <a:pt x="265488" y="328221"/>
                  <a:pt x="258532" y="326869"/>
                  <a:pt x="252607" y="324164"/>
                </a:cubicBezTo>
                <a:lnTo>
                  <a:pt x="252542" y="324099"/>
                </a:lnTo>
                <a:cubicBezTo>
                  <a:pt x="246617" y="321394"/>
                  <a:pt x="241915" y="317787"/>
                  <a:pt x="238437" y="313150"/>
                </a:cubicBezTo>
                <a:cubicBezTo>
                  <a:pt x="234959" y="308513"/>
                  <a:pt x="233091" y="303424"/>
                  <a:pt x="232769" y="297821"/>
                </a:cubicBezTo>
                <a:lnTo>
                  <a:pt x="255956" y="297821"/>
                </a:lnTo>
                <a:cubicBezTo>
                  <a:pt x="256407" y="301363"/>
                  <a:pt x="258146" y="304262"/>
                  <a:pt x="261108" y="306516"/>
                </a:cubicBezTo>
                <a:cubicBezTo>
                  <a:pt x="264071" y="308770"/>
                  <a:pt x="267871" y="309994"/>
                  <a:pt x="272380" y="309994"/>
                </a:cubicBezTo>
                <a:cubicBezTo>
                  <a:pt x="276888" y="309994"/>
                  <a:pt x="280173" y="309092"/>
                  <a:pt x="282685" y="307353"/>
                </a:cubicBezTo>
                <a:cubicBezTo>
                  <a:pt x="285132" y="305614"/>
                  <a:pt x="286421" y="303360"/>
                  <a:pt x="286421" y="300590"/>
                </a:cubicBezTo>
                <a:cubicBezTo>
                  <a:pt x="286421" y="297628"/>
                  <a:pt x="284939" y="295373"/>
                  <a:pt x="281912" y="293892"/>
                </a:cubicBezTo>
                <a:cubicBezTo>
                  <a:pt x="278885" y="292411"/>
                  <a:pt x="274119" y="290800"/>
                  <a:pt x="267485" y="289061"/>
                </a:cubicBezTo>
                <a:cubicBezTo>
                  <a:pt x="260657" y="287387"/>
                  <a:pt x="255118" y="285712"/>
                  <a:pt x="250803" y="283973"/>
                </a:cubicBezTo>
                <a:cubicBezTo>
                  <a:pt x="246488" y="282234"/>
                  <a:pt x="242752" y="279529"/>
                  <a:pt x="239596" y="275922"/>
                </a:cubicBezTo>
                <a:cubicBezTo>
                  <a:pt x="236440" y="272315"/>
                  <a:pt x="234894" y="267421"/>
                  <a:pt x="234894" y="261302"/>
                </a:cubicBezTo>
                <a:cubicBezTo>
                  <a:pt x="234894" y="256278"/>
                  <a:pt x="236376" y="251641"/>
                  <a:pt x="239274" y="247454"/>
                </a:cubicBezTo>
                <a:cubicBezTo>
                  <a:pt x="242173" y="243268"/>
                  <a:pt x="246359" y="239983"/>
                  <a:pt x="251769" y="237600"/>
                </a:cubicBezTo>
                <a:cubicBezTo>
                  <a:pt x="257179" y="235217"/>
                  <a:pt x="263620" y="233993"/>
                  <a:pt x="270963" y="233993"/>
                </a:cubicBezTo>
                <a:close/>
                <a:moveTo>
                  <a:pt x="161791" y="233993"/>
                </a:moveTo>
                <a:cubicBezTo>
                  <a:pt x="168618" y="233993"/>
                  <a:pt x="174544" y="235346"/>
                  <a:pt x="179632" y="238115"/>
                </a:cubicBezTo>
                <a:cubicBezTo>
                  <a:pt x="184720" y="240885"/>
                  <a:pt x="188842" y="244298"/>
                  <a:pt x="191869" y="248485"/>
                </a:cubicBezTo>
                <a:lnTo>
                  <a:pt x="191869" y="235474"/>
                </a:lnTo>
                <a:lnTo>
                  <a:pt x="215056" y="235474"/>
                </a:lnTo>
                <a:lnTo>
                  <a:pt x="215056" y="326676"/>
                </a:lnTo>
                <a:lnTo>
                  <a:pt x="191869" y="326676"/>
                </a:lnTo>
                <a:lnTo>
                  <a:pt x="191869" y="313343"/>
                </a:lnTo>
                <a:cubicBezTo>
                  <a:pt x="188907" y="317594"/>
                  <a:pt x="184849" y="321136"/>
                  <a:pt x="179632" y="323970"/>
                </a:cubicBezTo>
                <a:cubicBezTo>
                  <a:pt x="174415" y="326740"/>
                  <a:pt x="168425" y="328157"/>
                  <a:pt x="161598" y="328157"/>
                </a:cubicBezTo>
                <a:cubicBezTo>
                  <a:pt x="153933" y="328157"/>
                  <a:pt x="146913" y="326160"/>
                  <a:pt x="140601" y="322231"/>
                </a:cubicBezTo>
                <a:cubicBezTo>
                  <a:pt x="134289" y="318303"/>
                  <a:pt x="129265" y="312699"/>
                  <a:pt x="125594" y="305550"/>
                </a:cubicBezTo>
                <a:cubicBezTo>
                  <a:pt x="121923" y="298336"/>
                  <a:pt x="120055" y="290092"/>
                  <a:pt x="120055" y="280753"/>
                </a:cubicBezTo>
                <a:cubicBezTo>
                  <a:pt x="120055" y="271414"/>
                  <a:pt x="121923" y="263363"/>
                  <a:pt x="125594" y="256214"/>
                </a:cubicBezTo>
                <a:lnTo>
                  <a:pt x="125658" y="256214"/>
                </a:lnTo>
                <a:cubicBezTo>
                  <a:pt x="129330" y="249064"/>
                  <a:pt x="134353" y="243590"/>
                  <a:pt x="140665" y="239725"/>
                </a:cubicBezTo>
                <a:cubicBezTo>
                  <a:pt x="146977" y="235861"/>
                  <a:pt x="153998" y="233993"/>
                  <a:pt x="161791" y="233993"/>
                </a:cubicBezTo>
                <a:close/>
                <a:moveTo>
                  <a:pt x="2407748" y="233992"/>
                </a:moveTo>
                <a:cubicBezTo>
                  <a:pt x="2414575" y="233992"/>
                  <a:pt x="2420501" y="235345"/>
                  <a:pt x="2425589" y="238114"/>
                </a:cubicBezTo>
                <a:cubicBezTo>
                  <a:pt x="2430677" y="240884"/>
                  <a:pt x="2434799" y="244298"/>
                  <a:pt x="2437826" y="248484"/>
                </a:cubicBezTo>
                <a:lnTo>
                  <a:pt x="2437826" y="235474"/>
                </a:lnTo>
                <a:lnTo>
                  <a:pt x="2461013" y="235474"/>
                </a:lnTo>
                <a:lnTo>
                  <a:pt x="2461013" y="326675"/>
                </a:lnTo>
                <a:lnTo>
                  <a:pt x="2437826" y="326675"/>
                </a:lnTo>
                <a:lnTo>
                  <a:pt x="2437826" y="313342"/>
                </a:lnTo>
                <a:cubicBezTo>
                  <a:pt x="2434864" y="317593"/>
                  <a:pt x="2430806" y="321136"/>
                  <a:pt x="2425589" y="323970"/>
                </a:cubicBezTo>
                <a:cubicBezTo>
                  <a:pt x="2420372" y="326739"/>
                  <a:pt x="2414382" y="328156"/>
                  <a:pt x="2407555" y="328156"/>
                </a:cubicBezTo>
                <a:cubicBezTo>
                  <a:pt x="2399890" y="328156"/>
                  <a:pt x="2392870" y="326160"/>
                  <a:pt x="2386558" y="322231"/>
                </a:cubicBezTo>
                <a:cubicBezTo>
                  <a:pt x="2380246" y="318302"/>
                  <a:pt x="2375222" y="312698"/>
                  <a:pt x="2371551" y="305549"/>
                </a:cubicBezTo>
                <a:cubicBezTo>
                  <a:pt x="2367880" y="298336"/>
                  <a:pt x="2366012" y="290091"/>
                  <a:pt x="2366012" y="280752"/>
                </a:cubicBezTo>
                <a:cubicBezTo>
                  <a:pt x="2366012" y="271413"/>
                  <a:pt x="2367880" y="263362"/>
                  <a:pt x="2371551" y="256213"/>
                </a:cubicBezTo>
                <a:lnTo>
                  <a:pt x="2371615" y="256213"/>
                </a:lnTo>
                <a:cubicBezTo>
                  <a:pt x="2375287" y="249064"/>
                  <a:pt x="2380310" y="243589"/>
                  <a:pt x="2386622" y="239725"/>
                </a:cubicBezTo>
                <a:cubicBezTo>
                  <a:pt x="2392934" y="235860"/>
                  <a:pt x="2399955" y="233992"/>
                  <a:pt x="2407748" y="233992"/>
                </a:cubicBezTo>
                <a:close/>
                <a:moveTo>
                  <a:pt x="331055" y="212996"/>
                </a:moveTo>
                <a:lnTo>
                  <a:pt x="354242" y="212996"/>
                </a:lnTo>
                <a:lnTo>
                  <a:pt x="354242" y="235539"/>
                </a:lnTo>
                <a:lnTo>
                  <a:pt x="374659" y="235539"/>
                </a:lnTo>
                <a:lnTo>
                  <a:pt x="374659" y="254474"/>
                </a:lnTo>
                <a:lnTo>
                  <a:pt x="354242" y="254474"/>
                </a:lnTo>
                <a:lnTo>
                  <a:pt x="354242" y="298529"/>
                </a:lnTo>
                <a:cubicBezTo>
                  <a:pt x="354242" y="301621"/>
                  <a:pt x="355015" y="303811"/>
                  <a:pt x="356496" y="305228"/>
                </a:cubicBezTo>
                <a:cubicBezTo>
                  <a:pt x="357977" y="306580"/>
                  <a:pt x="360489" y="307289"/>
                  <a:pt x="363967" y="307289"/>
                </a:cubicBezTo>
                <a:lnTo>
                  <a:pt x="374659" y="307289"/>
                </a:lnTo>
                <a:lnTo>
                  <a:pt x="374659" y="326740"/>
                </a:lnTo>
                <a:lnTo>
                  <a:pt x="360167" y="326740"/>
                </a:lnTo>
                <a:cubicBezTo>
                  <a:pt x="340716" y="326740"/>
                  <a:pt x="331055" y="317272"/>
                  <a:pt x="331055" y="298400"/>
                </a:cubicBezTo>
                <a:lnTo>
                  <a:pt x="331055" y="254474"/>
                </a:lnTo>
                <a:lnTo>
                  <a:pt x="320170" y="254474"/>
                </a:lnTo>
                <a:lnTo>
                  <a:pt x="320170" y="235539"/>
                </a:lnTo>
                <a:lnTo>
                  <a:pt x="331055" y="235539"/>
                </a:lnTo>
                <a:close/>
                <a:moveTo>
                  <a:pt x="0" y="211772"/>
                </a:moveTo>
                <a:lnTo>
                  <a:pt x="24668" y="211772"/>
                </a:lnTo>
                <a:lnTo>
                  <a:pt x="56292" y="303102"/>
                </a:lnTo>
                <a:lnTo>
                  <a:pt x="87723" y="211772"/>
                </a:lnTo>
                <a:lnTo>
                  <a:pt x="112262" y="211772"/>
                </a:lnTo>
                <a:lnTo>
                  <a:pt x="70140" y="326675"/>
                </a:lnTo>
                <a:lnTo>
                  <a:pt x="42123" y="326675"/>
                </a:lnTo>
                <a:close/>
                <a:moveTo>
                  <a:pt x="608522" y="211643"/>
                </a:moveTo>
                <a:lnTo>
                  <a:pt x="631580" y="211643"/>
                </a:lnTo>
                <a:lnTo>
                  <a:pt x="683750" y="290671"/>
                </a:lnTo>
                <a:lnTo>
                  <a:pt x="683750" y="211643"/>
                </a:lnTo>
                <a:lnTo>
                  <a:pt x="706808" y="211643"/>
                </a:lnTo>
                <a:lnTo>
                  <a:pt x="706808" y="326675"/>
                </a:lnTo>
                <a:lnTo>
                  <a:pt x="683750" y="326675"/>
                </a:lnTo>
                <a:lnTo>
                  <a:pt x="631580" y="247840"/>
                </a:lnTo>
                <a:lnTo>
                  <a:pt x="631580" y="326675"/>
                </a:lnTo>
                <a:lnTo>
                  <a:pt x="608522" y="326675"/>
                </a:lnTo>
                <a:close/>
                <a:moveTo>
                  <a:pt x="2549316" y="204880"/>
                </a:moveTo>
                <a:lnTo>
                  <a:pt x="2572696" y="204880"/>
                </a:lnTo>
                <a:lnTo>
                  <a:pt x="2572696" y="326675"/>
                </a:lnTo>
                <a:lnTo>
                  <a:pt x="2549316" y="326675"/>
                </a:lnTo>
                <a:lnTo>
                  <a:pt x="2549316" y="313149"/>
                </a:lnTo>
                <a:cubicBezTo>
                  <a:pt x="2546482" y="317658"/>
                  <a:pt x="2542488" y="321264"/>
                  <a:pt x="2537271" y="324034"/>
                </a:cubicBezTo>
                <a:cubicBezTo>
                  <a:pt x="2532119" y="326803"/>
                  <a:pt x="2526129" y="328156"/>
                  <a:pt x="2519302" y="328156"/>
                </a:cubicBezTo>
                <a:cubicBezTo>
                  <a:pt x="2511637" y="328156"/>
                  <a:pt x="2504617" y="326159"/>
                  <a:pt x="2498241" y="322231"/>
                </a:cubicBezTo>
                <a:cubicBezTo>
                  <a:pt x="2491864" y="318302"/>
                  <a:pt x="2486840" y="312698"/>
                  <a:pt x="2483169" y="305549"/>
                </a:cubicBezTo>
                <a:cubicBezTo>
                  <a:pt x="2479498" y="298335"/>
                  <a:pt x="2477630" y="290091"/>
                  <a:pt x="2477630" y="280752"/>
                </a:cubicBezTo>
                <a:cubicBezTo>
                  <a:pt x="2477630" y="271413"/>
                  <a:pt x="2479498" y="263362"/>
                  <a:pt x="2483169" y="256213"/>
                </a:cubicBezTo>
                <a:lnTo>
                  <a:pt x="2483233" y="256213"/>
                </a:lnTo>
                <a:cubicBezTo>
                  <a:pt x="2486905" y="249064"/>
                  <a:pt x="2491928" y="243589"/>
                  <a:pt x="2498305" y="239724"/>
                </a:cubicBezTo>
                <a:cubicBezTo>
                  <a:pt x="2504681" y="235860"/>
                  <a:pt x="2511766" y="233992"/>
                  <a:pt x="2519559" y="233992"/>
                </a:cubicBezTo>
                <a:cubicBezTo>
                  <a:pt x="2525485" y="233992"/>
                  <a:pt x="2531153" y="235280"/>
                  <a:pt x="2536499" y="237857"/>
                </a:cubicBezTo>
                <a:cubicBezTo>
                  <a:pt x="2541844" y="240433"/>
                  <a:pt x="2546160" y="243847"/>
                  <a:pt x="2549316" y="248162"/>
                </a:cubicBezTo>
                <a:close/>
                <a:moveTo>
                  <a:pt x="1892359" y="204880"/>
                </a:moveTo>
                <a:lnTo>
                  <a:pt x="1915739" y="204880"/>
                </a:lnTo>
                <a:lnTo>
                  <a:pt x="1915739" y="326675"/>
                </a:lnTo>
                <a:lnTo>
                  <a:pt x="1892359" y="326675"/>
                </a:lnTo>
                <a:lnTo>
                  <a:pt x="1892359" y="313149"/>
                </a:lnTo>
                <a:cubicBezTo>
                  <a:pt x="1889525" y="317658"/>
                  <a:pt x="1885531" y="321264"/>
                  <a:pt x="1880314" y="324034"/>
                </a:cubicBezTo>
                <a:cubicBezTo>
                  <a:pt x="1875162" y="326803"/>
                  <a:pt x="1869172" y="328156"/>
                  <a:pt x="1862345" y="328156"/>
                </a:cubicBezTo>
                <a:cubicBezTo>
                  <a:pt x="1854680" y="328156"/>
                  <a:pt x="1847660" y="326159"/>
                  <a:pt x="1841284" y="322231"/>
                </a:cubicBezTo>
                <a:cubicBezTo>
                  <a:pt x="1834907" y="318302"/>
                  <a:pt x="1829883" y="312698"/>
                  <a:pt x="1826212" y="305549"/>
                </a:cubicBezTo>
                <a:cubicBezTo>
                  <a:pt x="1822541" y="298335"/>
                  <a:pt x="1820673" y="290091"/>
                  <a:pt x="1820673" y="280752"/>
                </a:cubicBezTo>
                <a:cubicBezTo>
                  <a:pt x="1820673" y="271413"/>
                  <a:pt x="1822541" y="263362"/>
                  <a:pt x="1826212" y="256213"/>
                </a:cubicBezTo>
                <a:lnTo>
                  <a:pt x="1826276" y="256213"/>
                </a:lnTo>
                <a:cubicBezTo>
                  <a:pt x="1829948" y="249064"/>
                  <a:pt x="1834971" y="243589"/>
                  <a:pt x="1841348" y="239724"/>
                </a:cubicBezTo>
                <a:cubicBezTo>
                  <a:pt x="1847724" y="235860"/>
                  <a:pt x="1854809" y="233992"/>
                  <a:pt x="1862602" y="233992"/>
                </a:cubicBezTo>
                <a:cubicBezTo>
                  <a:pt x="1868528" y="233992"/>
                  <a:pt x="1874196" y="235280"/>
                  <a:pt x="1879542" y="237857"/>
                </a:cubicBezTo>
                <a:cubicBezTo>
                  <a:pt x="1884887" y="240433"/>
                  <a:pt x="1889203" y="243847"/>
                  <a:pt x="1892359" y="248162"/>
                </a:cubicBezTo>
                <a:close/>
                <a:moveTo>
                  <a:pt x="1161011" y="204880"/>
                </a:moveTo>
                <a:lnTo>
                  <a:pt x="1184391" y="204880"/>
                </a:lnTo>
                <a:lnTo>
                  <a:pt x="1184391" y="326675"/>
                </a:lnTo>
                <a:lnTo>
                  <a:pt x="1161011" y="326675"/>
                </a:lnTo>
                <a:lnTo>
                  <a:pt x="1161011" y="313149"/>
                </a:lnTo>
                <a:cubicBezTo>
                  <a:pt x="1158177" y="317658"/>
                  <a:pt x="1154183" y="321264"/>
                  <a:pt x="1148966" y="324034"/>
                </a:cubicBezTo>
                <a:cubicBezTo>
                  <a:pt x="1143814" y="326803"/>
                  <a:pt x="1137824" y="328156"/>
                  <a:pt x="1130997" y="328156"/>
                </a:cubicBezTo>
                <a:cubicBezTo>
                  <a:pt x="1123332" y="328156"/>
                  <a:pt x="1116312" y="326159"/>
                  <a:pt x="1109935" y="322231"/>
                </a:cubicBezTo>
                <a:cubicBezTo>
                  <a:pt x="1103559" y="318302"/>
                  <a:pt x="1098535" y="312698"/>
                  <a:pt x="1094864" y="305549"/>
                </a:cubicBezTo>
                <a:cubicBezTo>
                  <a:pt x="1091193" y="298335"/>
                  <a:pt x="1089325" y="290091"/>
                  <a:pt x="1089325" y="280752"/>
                </a:cubicBezTo>
                <a:cubicBezTo>
                  <a:pt x="1089325" y="271413"/>
                  <a:pt x="1091193" y="263362"/>
                  <a:pt x="1094864" y="256213"/>
                </a:cubicBezTo>
                <a:lnTo>
                  <a:pt x="1094928" y="256213"/>
                </a:lnTo>
                <a:cubicBezTo>
                  <a:pt x="1098600" y="249064"/>
                  <a:pt x="1103623" y="243589"/>
                  <a:pt x="1110000" y="239724"/>
                </a:cubicBezTo>
                <a:cubicBezTo>
                  <a:pt x="1116376" y="235860"/>
                  <a:pt x="1123461" y="233992"/>
                  <a:pt x="1131254" y="233992"/>
                </a:cubicBezTo>
                <a:cubicBezTo>
                  <a:pt x="1137180" y="233992"/>
                  <a:pt x="1142848" y="235280"/>
                  <a:pt x="1148194" y="237857"/>
                </a:cubicBezTo>
                <a:cubicBezTo>
                  <a:pt x="1153539" y="240433"/>
                  <a:pt x="1157855" y="243847"/>
                  <a:pt x="1161011" y="248162"/>
                </a:cubicBezTo>
                <a:close/>
                <a:moveTo>
                  <a:pt x="1545975" y="204816"/>
                </a:moveTo>
                <a:lnTo>
                  <a:pt x="1569033" y="204816"/>
                </a:lnTo>
                <a:lnTo>
                  <a:pt x="1569033" y="326611"/>
                </a:lnTo>
                <a:lnTo>
                  <a:pt x="1545975" y="326611"/>
                </a:lnTo>
                <a:close/>
                <a:moveTo>
                  <a:pt x="829118" y="204816"/>
                </a:moveTo>
                <a:lnTo>
                  <a:pt x="852176" y="204816"/>
                </a:lnTo>
                <a:lnTo>
                  <a:pt x="852176" y="326611"/>
                </a:lnTo>
                <a:lnTo>
                  <a:pt x="829118" y="326611"/>
                </a:lnTo>
                <a:close/>
                <a:moveTo>
                  <a:pt x="1708475" y="202691"/>
                </a:moveTo>
                <a:cubicBezTo>
                  <a:pt x="1711567" y="202691"/>
                  <a:pt x="1714143" y="203786"/>
                  <a:pt x="1716269" y="205911"/>
                </a:cubicBezTo>
                <a:cubicBezTo>
                  <a:pt x="1718394" y="208037"/>
                  <a:pt x="1719489" y="210678"/>
                  <a:pt x="1719489" y="213705"/>
                </a:cubicBezTo>
                <a:cubicBezTo>
                  <a:pt x="1719489" y="216732"/>
                  <a:pt x="1718394" y="219373"/>
                  <a:pt x="1716269" y="221434"/>
                </a:cubicBezTo>
                <a:cubicBezTo>
                  <a:pt x="1714143" y="223495"/>
                  <a:pt x="1711503" y="224590"/>
                  <a:pt x="1708475" y="224590"/>
                </a:cubicBezTo>
                <a:cubicBezTo>
                  <a:pt x="1705448" y="224590"/>
                  <a:pt x="1702808" y="223559"/>
                  <a:pt x="1700746" y="221434"/>
                </a:cubicBezTo>
                <a:cubicBezTo>
                  <a:pt x="1698685" y="219373"/>
                  <a:pt x="1697591" y="216796"/>
                  <a:pt x="1697591" y="213705"/>
                </a:cubicBezTo>
                <a:cubicBezTo>
                  <a:pt x="1697591" y="210613"/>
                  <a:pt x="1698621" y="208037"/>
                  <a:pt x="1700746" y="205911"/>
                </a:cubicBezTo>
                <a:cubicBezTo>
                  <a:pt x="1702872" y="203786"/>
                  <a:pt x="1705384" y="202691"/>
                  <a:pt x="1708475" y="202691"/>
                </a:cubicBezTo>
                <a:close/>
                <a:moveTo>
                  <a:pt x="1678011" y="202691"/>
                </a:moveTo>
                <a:cubicBezTo>
                  <a:pt x="1681102" y="202691"/>
                  <a:pt x="1683678" y="203786"/>
                  <a:pt x="1685804" y="205911"/>
                </a:cubicBezTo>
                <a:cubicBezTo>
                  <a:pt x="1687929" y="208037"/>
                  <a:pt x="1689024" y="210678"/>
                  <a:pt x="1689024" y="213705"/>
                </a:cubicBezTo>
                <a:cubicBezTo>
                  <a:pt x="1689024" y="216732"/>
                  <a:pt x="1687929" y="219373"/>
                  <a:pt x="1685804" y="221434"/>
                </a:cubicBezTo>
                <a:cubicBezTo>
                  <a:pt x="1683678" y="223495"/>
                  <a:pt x="1681038" y="224590"/>
                  <a:pt x="1678011" y="224590"/>
                </a:cubicBezTo>
                <a:cubicBezTo>
                  <a:pt x="1674983" y="224590"/>
                  <a:pt x="1672343" y="223559"/>
                  <a:pt x="1670282" y="221434"/>
                </a:cubicBezTo>
                <a:cubicBezTo>
                  <a:pt x="1668221" y="219373"/>
                  <a:pt x="1667126" y="216796"/>
                  <a:pt x="1667126" y="213705"/>
                </a:cubicBezTo>
                <a:cubicBezTo>
                  <a:pt x="1667126" y="210613"/>
                  <a:pt x="1668156" y="208037"/>
                  <a:pt x="1670282" y="205911"/>
                </a:cubicBezTo>
                <a:cubicBezTo>
                  <a:pt x="1672343" y="203786"/>
                  <a:pt x="1674919" y="202691"/>
                  <a:pt x="1678011" y="202691"/>
                </a:cubicBezTo>
                <a:close/>
                <a:moveTo>
                  <a:pt x="1494319" y="202691"/>
                </a:moveTo>
                <a:cubicBezTo>
                  <a:pt x="1497411" y="202691"/>
                  <a:pt x="1499987" y="203786"/>
                  <a:pt x="1502113" y="205911"/>
                </a:cubicBezTo>
                <a:cubicBezTo>
                  <a:pt x="1504238" y="208037"/>
                  <a:pt x="1505333" y="210678"/>
                  <a:pt x="1505333" y="213705"/>
                </a:cubicBezTo>
                <a:cubicBezTo>
                  <a:pt x="1505333" y="216732"/>
                  <a:pt x="1504238" y="219373"/>
                  <a:pt x="1502113" y="221434"/>
                </a:cubicBezTo>
                <a:cubicBezTo>
                  <a:pt x="1499987" y="223495"/>
                  <a:pt x="1497346" y="224590"/>
                  <a:pt x="1494319" y="224590"/>
                </a:cubicBezTo>
                <a:cubicBezTo>
                  <a:pt x="1491292" y="224590"/>
                  <a:pt x="1488652" y="223559"/>
                  <a:pt x="1486590" y="221434"/>
                </a:cubicBezTo>
                <a:cubicBezTo>
                  <a:pt x="1484529" y="219373"/>
                  <a:pt x="1483435" y="216796"/>
                  <a:pt x="1483435" y="213705"/>
                </a:cubicBezTo>
                <a:cubicBezTo>
                  <a:pt x="1483435" y="210613"/>
                  <a:pt x="1484465" y="208037"/>
                  <a:pt x="1486590" y="205911"/>
                </a:cubicBezTo>
                <a:cubicBezTo>
                  <a:pt x="1488716" y="203786"/>
                  <a:pt x="1491228" y="202691"/>
                  <a:pt x="1494319" y="202691"/>
                </a:cubicBezTo>
                <a:close/>
                <a:moveTo>
                  <a:pt x="1463855" y="202691"/>
                </a:moveTo>
                <a:cubicBezTo>
                  <a:pt x="1466946" y="202691"/>
                  <a:pt x="1469522" y="203786"/>
                  <a:pt x="1471648" y="205911"/>
                </a:cubicBezTo>
                <a:cubicBezTo>
                  <a:pt x="1473773" y="208037"/>
                  <a:pt x="1474868" y="210678"/>
                  <a:pt x="1474868" y="213705"/>
                </a:cubicBezTo>
                <a:cubicBezTo>
                  <a:pt x="1474868" y="216732"/>
                  <a:pt x="1473773" y="219373"/>
                  <a:pt x="1471648" y="221434"/>
                </a:cubicBezTo>
                <a:cubicBezTo>
                  <a:pt x="1469522" y="223495"/>
                  <a:pt x="1466882" y="224590"/>
                  <a:pt x="1463855" y="224590"/>
                </a:cubicBezTo>
                <a:cubicBezTo>
                  <a:pt x="1460827" y="224590"/>
                  <a:pt x="1458187" y="223559"/>
                  <a:pt x="1456126" y="221434"/>
                </a:cubicBezTo>
                <a:cubicBezTo>
                  <a:pt x="1454065" y="219373"/>
                  <a:pt x="1452970" y="216796"/>
                  <a:pt x="1452970" y="213705"/>
                </a:cubicBezTo>
                <a:cubicBezTo>
                  <a:pt x="1452970" y="210613"/>
                  <a:pt x="1454000" y="208037"/>
                  <a:pt x="1456126" y="205911"/>
                </a:cubicBezTo>
                <a:cubicBezTo>
                  <a:pt x="1458187" y="203786"/>
                  <a:pt x="1460763" y="202691"/>
                  <a:pt x="1463855" y="202691"/>
                </a:cubicBezTo>
                <a:close/>
                <a:moveTo>
                  <a:pt x="186008" y="202691"/>
                </a:moveTo>
                <a:cubicBezTo>
                  <a:pt x="189100" y="202691"/>
                  <a:pt x="191676" y="203786"/>
                  <a:pt x="193802" y="205911"/>
                </a:cubicBezTo>
                <a:cubicBezTo>
                  <a:pt x="195927" y="208037"/>
                  <a:pt x="197022" y="210678"/>
                  <a:pt x="197022" y="213705"/>
                </a:cubicBezTo>
                <a:cubicBezTo>
                  <a:pt x="197022" y="216732"/>
                  <a:pt x="195927" y="219373"/>
                  <a:pt x="193802" y="221434"/>
                </a:cubicBezTo>
                <a:cubicBezTo>
                  <a:pt x="191676" y="223495"/>
                  <a:pt x="189036" y="224590"/>
                  <a:pt x="186008" y="224590"/>
                </a:cubicBezTo>
                <a:cubicBezTo>
                  <a:pt x="182981" y="224590"/>
                  <a:pt x="180341" y="223559"/>
                  <a:pt x="178279" y="221434"/>
                </a:cubicBezTo>
                <a:cubicBezTo>
                  <a:pt x="176218" y="219373"/>
                  <a:pt x="175123" y="216796"/>
                  <a:pt x="175123" y="213705"/>
                </a:cubicBezTo>
                <a:cubicBezTo>
                  <a:pt x="175123" y="210613"/>
                  <a:pt x="176154" y="208037"/>
                  <a:pt x="178279" y="205911"/>
                </a:cubicBezTo>
                <a:cubicBezTo>
                  <a:pt x="180405" y="203786"/>
                  <a:pt x="182917" y="202691"/>
                  <a:pt x="186008" y="202691"/>
                </a:cubicBezTo>
                <a:close/>
                <a:moveTo>
                  <a:pt x="155544" y="202691"/>
                </a:moveTo>
                <a:cubicBezTo>
                  <a:pt x="158635" y="202691"/>
                  <a:pt x="161211" y="203786"/>
                  <a:pt x="163337" y="205911"/>
                </a:cubicBezTo>
                <a:cubicBezTo>
                  <a:pt x="165462" y="208037"/>
                  <a:pt x="166557" y="210678"/>
                  <a:pt x="166557" y="213705"/>
                </a:cubicBezTo>
                <a:cubicBezTo>
                  <a:pt x="166557" y="216732"/>
                  <a:pt x="165462" y="219373"/>
                  <a:pt x="163337" y="221434"/>
                </a:cubicBezTo>
                <a:cubicBezTo>
                  <a:pt x="161211" y="223495"/>
                  <a:pt x="158571" y="224590"/>
                  <a:pt x="155544" y="224590"/>
                </a:cubicBezTo>
                <a:cubicBezTo>
                  <a:pt x="152516" y="224590"/>
                  <a:pt x="149876" y="223559"/>
                  <a:pt x="147815" y="221434"/>
                </a:cubicBezTo>
                <a:cubicBezTo>
                  <a:pt x="145754" y="219373"/>
                  <a:pt x="144659" y="216796"/>
                  <a:pt x="144659" y="213705"/>
                </a:cubicBezTo>
                <a:cubicBezTo>
                  <a:pt x="144659" y="210613"/>
                  <a:pt x="145689" y="208037"/>
                  <a:pt x="147815" y="205911"/>
                </a:cubicBezTo>
                <a:cubicBezTo>
                  <a:pt x="149876" y="203786"/>
                  <a:pt x="152452" y="202691"/>
                  <a:pt x="155544" y="202691"/>
                </a:cubicBezTo>
                <a:close/>
                <a:moveTo>
                  <a:pt x="2416765" y="200372"/>
                </a:moveTo>
                <a:cubicBezTo>
                  <a:pt x="2414575" y="200372"/>
                  <a:pt x="2412707" y="201080"/>
                  <a:pt x="2411162" y="202562"/>
                </a:cubicBezTo>
                <a:cubicBezTo>
                  <a:pt x="2409616" y="204043"/>
                  <a:pt x="2408843" y="206040"/>
                  <a:pt x="2408843" y="208551"/>
                </a:cubicBezTo>
                <a:cubicBezTo>
                  <a:pt x="2408843" y="210870"/>
                  <a:pt x="2409616" y="212802"/>
                  <a:pt x="2411162" y="214412"/>
                </a:cubicBezTo>
                <a:cubicBezTo>
                  <a:pt x="2412707" y="216023"/>
                  <a:pt x="2414575" y="216796"/>
                  <a:pt x="2416765" y="216796"/>
                </a:cubicBezTo>
                <a:cubicBezTo>
                  <a:pt x="2418955" y="216796"/>
                  <a:pt x="2420823" y="216023"/>
                  <a:pt x="2422369" y="214412"/>
                </a:cubicBezTo>
                <a:cubicBezTo>
                  <a:pt x="2423914" y="212802"/>
                  <a:pt x="2424687" y="210870"/>
                  <a:pt x="2424687" y="208551"/>
                </a:cubicBezTo>
                <a:cubicBezTo>
                  <a:pt x="2424687" y="206040"/>
                  <a:pt x="2423914" y="204043"/>
                  <a:pt x="2422369" y="202562"/>
                </a:cubicBezTo>
                <a:cubicBezTo>
                  <a:pt x="2420823" y="201080"/>
                  <a:pt x="2418955" y="200372"/>
                  <a:pt x="2416765" y="200372"/>
                </a:cubicBezTo>
                <a:close/>
                <a:moveTo>
                  <a:pt x="1632538" y="198762"/>
                </a:moveTo>
                <a:lnTo>
                  <a:pt x="1632538" y="218213"/>
                </a:lnTo>
                <a:cubicBezTo>
                  <a:pt x="1626935" y="218084"/>
                  <a:pt x="1623070" y="219050"/>
                  <a:pt x="1620880" y="220983"/>
                </a:cubicBezTo>
                <a:cubicBezTo>
                  <a:pt x="1618691" y="222915"/>
                  <a:pt x="1617596" y="226522"/>
                  <a:pt x="1617596" y="231674"/>
                </a:cubicBezTo>
                <a:lnTo>
                  <a:pt x="1617596" y="235474"/>
                </a:lnTo>
                <a:lnTo>
                  <a:pt x="1633569" y="235474"/>
                </a:lnTo>
                <a:lnTo>
                  <a:pt x="1633569" y="254410"/>
                </a:lnTo>
                <a:lnTo>
                  <a:pt x="1617596" y="254410"/>
                </a:lnTo>
                <a:lnTo>
                  <a:pt x="1617596" y="326675"/>
                </a:lnTo>
                <a:lnTo>
                  <a:pt x="1594216" y="326675"/>
                </a:lnTo>
                <a:lnTo>
                  <a:pt x="1594216" y="254410"/>
                </a:lnTo>
                <a:lnTo>
                  <a:pt x="1583846" y="254410"/>
                </a:lnTo>
                <a:lnTo>
                  <a:pt x="1583846" y="235474"/>
                </a:lnTo>
                <a:lnTo>
                  <a:pt x="1594216" y="235474"/>
                </a:lnTo>
                <a:lnTo>
                  <a:pt x="1594216" y="230837"/>
                </a:lnTo>
                <a:cubicBezTo>
                  <a:pt x="1594216" y="219630"/>
                  <a:pt x="1597372" y="211386"/>
                  <a:pt x="1603748" y="206169"/>
                </a:cubicBezTo>
                <a:cubicBezTo>
                  <a:pt x="1610124" y="200888"/>
                  <a:pt x="1619721" y="198440"/>
                  <a:pt x="1632538" y="198762"/>
                </a:cubicBezTo>
                <a:close/>
                <a:moveTo>
                  <a:pt x="2416829" y="189680"/>
                </a:moveTo>
                <a:cubicBezTo>
                  <a:pt x="2422175" y="189680"/>
                  <a:pt x="2426877" y="191419"/>
                  <a:pt x="2430548" y="194897"/>
                </a:cubicBezTo>
                <a:cubicBezTo>
                  <a:pt x="2434220" y="198375"/>
                  <a:pt x="2436087" y="202948"/>
                  <a:pt x="2436087" y="208616"/>
                </a:cubicBezTo>
                <a:cubicBezTo>
                  <a:pt x="2436087" y="214284"/>
                  <a:pt x="2434220" y="218921"/>
                  <a:pt x="2430548" y="222335"/>
                </a:cubicBezTo>
                <a:cubicBezTo>
                  <a:pt x="2426877" y="225813"/>
                  <a:pt x="2422304" y="227552"/>
                  <a:pt x="2416829" y="227552"/>
                </a:cubicBezTo>
                <a:cubicBezTo>
                  <a:pt x="2411355" y="227552"/>
                  <a:pt x="2406911" y="225813"/>
                  <a:pt x="2403175" y="222335"/>
                </a:cubicBezTo>
                <a:cubicBezTo>
                  <a:pt x="2399440" y="218857"/>
                  <a:pt x="2397572" y="214284"/>
                  <a:pt x="2397572" y="208616"/>
                </a:cubicBezTo>
                <a:cubicBezTo>
                  <a:pt x="2397572" y="202948"/>
                  <a:pt x="2399440" y="198311"/>
                  <a:pt x="2403175" y="194897"/>
                </a:cubicBezTo>
                <a:cubicBezTo>
                  <a:pt x="2406911" y="191483"/>
                  <a:pt x="2411484" y="189680"/>
                  <a:pt x="2416829" y="189680"/>
                </a:cubicBezTo>
                <a:close/>
                <a:moveTo>
                  <a:pt x="440806" y="60672"/>
                </a:moveTo>
                <a:lnTo>
                  <a:pt x="510623" y="60672"/>
                </a:lnTo>
                <a:lnTo>
                  <a:pt x="510623" y="80123"/>
                </a:lnTo>
                <a:lnTo>
                  <a:pt x="440806" y="80123"/>
                </a:lnTo>
                <a:close/>
                <a:moveTo>
                  <a:pt x="2596720" y="56679"/>
                </a:moveTo>
                <a:cubicBezTo>
                  <a:pt x="2592404" y="56679"/>
                  <a:pt x="2588476" y="57709"/>
                  <a:pt x="2584869" y="59835"/>
                </a:cubicBezTo>
                <a:cubicBezTo>
                  <a:pt x="2581262" y="61896"/>
                  <a:pt x="2578299" y="64988"/>
                  <a:pt x="2576045" y="68981"/>
                </a:cubicBezTo>
                <a:cubicBezTo>
                  <a:pt x="2573790" y="72974"/>
                  <a:pt x="2572696" y="77740"/>
                  <a:pt x="2572696" y="83215"/>
                </a:cubicBezTo>
                <a:cubicBezTo>
                  <a:pt x="2572696" y="88690"/>
                  <a:pt x="2573790" y="93520"/>
                  <a:pt x="2576045" y="97642"/>
                </a:cubicBezTo>
                <a:cubicBezTo>
                  <a:pt x="2578299" y="101764"/>
                  <a:pt x="2581262" y="104920"/>
                  <a:pt x="2584933" y="107110"/>
                </a:cubicBezTo>
                <a:cubicBezTo>
                  <a:pt x="2588604" y="109300"/>
                  <a:pt x="2592533" y="110395"/>
                  <a:pt x="2596720" y="110395"/>
                </a:cubicBezTo>
                <a:cubicBezTo>
                  <a:pt x="2600906" y="110395"/>
                  <a:pt x="2605028" y="109300"/>
                  <a:pt x="2608764" y="107174"/>
                </a:cubicBezTo>
                <a:cubicBezTo>
                  <a:pt x="2612500" y="105049"/>
                  <a:pt x="2615462" y="101957"/>
                  <a:pt x="2617652" y="97964"/>
                </a:cubicBezTo>
                <a:cubicBezTo>
                  <a:pt x="2619842" y="93971"/>
                  <a:pt x="2620937" y="89140"/>
                  <a:pt x="2620937" y="83537"/>
                </a:cubicBezTo>
                <a:cubicBezTo>
                  <a:pt x="2620937" y="77933"/>
                  <a:pt x="2619842" y="73167"/>
                  <a:pt x="2617652" y="69110"/>
                </a:cubicBezTo>
                <a:cubicBezTo>
                  <a:pt x="2615462" y="65116"/>
                  <a:pt x="2612500" y="62025"/>
                  <a:pt x="2608764" y="59899"/>
                </a:cubicBezTo>
                <a:cubicBezTo>
                  <a:pt x="2605028" y="57774"/>
                  <a:pt x="2601035" y="56679"/>
                  <a:pt x="2596720" y="56679"/>
                </a:cubicBezTo>
                <a:close/>
                <a:moveTo>
                  <a:pt x="1407756" y="56679"/>
                </a:moveTo>
                <a:cubicBezTo>
                  <a:pt x="1403440" y="56679"/>
                  <a:pt x="1399511" y="57709"/>
                  <a:pt x="1395905" y="59835"/>
                </a:cubicBezTo>
                <a:cubicBezTo>
                  <a:pt x="1392298" y="61896"/>
                  <a:pt x="1389335" y="64988"/>
                  <a:pt x="1387081" y="68981"/>
                </a:cubicBezTo>
                <a:cubicBezTo>
                  <a:pt x="1384826" y="72974"/>
                  <a:pt x="1383732" y="77740"/>
                  <a:pt x="1383732" y="83215"/>
                </a:cubicBezTo>
                <a:cubicBezTo>
                  <a:pt x="1383732" y="88690"/>
                  <a:pt x="1384826" y="93520"/>
                  <a:pt x="1387081" y="97642"/>
                </a:cubicBezTo>
                <a:cubicBezTo>
                  <a:pt x="1389335" y="101764"/>
                  <a:pt x="1392298" y="104920"/>
                  <a:pt x="1395969" y="107110"/>
                </a:cubicBezTo>
                <a:cubicBezTo>
                  <a:pt x="1399640" y="109300"/>
                  <a:pt x="1403569" y="110395"/>
                  <a:pt x="1407756" y="110395"/>
                </a:cubicBezTo>
                <a:cubicBezTo>
                  <a:pt x="1411942" y="110395"/>
                  <a:pt x="1416064" y="109300"/>
                  <a:pt x="1419800" y="107174"/>
                </a:cubicBezTo>
                <a:cubicBezTo>
                  <a:pt x="1423536" y="105049"/>
                  <a:pt x="1426498" y="101957"/>
                  <a:pt x="1428688" y="97964"/>
                </a:cubicBezTo>
                <a:cubicBezTo>
                  <a:pt x="1430878" y="93971"/>
                  <a:pt x="1431973" y="89140"/>
                  <a:pt x="1431973" y="83537"/>
                </a:cubicBezTo>
                <a:cubicBezTo>
                  <a:pt x="1431973" y="77933"/>
                  <a:pt x="1430878" y="73167"/>
                  <a:pt x="1428688" y="69110"/>
                </a:cubicBezTo>
                <a:cubicBezTo>
                  <a:pt x="1426498" y="65116"/>
                  <a:pt x="1423536" y="62025"/>
                  <a:pt x="1419800" y="59899"/>
                </a:cubicBezTo>
                <a:cubicBezTo>
                  <a:pt x="1416064" y="57774"/>
                  <a:pt x="1412071" y="56679"/>
                  <a:pt x="1407756" y="56679"/>
                </a:cubicBezTo>
                <a:close/>
                <a:moveTo>
                  <a:pt x="1296138" y="56679"/>
                </a:moveTo>
                <a:cubicBezTo>
                  <a:pt x="1291822" y="56679"/>
                  <a:pt x="1287894" y="57709"/>
                  <a:pt x="1284287" y="59835"/>
                </a:cubicBezTo>
                <a:cubicBezTo>
                  <a:pt x="1280680" y="61896"/>
                  <a:pt x="1277717" y="64988"/>
                  <a:pt x="1275463" y="68981"/>
                </a:cubicBezTo>
                <a:cubicBezTo>
                  <a:pt x="1273208" y="72974"/>
                  <a:pt x="1272114" y="77740"/>
                  <a:pt x="1272114" y="83215"/>
                </a:cubicBezTo>
                <a:cubicBezTo>
                  <a:pt x="1272114" y="88690"/>
                  <a:pt x="1273208" y="93520"/>
                  <a:pt x="1275463" y="97642"/>
                </a:cubicBezTo>
                <a:cubicBezTo>
                  <a:pt x="1277717" y="101764"/>
                  <a:pt x="1280680" y="104920"/>
                  <a:pt x="1284351" y="107110"/>
                </a:cubicBezTo>
                <a:cubicBezTo>
                  <a:pt x="1288022" y="109300"/>
                  <a:pt x="1291951" y="110395"/>
                  <a:pt x="1296138" y="110395"/>
                </a:cubicBezTo>
                <a:cubicBezTo>
                  <a:pt x="1300324" y="110395"/>
                  <a:pt x="1304446" y="109300"/>
                  <a:pt x="1308182" y="107174"/>
                </a:cubicBezTo>
                <a:cubicBezTo>
                  <a:pt x="1311918" y="105049"/>
                  <a:pt x="1314880" y="101957"/>
                  <a:pt x="1317070" y="97964"/>
                </a:cubicBezTo>
                <a:cubicBezTo>
                  <a:pt x="1319260" y="93971"/>
                  <a:pt x="1320355" y="89140"/>
                  <a:pt x="1320355" y="83537"/>
                </a:cubicBezTo>
                <a:cubicBezTo>
                  <a:pt x="1320355" y="77933"/>
                  <a:pt x="1319260" y="73167"/>
                  <a:pt x="1317070" y="69110"/>
                </a:cubicBezTo>
                <a:cubicBezTo>
                  <a:pt x="1314880" y="65116"/>
                  <a:pt x="1311918" y="62025"/>
                  <a:pt x="1308182" y="59899"/>
                </a:cubicBezTo>
                <a:cubicBezTo>
                  <a:pt x="1304446" y="57774"/>
                  <a:pt x="1300453" y="56679"/>
                  <a:pt x="1296138" y="56679"/>
                </a:cubicBezTo>
                <a:close/>
                <a:moveTo>
                  <a:pt x="801681" y="56679"/>
                </a:moveTo>
                <a:cubicBezTo>
                  <a:pt x="797365" y="56679"/>
                  <a:pt x="793436" y="57709"/>
                  <a:pt x="789830" y="59835"/>
                </a:cubicBezTo>
                <a:cubicBezTo>
                  <a:pt x="786223" y="61896"/>
                  <a:pt x="783260" y="64987"/>
                  <a:pt x="781006" y="68980"/>
                </a:cubicBezTo>
                <a:cubicBezTo>
                  <a:pt x="778752" y="72974"/>
                  <a:pt x="777657" y="77740"/>
                  <a:pt x="777657" y="83214"/>
                </a:cubicBezTo>
                <a:cubicBezTo>
                  <a:pt x="777657" y="88689"/>
                  <a:pt x="778752" y="93520"/>
                  <a:pt x="781006" y="97642"/>
                </a:cubicBezTo>
                <a:cubicBezTo>
                  <a:pt x="783260" y="101764"/>
                  <a:pt x="786223" y="104920"/>
                  <a:pt x="789894" y="107110"/>
                </a:cubicBezTo>
                <a:cubicBezTo>
                  <a:pt x="793565" y="109300"/>
                  <a:pt x="797494" y="110394"/>
                  <a:pt x="801681" y="110394"/>
                </a:cubicBezTo>
                <a:cubicBezTo>
                  <a:pt x="805867" y="110394"/>
                  <a:pt x="809989" y="109300"/>
                  <a:pt x="813725" y="107174"/>
                </a:cubicBezTo>
                <a:cubicBezTo>
                  <a:pt x="817460" y="105049"/>
                  <a:pt x="820423" y="101957"/>
                  <a:pt x="822613" y="97964"/>
                </a:cubicBezTo>
                <a:cubicBezTo>
                  <a:pt x="824803" y="93971"/>
                  <a:pt x="825898" y="89140"/>
                  <a:pt x="825898" y="83537"/>
                </a:cubicBezTo>
                <a:cubicBezTo>
                  <a:pt x="825898" y="77933"/>
                  <a:pt x="824803" y="73167"/>
                  <a:pt x="822613" y="69109"/>
                </a:cubicBezTo>
                <a:cubicBezTo>
                  <a:pt x="820423" y="65116"/>
                  <a:pt x="817460" y="62024"/>
                  <a:pt x="813725" y="59899"/>
                </a:cubicBezTo>
                <a:cubicBezTo>
                  <a:pt x="809989" y="57774"/>
                  <a:pt x="805996" y="56679"/>
                  <a:pt x="801681" y="56679"/>
                </a:cubicBezTo>
                <a:close/>
                <a:moveTo>
                  <a:pt x="126240" y="56679"/>
                </a:moveTo>
                <a:cubicBezTo>
                  <a:pt x="121924" y="56679"/>
                  <a:pt x="117995" y="57710"/>
                  <a:pt x="114389" y="59835"/>
                </a:cubicBezTo>
                <a:cubicBezTo>
                  <a:pt x="110782" y="61896"/>
                  <a:pt x="107819" y="64988"/>
                  <a:pt x="105565" y="68981"/>
                </a:cubicBezTo>
                <a:cubicBezTo>
                  <a:pt x="103311" y="72974"/>
                  <a:pt x="102216" y="77740"/>
                  <a:pt x="102216" y="83215"/>
                </a:cubicBezTo>
                <a:cubicBezTo>
                  <a:pt x="102216" y="88690"/>
                  <a:pt x="103311" y="93520"/>
                  <a:pt x="105565" y="97642"/>
                </a:cubicBezTo>
                <a:cubicBezTo>
                  <a:pt x="107819" y="101764"/>
                  <a:pt x="110782" y="104920"/>
                  <a:pt x="114453" y="107110"/>
                </a:cubicBezTo>
                <a:cubicBezTo>
                  <a:pt x="118124" y="109300"/>
                  <a:pt x="122053" y="110395"/>
                  <a:pt x="126240" y="110395"/>
                </a:cubicBezTo>
                <a:cubicBezTo>
                  <a:pt x="130426" y="110395"/>
                  <a:pt x="134548" y="109300"/>
                  <a:pt x="138284" y="107175"/>
                </a:cubicBezTo>
                <a:cubicBezTo>
                  <a:pt x="142019" y="105049"/>
                  <a:pt x="144982" y="101958"/>
                  <a:pt x="147172" y="97964"/>
                </a:cubicBezTo>
                <a:cubicBezTo>
                  <a:pt x="149361" y="93971"/>
                  <a:pt x="150457" y="89140"/>
                  <a:pt x="150457" y="83537"/>
                </a:cubicBezTo>
                <a:cubicBezTo>
                  <a:pt x="150457" y="77934"/>
                  <a:pt x="149361" y="73167"/>
                  <a:pt x="147172" y="69110"/>
                </a:cubicBezTo>
                <a:cubicBezTo>
                  <a:pt x="144982" y="65116"/>
                  <a:pt x="142019" y="62025"/>
                  <a:pt x="138284" y="59899"/>
                </a:cubicBezTo>
                <a:cubicBezTo>
                  <a:pt x="134548" y="57774"/>
                  <a:pt x="130555" y="56679"/>
                  <a:pt x="126240" y="56679"/>
                </a:cubicBezTo>
                <a:close/>
                <a:moveTo>
                  <a:pt x="2226698" y="56550"/>
                </a:moveTo>
                <a:cubicBezTo>
                  <a:pt x="2220129" y="56550"/>
                  <a:pt x="2214589" y="58869"/>
                  <a:pt x="2210145" y="63571"/>
                </a:cubicBezTo>
                <a:cubicBezTo>
                  <a:pt x="2205701" y="68272"/>
                  <a:pt x="2203447" y="74906"/>
                  <a:pt x="2203447" y="83537"/>
                </a:cubicBezTo>
                <a:cubicBezTo>
                  <a:pt x="2203447" y="92168"/>
                  <a:pt x="2205637" y="98866"/>
                  <a:pt x="2209952" y="103568"/>
                </a:cubicBezTo>
                <a:cubicBezTo>
                  <a:pt x="2214267" y="108205"/>
                  <a:pt x="2219742" y="110588"/>
                  <a:pt x="2226312" y="110588"/>
                </a:cubicBezTo>
                <a:cubicBezTo>
                  <a:pt x="2230498" y="110588"/>
                  <a:pt x="2234427" y="109558"/>
                  <a:pt x="2238098" y="107561"/>
                </a:cubicBezTo>
                <a:lnTo>
                  <a:pt x="2238098" y="107497"/>
                </a:lnTo>
                <a:cubicBezTo>
                  <a:pt x="2241769" y="105500"/>
                  <a:pt x="2244732" y="102408"/>
                  <a:pt x="2246922" y="98351"/>
                </a:cubicBezTo>
                <a:cubicBezTo>
                  <a:pt x="2249112" y="94293"/>
                  <a:pt x="2250207" y="89334"/>
                  <a:pt x="2250207" y="83537"/>
                </a:cubicBezTo>
                <a:cubicBezTo>
                  <a:pt x="2250207" y="74842"/>
                  <a:pt x="2247952" y="68208"/>
                  <a:pt x="2243380" y="63571"/>
                </a:cubicBezTo>
                <a:cubicBezTo>
                  <a:pt x="2238807" y="58933"/>
                  <a:pt x="2233268" y="56550"/>
                  <a:pt x="2226698" y="56550"/>
                </a:cubicBezTo>
                <a:close/>
                <a:moveTo>
                  <a:pt x="2860404" y="55391"/>
                </a:moveTo>
                <a:cubicBezTo>
                  <a:pt x="2854672" y="55391"/>
                  <a:pt x="2849906" y="57130"/>
                  <a:pt x="2845977" y="60608"/>
                </a:cubicBezTo>
                <a:cubicBezTo>
                  <a:pt x="2842113" y="64086"/>
                  <a:pt x="2839665" y="68852"/>
                  <a:pt x="2838828" y="75035"/>
                </a:cubicBezTo>
                <a:lnTo>
                  <a:pt x="2882110" y="75035"/>
                </a:lnTo>
                <a:lnTo>
                  <a:pt x="2882174" y="74971"/>
                </a:lnTo>
                <a:cubicBezTo>
                  <a:pt x="2882045" y="69045"/>
                  <a:pt x="2879920" y="64279"/>
                  <a:pt x="2875733" y="60737"/>
                </a:cubicBezTo>
                <a:cubicBezTo>
                  <a:pt x="2871547" y="57194"/>
                  <a:pt x="2866459" y="55391"/>
                  <a:pt x="2860404" y="55391"/>
                </a:cubicBezTo>
                <a:close/>
                <a:moveTo>
                  <a:pt x="910787" y="55391"/>
                </a:moveTo>
                <a:cubicBezTo>
                  <a:pt x="905055" y="55391"/>
                  <a:pt x="900289" y="57130"/>
                  <a:pt x="896360" y="60608"/>
                </a:cubicBezTo>
                <a:cubicBezTo>
                  <a:pt x="892496" y="64086"/>
                  <a:pt x="890048" y="68852"/>
                  <a:pt x="889211" y="75035"/>
                </a:cubicBezTo>
                <a:lnTo>
                  <a:pt x="932493" y="75035"/>
                </a:lnTo>
                <a:lnTo>
                  <a:pt x="932557" y="74971"/>
                </a:lnTo>
                <a:cubicBezTo>
                  <a:pt x="932428" y="69045"/>
                  <a:pt x="930303" y="64279"/>
                  <a:pt x="926116" y="60737"/>
                </a:cubicBezTo>
                <a:cubicBezTo>
                  <a:pt x="921930" y="57194"/>
                  <a:pt x="916842" y="55391"/>
                  <a:pt x="910787" y="55391"/>
                </a:cubicBezTo>
                <a:close/>
                <a:moveTo>
                  <a:pt x="1723933" y="38000"/>
                </a:moveTo>
                <a:lnTo>
                  <a:pt x="1749761" y="38000"/>
                </a:lnTo>
                <a:lnTo>
                  <a:pt x="1773269" y="101699"/>
                </a:lnTo>
                <a:lnTo>
                  <a:pt x="1797164" y="38000"/>
                </a:lnTo>
                <a:lnTo>
                  <a:pt x="1821677" y="38000"/>
                </a:lnTo>
                <a:lnTo>
                  <a:pt x="1765218" y="172290"/>
                </a:lnTo>
                <a:lnTo>
                  <a:pt x="1740679" y="172290"/>
                </a:lnTo>
                <a:lnTo>
                  <a:pt x="1760452" y="126883"/>
                </a:lnTo>
                <a:close/>
                <a:moveTo>
                  <a:pt x="2711559" y="37936"/>
                </a:moveTo>
                <a:lnTo>
                  <a:pt x="2734617" y="37936"/>
                </a:lnTo>
                <a:lnTo>
                  <a:pt x="2734617" y="88174"/>
                </a:lnTo>
                <a:cubicBezTo>
                  <a:pt x="2734617" y="95388"/>
                  <a:pt x="2736420" y="100991"/>
                  <a:pt x="2740027" y="104855"/>
                </a:cubicBezTo>
                <a:cubicBezTo>
                  <a:pt x="2743634" y="108720"/>
                  <a:pt x="2748593" y="110717"/>
                  <a:pt x="2754841" y="110717"/>
                </a:cubicBezTo>
                <a:cubicBezTo>
                  <a:pt x="2761088" y="110717"/>
                  <a:pt x="2766177" y="108784"/>
                  <a:pt x="2769848" y="104855"/>
                </a:cubicBezTo>
                <a:cubicBezTo>
                  <a:pt x="2773519" y="100927"/>
                  <a:pt x="2775258" y="95388"/>
                  <a:pt x="2775258" y="88174"/>
                </a:cubicBezTo>
                <a:lnTo>
                  <a:pt x="2775258" y="37936"/>
                </a:lnTo>
                <a:lnTo>
                  <a:pt x="2798445" y="37936"/>
                </a:lnTo>
                <a:lnTo>
                  <a:pt x="2798509" y="37936"/>
                </a:lnTo>
                <a:lnTo>
                  <a:pt x="2798509" y="129137"/>
                </a:lnTo>
                <a:lnTo>
                  <a:pt x="2775322" y="129137"/>
                </a:lnTo>
                <a:lnTo>
                  <a:pt x="2775322" y="117608"/>
                </a:lnTo>
                <a:cubicBezTo>
                  <a:pt x="2772360" y="121537"/>
                  <a:pt x="2768495" y="124693"/>
                  <a:pt x="2763729" y="126883"/>
                </a:cubicBezTo>
                <a:cubicBezTo>
                  <a:pt x="2758963" y="129137"/>
                  <a:pt x="2753746" y="130232"/>
                  <a:pt x="2748142" y="130232"/>
                </a:cubicBezTo>
                <a:cubicBezTo>
                  <a:pt x="2740993" y="130232"/>
                  <a:pt x="2734681" y="128751"/>
                  <a:pt x="2729207" y="125723"/>
                </a:cubicBezTo>
                <a:cubicBezTo>
                  <a:pt x="2723732" y="122696"/>
                  <a:pt x="2719417" y="118252"/>
                  <a:pt x="2716261" y="112391"/>
                </a:cubicBezTo>
                <a:cubicBezTo>
                  <a:pt x="2713105" y="106530"/>
                  <a:pt x="2711559" y="99510"/>
                  <a:pt x="2711559" y="91394"/>
                </a:cubicBezTo>
                <a:close/>
                <a:moveTo>
                  <a:pt x="2509319" y="37936"/>
                </a:moveTo>
                <a:lnTo>
                  <a:pt x="2532377" y="37936"/>
                </a:lnTo>
                <a:lnTo>
                  <a:pt x="2532377" y="129137"/>
                </a:lnTo>
                <a:lnTo>
                  <a:pt x="2509319" y="129137"/>
                </a:lnTo>
                <a:close/>
                <a:moveTo>
                  <a:pt x="2290913" y="37936"/>
                </a:moveTo>
                <a:lnTo>
                  <a:pt x="2313971" y="37936"/>
                </a:lnTo>
                <a:lnTo>
                  <a:pt x="2313971" y="129137"/>
                </a:lnTo>
                <a:lnTo>
                  <a:pt x="2290913" y="129137"/>
                </a:lnTo>
                <a:close/>
                <a:moveTo>
                  <a:pt x="2077595" y="37936"/>
                </a:moveTo>
                <a:lnTo>
                  <a:pt x="2102263" y="37936"/>
                </a:lnTo>
                <a:lnTo>
                  <a:pt x="2125289" y="107786"/>
                </a:lnTo>
                <a:lnTo>
                  <a:pt x="2125257" y="107883"/>
                </a:lnTo>
                <a:lnTo>
                  <a:pt x="2125321" y="107883"/>
                </a:lnTo>
                <a:lnTo>
                  <a:pt x="2125289" y="107786"/>
                </a:lnTo>
                <a:lnTo>
                  <a:pt x="2148314" y="37936"/>
                </a:lnTo>
                <a:lnTo>
                  <a:pt x="2172854" y="37936"/>
                </a:lnTo>
                <a:lnTo>
                  <a:pt x="2139104" y="129137"/>
                </a:lnTo>
                <a:lnTo>
                  <a:pt x="2111151" y="129137"/>
                </a:lnTo>
                <a:close/>
                <a:moveTo>
                  <a:pt x="1932678" y="37936"/>
                </a:moveTo>
                <a:lnTo>
                  <a:pt x="1955736" y="37936"/>
                </a:lnTo>
                <a:lnTo>
                  <a:pt x="1955736" y="129137"/>
                </a:lnTo>
                <a:lnTo>
                  <a:pt x="1932678" y="129137"/>
                </a:lnTo>
                <a:close/>
                <a:moveTo>
                  <a:pt x="1824473" y="37936"/>
                </a:moveTo>
                <a:lnTo>
                  <a:pt x="1849141" y="37936"/>
                </a:lnTo>
                <a:lnTo>
                  <a:pt x="1872167" y="107786"/>
                </a:lnTo>
                <a:lnTo>
                  <a:pt x="1872135" y="107883"/>
                </a:lnTo>
                <a:lnTo>
                  <a:pt x="1872199" y="107883"/>
                </a:lnTo>
                <a:lnTo>
                  <a:pt x="1872167" y="107786"/>
                </a:lnTo>
                <a:lnTo>
                  <a:pt x="1895193" y="37936"/>
                </a:lnTo>
                <a:lnTo>
                  <a:pt x="1919732" y="37936"/>
                </a:lnTo>
                <a:lnTo>
                  <a:pt x="1885982" y="129137"/>
                </a:lnTo>
                <a:lnTo>
                  <a:pt x="1858029" y="129137"/>
                </a:lnTo>
                <a:close/>
                <a:moveTo>
                  <a:pt x="1821704" y="37936"/>
                </a:moveTo>
                <a:lnTo>
                  <a:pt x="1821704" y="38000"/>
                </a:lnTo>
                <a:lnTo>
                  <a:pt x="1821677" y="38000"/>
                </a:lnTo>
                <a:close/>
                <a:moveTo>
                  <a:pt x="650323" y="37936"/>
                </a:moveTo>
                <a:lnTo>
                  <a:pt x="673381" y="37936"/>
                </a:lnTo>
                <a:lnTo>
                  <a:pt x="673381" y="88174"/>
                </a:lnTo>
                <a:cubicBezTo>
                  <a:pt x="673381" y="95388"/>
                  <a:pt x="675184" y="100991"/>
                  <a:pt x="678791" y="104855"/>
                </a:cubicBezTo>
                <a:cubicBezTo>
                  <a:pt x="682398" y="108720"/>
                  <a:pt x="687357" y="110717"/>
                  <a:pt x="693605" y="110717"/>
                </a:cubicBezTo>
                <a:cubicBezTo>
                  <a:pt x="699852" y="110717"/>
                  <a:pt x="704941" y="108784"/>
                  <a:pt x="708612" y="104855"/>
                </a:cubicBezTo>
                <a:cubicBezTo>
                  <a:pt x="712283" y="100927"/>
                  <a:pt x="714022" y="95388"/>
                  <a:pt x="714022" y="88174"/>
                </a:cubicBezTo>
                <a:lnTo>
                  <a:pt x="714022" y="37936"/>
                </a:lnTo>
                <a:lnTo>
                  <a:pt x="737209" y="37936"/>
                </a:lnTo>
                <a:lnTo>
                  <a:pt x="737273" y="37936"/>
                </a:lnTo>
                <a:lnTo>
                  <a:pt x="737273" y="129137"/>
                </a:lnTo>
                <a:lnTo>
                  <a:pt x="714087" y="129137"/>
                </a:lnTo>
                <a:lnTo>
                  <a:pt x="714087" y="117608"/>
                </a:lnTo>
                <a:cubicBezTo>
                  <a:pt x="711124" y="121537"/>
                  <a:pt x="707259" y="124693"/>
                  <a:pt x="702493" y="126883"/>
                </a:cubicBezTo>
                <a:cubicBezTo>
                  <a:pt x="697727" y="129137"/>
                  <a:pt x="692510" y="130232"/>
                  <a:pt x="686907" y="130232"/>
                </a:cubicBezTo>
                <a:cubicBezTo>
                  <a:pt x="679757" y="130232"/>
                  <a:pt x="673445" y="128751"/>
                  <a:pt x="667971" y="125723"/>
                </a:cubicBezTo>
                <a:cubicBezTo>
                  <a:pt x="662496" y="122696"/>
                  <a:pt x="658181" y="118252"/>
                  <a:pt x="655025" y="112391"/>
                </a:cubicBezTo>
                <a:cubicBezTo>
                  <a:pt x="651869" y="106530"/>
                  <a:pt x="650323" y="99510"/>
                  <a:pt x="650323" y="91394"/>
                </a:cubicBezTo>
                <a:close/>
                <a:moveTo>
                  <a:pt x="394755" y="37936"/>
                </a:moveTo>
                <a:lnTo>
                  <a:pt x="417813" y="37936"/>
                </a:lnTo>
                <a:lnTo>
                  <a:pt x="417813" y="129137"/>
                </a:lnTo>
                <a:lnTo>
                  <a:pt x="394755" y="129137"/>
                </a:lnTo>
                <a:close/>
                <a:moveTo>
                  <a:pt x="2387138" y="36648"/>
                </a:moveTo>
                <a:cubicBezTo>
                  <a:pt x="2398023" y="36648"/>
                  <a:pt x="2406782" y="40062"/>
                  <a:pt x="2413481" y="46953"/>
                </a:cubicBezTo>
                <a:lnTo>
                  <a:pt x="2413481" y="46889"/>
                </a:lnTo>
                <a:cubicBezTo>
                  <a:pt x="2420179" y="53716"/>
                  <a:pt x="2423528" y="63313"/>
                  <a:pt x="2423528" y="75615"/>
                </a:cubicBezTo>
                <a:lnTo>
                  <a:pt x="2423528" y="129137"/>
                </a:lnTo>
                <a:lnTo>
                  <a:pt x="2400470" y="129137"/>
                </a:lnTo>
                <a:lnTo>
                  <a:pt x="2400470" y="78771"/>
                </a:lnTo>
                <a:cubicBezTo>
                  <a:pt x="2400470" y="71557"/>
                  <a:pt x="2398667" y="65953"/>
                  <a:pt x="2395060" y="62089"/>
                </a:cubicBezTo>
                <a:cubicBezTo>
                  <a:pt x="2391453" y="58225"/>
                  <a:pt x="2386494" y="56228"/>
                  <a:pt x="2380246" y="56228"/>
                </a:cubicBezTo>
                <a:cubicBezTo>
                  <a:pt x="2373999" y="56228"/>
                  <a:pt x="2368846" y="58160"/>
                  <a:pt x="2365175" y="62089"/>
                </a:cubicBezTo>
                <a:cubicBezTo>
                  <a:pt x="2361504" y="65953"/>
                  <a:pt x="2359636" y="71557"/>
                  <a:pt x="2359636" y="78771"/>
                </a:cubicBezTo>
                <a:lnTo>
                  <a:pt x="2359636" y="129137"/>
                </a:lnTo>
                <a:lnTo>
                  <a:pt x="2336578" y="129137"/>
                </a:lnTo>
                <a:lnTo>
                  <a:pt x="2336578" y="37936"/>
                </a:lnTo>
                <a:lnTo>
                  <a:pt x="2359636" y="37936"/>
                </a:lnTo>
                <a:lnTo>
                  <a:pt x="2359636" y="49272"/>
                </a:lnTo>
                <a:cubicBezTo>
                  <a:pt x="2362727" y="45343"/>
                  <a:pt x="2366656" y="42251"/>
                  <a:pt x="2371423" y="39997"/>
                </a:cubicBezTo>
                <a:cubicBezTo>
                  <a:pt x="2376189" y="37743"/>
                  <a:pt x="2381406" y="36648"/>
                  <a:pt x="2387138" y="36648"/>
                </a:cubicBezTo>
                <a:close/>
                <a:moveTo>
                  <a:pt x="2028967" y="36648"/>
                </a:moveTo>
                <a:cubicBezTo>
                  <a:pt x="2039852" y="36648"/>
                  <a:pt x="2048611" y="40062"/>
                  <a:pt x="2055309" y="46953"/>
                </a:cubicBezTo>
                <a:lnTo>
                  <a:pt x="2055309" y="46889"/>
                </a:lnTo>
                <a:cubicBezTo>
                  <a:pt x="2062008" y="53716"/>
                  <a:pt x="2065357" y="63313"/>
                  <a:pt x="2065357" y="75615"/>
                </a:cubicBezTo>
                <a:lnTo>
                  <a:pt x="2065357" y="129137"/>
                </a:lnTo>
                <a:lnTo>
                  <a:pt x="2042299" y="129137"/>
                </a:lnTo>
                <a:lnTo>
                  <a:pt x="2042299" y="78771"/>
                </a:lnTo>
                <a:cubicBezTo>
                  <a:pt x="2042299" y="71557"/>
                  <a:pt x="2040496" y="65953"/>
                  <a:pt x="2036889" y="62089"/>
                </a:cubicBezTo>
                <a:cubicBezTo>
                  <a:pt x="2033282" y="58225"/>
                  <a:pt x="2028323" y="56228"/>
                  <a:pt x="2022075" y="56228"/>
                </a:cubicBezTo>
                <a:cubicBezTo>
                  <a:pt x="2015828" y="56228"/>
                  <a:pt x="2010675" y="58160"/>
                  <a:pt x="2007004" y="62089"/>
                </a:cubicBezTo>
                <a:cubicBezTo>
                  <a:pt x="2003333" y="65953"/>
                  <a:pt x="2001465" y="71557"/>
                  <a:pt x="2001465" y="78771"/>
                </a:cubicBezTo>
                <a:lnTo>
                  <a:pt x="2001465" y="129137"/>
                </a:lnTo>
                <a:lnTo>
                  <a:pt x="1978407" y="129137"/>
                </a:lnTo>
                <a:lnTo>
                  <a:pt x="1978407" y="37936"/>
                </a:lnTo>
                <a:lnTo>
                  <a:pt x="2001465" y="37936"/>
                </a:lnTo>
                <a:lnTo>
                  <a:pt x="2001465" y="49272"/>
                </a:lnTo>
                <a:cubicBezTo>
                  <a:pt x="2004556" y="45343"/>
                  <a:pt x="2008485" y="42251"/>
                  <a:pt x="2013251" y="39997"/>
                </a:cubicBezTo>
                <a:cubicBezTo>
                  <a:pt x="2018018" y="37743"/>
                  <a:pt x="2023235" y="36648"/>
                  <a:pt x="2028967" y="36648"/>
                </a:cubicBezTo>
                <a:close/>
                <a:moveTo>
                  <a:pt x="1528198" y="36648"/>
                </a:moveTo>
                <a:cubicBezTo>
                  <a:pt x="1539083" y="36648"/>
                  <a:pt x="1547842" y="40062"/>
                  <a:pt x="1554541" y="46953"/>
                </a:cubicBezTo>
                <a:lnTo>
                  <a:pt x="1554541" y="46889"/>
                </a:lnTo>
                <a:cubicBezTo>
                  <a:pt x="1561239" y="53716"/>
                  <a:pt x="1564588" y="63313"/>
                  <a:pt x="1564588" y="75615"/>
                </a:cubicBezTo>
                <a:lnTo>
                  <a:pt x="1564588" y="129137"/>
                </a:lnTo>
                <a:lnTo>
                  <a:pt x="1541530" y="129137"/>
                </a:lnTo>
                <a:lnTo>
                  <a:pt x="1541530" y="78771"/>
                </a:lnTo>
                <a:cubicBezTo>
                  <a:pt x="1541530" y="71557"/>
                  <a:pt x="1539727" y="65953"/>
                  <a:pt x="1536120" y="62089"/>
                </a:cubicBezTo>
                <a:cubicBezTo>
                  <a:pt x="1532513" y="58225"/>
                  <a:pt x="1527554" y="56228"/>
                  <a:pt x="1521306" y="56228"/>
                </a:cubicBezTo>
                <a:cubicBezTo>
                  <a:pt x="1515059" y="56228"/>
                  <a:pt x="1509906" y="58160"/>
                  <a:pt x="1506235" y="62089"/>
                </a:cubicBezTo>
                <a:cubicBezTo>
                  <a:pt x="1502564" y="65953"/>
                  <a:pt x="1500696" y="71557"/>
                  <a:pt x="1500696" y="78771"/>
                </a:cubicBezTo>
                <a:lnTo>
                  <a:pt x="1500696" y="129137"/>
                </a:lnTo>
                <a:lnTo>
                  <a:pt x="1477638" y="129137"/>
                </a:lnTo>
                <a:lnTo>
                  <a:pt x="1477638" y="37936"/>
                </a:lnTo>
                <a:lnTo>
                  <a:pt x="1500696" y="37936"/>
                </a:lnTo>
                <a:lnTo>
                  <a:pt x="1500696" y="49272"/>
                </a:lnTo>
                <a:cubicBezTo>
                  <a:pt x="1503787" y="45343"/>
                  <a:pt x="1507716" y="42251"/>
                  <a:pt x="1512483" y="39997"/>
                </a:cubicBezTo>
                <a:cubicBezTo>
                  <a:pt x="1517249" y="37743"/>
                  <a:pt x="1522466" y="36648"/>
                  <a:pt x="1528198" y="36648"/>
                </a:cubicBezTo>
                <a:close/>
                <a:moveTo>
                  <a:pt x="1023694" y="36648"/>
                </a:moveTo>
                <a:cubicBezTo>
                  <a:pt x="1034579" y="36648"/>
                  <a:pt x="1043338" y="40062"/>
                  <a:pt x="1050037" y="46953"/>
                </a:cubicBezTo>
                <a:lnTo>
                  <a:pt x="1050037" y="46889"/>
                </a:lnTo>
                <a:cubicBezTo>
                  <a:pt x="1056735" y="53716"/>
                  <a:pt x="1060084" y="63313"/>
                  <a:pt x="1060084" y="75615"/>
                </a:cubicBezTo>
                <a:lnTo>
                  <a:pt x="1060084" y="129137"/>
                </a:lnTo>
                <a:lnTo>
                  <a:pt x="1037026" y="129137"/>
                </a:lnTo>
                <a:lnTo>
                  <a:pt x="1037026" y="78771"/>
                </a:lnTo>
                <a:cubicBezTo>
                  <a:pt x="1037026" y="71557"/>
                  <a:pt x="1035223" y="65953"/>
                  <a:pt x="1031616" y="62089"/>
                </a:cubicBezTo>
                <a:cubicBezTo>
                  <a:pt x="1028009" y="58225"/>
                  <a:pt x="1023050" y="56228"/>
                  <a:pt x="1016802" y="56228"/>
                </a:cubicBezTo>
                <a:cubicBezTo>
                  <a:pt x="1010555" y="56228"/>
                  <a:pt x="1005402" y="58160"/>
                  <a:pt x="1001731" y="62089"/>
                </a:cubicBezTo>
                <a:cubicBezTo>
                  <a:pt x="998060" y="65953"/>
                  <a:pt x="996192" y="71557"/>
                  <a:pt x="996192" y="78771"/>
                </a:cubicBezTo>
                <a:lnTo>
                  <a:pt x="996192" y="129137"/>
                </a:lnTo>
                <a:lnTo>
                  <a:pt x="973134" y="129137"/>
                </a:lnTo>
                <a:lnTo>
                  <a:pt x="973134" y="37936"/>
                </a:lnTo>
                <a:lnTo>
                  <a:pt x="996192" y="37936"/>
                </a:lnTo>
                <a:lnTo>
                  <a:pt x="996192" y="49272"/>
                </a:lnTo>
                <a:cubicBezTo>
                  <a:pt x="999283" y="45343"/>
                  <a:pt x="1003212" y="42251"/>
                  <a:pt x="1007979" y="39997"/>
                </a:cubicBezTo>
                <a:cubicBezTo>
                  <a:pt x="1012745" y="37743"/>
                  <a:pt x="1017962" y="36648"/>
                  <a:pt x="1023694" y="36648"/>
                </a:cubicBezTo>
                <a:close/>
                <a:moveTo>
                  <a:pt x="246746" y="36648"/>
                </a:moveTo>
                <a:cubicBezTo>
                  <a:pt x="257631" y="36648"/>
                  <a:pt x="266390" y="40062"/>
                  <a:pt x="273089" y="46953"/>
                </a:cubicBezTo>
                <a:lnTo>
                  <a:pt x="273089" y="46889"/>
                </a:lnTo>
                <a:cubicBezTo>
                  <a:pt x="279787" y="53716"/>
                  <a:pt x="283136" y="63313"/>
                  <a:pt x="283136" y="75615"/>
                </a:cubicBezTo>
                <a:lnTo>
                  <a:pt x="283136" y="129137"/>
                </a:lnTo>
                <a:lnTo>
                  <a:pt x="260078" y="129137"/>
                </a:lnTo>
                <a:lnTo>
                  <a:pt x="260078" y="78771"/>
                </a:lnTo>
                <a:cubicBezTo>
                  <a:pt x="260078" y="71557"/>
                  <a:pt x="258275" y="65953"/>
                  <a:pt x="254668" y="62089"/>
                </a:cubicBezTo>
                <a:cubicBezTo>
                  <a:pt x="251061" y="58225"/>
                  <a:pt x="246102" y="56228"/>
                  <a:pt x="239854" y="56228"/>
                </a:cubicBezTo>
                <a:cubicBezTo>
                  <a:pt x="233607" y="56228"/>
                  <a:pt x="228454" y="58160"/>
                  <a:pt x="224783" y="62089"/>
                </a:cubicBezTo>
                <a:cubicBezTo>
                  <a:pt x="221112" y="65953"/>
                  <a:pt x="219244" y="71557"/>
                  <a:pt x="219244" y="78771"/>
                </a:cubicBezTo>
                <a:lnTo>
                  <a:pt x="219244" y="129137"/>
                </a:lnTo>
                <a:lnTo>
                  <a:pt x="196186" y="129137"/>
                </a:lnTo>
                <a:lnTo>
                  <a:pt x="196186" y="37936"/>
                </a:lnTo>
                <a:lnTo>
                  <a:pt x="219244" y="37936"/>
                </a:lnTo>
                <a:lnTo>
                  <a:pt x="219244" y="49272"/>
                </a:lnTo>
                <a:cubicBezTo>
                  <a:pt x="222335" y="45343"/>
                  <a:pt x="226264" y="42251"/>
                  <a:pt x="231031" y="39997"/>
                </a:cubicBezTo>
                <a:cubicBezTo>
                  <a:pt x="235797" y="37743"/>
                  <a:pt x="241014" y="36648"/>
                  <a:pt x="246746" y="36648"/>
                </a:cubicBezTo>
                <a:close/>
                <a:moveTo>
                  <a:pt x="1131899" y="36584"/>
                </a:moveTo>
                <a:cubicBezTo>
                  <a:pt x="1139048" y="36584"/>
                  <a:pt x="1145424" y="38065"/>
                  <a:pt x="1150963" y="41093"/>
                </a:cubicBezTo>
                <a:cubicBezTo>
                  <a:pt x="1156567" y="44120"/>
                  <a:pt x="1160882" y="48435"/>
                  <a:pt x="1163974" y="54038"/>
                </a:cubicBezTo>
                <a:cubicBezTo>
                  <a:pt x="1166937" y="48757"/>
                  <a:pt x="1171252" y="44571"/>
                  <a:pt x="1176920" y="41350"/>
                </a:cubicBezTo>
                <a:cubicBezTo>
                  <a:pt x="1182588" y="38194"/>
                  <a:pt x="1188706" y="36584"/>
                  <a:pt x="1195276" y="36584"/>
                </a:cubicBezTo>
                <a:cubicBezTo>
                  <a:pt x="1206483" y="36584"/>
                  <a:pt x="1215500" y="39998"/>
                  <a:pt x="1222327" y="46889"/>
                </a:cubicBezTo>
                <a:cubicBezTo>
                  <a:pt x="1229154" y="53716"/>
                  <a:pt x="1232632" y="63313"/>
                  <a:pt x="1232632" y="75615"/>
                </a:cubicBezTo>
                <a:lnTo>
                  <a:pt x="1232632" y="129138"/>
                </a:lnTo>
                <a:lnTo>
                  <a:pt x="1209574" y="129138"/>
                </a:lnTo>
                <a:lnTo>
                  <a:pt x="1209574" y="78771"/>
                </a:lnTo>
                <a:cubicBezTo>
                  <a:pt x="1209574" y="71622"/>
                  <a:pt x="1207771" y="66147"/>
                  <a:pt x="1204164" y="62411"/>
                </a:cubicBezTo>
                <a:cubicBezTo>
                  <a:pt x="1200557" y="58611"/>
                  <a:pt x="1195598" y="56744"/>
                  <a:pt x="1189350" y="56744"/>
                </a:cubicBezTo>
                <a:cubicBezTo>
                  <a:pt x="1183103" y="56744"/>
                  <a:pt x="1178143" y="58611"/>
                  <a:pt x="1174472" y="62411"/>
                </a:cubicBezTo>
                <a:cubicBezTo>
                  <a:pt x="1170801" y="66211"/>
                  <a:pt x="1168933" y="71686"/>
                  <a:pt x="1168933" y="78771"/>
                </a:cubicBezTo>
                <a:lnTo>
                  <a:pt x="1168933" y="129138"/>
                </a:lnTo>
                <a:lnTo>
                  <a:pt x="1145875" y="129138"/>
                </a:lnTo>
                <a:lnTo>
                  <a:pt x="1145875" y="78771"/>
                </a:lnTo>
                <a:cubicBezTo>
                  <a:pt x="1145875" y="71622"/>
                  <a:pt x="1144072" y="66147"/>
                  <a:pt x="1140465" y="62411"/>
                </a:cubicBezTo>
                <a:cubicBezTo>
                  <a:pt x="1136858" y="58611"/>
                  <a:pt x="1131899" y="56744"/>
                  <a:pt x="1125651" y="56744"/>
                </a:cubicBezTo>
                <a:cubicBezTo>
                  <a:pt x="1119404" y="56744"/>
                  <a:pt x="1114251" y="58611"/>
                  <a:pt x="1110580" y="62411"/>
                </a:cubicBezTo>
                <a:cubicBezTo>
                  <a:pt x="1106909" y="66211"/>
                  <a:pt x="1105041" y="71686"/>
                  <a:pt x="1105041" y="78771"/>
                </a:cubicBezTo>
                <a:lnTo>
                  <a:pt x="1105041" y="129138"/>
                </a:lnTo>
                <a:lnTo>
                  <a:pt x="1081983" y="129138"/>
                </a:lnTo>
                <a:lnTo>
                  <a:pt x="1081983" y="37937"/>
                </a:lnTo>
                <a:lnTo>
                  <a:pt x="1105041" y="37937"/>
                </a:lnTo>
                <a:lnTo>
                  <a:pt x="1105041" y="48950"/>
                </a:lnTo>
                <a:cubicBezTo>
                  <a:pt x="1108004" y="45086"/>
                  <a:pt x="1111804" y="42123"/>
                  <a:pt x="1116505" y="39869"/>
                </a:cubicBezTo>
                <a:cubicBezTo>
                  <a:pt x="1121207" y="37615"/>
                  <a:pt x="1126295" y="36584"/>
                  <a:pt x="1131899" y="36584"/>
                </a:cubicBezTo>
                <a:close/>
                <a:moveTo>
                  <a:pt x="2861048" y="36455"/>
                </a:moveTo>
                <a:cubicBezTo>
                  <a:pt x="2870065" y="36455"/>
                  <a:pt x="2877472" y="38323"/>
                  <a:pt x="2884364" y="42058"/>
                </a:cubicBezTo>
                <a:cubicBezTo>
                  <a:pt x="2891191" y="45794"/>
                  <a:pt x="2896537" y="51076"/>
                  <a:pt x="2900337" y="57967"/>
                </a:cubicBezTo>
                <a:cubicBezTo>
                  <a:pt x="2904137" y="64794"/>
                  <a:pt x="2906005" y="72716"/>
                  <a:pt x="2906005" y="81605"/>
                </a:cubicBezTo>
                <a:cubicBezTo>
                  <a:pt x="2906005" y="84889"/>
                  <a:pt x="2905812" y="87852"/>
                  <a:pt x="2905361" y="90493"/>
                </a:cubicBezTo>
                <a:lnTo>
                  <a:pt x="2905361" y="90429"/>
                </a:lnTo>
                <a:lnTo>
                  <a:pt x="2838699" y="90429"/>
                </a:lnTo>
                <a:cubicBezTo>
                  <a:pt x="2839214" y="96998"/>
                  <a:pt x="2841533" y="102151"/>
                  <a:pt x="2845591" y="105886"/>
                </a:cubicBezTo>
                <a:cubicBezTo>
                  <a:pt x="2849648" y="109622"/>
                  <a:pt x="2854672" y="111490"/>
                  <a:pt x="2860598" y="111490"/>
                </a:cubicBezTo>
                <a:cubicBezTo>
                  <a:pt x="2869164" y="111490"/>
                  <a:pt x="2875218" y="107819"/>
                  <a:pt x="2878889" y="100476"/>
                </a:cubicBezTo>
                <a:lnTo>
                  <a:pt x="2903751" y="100476"/>
                </a:lnTo>
                <a:cubicBezTo>
                  <a:pt x="2901110" y="109236"/>
                  <a:pt x="2896086" y="116449"/>
                  <a:pt x="2888615" y="122117"/>
                </a:cubicBezTo>
                <a:cubicBezTo>
                  <a:pt x="2881144" y="127785"/>
                  <a:pt x="2871998" y="130619"/>
                  <a:pt x="2861113" y="130619"/>
                </a:cubicBezTo>
                <a:cubicBezTo>
                  <a:pt x="2852353" y="130619"/>
                  <a:pt x="2844431" y="128687"/>
                  <a:pt x="2837475" y="124758"/>
                </a:cubicBezTo>
                <a:cubicBezTo>
                  <a:pt x="2830519" y="120893"/>
                  <a:pt x="2825045" y="115354"/>
                  <a:pt x="2821180" y="108205"/>
                </a:cubicBezTo>
                <a:cubicBezTo>
                  <a:pt x="2817316" y="101056"/>
                  <a:pt x="2815319" y="92812"/>
                  <a:pt x="2815319" y="83537"/>
                </a:cubicBezTo>
                <a:cubicBezTo>
                  <a:pt x="2815319" y="74262"/>
                  <a:pt x="2817251" y="65825"/>
                  <a:pt x="2821051" y="58676"/>
                </a:cubicBezTo>
                <a:cubicBezTo>
                  <a:pt x="2824916" y="51526"/>
                  <a:pt x="2830262" y="46052"/>
                  <a:pt x="2837153" y="42187"/>
                </a:cubicBezTo>
                <a:cubicBezTo>
                  <a:pt x="2844045" y="38323"/>
                  <a:pt x="2852031" y="36455"/>
                  <a:pt x="2861048" y="36455"/>
                </a:cubicBezTo>
                <a:close/>
                <a:moveTo>
                  <a:pt x="2590794" y="36455"/>
                </a:moveTo>
                <a:cubicBezTo>
                  <a:pt x="2597621" y="36455"/>
                  <a:pt x="2603547" y="37808"/>
                  <a:pt x="2608635" y="40577"/>
                </a:cubicBezTo>
                <a:cubicBezTo>
                  <a:pt x="2613723" y="43347"/>
                  <a:pt x="2617845" y="46760"/>
                  <a:pt x="2620873" y="50947"/>
                </a:cubicBezTo>
                <a:lnTo>
                  <a:pt x="2620873" y="37936"/>
                </a:lnTo>
                <a:lnTo>
                  <a:pt x="2644059" y="37936"/>
                </a:lnTo>
                <a:lnTo>
                  <a:pt x="2644059" y="129137"/>
                </a:lnTo>
                <a:lnTo>
                  <a:pt x="2620873" y="129137"/>
                </a:lnTo>
                <a:lnTo>
                  <a:pt x="2620873" y="115805"/>
                </a:lnTo>
                <a:cubicBezTo>
                  <a:pt x="2617910" y="120056"/>
                  <a:pt x="2613852" y="123598"/>
                  <a:pt x="2608635" y="126432"/>
                </a:cubicBezTo>
                <a:cubicBezTo>
                  <a:pt x="2603418" y="129202"/>
                  <a:pt x="2597428" y="130619"/>
                  <a:pt x="2590601" y="130619"/>
                </a:cubicBezTo>
                <a:cubicBezTo>
                  <a:pt x="2582936" y="130619"/>
                  <a:pt x="2575916" y="128622"/>
                  <a:pt x="2569604" y="124693"/>
                </a:cubicBezTo>
                <a:cubicBezTo>
                  <a:pt x="2563292" y="120764"/>
                  <a:pt x="2558268" y="115161"/>
                  <a:pt x="2554597" y="108012"/>
                </a:cubicBezTo>
                <a:cubicBezTo>
                  <a:pt x="2550926" y="100798"/>
                  <a:pt x="2549058" y="92554"/>
                  <a:pt x="2549058" y="83215"/>
                </a:cubicBezTo>
                <a:cubicBezTo>
                  <a:pt x="2549058" y="73876"/>
                  <a:pt x="2550926" y="65825"/>
                  <a:pt x="2554597" y="58676"/>
                </a:cubicBezTo>
                <a:lnTo>
                  <a:pt x="2554662" y="58676"/>
                </a:lnTo>
                <a:cubicBezTo>
                  <a:pt x="2558333" y="51526"/>
                  <a:pt x="2563356" y="46052"/>
                  <a:pt x="2569669" y="42187"/>
                </a:cubicBezTo>
                <a:cubicBezTo>
                  <a:pt x="2575981" y="38323"/>
                  <a:pt x="2583001" y="36455"/>
                  <a:pt x="2590794" y="36455"/>
                </a:cubicBezTo>
                <a:close/>
                <a:moveTo>
                  <a:pt x="2227020" y="36455"/>
                </a:moveTo>
                <a:cubicBezTo>
                  <a:pt x="2235844" y="36455"/>
                  <a:pt x="2243766" y="38387"/>
                  <a:pt x="2250915" y="42316"/>
                </a:cubicBezTo>
                <a:cubicBezTo>
                  <a:pt x="2258064" y="46181"/>
                  <a:pt x="2263668" y="51720"/>
                  <a:pt x="2267790" y="58869"/>
                </a:cubicBezTo>
                <a:cubicBezTo>
                  <a:pt x="2271912" y="66018"/>
                  <a:pt x="2273973" y="74262"/>
                  <a:pt x="2273973" y="83537"/>
                </a:cubicBezTo>
                <a:cubicBezTo>
                  <a:pt x="2273973" y="92812"/>
                  <a:pt x="2271848" y="101120"/>
                  <a:pt x="2267661" y="108205"/>
                </a:cubicBezTo>
                <a:cubicBezTo>
                  <a:pt x="2263475" y="115290"/>
                  <a:pt x="2257743" y="120829"/>
                  <a:pt x="2250529" y="124758"/>
                </a:cubicBezTo>
                <a:cubicBezTo>
                  <a:pt x="2243315" y="128622"/>
                  <a:pt x="2235329" y="130619"/>
                  <a:pt x="2226440" y="130619"/>
                </a:cubicBezTo>
                <a:cubicBezTo>
                  <a:pt x="2217552" y="130619"/>
                  <a:pt x="2209759" y="128687"/>
                  <a:pt x="2202738" y="124758"/>
                </a:cubicBezTo>
                <a:lnTo>
                  <a:pt x="2202610" y="124758"/>
                </a:lnTo>
                <a:cubicBezTo>
                  <a:pt x="2195589" y="120893"/>
                  <a:pt x="2190050" y="115354"/>
                  <a:pt x="2186057" y="108205"/>
                </a:cubicBezTo>
                <a:cubicBezTo>
                  <a:pt x="2182064" y="101056"/>
                  <a:pt x="2180067" y="92812"/>
                  <a:pt x="2180067" y="83537"/>
                </a:cubicBezTo>
                <a:cubicBezTo>
                  <a:pt x="2180067" y="74262"/>
                  <a:pt x="2182128" y="65954"/>
                  <a:pt x="2186250" y="58869"/>
                </a:cubicBezTo>
                <a:cubicBezTo>
                  <a:pt x="2190372" y="51720"/>
                  <a:pt x="2195976" y="46245"/>
                  <a:pt x="2203125" y="42316"/>
                </a:cubicBezTo>
                <a:cubicBezTo>
                  <a:pt x="2210274" y="38452"/>
                  <a:pt x="2218196" y="36455"/>
                  <a:pt x="2227020" y="36455"/>
                </a:cubicBezTo>
                <a:close/>
                <a:moveTo>
                  <a:pt x="1401830" y="36455"/>
                </a:moveTo>
                <a:cubicBezTo>
                  <a:pt x="1408657" y="36455"/>
                  <a:pt x="1414583" y="37808"/>
                  <a:pt x="1419671" y="40577"/>
                </a:cubicBezTo>
                <a:cubicBezTo>
                  <a:pt x="1424759" y="43347"/>
                  <a:pt x="1428881" y="46760"/>
                  <a:pt x="1431909" y="50947"/>
                </a:cubicBezTo>
                <a:lnTo>
                  <a:pt x="1431909" y="37936"/>
                </a:lnTo>
                <a:lnTo>
                  <a:pt x="1455095" y="37936"/>
                </a:lnTo>
                <a:lnTo>
                  <a:pt x="1455095" y="129137"/>
                </a:lnTo>
                <a:lnTo>
                  <a:pt x="1431909" y="129137"/>
                </a:lnTo>
                <a:lnTo>
                  <a:pt x="1431909" y="115805"/>
                </a:lnTo>
                <a:cubicBezTo>
                  <a:pt x="1428946" y="120056"/>
                  <a:pt x="1424888" y="123598"/>
                  <a:pt x="1419671" y="126432"/>
                </a:cubicBezTo>
                <a:cubicBezTo>
                  <a:pt x="1414454" y="129202"/>
                  <a:pt x="1408464" y="130619"/>
                  <a:pt x="1401637" y="130619"/>
                </a:cubicBezTo>
                <a:cubicBezTo>
                  <a:pt x="1393972" y="130619"/>
                  <a:pt x="1386952" y="128622"/>
                  <a:pt x="1380640" y="124693"/>
                </a:cubicBezTo>
                <a:cubicBezTo>
                  <a:pt x="1374328" y="120764"/>
                  <a:pt x="1369304" y="115161"/>
                  <a:pt x="1365633" y="108012"/>
                </a:cubicBezTo>
                <a:cubicBezTo>
                  <a:pt x="1361962" y="100798"/>
                  <a:pt x="1360094" y="92554"/>
                  <a:pt x="1360094" y="83215"/>
                </a:cubicBezTo>
                <a:cubicBezTo>
                  <a:pt x="1360094" y="73876"/>
                  <a:pt x="1361962" y="65825"/>
                  <a:pt x="1365633" y="58676"/>
                </a:cubicBezTo>
                <a:lnTo>
                  <a:pt x="1365697" y="58676"/>
                </a:lnTo>
                <a:cubicBezTo>
                  <a:pt x="1369369" y="51526"/>
                  <a:pt x="1374392" y="46052"/>
                  <a:pt x="1380704" y="42187"/>
                </a:cubicBezTo>
                <a:cubicBezTo>
                  <a:pt x="1387016" y="38323"/>
                  <a:pt x="1394037" y="36455"/>
                  <a:pt x="1401830" y="36455"/>
                </a:cubicBezTo>
                <a:close/>
                <a:moveTo>
                  <a:pt x="1290212" y="36455"/>
                </a:moveTo>
                <a:cubicBezTo>
                  <a:pt x="1297039" y="36455"/>
                  <a:pt x="1302965" y="37808"/>
                  <a:pt x="1308053" y="40577"/>
                </a:cubicBezTo>
                <a:cubicBezTo>
                  <a:pt x="1313141" y="43347"/>
                  <a:pt x="1317263" y="46760"/>
                  <a:pt x="1320291" y="50947"/>
                </a:cubicBezTo>
                <a:lnTo>
                  <a:pt x="1320291" y="37936"/>
                </a:lnTo>
                <a:lnTo>
                  <a:pt x="1343477" y="37936"/>
                </a:lnTo>
                <a:lnTo>
                  <a:pt x="1343477" y="129137"/>
                </a:lnTo>
                <a:lnTo>
                  <a:pt x="1320291" y="129137"/>
                </a:lnTo>
                <a:lnTo>
                  <a:pt x="1320291" y="115805"/>
                </a:lnTo>
                <a:cubicBezTo>
                  <a:pt x="1317328" y="120056"/>
                  <a:pt x="1313270" y="123598"/>
                  <a:pt x="1308053" y="126432"/>
                </a:cubicBezTo>
                <a:cubicBezTo>
                  <a:pt x="1302836" y="129202"/>
                  <a:pt x="1296846" y="130619"/>
                  <a:pt x="1290019" y="130619"/>
                </a:cubicBezTo>
                <a:cubicBezTo>
                  <a:pt x="1282354" y="130619"/>
                  <a:pt x="1275334" y="128622"/>
                  <a:pt x="1269022" y="124693"/>
                </a:cubicBezTo>
                <a:cubicBezTo>
                  <a:pt x="1262710" y="120764"/>
                  <a:pt x="1257686" y="115161"/>
                  <a:pt x="1254015" y="108012"/>
                </a:cubicBezTo>
                <a:cubicBezTo>
                  <a:pt x="1250344" y="100798"/>
                  <a:pt x="1248476" y="92554"/>
                  <a:pt x="1248476" y="83215"/>
                </a:cubicBezTo>
                <a:cubicBezTo>
                  <a:pt x="1248476" y="73876"/>
                  <a:pt x="1250344" y="65825"/>
                  <a:pt x="1254015" y="58676"/>
                </a:cubicBezTo>
                <a:lnTo>
                  <a:pt x="1254080" y="58676"/>
                </a:lnTo>
                <a:cubicBezTo>
                  <a:pt x="1257751" y="51526"/>
                  <a:pt x="1262774" y="46052"/>
                  <a:pt x="1269086" y="42187"/>
                </a:cubicBezTo>
                <a:cubicBezTo>
                  <a:pt x="1275398" y="38323"/>
                  <a:pt x="1282419" y="36455"/>
                  <a:pt x="1290212" y="36455"/>
                </a:cubicBezTo>
                <a:close/>
                <a:moveTo>
                  <a:pt x="911431" y="36455"/>
                </a:moveTo>
                <a:cubicBezTo>
                  <a:pt x="920448" y="36455"/>
                  <a:pt x="927855" y="38323"/>
                  <a:pt x="934747" y="42058"/>
                </a:cubicBezTo>
                <a:cubicBezTo>
                  <a:pt x="941574" y="45794"/>
                  <a:pt x="946920" y="51076"/>
                  <a:pt x="950720" y="57967"/>
                </a:cubicBezTo>
                <a:cubicBezTo>
                  <a:pt x="954520" y="64794"/>
                  <a:pt x="956388" y="72716"/>
                  <a:pt x="956388" y="81605"/>
                </a:cubicBezTo>
                <a:cubicBezTo>
                  <a:pt x="956388" y="84889"/>
                  <a:pt x="956195" y="87852"/>
                  <a:pt x="955744" y="90493"/>
                </a:cubicBezTo>
                <a:lnTo>
                  <a:pt x="955744" y="90429"/>
                </a:lnTo>
                <a:lnTo>
                  <a:pt x="889082" y="90429"/>
                </a:lnTo>
                <a:cubicBezTo>
                  <a:pt x="889597" y="96998"/>
                  <a:pt x="891916" y="102151"/>
                  <a:pt x="895974" y="105886"/>
                </a:cubicBezTo>
                <a:cubicBezTo>
                  <a:pt x="900031" y="109622"/>
                  <a:pt x="905055" y="111490"/>
                  <a:pt x="910981" y="111490"/>
                </a:cubicBezTo>
                <a:cubicBezTo>
                  <a:pt x="919547" y="111490"/>
                  <a:pt x="925601" y="107819"/>
                  <a:pt x="929272" y="100476"/>
                </a:cubicBezTo>
                <a:lnTo>
                  <a:pt x="954134" y="100476"/>
                </a:lnTo>
                <a:cubicBezTo>
                  <a:pt x="951493" y="109236"/>
                  <a:pt x="946469" y="116449"/>
                  <a:pt x="938998" y="122117"/>
                </a:cubicBezTo>
                <a:cubicBezTo>
                  <a:pt x="931527" y="127785"/>
                  <a:pt x="922381" y="130619"/>
                  <a:pt x="911496" y="130619"/>
                </a:cubicBezTo>
                <a:cubicBezTo>
                  <a:pt x="902736" y="130619"/>
                  <a:pt x="894814" y="128687"/>
                  <a:pt x="887858" y="124758"/>
                </a:cubicBezTo>
                <a:cubicBezTo>
                  <a:pt x="880902" y="120893"/>
                  <a:pt x="875428" y="115354"/>
                  <a:pt x="871563" y="108205"/>
                </a:cubicBezTo>
                <a:cubicBezTo>
                  <a:pt x="867699" y="101056"/>
                  <a:pt x="865702" y="92812"/>
                  <a:pt x="865702" y="83537"/>
                </a:cubicBezTo>
                <a:cubicBezTo>
                  <a:pt x="865702" y="74262"/>
                  <a:pt x="867634" y="65825"/>
                  <a:pt x="871434" y="58676"/>
                </a:cubicBezTo>
                <a:cubicBezTo>
                  <a:pt x="875299" y="51526"/>
                  <a:pt x="880645" y="46052"/>
                  <a:pt x="887536" y="42187"/>
                </a:cubicBezTo>
                <a:cubicBezTo>
                  <a:pt x="894428" y="38323"/>
                  <a:pt x="902414" y="36455"/>
                  <a:pt x="911431" y="36455"/>
                </a:cubicBezTo>
                <a:close/>
                <a:moveTo>
                  <a:pt x="338269" y="36455"/>
                </a:moveTo>
                <a:cubicBezTo>
                  <a:pt x="349154" y="36455"/>
                  <a:pt x="357784" y="39160"/>
                  <a:pt x="364289" y="44635"/>
                </a:cubicBezTo>
                <a:cubicBezTo>
                  <a:pt x="370730" y="50045"/>
                  <a:pt x="374337" y="57387"/>
                  <a:pt x="374981" y="66598"/>
                </a:cubicBezTo>
                <a:lnTo>
                  <a:pt x="352954" y="66598"/>
                </a:lnTo>
                <a:cubicBezTo>
                  <a:pt x="352632" y="62991"/>
                  <a:pt x="351086" y="60093"/>
                  <a:pt x="348445" y="57967"/>
                </a:cubicBezTo>
                <a:cubicBezTo>
                  <a:pt x="345740" y="55842"/>
                  <a:pt x="342133" y="54747"/>
                  <a:pt x="337689" y="54747"/>
                </a:cubicBezTo>
                <a:cubicBezTo>
                  <a:pt x="333503" y="54747"/>
                  <a:pt x="330282" y="55520"/>
                  <a:pt x="328028" y="57065"/>
                </a:cubicBezTo>
                <a:cubicBezTo>
                  <a:pt x="325774" y="58611"/>
                  <a:pt x="324679" y="60737"/>
                  <a:pt x="324679" y="63506"/>
                </a:cubicBezTo>
                <a:cubicBezTo>
                  <a:pt x="324679" y="66598"/>
                  <a:pt x="326224" y="68916"/>
                  <a:pt x="329316" y="70527"/>
                </a:cubicBezTo>
                <a:cubicBezTo>
                  <a:pt x="332408" y="72137"/>
                  <a:pt x="337174" y="73747"/>
                  <a:pt x="343615" y="75357"/>
                </a:cubicBezTo>
                <a:cubicBezTo>
                  <a:pt x="350184" y="77032"/>
                  <a:pt x="355659" y="78706"/>
                  <a:pt x="359910" y="80445"/>
                </a:cubicBezTo>
                <a:cubicBezTo>
                  <a:pt x="364161" y="82184"/>
                  <a:pt x="367896" y="84889"/>
                  <a:pt x="371052" y="88625"/>
                </a:cubicBezTo>
                <a:cubicBezTo>
                  <a:pt x="374208" y="92296"/>
                  <a:pt x="375818" y="97127"/>
                  <a:pt x="375883" y="103181"/>
                </a:cubicBezTo>
                <a:cubicBezTo>
                  <a:pt x="375883" y="108463"/>
                  <a:pt x="374401" y="113164"/>
                  <a:pt x="371503" y="117351"/>
                </a:cubicBezTo>
                <a:cubicBezTo>
                  <a:pt x="368605" y="121537"/>
                  <a:pt x="364418" y="124758"/>
                  <a:pt x="359008" y="127141"/>
                </a:cubicBezTo>
                <a:cubicBezTo>
                  <a:pt x="353598" y="129524"/>
                  <a:pt x="347221" y="130683"/>
                  <a:pt x="340008" y="130683"/>
                </a:cubicBezTo>
                <a:cubicBezTo>
                  <a:pt x="332794" y="130683"/>
                  <a:pt x="325838" y="129331"/>
                  <a:pt x="319913" y="126626"/>
                </a:cubicBezTo>
                <a:lnTo>
                  <a:pt x="319848" y="126561"/>
                </a:lnTo>
                <a:cubicBezTo>
                  <a:pt x="313923" y="123856"/>
                  <a:pt x="309221" y="120249"/>
                  <a:pt x="305743" y="115612"/>
                </a:cubicBezTo>
                <a:cubicBezTo>
                  <a:pt x="302265" y="110975"/>
                  <a:pt x="300397" y="105886"/>
                  <a:pt x="300075" y="100283"/>
                </a:cubicBezTo>
                <a:lnTo>
                  <a:pt x="323262" y="100283"/>
                </a:lnTo>
                <a:cubicBezTo>
                  <a:pt x="323713" y="103825"/>
                  <a:pt x="325452" y="106724"/>
                  <a:pt x="328414" y="108978"/>
                </a:cubicBezTo>
                <a:cubicBezTo>
                  <a:pt x="331377" y="111232"/>
                  <a:pt x="335177" y="112456"/>
                  <a:pt x="339686" y="112456"/>
                </a:cubicBezTo>
                <a:cubicBezTo>
                  <a:pt x="344194" y="112456"/>
                  <a:pt x="347479" y="111554"/>
                  <a:pt x="349991" y="109815"/>
                </a:cubicBezTo>
                <a:cubicBezTo>
                  <a:pt x="352438" y="108076"/>
                  <a:pt x="353727" y="105822"/>
                  <a:pt x="353727" y="103052"/>
                </a:cubicBezTo>
                <a:cubicBezTo>
                  <a:pt x="353727" y="100090"/>
                  <a:pt x="352245" y="97835"/>
                  <a:pt x="349218" y="96354"/>
                </a:cubicBezTo>
                <a:cubicBezTo>
                  <a:pt x="346191" y="94873"/>
                  <a:pt x="341425" y="93262"/>
                  <a:pt x="334791" y="91523"/>
                </a:cubicBezTo>
                <a:cubicBezTo>
                  <a:pt x="327963" y="89849"/>
                  <a:pt x="322424" y="88174"/>
                  <a:pt x="318109" y="86435"/>
                </a:cubicBezTo>
                <a:cubicBezTo>
                  <a:pt x="313794" y="84696"/>
                  <a:pt x="310058" y="81991"/>
                  <a:pt x="306902" y="78384"/>
                </a:cubicBezTo>
                <a:cubicBezTo>
                  <a:pt x="303746" y="74777"/>
                  <a:pt x="302200" y="69883"/>
                  <a:pt x="302200" y="63764"/>
                </a:cubicBezTo>
                <a:cubicBezTo>
                  <a:pt x="302200" y="58740"/>
                  <a:pt x="303682" y="54103"/>
                  <a:pt x="306579" y="49916"/>
                </a:cubicBezTo>
                <a:cubicBezTo>
                  <a:pt x="309479" y="45730"/>
                  <a:pt x="313665" y="42445"/>
                  <a:pt x="319075" y="40062"/>
                </a:cubicBezTo>
                <a:cubicBezTo>
                  <a:pt x="324485" y="37679"/>
                  <a:pt x="330926" y="36455"/>
                  <a:pt x="338269" y="36455"/>
                </a:cubicBezTo>
                <a:close/>
                <a:moveTo>
                  <a:pt x="120314" y="36455"/>
                </a:moveTo>
                <a:cubicBezTo>
                  <a:pt x="127141" y="36455"/>
                  <a:pt x="133067" y="37808"/>
                  <a:pt x="138155" y="40577"/>
                </a:cubicBezTo>
                <a:cubicBezTo>
                  <a:pt x="143243" y="43347"/>
                  <a:pt x="147365" y="46760"/>
                  <a:pt x="150392" y="50947"/>
                </a:cubicBezTo>
                <a:lnTo>
                  <a:pt x="150392" y="37936"/>
                </a:lnTo>
                <a:lnTo>
                  <a:pt x="173579" y="37936"/>
                </a:lnTo>
                <a:lnTo>
                  <a:pt x="173579" y="129138"/>
                </a:lnTo>
                <a:lnTo>
                  <a:pt x="150392" y="129138"/>
                </a:lnTo>
                <a:lnTo>
                  <a:pt x="150392" y="115805"/>
                </a:lnTo>
                <a:cubicBezTo>
                  <a:pt x="147430" y="120056"/>
                  <a:pt x="143372" y="123598"/>
                  <a:pt x="138155" y="126432"/>
                </a:cubicBezTo>
                <a:cubicBezTo>
                  <a:pt x="132938" y="129202"/>
                  <a:pt x="126948" y="130619"/>
                  <a:pt x="120121" y="130619"/>
                </a:cubicBezTo>
                <a:cubicBezTo>
                  <a:pt x="112455" y="130619"/>
                  <a:pt x="105436" y="128622"/>
                  <a:pt x="99124" y="124693"/>
                </a:cubicBezTo>
                <a:cubicBezTo>
                  <a:pt x="92812" y="120765"/>
                  <a:pt x="87788" y="115161"/>
                  <a:pt x="84117" y="108012"/>
                </a:cubicBezTo>
                <a:cubicBezTo>
                  <a:pt x="80446" y="100798"/>
                  <a:pt x="78578" y="92554"/>
                  <a:pt x="78578" y="83215"/>
                </a:cubicBezTo>
                <a:cubicBezTo>
                  <a:pt x="78578" y="73876"/>
                  <a:pt x="80446" y="65825"/>
                  <a:pt x="84117" y="58676"/>
                </a:cubicBezTo>
                <a:lnTo>
                  <a:pt x="84181" y="58676"/>
                </a:lnTo>
                <a:cubicBezTo>
                  <a:pt x="87853" y="51526"/>
                  <a:pt x="92876" y="46052"/>
                  <a:pt x="99188" y="42187"/>
                </a:cubicBezTo>
                <a:cubicBezTo>
                  <a:pt x="105500" y="38323"/>
                  <a:pt x="112521" y="36455"/>
                  <a:pt x="120314" y="36455"/>
                </a:cubicBezTo>
                <a:close/>
                <a:moveTo>
                  <a:pt x="2449098" y="15393"/>
                </a:moveTo>
                <a:lnTo>
                  <a:pt x="2472285" y="15393"/>
                </a:lnTo>
                <a:lnTo>
                  <a:pt x="2472285" y="37936"/>
                </a:lnTo>
                <a:lnTo>
                  <a:pt x="2492702" y="37936"/>
                </a:lnTo>
                <a:lnTo>
                  <a:pt x="2492702" y="56871"/>
                </a:lnTo>
                <a:lnTo>
                  <a:pt x="2472285" y="56871"/>
                </a:lnTo>
                <a:lnTo>
                  <a:pt x="2472285" y="100991"/>
                </a:lnTo>
                <a:cubicBezTo>
                  <a:pt x="2472285" y="104082"/>
                  <a:pt x="2473058" y="106272"/>
                  <a:pt x="2474539" y="107689"/>
                </a:cubicBezTo>
                <a:cubicBezTo>
                  <a:pt x="2476020" y="109042"/>
                  <a:pt x="2478532" y="109750"/>
                  <a:pt x="2482010" y="109750"/>
                </a:cubicBezTo>
                <a:lnTo>
                  <a:pt x="2492702" y="109750"/>
                </a:lnTo>
                <a:lnTo>
                  <a:pt x="2492702" y="129201"/>
                </a:lnTo>
                <a:lnTo>
                  <a:pt x="2478210" y="129201"/>
                </a:lnTo>
                <a:cubicBezTo>
                  <a:pt x="2458759" y="129201"/>
                  <a:pt x="2449098" y="119733"/>
                  <a:pt x="2449098" y="100862"/>
                </a:cubicBezTo>
                <a:lnTo>
                  <a:pt x="2449098" y="56936"/>
                </a:lnTo>
                <a:lnTo>
                  <a:pt x="2438213" y="56936"/>
                </a:lnTo>
                <a:lnTo>
                  <a:pt x="2438213" y="38000"/>
                </a:lnTo>
                <a:lnTo>
                  <a:pt x="2449098" y="38000"/>
                </a:lnTo>
                <a:close/>
                <a:moveTo>
                  <a:pt x="536128" y="14234"/>
                </a:moveTo>
                <a:lnTo>
                  <a:pt x="559186" y="14234"/>
                </a:lnTo>
                <a:lnTo>
                  <a:pt x="559186" y="85340"/>
                </a:lnTo>
                <a:cubicBezTo>
                  <a:pt x="559186" y="93133"/>
                  <a:pt x="561183" y="99059"/>
                  <a:pt x="565305" y="103181"/>
                </a:cubicBezTo>
                <a:cubicBezTo>
                  <a:pt x="569362" y="107303"/>
                  <a:pt x="575095" y="109364"/>
                  <a:pt x="582437" y="109364"/>
                </a:cubicBezTo>
                <a:cubicBezTo>
                  <a:pt x="589780" y="109364"/>
                  <a:pt x="595641" y="107303"/>
                  <a:pt x="599698" y="103181"/>
                </a:cubicBezTo>
                <a:cubicBezTo>
                  <a:pt x="603756" y="99059"/>
                  <a:pt x="605817" y="93133"/>
                  <a:pt x="605817" y="85340"/>
                </a:cubicBezTo>
                <a:lnTo>
                  <a:pt x="605817" y="14234"/>
                </a:lnTo>
                <a:lnTo>
                  <a:pt x="629004" y="14234"/>
                </a:lnTo>
                <a:lnTo>
                  <a:pt x="629004" y="85147"/>
                </a:lnTo>
                <a:cubicBezTo>
                  <a:pt x="629004" y="94937"/>
                  <a:pt x="626878" y="103181"/>
                  <a:pt x="622692" y="109944"/>
                </a:cubicBezTo>
                <a:cubicBezTo>
                  <a:pt x="618441" y="116706"/>
                  <a:pt x="612837" y="121795"/>
                  <a:pt x="605753" y="125144"/>
                </a:cubicBezTo>
                <a:cubicBezTo>
                  <a:pt x="598668" y="128557"/>
                  <a:pt x="590810" y="130232"/>
                  <a:pt x="582115" y="130232"/>
                </a:cubicBezTo>
                <a:cubicBezTo>
                  <a:pt x="573420" y="130232"/>
                  <a:pt x="565820" y="128557"/>
                  <a:pt x="558799" y="125144"/>
                </a:cubicBezTo>
                <a:cubicBezTo>
                  <a:pt x="551843" y="121730"/>
                  <a:pt x="546304" y="116642"/>
                  <a:pt x="542247" y="109944"/>
                </a:cubicBezTo>
                <a:cubicBezTo>
                  <a:pt x="538189" y="103181"/>
                  <a:pt x="536128" y="94937"/>
                  <a:pt x="536128" y="85147"/>
                </a:cubicBezTo>
                <a:close/>
                <a:moveTo>
                  <a:pt x="9082" y="14234"/>
                </a:moveTo>
                <a:lnTo>
                  <a:pt x="32140" y="14234"/>
                </a:lnTo>
                <a:lnTo>
                  <a:pt x="32140" y="110845"/>
                </a:lnTo>
                <a:lnTo>
                  <a:pt x="69947" y="110845"/>
                </a:lnTo>
                <a:lnTo>
                  <a:pt x="69947" y="129137"/>
                </a:lnTo>
                <a:lnTo>
                  <a:pt x="9082" y="129137"/>
                </a:lnTo>
                <a:close/>
                <a:moveTo>
                  <a:pt x="2666667" y="7278"/>
                </a:moveTo>
                <a:lnTo>
                  <a:pt x="2689725" y="7278"/>
                </a:lnTo>
                <a:lnTo>
                  <a:pt x="2689725" y="129137"/>
                </a:lnTo>
                <a:lnTo>
                  <a:pt x="2666667" y="129137"/>
                </a:lnTo>
                <a:close/>
                <a:moveTo>
                  <a:pt x="1625647" y="7278"/>
                </a:moveTo>
                <a:lnTo>
                  <a:pt x="1648705" y="7278"/>
                </a:lnTo>
                <a:lnTo>
                  <a:pt x="1648705" y="49272"/>
                </a:lnTo>
                <a:cubicBezTo>
                  <a:pt x="1651668" y="45343"/>
                  <a:pt x="1655596" y="42251"/>
                  <a:pt x="1660556" y="39997"/>
                </a:cubicBezTo>
                <a:cubicBezTo>
                  <a:pt x="1665515" y="37743"/>
                  <a:pt x="1670990" y="36648"/>
                  <a:pt x="1677044" y="36648"/>
                </a:cubicBezTo>
                <a:cubicBezTo>
                  <a:pt x="1683936" y="36648"/>
                  <a:pt x="1690119" y="38129"/>
                  <a:pt x="1695465" y="41156"/>
                </a:cubicBezTo>
                <a:cubicBezTo>
                  <a:pt x="1700811" y="44184"/>
                  <a:pt x="1705062" y="48628"/>
                  <a:pt x="1708089" y="54489"/>
                </a:cubicBezTo>
                <a:cubicBezTo>
                  <a:pt x="1711116" y="60350"/>
                  <a:pt x="1712597" y="67435"/>
                  <a:pt x="1712597" y="75614"/>
                </a:cubicBezTo>
                <a:lnTo>
                  <a:pt x="1712597" y="129137"/>
                </a:lnTo>
                <a:lnTo>
                  <a:pt x="1689539" y="129137"/>
                </a:lnTo>
                <a:lnTo>
                  <a:pt x="1689539" y="78770"/>
                </a:lnTo>
                <a:cubicBezTo>
                  <a:pt x="1689539" y="71557"/>
                  <a:pt x="1687736" y="65953"/>
                  <a:pt x="1684129" y="62089"/>
                </a:cubicBezTo>
                <a:cubicBezTo>
                  <a:pt x="1680522" y="58224"/>
                  <a:pt x="1675563" y="56228"/>
                  <a:pt x="1669315" y="56228"/>
                </a:cubicBezTo>
                <a:cubicBezTo>
                  <a:pt x="1663068" y="56228"/>
                  <a:pt x="1657915" y="58160"/>
                  <a:pt x="1654244" y="62089"/>
                </a:cubicBezTo>
                <a:cubicBezTo>
                  <a:pt x="1650573" y="65953"/>
                  <a:pt x="1648705" y="71557"/>
                  <a:pt x="1648705" y="78770"/>
                </a:cubicBezTo>
                <a:lnTo>
                  <a:pt x="1648705" y="129137"/>
                </a:lnTo>
                <a:lnTo>
                  <a:pt x="1625647" y="129137"/>
                </a:lnTo>
                <a:close/>
                <a:moveTo>
                  <a:pt x="825705" y="7278"/>
                </a:moveTo>
                <a:lnTo>
                  <a:pt x="849085" y="7278"/>
                </a:lnTo>
                <a:lnTo>
                  <a:pt x="849085" y="129137"/>
                </a:lnTo>
                <a:lnTo>
                  <a:pt x="825705" y="129137"/>
                </a:lnTo>
                <a:lnTo>
                  <a:pt x="825705" y="115611"/>
                </a:lnTo>
                <a:cubicBezTo>
                  <a:pt x="822871" y="120120"/>
                  <a:pt x="818877" y="123727"/>
                  <a:pt x="813660" y="126496"/>
                </a:cubicBezTo>
                <a:cubicBezTo>
                  <a:pt x="808508" y="129266"/>
                  <a:pt x="802518" y="130618"/>
                  <a:pt x="795691" y="130618"/>
                </a:cubicBezTo>
                <a:cubicBezTo>
                  <a:pt x="788026" y="130618"/>
                  <a:pt x="781006" y="128622"/>
                  <a:pt x="774629" y="124693"/>
                </a:cubicBezTo>
                <a:cubicBezTo>
                  <a:pt x="768253" y="120764"/>
                  <a:pt x="763229" y="115161"/>
                  <a:pt x="759558" y="108011"/>
                </a:cubicBezTo>
                <a:cubicBezTo>
                  <a:pt x="755887" y="100798"/>
                  <a:pt x="754019" y="92554"/>
                  <a:pt x="754019" y="83214"/>
                </a:cubicBezTo>
                <a:cubicBezTo>
                  <a:pt x="754019" y="73875"/>
                  <a:pt x="755887" y="65824"/>
                  <a:pt x="759558" y="58675"/>
                </a:cubicBezTo>
                <a:lnTo>
                  <a:pt x="759622" y="58675"/>
                </a:lnTo>
                <a:cubicBezTo>
                  <a:pt x="763294" y="51526"/>
                  <a:pt x="768317" y="46051"/>
                  <a:pt x="774694" y="42187"/>
                </a:cubicBezTo>
                <a:cubicBezTo>
                  <a:pt x="781070" y="38322"/>
                  <a:pt x="788155" y="36455"/>
                  <a:pt x="795948" y="36455"/>
                </a:cubicBezTo>
                <a:cubicBezTo>
                  <a:pt x="801874" y="36455"/>
                  <a:pt x="807542" y="37743"/>
                  <a:pt x="812888" y="40319"/>
                </a:cubicBezTo>
                <a:cubicBezTo>
                  <a:pt x="818233" y="42895"/>
                  <a:pt x="822549" y="46309"/>
                  <a:pt x="825705" y="50624"/>
                </a:cubicBezTo>
                <a:close/>
                <a:moveTo>
                  <a:pt x="144531" y="5153"/>
                </a:moveTo>
                <a:cubicBezTo>
                  <a:pt x="147623" y="5153"/>
                  <a:pt x="150199" y="6248"/>
                  <a:pt x="152325" y="8373"/>
                </a:cubicBezTo>
                <a:cubicBezTo>
                  <a:pt x="154450" y="10499"/>
                  <a:pt x="155545" y="13140"/>
                  <a:pt x="155545" y="16167"/>
                </a:cubicBezTo>
                <a:cubicBezTo>
                  <a:pt x="155545" y="19194"/>
                  <a:pt x="154450" y="21835"/>
                  <a:pt x="152325" y="23896"/>
                </a:cubicBezTo>
                <a:cubicBezTo>
                  <a:pt x="150199" y="25957"/>
                  <a:pt x="147559" y="27052"/>
                  <a:pt x="144531" y="27052"/>
                </a:cubicBezTo>
                <a:cubicBezTo>
                  <a:pt x="141504" y="27052"/>
                  <a:pt x="138863" y="26021"/>
                  <a:pt x="136802" y="23896"/>
                </a:cubicBezTo>
                <a:cubicBezTo>
                  <a:pt x="134741" y="21835"/>
                  <a:pt x="133646" y="19258"/>
                  <a:pt x="133646" y="16167"/>
                </a:cubicBezTo>
                <a:cubicBezTo>
                  <a:pt x="133646" y="13075"/>
                  <a:pt x="134677" y="10499"/>
                  <a:pt x="136802" y="8373"/>
                </a:cubicBezTo>
                <a:cubicBezTo>
                  <a:pt x="138928" y="6248"/>
                  <a:pt x="141440" y="5153"/>
                  <a:pt x="144531" y="5153"/>
                </a:cubicBezTo>
                <a:close/>
                <a:moveTo>
                  <a:pt x="114067" y="5153"/>
                </a:moveTo>
                <a:cubicBezTo>
                  <a:pt x="117158" y="5153"/>
                  <a:pt x="119734" y="6248"/>
                  <a:pt x="121860" y="8373"/>
                </a:cubicBezTo>
                <a:cubicBezTo>
                  <a:pt x="123985" y="10499"/>
                  <a:pt x="125080" y="13140"/>
                  <a:pt x="125080" y="16167"/>
                </a:cubicBezTo>
                <a:cubicBezTo>
                  <a:pt x="125080" y="19194"/>
                  <a:pt x="123985" y="21835"/>
                  <a:pt x="121860" y="23896"/>
                </a:cubicBezTo>
                <a:cubicBezTo>
                  <a:pt x="119734" y="25957"/>
                  <a:pt x="117094" y="27052"/>
                  <a:pt x="114067" y="27052"/>
                </a:cubicBezTo>
                <a:cubicBezTo>
                  <a:pt x="111039" y="27052"/>
                  <a:pt x="108399" y="26021"/>
                  <a:pt x="106338" y="23896"/>
                </a:cubicBezTo>
                <a:cubicBezTo>
                  <a:pt x="104277" y="21835"/>
                  <a:pt x="103182" y="19258"/>
                  <a:pt x="103182" y="16167"/>
                </a:cubicBezTo>
                <a:cubicBezTo>
                  <a:pt x="103182" y="13075"/>
                  <a:pt x="104212" y="10499"/>
                  <a:pt x="106338" y="8373"/>
                </a:cubicBezTo>
                <a:cubicBezTo>
                  <a:pt x="108399" y="6248"/>
                  <a:pt x="110975" y="5153"/>
                  <a:pt x="114067" y="5153"/>
                </a:cubicBezTo>
                <a:close/>
                <a:moveTo>
                  <a:pt x="2520977" y="0"/>
                </a:moveTo>
                <a:cubicBezTo>
                  <a:pt x="2525034" y="0"/>
                  <a:pt x="2528384" y="1288"/>
                  <a:pt x="2531089" y="3864"/>
                </a:cubicBezTo>
                <a:cubicBezTo>
                  <a:pt x="2533794" y="6441"/>
                  <a:pt x="2535146" y="9661"/>
                  <a:pt x="2535146" y="13526"/>
                </a:cubicBezTo>
                <a:cubicBezTo>
                  <a:pt x="2535146" y="17390"/>
                  <a:pt x="2533794" y="20546"/>
                  <a:pt x="2531089" y="23187"/>
                </a:cubicBezTo>
                <a:cubicBezTo>
                  <a:pt x="2528384" y="25763"/>
                  <a:pt x="2525034" y="27051"/>
                  <a:pt x="2520977" y="27051"/>
                </a:cubicBezTo>
                <a:cubicBezTo>
                  <a:pt x="2516919" y="27051"/>
                  <a:pt x="2513570" y="25763"/>
                  <a:pt x="2510865" y="23187"/>
                </a:cubicBezTo>
                <a:cubicBezTo>
                  <a:pt x="2508160" y="20610"/>
                  <a:pt x="2506807" y="17390"/>
                  <a:pt x="2506807" y="13526"/>
                </a:cubicBezTo>
                <a:cubicBezTo>
                  <a:pt x="2506807" y="9661"/>
                  <a:pt x="2508160" y="6505"/>
                  <a:pt x="2510865" y="3864"/>
                </a:cubicBezTo>
                <a:cubicBezTo>
                  <a:pt x="2513570" y="1288"/>
                  <a:pt x="2516919" y="0"/>
                  <a:pt x="2520977" y="0"/>
                </a:cubicBezTo>
                <a:close/>
                <a:moveTo>
                  <a:pt x="2302571" y="0"/>
                </a:moveTo>
                <a:cubicBezTo>
                  <a:pt x="2306628" y="0"/>
                  <a:pt x="2309978" y="1288"/>
                  <a:pt x="2312683" y="3864"/>
                </a:cubicBezTo>
                <a:cubicBezTo>
                  <a:pt x="2315388" y="6441"/>
                  <a:pt x="2316740" y="9661"/>
                  <a:pt x="2316740" y="13526"/>
                </a:cubicBezTo>
                <a:cubicBezTo>
                  <a:pt x="2316740" y="17390"/>
                  <a:pt x="2315388" y="20546"/>
                  <a:pt x="2312683" y="23187"/>
                </a:cubicBezTo>
                <a:cubicBezTo>
                  <a:pt x="2309978" y="25763"/>
                  <a:pt x="2306628" y="27051"/>
                  <a:pt x="2302571" y="27051"/>
                </a:cubicBezTo>
                <a:cubicBezTo>
                  <a:pt x="2298513" y="27051"/>
                  <a:pt x="2295164" y="25763"/>
                  <a:pt x="2292459" y="23187"/>
                </a:cubicBezTo>
                <a:cubicBezTo>
                  <a:pt x="2289754" y="20610"/>
                  <a:pt x="2288401" y="17390"/>
                  <a:pt x="2288401" y="13526"/>
                </a:cubicBezTo>
                <a:cubicBezTo>
                  <a:pt x="2288401" y="9661"/>
                  <a:pt x="2289754" y="6505"/>
                  <a:pt x="2292459" y="3864"/>
                </a:cubicBezTo>
                <a:cubicBezTo>
                  <a:pt x="2295164" y="1288"/>
                  <a:pt x="2298513" y="0"/>
                  <a:pt x="2302571" y="0"/>
                </a:cubicBezTo>
                <a:close/>
                <a:moveTo>
                  <a:pt x="1944336" y="0"/>
                </a:moveTo>
                <a:cubicBezTo>
                  <a:pt x="1948393" y="0"/>
                  <a:pt x="1951743" y="1288"/>
                  <a:pt x="1954448" y="3864"/>
                </a:cubicBezTo>
                <a:cubicBezTo>
                  <a:pt x="1957153" y="6441"/>
                  <a:pt x="1958505" y="9661"/>
                  <a:pt x="1958505" y="13526"/>
                </a:cubicBezTo>
                <a:cubicBezTo>
                  <a:pt x="1958505" y="17390"/>
                  <a:pt x="1957153" y="20546"/>
                  <a:pt x="1954448" y="23187"/>
                </a:cubicBezTo>
                <a:cubicBezTo>
                  <a:pt x="1951743" y="25763"/>
                  <a:pt x="1948393" y="27051"/>
                  <a:pt x="1944336" y="27051"/>
                </a:cubicBezTo>
                <a:cubicBezTo>
                  <a:pt x="1940278" y="27051"/>
                  <a:pt x="1936929" y="25763"/>
                  <a:pt x="1934224" y="23187"/>
                </a:cubicBezTo>
                <a:cubicBezTo>
                  <a:pt x="1931519" y="20610"/>
                  <a:pt x="1930166" y="17390"/>
                  <a:pt x="1930166" y="13526"/>
                </a:cubicBezTo>
                <a:cubicBezTo>
                  <a:pt x="1930166" y="9661"/>
                  <a:pt x="1931519" y="6505"/>
                  <a:pt x="1934224" y="3864"/>
                </a:cubicBezTo>
                <a:cubicBezTo>
                  <a:pt x="1936929" y="1288"/>
                  <a:pt x="1940278" y="0"/>
                  <a:pt x="1944336" y="0"/>
                </a:cubicBezTo>
                <a:close/>
                <a:moveTo>
                  <a:pt x="406413" y="0"/>
                </a:moveTo>
                <a:cubicBezTo>
                  <a:pt x="410470" y="0"/>
                  <a:pt x="413820" y="1288"/>
                  <a:pt x="416525" y="3864"/>
                </a:cubicBezTo>
                <a:cubicBezTo>
                  <a:pt x="419230" y="6441"/>
                  <a:pt x="420582" y="9661"/>
                  <a:pt x="420582" y="13526"/>
                </a:cubicBezTo>
                <a:cubicBezTo>
                  <a:pt x="420582" y="17390"/>
                  <a:pt x="419230" y="20546"/>
                  <a:pt x="416525" y="23187"/>
                </a:cubicBezTo>
                <a:cubicBezTo>
                  <a:pt x="413820" y="25763"/>
                  <a:pt x="410470" y="27051"/>
                  <a:pt x="406413" y="27051"/>
                </a:cubicBezTo>
                <a:cubicBezTo>
                  <a:pt x="402355" y="27051"/>
                  <a:pt x="399006" y="25763"/>
                  <a:pt x="396301" y="23187"/>
                </a:cubicBezTo>
                <a:cubicBezTo>
                  <a:pt x="393596" y="20610"/>
                  <a:pt x="392243" y="17390"/>
                  <a:pt x="392243" y="13526"/>
                </a:cubicBezTo>
                <a:cubicBezTo>
                  <a:pt x="392243" y="9661"/>
                  <a:pt x="393596" y="6505"/>
                  <a:pt x="396301" y="3864"/>
                </a:cubicBezTo>
                <a:cubicBezTo>
                  <a:pt x="399006" y="1288"/>
                  <a:pt x="402355" y="0"/>
                  <a:pt x="406413" y="0"/>
                </a:cubicBezTo>
                <a:close/>
              </a:path>
            </a:pathLst>
          </a:custGeom>
          <a:solidFill>
            <a:schemeClr val="bg1"/>
          </a:solidFill>
          <a:ln w="6420" cap="flat">
            <a:noFill/>
            <a:prstDash val="solid"/>
            <a:miter/>
          </a:ln>
        </p:spPr>
        <p:txBody>
          <a:bodyPr rtlCol="0" anchor="ctr"/>
          <a:lstStyle/>
          <a:p>
            <a:endParaRPr lang="fi-FI"/>
          </a:p>
        </p:txBody>
      </p:sp>
      <p:grpSp>
        <p:nvGrpSpPr>
          <p:cNvPr id="27" name="Ryhmä 26">
            <a:extLst>
              <a:ext uri="{FF2B5EF4-FFF2-40B4-BE49-F238E27FC236}">
                <a16:creationId xmlns:a16="http://schemas.microsoft.com/office/drawing/2014/main" id="{72473641-AD94-605B-A054-4F7D35068107}"/>
              </a:ext>
              <a:ext uri="{C183D7F6-B498-43B3-948B-1728B52AA6E4}">
                <adec:decorative xmlns:adec="http://schemas.microsoft.com/office/drawing/2017/decorative" val="1"/>
              </a:ext>
            </a:extLst>
          </p:cNvPr>
          <p:cNvGrpSpPr/>
          <p:nvPr userDrawn="1"/>
        </p:nvGrpSpPr>
        <p:grpSpPr>
          <a:xfrm>
            <a:off x="4738891" y="1012010"/>
            <a:ext cx="6804045" cy="5128761"/>
            <a:chOff x="2869191" y="401455"/>
            <a:chExt cx="5874510" cy="4428095"/>
          </a:xfrm>
        </p:grpSpPr>
        <p:grpSp>
          <p:nvGrpSpPr>
            <p:cNvPr id="4" name="Ryhmä 3">
              <a:extLst>
                <a:ext uri="{FF2B5EF4-FFF2-40B4-BE49-F238E27FC236}">
                  <a16:creationId xmlns:a16="http://schemas.microsoft.com/office/drawing/2014/main" id="{09E3725C-B9A7-7838-8997-36A9AA86ED4C}"/>
                </a:ext>
                <a:ext uri="{C183D7F6-B498-43B3-948B-1728B52AA6E4}">
                  <adec:decorative xmlns:adec="http://schemas.microsoft.com/office/drawing/2017/decorative" val="1"/>
                </a:ext>
              </a:extLst>
            </p:cNvPr>
            <p:cNvGrpSpPr/>
            <p:nvPr userDrawn="1"/>
          </p:nvGrpSpPr>
          <p:grpSpPr>
            <a:xfrm>
              <a:off x="3021610" y="401455"/>
              <a:ext cx="5396988" cy="4428095"/>
              <a:chOff x="3021610" y="401455"/>
              <a:chExt cx="5396988" cy="4428095"/>
            </a:xfrm>
          </p:grpSpPr>
          <p:sp>
            <p:nvSpPr>
              <p:cNvPr id="6" name="Vapaamuotoinen: Muoto 5">
                <a:extLst>
                  <a:ext uri="{FF2B5EF4-FFF2-40B4-BE49-F238E27FC236}">
                    <a16:creationId xmlns:a16="http://schemas.microsoft.com/office/drawing/2014/main" id="{FE930FAB-353D-01CF-88CD-2DAFE2B54AC8}"/>
                  </a:ext>
                  <a:ext uri="{C183D7F6-B498-43B3-948B-1728B52AA6E4}">
                    <adec:decorative xmlns:adec="http://schemas.microsoft.com/office/drawing/2017/decorative" val="1"/>
                  </a:ext>
                </a:extLst>
              </p:cNvPr>
              <p:cNvSpPr>
                <a:spLocks/>
              </p:cNvSpPr>
              <p:nvPr userDrawn="1"/>
            </p:nvSpPr>
            <p:spPr>
              <a:xfrm>
                <a:off x="3301043" y="4276449"/>
                <a:ext cx="902961" cy="553101"/>
              </a:xfrm>
              <a:custGeom>
                <a:avLst/>
                <a:gdLst>
                  <a:gd name="connsiteX0" fmla="*/ 913944 w 1048413"/>
                  <a:gd name="connsiteY0" fmla="*/ 294748 h 642196"/>
                  <a:gd name="connsiteX1" fmla="*/ 920827 w 1048413"/>
                  <a:gd name="connsiteY1" fmla="*/ 326723 h 642196"/>
                  <a:gd name="connsiteX2" fmla="*/ 887413 w 1048413"/>
                  <a:gd name="connsiteY2" fmla="*/ 515005 h 642196"/>
                  <a:gd name="connsiteX3" fmla="*/ 853686 w 1048413"/>
                  <a:gd name="connsiteY3" fmla="*/ 538219 h 642196"/>
                  <a:gd name="connsiteX4" fmla="*/ 672412 w 1048413"/>
                  <a:gd name="connsiteY4" fmla="*/ 590906 h 642196"/>
                  <a:gd name="connsiteX5" fmla="*/ 653452 w 1048413"/>
                  <a:gd name="connsiteY5" fmla="*/ 592032 h 642196"/>
                  <a:gd name="connsiteX6" fmla="*/ 213689 w 1048413"/>
                  <a:gd name="connsiteY6" fmla="*/ 596913 h 642196"/>
                  <a:gd name="connsiteX7" fmla="*/ 176458 w 1048413"/>
                  <a:gd name="connsiteY7" fmla="*/ 608677 h 642196"/>
                  <a:gd name="connsiteX8" fmla="*/ 43804 w 1048413"/>
                  <a:gd name="connsiteY8" fmla="*/ 638211 h 642196"/>
                  <a:gd name="connsiteX9" fmla="*/ 3256 w 1048413"/>
                  <a:gd name="connsiteY9" fmla="*/ 563124 h 642196"/>
                  <a:gd name="connsiteX10" fmla="*/ 299978 w 1048413"/>
                  <a:gd name="connsiteY10" fmla="*/ 391110 h 642196"/>
                  <a:gd name="connsiteX11" fmla="*/ 345280 w 1048413"/>
                  <a:gd name="connsiteY11" fmla="*/ 369773 h 642196"/>
                  <a:gd name="connsiteX12" fmla="*/ 548330 w 1048413"/>
                  <a:gd name="connsiteY12" fmla="*/ 261021 h 642196"/>
                  <a:gd name="connsiteX13" fmla="*/ 582620 w 1048413"/>
                  <a:gd name="connsiteY13" fmla="*/ 249883 h 642196"/>
                  <a:gd name="connsiteX14" fmla="*/ 746186 w 1048413"/>
                  <a:gd name="connsiteY14" fmla="*/ 177361 h 642196"/>
                  <a:gd name="connsiteX15" fmla="*/ 762642 w 1048413"/>
                  <a:gd name="connsiteY15" fmla="*/ 145261 h 642196"/>
                  <a:gd name="connsiteX16" fmla="*/ 902368 w 1048413"/>
                  <a:gd name="connsiteY16" fmla="*/ 13670 h 642196"/>
                  <a:gd name="connsiteX17" fmla="*/ 914382 w 1048413"/>
                  <a:gd name="connsiteY17" fmla="*/ 4660 h 642196"/>
                  <a:gd name="connsiteX18" fmla="*/ 945981 w 1048413"/>
                  <a:gd name="connsiteY18" fmla="*/ 8039 h 642196"/>
                  <a:gd name="connsiteX19" fmla="*/ 945981 w 1048413"/>
                  <a:gd name="connsiteY19" fmla="*/ 8039 h 642196"/>
                  <a:gd name="connsiteX20" fmla="*/ 1048413 w 1048413"/>
                  <a:gd name="connsiteY20" fmla="*/ 121796 h 642196"/>
                  <a:gd name="connsiteX21" fmla="*/ 914006 w 1048413"/>
                  <a:gd name="connsiteY21" fmla="*/ 294748 h 642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48413" h="642196">
                    <a:moveTo>
                      <a:pt x="913944" y="294748"/>
                    </a:moveTo>
                    <a:cubicBezTo>
                      <a:pt x="913193" y="305761"/>
                      <a:pt x="915633" y="316961"/>
                      <a:pt x="920827" y="326723"/>
                    </a:cubicBezTo>
                    <a:cubicBezTo>
                      <a:pt x="981898" y="440480"/>
                      <a:pt x="1046035" y="477336"/>
                      <a:pt x="887413" y="515005"/>
                    </a:cubicBezTo>
                    <a:cubicBezTo>
                      <a:pt x="873647" y="518259"/>
                      <a:pt x="861758" y="526644"/>
                      <a:pt x="853686" y="538219"/>
                    </a:cubicBezTo>
                    <a:cubicBezTo>
                      <a:pt x="817456" y="589905"/>
                      <a:pt x="731669" y="596976"/>
                      <a:pt x="672412" y="590906"/>
                    </a:cubicBezTo>
                    <a:cubicBezTo>
                      <a:pt x="666030" y="590280"/>
                      <a:pt x="659710" y="590718"/>
                      <a:pt x="653452" y="592032"/>
                    </a:cubicBezTo>
                    <a:cubicBezTo>
                      <a:pt x="547829" y="615935"/>
                      <a:pt x="329387" y="602920"/>
                      <a:pt x="213689" y="596913"/>
                    </a:cubicBezTo>
                    <a:cubicBezTo>
                      <a:pt x="200299" y="596225"/>
                      <a:pt x="187284" y="600668"/>
                      <a:pt x="176458" y="608677"/>
                    </a:cubicBezTo>
                    <a:cubicBezTo>
                      <a:pt x="138789" y="636584"/>
                      <a:pt x="92173" y="649286"/>
                      <a:pt x="43804" y="638211"/>
                    </a:cubicBezTo>
                    <a:cubicBezTo>
                      <a:pt x="10765" y="630702"/>
                      <a:pt x="-7944" y="595098"/>
                      <a:pt x="3256" y="563124"/>
                    </a:cubicBezTo>
                    <a:cubicBezTo>
                      <a:pt x="52439" y="423961"/>
                      <a:pt x="142231" y="584273"/>
                      <a:pt x="299978" y="391110"/>
                    </a:cubicBezTo>
                    <a:cubicBezTo>
                      <a:pt x="310990" y="377469"/>
                      <a:pt x="327823" y="368897"/>
                      <a:pt x="345280" y="369773"/>
                    </a:cubicBezTo>
                    <a:cubicBezTo>
                      <a:pt x="407040" y="372902"/>
                      <a:pt x="499585" y="297063"/>
                      <a:pt x="548330" y="261021"/>
                    </a:cubicBezTo>
                    <a:cubicBezTo>
                      <a:pt x="558216" y="253700"/>
                      <a:pt x="570293" y="249758"/>
                      <a:pt x="582620" y="249883"/>
                    </a:cubicBezTo>
                    <a:cubicBezTo>
                      <a:pt x="659522" y="250008"/>
                      <a:pt x="731919" y="267091"/>
                      <a:pt x="746186" y="177361"/>
                    </a:cubicBezTo>
                    <a:cubicBezTo>
                      <a:pt x="748188" y="165097"/>
                      <a:pt x="753694" y="153708"/>
                      <a:pt x="762642" y="145261"/>
                    </a:cubicBezTo>
                    <a:cubicBezTo>
                      <a:pt x="793866" y="115852"/>
                      <a:pt x="867577" y="46521"/>
                      <a:pt x="902368" y="13670"/>
                    </a:cubicBezTo>
                    <a:lnTo>
                      <a:pt x="914382" y="4660"/>
                    </a:lnTo>
                    <a:cubicBezTo>
                      <a:pt x="924206" y="-2662"/>
                      <a:pt x="937972" y="-1222"/>
                      <a:pt x="945981" y="8039"/>
                    </a:cubicBezTo>
                    <a:lnTo>
                      <a:pt x="945981" y="8039"/>
                    </a:lnTo>
                    <a:cubicBezTo>
                      <a:pt x="945981" y="8039"/>
                      <a:pt x="1048413" y="121796"/>
                      <a:pt x="1048413" y="121796"/>
                    </a:cubicBezTo>
                    <a:cubicBezTo>
                      <a:pt x="962876" y="150768"/>
                      <a:pt x="921703" y="184494"/>
                      <a:pt x="914006" y="294748"/>
                    </a:cubicBezTo>
                    <a:close/>
                  </a:path>
                </a:pathLst>
              </a:custGeom>
              <a:solidFill>
                <a:srgbClr val="9DCEEF"/>
              </a:solidFill>
              <a:ln w="6252" cap="flat">
                <a:noFill/>
                <a:prstDash val="solid"/>
                <a:miter/>
              </a:ln>
            </p:spPr>
            <p:txBody>
              <a:bodyPr rtlCol="0" anchor="ctr"/>
              <a:lstStyle/>
              <a:p>
                <a:endParaRPr lang="fi-FI" sz="3200"/>
              </a:p>
            </p:txBody>
          </p:sp>
          <p:sp>
            <p:nvSpPr>
              <p:cNvPr id="10" name="Vapaamuotoinen: Muoto 9">
                <a:extLst>
                  <a:ext uri="{FF2B5EF4-FFF2-40B4-BE49-F238E27FC236}">
                    <a16:creationId xmlns:a16="http://schemas.microsoft.com/office/drawing/2014/main" id="{46D10D98-7B30-08F9-5297-3E32BD356BE0}"/>
                  </a:ext>
                  <a:ext uri="{C183D7F6-B498-43B3-948B-1728B52AA6E4}">
                    <adec:decorative xmlns:adec="http://schemas.microsoft.com/office/drawing/2017/decorative" val="1"/>
                  </a:ext>
                </a:extLst>
              </p:cNvPr>
              <p:cNvSpPr>
                <a:spLocks/>
              </p:cNvSpPr>
              <p:nvPr/>
            </p:nvSpPr>
            <p:spPr>
              <a:xfrm>
                <a:off x="3021610" y="2807704"/>
                <a:ext cx="2952422" cy="1555805"/>
              </a:xfrm>
              <a:custGeom>
                <a:avLst/>
                <a:gdLst>
                  <a:gd name="connsiteX0" fmla="*/ 3007891 w 3428006"/>
                  <a:gd name="connsiteY0" fmla="*/ 1268855 h 1806419"/>
                  <a:gd name="connsiteX1" fmla="*/ 3118207 w 3428006"/>
                  <a:gd name="connsiteY1" fmla="*/ 1349824 h 1806419"/>
                  <a:gd name="connsiteX2" fmla="*/ 3117957 w 3428006"/>
                  <a:gd name="connsiteY2" fmla="*/ 1355957 h 1806419"/>
                  <a:gd name="connsiteX3" fmla="*/ 2918349 w 3428006"/>
                  <a:gd name="connsiteY3" fmla="*/ 1477098 h 1806419"/>
                  <a:gd name="connsiteX4" fmla="*/ 2893758 w 3428006"/>
                  <a:gd name="connsiteY4" fmla="*/ 1514204 h 1806419"/>
                  <a:gd name="connsiteX5" fmla="*/ 2194817 w 3428006"/>
                  <a:gd name="connsiteY5" fmla="*/ 1631841 h 1806419"/>
                  <a:gd name="connsiteX6" fmla="*/ 1772888 w 3428006"/>
                  <a:gd name="connsiteY6" fmla="*/ 1679897 h 1806419"/>
                  <a:gd name="connsiteX7" fmla="*/ 1778332 w 3428006"/>
                  <a:gd name="connsiteY7" fmla="*/ 1593421 h 1806419"/>
                  <a:gd name="connsiteX8" fmla="*/ 1985261 w 3428006"/>
                  <a:gd name="connsiteY8" fmla="*/ 1490676 h 1806419"/>
                  <a:gd name="connsiteX9" fmla="*/ 1955663 w 3428006"/>
                  <a:gd name="connsiteY9" fmla="*/ 1438365 h 1806419"/>
                  <a:gd name="connsiteX10" fmla="*/ 2095389 w 3428006"/>
                  <a:gd name="connsiteY10" fmla="*/ 1057171 h 1806419"/>
                  <a:gd name="connsiteX11" fmla="*/ 2129867 w 3428006"/>
                  <a:gd name="connsiteY11" fmla="*/ 1027699 h 1806419"/>
                  <a:gd name="connsiteX12" fmla="*/ 2187809 w 3428006"/>
                  <a:gd name="connsiteY12" fmla="*/ 1009678 h 1806419"/>
                  <a:gd name="connsiteX13" fmla="*/ 2228357 w 3428006"/>
                  <a:gd name="connsiteY13" fmla="*/ 951422 h 1806419"/>
                  <a:gd name="connsiteX14" fmla="*/ 2110657 w 3428006"/>
                  <a:gd name="connsiteY14" fmla="*/ 835975 h 1806419"/>
                  <a:gd name="connsiteX15" fmla="*/ 2068044 w 3428006"/>
                  <a:gd name="connsiteY15" fmla="*/ 856624 h 1806419"/>
                  <a:gd name="connsiteX16" fmla="*/ 1938769 w 3428006"/>
                  <a:gd name="connsiteY16" fmla="*/ 1249270 h 1806419"/>
                  <a:gd name="connsiteX17" fmla="*/ 1904792 w 3428006"/>
                  <a:gd name="connsiteY17" fmla="*/ 1278429 h 1806419"/>
                  <a:gd name="connsiteX18" fmla="*/ 1692919 w 3428006"/>
                  <a:gd name="connsiteY18" fmla="*/ 1608063 h 1806419"/>
                  <a:gd name="connsiteX19" fmla="*/ 1659067 w 3428006"/>
                  <a:gd name="connsiteY19" fmla="*/ 1645169 h 1806419"/>
                  <a:gd name="connsiteX20" fmla="*/ 1430676 w 3428006"/>
                  <a:gd name="connsiteY20" fmla="*/ 1800288 h 1806419"/>
                  <a:gd name="connsiteX21" fmla="*/ 1424294 w 3428006"/>
                  <a:gd name="connsiteY21" fmla="*/ 1806420 h 1806419"/>
                  <a:gd name="connsiteX22" fmla="*/ 1313289 w 3428006"/>
                  <a:gd name="connsiteY22" fmla="*/ 1682963 h 1806419"/>
                  <a:gd name="connsiteX23" fmla="*/ 1254783 w 3428006"/>
                  <a:gd name="connsiteY23" fmla="*/ 1670699 h 1806419"/>
                  <a:gd name="connsiteX24" fmla="*/ 1219117 w 3428006"/>
                  <a:gd name="connsiteY24" fmla="*/ 1686780 h 1806419"/>
                  <a:gd name="connsiteX25" fmla="*/ 1219117 w 3428006"/>
                  <a:gd name="connsiteY25" fmla="*/ 1686780 h 1806419"/>
                  <a:gd name="connsiteX26" fmla="*/ 1153352 w 3428006"/>
                  <a:gd name="connsiteY26" fmla="*/ 1731270 h 1806419"/>
                  <a:gd name="connsiteX27" fmla="*/ 1073134 w 3428006"/>
                  <a:gd name="connsiteY27" fmla="*/ 1722009 h 1806419"/>
                  <a:gd name="connsiteX28" fmla="*/ 1060432 w 3428006"/>
                  <a:gd name="connsiteY28" fmla="*/ 1706366 h 1806419"/>
                  <a:gd name="connsiteX29" fmla="*/ 1064374 w 3428006"/>
                  <a:gd name="connsiteY29" fmla="*/ 1628838 h 1806419"/>
                  <a:gd name="connsiteX30" fmla="*/ 1032524 w 3428006"/>
                  <a:gd name="connsiteY30" fmla="*/ 1474970 h 1806419"/>
                  <a:gd name="connsiteX31" fmla="*/ 960628 w 3428006"/>
                  <a:gd name="connsiteY31" fmla="*/ 1511763 h 1806419"/>
                  <a:gd name="connsiteX32" fmla="*/ 909881 w 3428006"/>
                  <a:gd name="connsiteY32" fmla="*/ 1524904 h 1806419"/>
                  <a:gd name="connsiteX33" fmla="*/ 867894 w 3428006"/>
                  <a:gd name="connsiteY33" fmla="*/ 1454697 h 1806419"/>
                  <a:gd name="connsiteX34" fmla="*/ 889545 w 3428006"/>
                  <a:gd name="connsiteY34" fmla="*/ 1368972 h 1806419"/>
                  <a:gd name="connsiteX35" fmla="*/ 797437 w 3428006"/>
                  <a:gd name="connsiteY35" fmla="*/ 1309465 h 1806419"/>
                  <a:gd name="connsiteX36" fmla="*/ 795748 w 3428006"/>
                  <a:gd name="connsiteY36" fmla="*/ 1310716 h 1806419"/>
                  <a:gd name="connsiteX37" fmla="*/ 774160 w 3428006"/>
                  <a:gd name="connsiteY37" fmla="*/ 1350075 h 1806419"/>
                  <a:gd name="connsiteX38" fmla="*/ 741247 w 3428006"/>
                  <a:gd name="connsiteY38" fmla="*/ 1671763 h 1806419"/>
                  <a:gd name="connsiteX39" fmla="*/ 674168 w 3428006"/>
                  <a:gd name="connsiteY39" fmla="*/ 1722885 h 1806419"/>
                  <a:gd name="connsiteX40" fmla="*/ 596453 w 3428006"/>
                  <a:gd name="connsiteY40" fmla="*/ 1709870 h 1806419"/>
                  <a:gd name="connsiteX41" fmla="*/ 587505 w 3428006"/>
                  <a:gd name="connsiteY41" fmla="*/ 1709119 h 1806419"/>
                  <a:gd name="connsiteX42" fmla="*/ 224519 w 3428006"/>
                  <a:gd name="connsiteY42" fmla="*/ 1749854 h 1806419"/>
                  <a:gd name="connsiteX43" fmla="*/ 200115 w 3428006"/>
                  <a:gd name="connsiteY43" fmla="*/ 1733585 h 1806419"/>
                  <a:gd name="connsiteX44" fmla="*/ 21532 w 3428006"/>
                  <a:gd name="connsiteY44" fmla="*/ 1363215 h 1806419"/>
                  <a:gd name="connsiteX45" fmla="*/ 3386 w 3428006"/>
                  <a:gd name="connsiteY45" fmla="*/ 1298953 h 1806419"/>
                  <a:gd name="connsiteX46" fmla="*/ 127906 w 3428006"/>
                  <a:gd name="connsiteY46" fmla="*/ 1348636 h 1806419"/>
                  <a:gd name="connsiteX47" fmla="*/ 201555 w 3428006"/>
                  <a:gd name="connsiteY47" fmla="*/ 1350513 h 1806419"/>
                  <a:gd name="connsiteX48" fmla="*/ 266255 w 3428006"/>
                  <a:gd name="connsiteY48" fmla="*/ 1299704 h 1806419"/>
                  <a:gd name="connsiteX49" fmla="*/ 292849 w 3428006"/>
                  <a:gd name="connsiteY49" fmla="*/ 1288065 h 1806419"/>
                  <a:gd name="connsiteX50" fmla="*/ 450908 w 3428006"/>
                  <a:gd name="connsiteY50" fmla="*/ 1370036 h 1806419"/>
                  <a:gd name="connsiteX51" fmla="*/ 533442 w 3428006"/>
                  <a:gd name="connsiteY51" fmla="*/ 1387431 h 1806419"/>
                  <a:gd name="connsiteX52" fmla="*/ 540513 w 3428006"/>
                  <a:gd name="connsiteY52" fmla="*/ 1071875 h 1806419"/>
                  <a:gd name="connsiteX53" fmla="*/ 548209 w 3428006"/>
                  <a:gd name="connsiteY53" fmla="*/ 1011868 h 1806419"/>
                  <a:gd name="connsiteX54" fmla="*/ 854379 w 3428006"/>
                  <a:gd name="connsiteY54" fmla="*/ 1009490 h 1806419"/>
                  <a:gd name="connsiteX55" fmla="*/ 901997 w 3428006"/>
                  <a:gd name="connsiteY55" fmla="*/ 1001669 h 1806419"/>
                  <a:gd name="connsiteX56" fmla="*/ 974269 w 3428006"/>
                  <a:gd name="connsiteY56" fmla="*/ 952987 h 1806419"/>
                  <a:gd name="connsiteX57" fmla="*/ 988347 w 3428006"/>
                  <a:gd name="connsiteY57" fmla="*/ 870453 h 1806419"/>
                  <a:gd name="connsiteX58" fmla="*/ 876592 w 3428006"/>
                  <a:gd name="connsiteY58" fmla="*/ 925142 h 1806419"/>
                  <a:gd name="connsiteX59" fmla="*/ 847808 w 3428006"/>
                  <a:gd name="connsiteY59" fmla="*/ 955052 h 1806419"/>
                  <a:gd name="connsiteX60" fmla="*/ 700512 w 3428006"/>
                  <a:gd name="connsiteY60" fmla="*/ 850743 h 1806419"/>
                  <a:gd name="connsiteX61" fmla="*/ 635623 w 3428006"/>
                  <a:gd name="connsiteY61" fmla="*/ 817516 h 1806419"/>
                  <a:gd name="connsiteX62" fmla="*/ 579183 w 3428006"/>
                  <a:gd name="connsiteY62" fmla="*/ 817954 h 1806419"/>
                  <a:gd name="connsiteX63" fmla="*/ 550211 w 3428006"/>
                  <a:gd name="connsiteY63" fmla="*/ 721905 h 1806419"/>
                  <a:gd name="connsiteX64" fmla="*/ 595452 w 3428006"/>
                  <a:gd name="connsiteY64" fmla="*/ 673974 h 1806419"/>
                  <a:gd name="connsiteX65" fmla="*/ 669413 w 3428006"/>
                  <a:gd name="connsiteY65" fmla="*/ 665401 h 1806419"/>
                  <a:gd name="connsiteX66" fmla="*/ 1005930 w 3428006"/>
                  <a:gd name="connsiteY66" fmla="*/ 644752 h 1806419"/>
                  <a:gd name="connsiteX67" fmla="*/ 1036341 w 3428006"/>
                  <a:gd name="connsiteY67" fmla="*/ 630360 h 1806419"/>
                  <a:gd name="connsiteX68" fmla="*/ 1423855 w 3428006"/>
                  <a:gd name="connsiteY68" fmla="*/ 231645 h 1806419"/>
                  <a:gd name="connsiteX69" fmla="*/ 1494188 w 3428006"/>
                  <a:gd name="connsiteY69" fmla="*/ 189158 h 1806419"/>
                  <a:gd name="connsiteX70" fmla="*/ 1623401 w 3428006"/>
                  <a:gd name="connsiteY70" fmla="*/ 275196 h 1806419"/>
                  <a:gd name="connsiteX71" fmla="*/ 1714319 w 3428006"/>
                  <a:gd name="connsiteY71" fmla="*/ 261242 h 1806419"/>
                  <a:gd name="connsiteX72" fmla="*/ 1715133 w 3428006"/>
                  <a:gd name="connsiteY72" fmla="*/ 259803 h 1806419"/>
                  <a:gd name="connsiteX73" fmla="*/ 1765254 w 3428006"/>
                  <a:gd name="connsiteY73" fmla="*/ 229580 h 1806419"/>
                  <a:gd name="connsiteX74" fmla="*/ 2020051 w 3428006"/>
                  <a:gd name="connsiteY74" fmla="*/ 193976 h 1806419"/>
                  <a:gd name="connsiteX75" fmla="*/ 2041952 w 3428006"/>
                  <a:gd name="connsiteY75" fmla="*/ 183276 h 1806419"/>
                  <a:gd name="connsiteX76" fmla="*/ 2258329 w 3428006"/>
                  <a:gd name="connsiteY76" fmla="*/ 12765 h 1806419"/>
                  <a:gd name="connsiteX77" fmla="*/ 2308200 w 3428006"/>
                  <a:gd name="connsiteY77" fmla="*/ 2127 h 1806419"/>
                  <a:gd name="connsiteX78" fmla="*/ 2441355 w 3428006"/>
                  <a:gd name="connsiteY78" fmla="*/ 35354 h 1806419"/>
                  <a:gd name="connsiteX79" fmla="*/ 2441230 w 3428006"/>
                  <a:gd name="connsiteY79" fmla="*/ 50246 h 1806419"/>
                  <a:gd name="connsiteX80" fmla="*/ 2405689 w 3428006"/>
                  <a:gd name="connsiteY80" fmla="*/ 94923 h 1806419"/>
                  <a:gd name="connsiteX81" fmla="*/ 2403999 w 3428006"/>
                  <a:gd name="connsiteY81" fmla="*/ 125021 h 1806419"/>
                  <a:gd name="connsiteX82" fmla="*/ 2468699 w 3428006"/>
                  <a:gd name="connsiteY82" fmla="*/ 227203 h 1806419"/>
                  <a:gd name="connsiteX83" fmla="*/ 2498297 w 3428006"/>
                  <a:gd name="connsiteY83" fmla="*/ 238215 h 1806419"/>
                  <a:gd name="connsiteX84" fmla="*/ 2672687 w 3428006"/>
                  <a:gd name="connsiteY84" fmla="*/ 184966 h 1806419"/>
                  <a:gd name="connsiteX85" fmla="*/ 2826867 w 3428006"/>
                  <a:gd name="connsiteY85" fmla="*/ 218693 h 1806419"/>
                  <a:gd name="connsiteX86" fmla="*/ 2847579 w 3428006"/>
                  <a:gd name="connsiteY86" fmla="*/ 214500 h 1806419"/>
                  <a:gd name="connsiteX87" fmla="*/ 3012396 w 3428006"/>
                  <a:gd name="connsiteY87" fmla="*/ 96988 h 1806419"/>
                  <a:gd name="connsiteX88" fmla="*/ 3164073 w 3428006"/>
                  <a:gd name="connsiteY88" fmla="*/ 94798 h 1806419"/>
                  <a:gd name="connsiteX89" fmla="*/ 3176275 w 3428006"/>
                  <a:gd name="connsiteY89" fmla="*/ 91544 h 1806419"/>
                  <a:gd name="connsiteX90" fmla="*/ 3342782 w 3428006"/>
                  <a:gd name="connsiteY90" fmla="*/ 0 h 1806419"/>
                  <a:gd name="connsiteX91" fmla="*/ 3355797 w 3428006"/>
                  <a:gd name="connsiteY91" fmla="*/ 121892 h 1806419"/>
                  <a:gd name="connsiteX92" fmla="*/ 3331206 w 3428006"/>
                  <a:gd name="connsiteY92" fmla="*/ 214813 h 1806419"/>
                  <a:gd name="connsiteX93" fmla="*/ 3333709 w 3428006"/>
                  <a:gd name="connsiteY93" fmla="*/ 234398 h 1806419"/>
                  <a:gd name="connsiteX94" fmla="*/ 3428006 w 3428006"/>
                  <a:gd name="connsiteY94" fmla="*/ 399216 h 1806419"/>
                  <a:gd name="connsiteX95" fmla="*/ 3239348 w 3428006"/>
                  <a:gd name="connsiteY95" fmla="*/ 370995 h 1806419"/>
                  <a:gd name="connsiteX96" fmla="*/ 3223705 w 3428006"/>
                  <a:gd name="connsiteY96" fmla="*/ 373498 h 1806419"/>
                  <a:gd name="connsiteX97" fmla="*/ 3067836 w 3428006"/>
                  <a:gd name="connsiteY97" fmla="*/ 452027 h 1806419"/>
                  <a:gd name="connsiteX98" fmla="*/ 3054320 w 3428006"/>
                  <a:gd name="connsiteY98" fmla="*/ 481437 h 1806419"/>
                  <a:gd name="connsiteX99" fmla="*/ 3095368 w 3428006"/>
                  <a:gd name="connsiteY99" fmla="*/ 650697 h 1806419"/>
                  <a:gd name="connsiteX100" fmla="*/ 3096307 w 3428006"/>
                  <a:gd name="connsiteY100" fmla="*/ 653825 h 1806419"/>
                  <a:gd name="connsiteX101" fmla="*/ 3166013 w 3428006"/>
                  <a:gd name="connsiteY101" fmla="*/ 843859 h 1806419"/>
                  <a:gd name="connsiteX102" fmla="*/ 3169892 w 3428006"/>
                  <a:gd name="connsiteY102" fmla="*/ 850867 h 1806419"/>
                  <a:gd name="connsiteX103" fmla="*/ 3233154 w 3428006"/>
                  <a:gd name="connsiteY103" fmla="*/ 932650 h 1806419"/>
                  <a:gd name="connsiteX104" fmla="*/ 2971161 w 3428006"/>
                  <a:gd name="connsiteY104" fmla="*/ 947981 h 1806419"/>
                  <a:gd name="connsiteX105" fmla="*/ 2951263 w 3428006"/>
                  <a:gd name="connsiteY105" fmla="*/ 958994 h 1806419"/>
                  <a:gd name="connsiteX106" fmla="*/ 2881744 w 3428006"/>
                  <a:gd name="connsiteY106" fmla="*/ 1058798 h 1806419"/>
                  <a:gd name="connsiteX107" fmla="*/ 2877239 w 3428006"/>
                  <a:gd name="connsiteY107" fmla="*/ 1076694 h 1806419"/>
                  <a:gd name="connsiteX108" fmla="*/ 2892319 w 3428006"/>
                  <a:gd name="connsiteY108" fmla="*/ 1203717 h 1806419"/>
                  <a:gd name="connsiteX109" fmla="*/ 2907649 w 3428006"/>
                  <a:gd name="connsiteY109" fmla="*/ 1224428 h 1806419"/>
                  <a:gd name="connsiteX110" fmla="*/ 3007891 w 3428006"/>
                  <a:gd name="connsiteY110" fmla="*/ 1268605 h 1806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3428006" h="1806419">
                    <a:moveTo>
                      <a:pt x="3007891" y="1268855"/>
                    </a:moveTo>
                    <a:lnTo>
                      <a:pt x="3118207" y="1349824"/>
                    </a:lnTo>
                    <a:lnTo>
                      <a:pt x="3117957" y="1355957"/>
                    </a:lnTo>
                    <a:cubicBezTo>
                      <a:pt x="3073217" y="1383113"/>
                      <a:pt x="2965967" y="1448189"/>
                      <a:pt x="2918349" y="1477098"/>
                    </a:cubicBezTo>
                    <a:cubicBezTo>
                      <a:pt x="2905021" y="1485233"/>
                      <a:pt x="2896761" y="1498873"/>
                      <a:pt x="2893758" y="1514204"/>
                    </a:cubicBezTo>
                    <a:cubicBezTo>
                      <a:pt x="2860719" y="1678833"/>
                      <a:pt x="2283796" y="1602870"/>
                      <a:pt x="2194817" y="1631841"/>
                    </a:cubicBezTo>
                    <a:cubicBezTo>
                      <a:pt x="2051776" y="1663378"/>
                      <a:pt x="1893654" y="1806232"/>
                      <a:pt x="1772888" y="1679897"/>
                    </a:cubicBezTo>
                    <a:cubicBezTo>
                      <a:pt x="1748922" y="1654806"/>
                      <a:pt x="1751237" y="1615009"/>
                      <a:pt x="1778332" y="1593421"/>
                    </a:cubicBezTo>
                    <a:cubicBezTo>
                      <a:pt x="1912738" y="1486547"/>
                      <a:pt x="1975311" y="1721696"/>
                      <a:pt x="1985261" y="1490676"/>
                    </a:cubicBezTo>
                    <a:cubicBezTo>
                      <a:pt x="1986199" y="1469026"/>
                      <a:pt x="1974310" y="1449316"/>
                      <a:pt x="1955663" y="1438365"/>
                    </a:cubicBezTo>
                    <a:cubicBezTo>
                      <a:pt x="1837338" y="1368659"/>
                      <a:pt x="2046519" y="1157913"/>
                      <a:pt x="2095389" y="1057171"/>
                    </a:cubicBezTo>
                    <a:cubicBezTo>
                      <a:pt x="2102272" y="1042904"/>
                      <a:pt x="2114849" y="1032392"/>
                      <a:pt x="2129867" y="1027699"/>
                    </a:cubicBezTo>
                    <a:cubicBezTo>
                      <a:pt x="2146511" y="1022505"/>
                      <a:pt x="2168599" y="1015622"/>
                      <a:pt x="2187809" y="1009678"/>
                    </a:cubicBezTo>
                    <a:cubicBezTo>
                      <a:pt x="2213026" y="1001731"/>
                      <a:pt x="2229608" y="977828"/>
                      <a:pt x="2228357" y="951422"/>
                    </a:cubicBezTo>
                    <a:cubicBezTo>
                      <a:pt x="2223851" y="860379"/>
                      <a:pt x="2220034" y="832158"/>
                      <a:pt x="2110657" y="835975"/>
                    </a:cubicBezTo>
                    <a:cubicBezTo>
                      <a:pt x="2094200" y="836601"/>
                      <a:pt x="2078807" y="844110"/>
                      <a:pt x="2068044" y="856624"/>
                    </a:cubicBezTo>
                    <a:cubicBezTo>
                      <a:pt x="1953223" y="989529"/>
                      <a:pt x="2009476" y="1100534"/>
                      <a:pt x="1938769" y="1249270"/>
                    </a:cubicBezTo>
                    <a:cubicBezTo>
                      <a:pt x="1932073" y="1263224"/>
                      <a:pt x="1919496" y="1273360"/>
                      <a:pt x="1904792" y="1278429"/>
                    </a:cubicBezTo>
                    <a:cubicBezTo>
                      <a:pt x="1779771" y="1321792"/>
                      <a:pt x="1728085" y="1489801"/>
                      <a:pt x="1692919" y="1608063"/>
                    </a:cubicBezTo>
                    <a:cubicBezTo>
                      <a:pt x="1687788" y="1624958"/>
                      <a:pt x="1675399" y="1638474"/>
                      <a:pt x="1659067" y="1645169"/>
                    </a:cubicBezTo>
                    <a:cubicBezTo>
                      <a:pt x="1584981" y="1675767"/>
                      <a:pt x="1481861" y="1743534"/>
                      <a:pt x="1430676" y="1800288"/>
                    </a:cubicBezTo>
                    <a:cubicBezTo>
                      <a:pt x="1428674" y="1802478"/>
                      <a:pt x="1426609" y="1804543"/>
                      <a:pt x="1424294" y="1806420"/>
                    </a:cubicBezTo>
                    <a:lnTo>
                      <a:pt x="1313289" y="1682963"/>
                    </a:lnTo>
                    <a:cubicBezTo>
                      <a:pt x="1298522" y="1666569"/>
                      <a:pt x="1274869" y="1661626"/>
                      <a:pt x="1254783" y="1670699"/>
                    </a:cubicBezTo>
                    <a:lnTo>
                      <a:pt x="1219117" y="1686780"/>
                    </a:lnTo>
                    <a:lnTo>
                      <a:pt x="1219117" y="1686780"/>
                    </a:lnTo>
                    <a:cubicBezTo>
                      <a:pt x="1200595" y="1695040"/>
                      <a:pt x="1175378" y="1714187"/>
                      <a:pt x="1153352" y="1731270"/>
                    </a:cubicBezTo>
                    <a:cubicBezTo>
                      <a:pt x="1128574" y="1750417"/>
                      <a:pt x="1093032" y="1746350"/>
                      <a:pt x="1073134" y="1722009"/>
                    </a:cubicBezTo>
                    <a:cubicBezTo>
                      <a:pt x="1068942" y="1716878"/>
                      <a:pt x="1064561" y="1711622"/>
                      <a:pt x="1060432" y="1706366"/>
                    </a:cubicBezTo>
                    <a:cubicBezTo>
                      <a:pt x="1041660" y="1683339"/>
                      <a:pt x="1043349" y="1649799"/>
                      <a:pt x="1064374" y="1628838"/>
                    </a:cubicBezTo>
                    <a:cubicBezTo>
                      <a:pt x="1180822" y="1512765"/>
                      <a:pt x="1153478" y="1515581"/>
                      <a:pt x="1032524" y="1474970"/>
                    </a:cubicBezTo>
                    <a:cubicBezTo>
                      <a:pt x="1002552" y="1464896"/>
                      <a:pt x="971453" y="1481979"/>
                      <a:pt x="960628" y="1511763"/>
                    </a:cubicBezTo>
                    <a:cubicBezTo>
                      <a:pt x="953432" y="1531349"/>
                      <a:pt x="935911" y="1531474"/>
                      <a:pt x="909881" y="1524904"/>
                    </a:cubicBezTo>
                    <a:cubicBezTo>
                      <a:pt x="878845" y="1517082"/>
                      <a:pt x="860073" y="1485608"/>
                      <a:pt x="867894" y="1454697"/>
                    </a:cubicBezTo>
                    <a:cubicBezTo>
                      <a:pt x="874027" y="1430294"/>
                      <a:pt x="881723" y="1400008"/>
                      <a:pt x="889545" y="1368972"/>
                    </a:cubicBezTo>
                    <a:cubicBezTo>
                      <a:pt x="903186" y="1315222"/>
                      <a:pt x="840863" y="1274987"/>
                      <a:pt x="797437" y="1309465"/>
                    </a:cubicBezTo>
                    <a:lnTo>
                      <a:pt x="795748" y="1310716"/>
                    </a:lnTo>
                    <a:cubicBezTo>
                      <a:pt x="783546" y="1320415"/>
                      <a:pt x="775850" y="1334682"/>
                      <a:pt x="774160" y="1350075"/>
                    </a:cubicBezTo>
                    <a:lnTo>
                      <a:pt x="741247" y="1671763"/>
                    </a:lnTo>
                    <a:cubicBezTo>
                      <a:pt x="737930" y="1704864"/>
                      <a:pt x="707207" y="1728454"/>
                      <a:pt x="674168" y="1722885"/>
                    </a:cubicBezTo>
                    <a:lnTo>
                      <a:pt x="596453" y="1709870"/>
                    </a:lnTo>
                    <a:cubicBezTo>
                      <a:pt x="593449" y="1709432"/>
                      <a:pt x="590383" y="1709119"/>
                      <a:pt x="587505" y="1709119"/>
                    </a:cubicBezTo>
                    <a:cubicBezTo>
                      <a:pt x="355171" y="1705802"/>
                      <a:pt x="448405" y="1828633"/>
                      <a:pt x="224519" y="1749854"/>
                    </a:cubicBezTo>
                    <a:cubicBezTo>
                      <a:pt x="215133" y="1746600"/>
                      <a:pt x="206686" y="1740968"/>
                      <a:pt x="200115" y="1733585"/>
                    </a:cubicBezTo>
                    <a:cubicBezTo>
                      <a:pt x="67836" y="1586288"/>
                      <a:pt x="214695" y="1518647"/>
                      <a:pt x="21532" y="1363215"/>
                    </a:cubicBezTo>
                    <a:cubicBezTo>
                      <a:pt x="2447" y="1347885"/>
                      <a:pt x="-4936" y="1321980"/>
                      <a:pt x="3386" y="1298953"/>
                    </a:cubicBezTo>
                    <a:cubicBezTo>
                      <a:pt x="25286" y="1239258"/>
                      <a:pt x="79099" y="1306587"/>
                      <a:pt x="127906" y="1348636"/>
                    </a:cubicBezTo>
                    <a:cubicBezTo>
                      <a:pt x="148931" y="1366782"/>
                      <a:pt x="179654" y="1367595"/>
                      <a:pt x="201555" y="1350513"/>
                    </a:cubicBezTo>
                    <a:cubicBezTo>
                      <a:pt x="223455" y="1333305"/>
                      <a:pt x="251112" y="1311530"/>
                      <a:pt x="266255" y="1299704"/>
                    </a:cubicBezTo>
                    <a:cubicBezTo>
                      <a:pt x="273952" y="1293634"/>
                      <a:pt x="283150" y="1289692"/>
                      <a:pt x="292849" y="1288065"/>
                    </a:cubicBezTo>
                    <a:cubicBezTo>
                      <a:pt x="378386" y="1274111"/>
                      <a:pt x="415867" y="1310967"/>
                      <a:pt x="450908" y="1370036"/>
                    </a:cubicBezTo>
                    <a:cubicBezTo>
                      <a:pt x="467865" y="1398694"/>
                      <a:pt x="506222" y="1406703"/>
                      <a:pt x="533442" y="1387431"/>
                    </a:cubicBezTo>
                    <a:cubicBezTo>
                      <a:pt x="684305" y="1280744"/>
                      <a:pt x="611032" y="1226181"/>
                      <a:pt x="540513" y="1071875"/>
                    </a:cubicBezTo>
                    <a:cubicBezTo>
                      <a:pt x="531565" y="1052102"/>
                      <a:pt x="534380" y="1028638"/>
                      <a:pt x="548209" y="1011868"/>
                    </a:cubicBezTo>
                    <a:cubicBezTo>
                      <a:pt x="626363" y="917508"/>
                      <a:pt x="749882" y="980018"/>
                      <a:pt x="854379" y="1009490"/>
                    </a:cubicBezTo>
                    <a:cubicBezTo>
                      <a:pt x="870648" y="1014058"/>
                      <a:pt x="888043" y="1011179"/>
                      <a:pt x="901997" y="1001669"/>
                    </a:cubicBezTo>
                    <a:cubicBezTo>
                      <a:pt x="921081" y="988841"/>
                      <a:pt x="949615" y="969569"/>
                      <a:pt x="974269" y="952987"/>
                    </a:cubicBezTo>
                    <a:cubicBezTo>
                      <a:pt x="1001550" y="934528"/>
                      <a:pt x="1007995" y="896921"/>
                      <a:pt x="988347" y="870453"/>
                    </a:cubicBezTo>
                    <a:cubicBezTo>
                      <a:pt x="929091" y="790422"/>
                      <a:pt x="923209" y="814638"/>
                      <a:pt x="876592" y="925142"/>
                    </a:cubicBezTo>
                    <a:cubicBezTo>
                      <a:pt x="870960" y="938282"/>
                      <a:pt x="860886" y="949295"/>
                      <a:pt x="847808" y="955052"/>
                    </a:cubicBezTo>
                    <a:cubicBezTo>
                      <a:pt x="775412" y="987339"/>
                      <a:pt x="729170" y="917007"/>
                      <a:pt x="700512" y="850743"/>
                    </a:cubicBezTo>
                    <a:cubicBezTo>
                      <a:pt x="689687" y="825400"/>
                      <a:pt x="662592" y="812197"/>
                      <a:pt x="635623" y="817516"/>
                    </a:cubicBezTo>
                    <a:cubicBezTo>
                      <a:pt x="616351" y="821271"/>
                      <a:pt x="597266" y="822084"/>
                      <a:pt x="579183" y="817954"/>
                    </a:cubicBezTo>
                    <a:cubicBezTo>
                      <a:pt x="535632" y="808130"/>
                      <a:pt x="519613" y="754380"/>
                      <a:pt x="550211" y="721905"/>
                    </a:cubicBezTo>
                    <a:cubicBezTo>
                      <a:pt x="564603" y="706574"/>
                      <a:pt x="580809" y="689429"/>
                      <a:pt x="595452" y="673974"/>
                    </a:cubicBezTo>
                    <a:cubicBezTo>
                      <a:pt x="614724" y="653450"/>
                      <a:pt x="645447" y="650759"/>
                      <a:pt x="669413" y="665401"/>
                    </a:cubicBezTo>
                    <a:cubicBezTo>
                      <a:pt x="746816" y="712519"/>
                      <a:pt x="926525" y="656516"/>
                      <a:pt x="1005930" y="644752"/>
                    </a:cubicBezTo>
                    <a:cubicBezTo>
                      <a:pt x="1017256" y="643063"/>
                      <a:pt x="1027831" y="638182"/>
                      <a:pt x="1036341" y="630360"/>
                    </a:cubicBezTo>
                    <a:cubicBezTo>
                      <a:pt x="1114557" y="558714"/>
                      <a:pt x="1391818" y="349095"/>
                      <a:pt x="1423855" y="231645"/>
                    </a:cubicBezTo>
                    <a:cubicBezTo>
                      <a:pt x="1432428" y="200609"/>
                      <a:pt x="1463151" y="180523"/>
                      <a:pt x="1494188" y="189158"/>
                    </a:cubicBezTo>
                    <a:cubicBezTo>
                      <a:pt x="1540679" y="202298"/>
                      <a:pt x="1585857" y="238841"/>
                      <a:pt x="1623401" y="275196"/>
                    </a:cubicBezTo>
                    <a:cubicBezTo>
                      <a:pt x="1650808" y="301852"/>
                      <a:pt x="1696111" y="294907"/>
                      <a:pt x="1714319" y="261242"/>
                    </a:cubicBezTo>
                    <a:cubicBezTo>
                      <a:pt x="1714632" y="260742"/>
                      <a:pt x="1714820" y="260304"/>
                      <a:pt x="1715133" y="259803"/>
                    </a:cubicBezTo>
                    <a:cubicBezTo>
                      <a:pt x="1725145" y="241344"/>
                      <a:pt x="1744292" y="229893"/>
                      <a:pt x="1765254" y="229580"/>
                    </a:cubicBezTo>
                    <a:cubicBezTo>
                      <a:pt x="1840654" y="228517"/>
                      <a:pt x="1954349" y="210120"/>
                      <a:pt x="2020051" y="193976"/>
                    </a:cubicBezTo>
                    <a:cubicBezTo>
                      <a:pt x="2028060" y="191974"/>
                      <a:pt x="2035444" y="188345"/>
                      <a:pt x="2041952" y="183276"/>
                    </a:cubicBezTo>
                    <a:cubicBezTo>
                      <a:pt x="2078119" y="154806"/>
                      <a:pt x="2206581" y="53562"/>
                      <a:pt x="2258329" y="12765"/>
                    </a:cubicBezTo>
                    <a:cubicBezTo>
                      <a:pt x="2272408" y="1627"/>
                      <a:pt x="2290930" y="-2440"/>
                      <a:pt x="2308200" y="2127"/>
                    </a:cubicBezTo>
                    <a:cubicBezTo>
                      <a:pt x="2351313" y="13391"/>
                      <a:pt x="2397053" y="29222"/>
                      <a:pt x="2441355" y="35354"/>
                    </a:cubicBezTo>
                    <a:lnTo>
                      <a:pt x="2441230" y="50246"/>
                    </a:lnTo>
                    <a:lnTo>
                      <a:pt x="2405689" y="94923"/>
                    </a:lnTo>
                    <a:cubicBezTo>
                      <a:pt x="2398805" y="103558"/>
                      <a:pt x="2398180" y="115635"/>
                      <a:pt x="2403999" y="125021"/>
                    </a:cubicBezTo>
                    <a:lnTo>
                      <a:pt x="2468699" y="227203"/>
                    </a:lnTo>
                    <a:cubicBezTo>
                      <a:pt x="2474957" y="237089"/>
                      <a:pt x="2487033" y="241594"/>
                      <a:pt x="2498297" y="238215"/>
                    </a:cubicBezTo>
                    <a:lnTo>
                      <a:pt x="2672687" y="184966"/>
                    </a:lnTo>
                    <a:lnTo>
                      <a:pt x="2826867" y="218693"/>
                    </a:lnTo>
                    <a:cubicBezTo>
                      <a:pt x="2834063" y="220257"/>
                      <a:pt x="2841572" y="218818"/>
                      <a:pt x="2847579" y="214500"/>
                    </a:cubicBezTo>
                    <a:lnTo>
                      <a:pt x="3012396" y="96988"/>
                    </a:lnTo>
                    <a:lnTo>
                      <a:pt x="3164073" y="94798"/>
                    </a:lnTo>
                    <a:cubicBezTo>
                      <a:pt x="3168328" y="94673"/>
                      <a:pt x="3172521" y="93672"/>
                      <a:pt x="3176275" y="91544"/>
                    </a:cubicBezTo>
                    <a:lnTo>
                      <a:pt x="3342782" y="0"/>
                    </a:lnTo>
                    <a:lnTo>
                      <a:pt x="3355797" y="121892"/>
                    </a:lnTo>
                    <a:lnTo>
                      <a:pt x="3331206" y="214813"/>
                    </a:lnTo>
                    <a:cubicBezTo>
                      <a:pt x="3329454" y="221383"/>
                      <a:pt x="3330392" y="228454"/>
                      <a:pt x="3333709" y="234398"/>
                    </a:cubicBezTo>
                    <a:lnTo>
                      <a:pt x="3428006" y="399216"/>
                    </a:lnTo>
                    <a:lnTo>
                      <a:pt x="3239348" y="370995"/>
                    </a:lnTo>
                    <a:cubicBezTo>
                      <a:pt x="3234030" y="370182"/>
                      <a:pt x="3228648" y="370995"/>
                      <a:pt x="3223705" y="373498"/>
                    </a:cubicBezTo>
                    <a:lnTo>
                      <a:pt x="3067836" y="452027"/>
                    </a:lnTo>
                    <a:cubicBezTo>
                      <a:pt x="3057011" y="457471"/>
                      <a:pt x="3051379" y="469610"/>
                      <a:pt x="3054320" y="481437"/>
                    </a:cubicBezTo>
                    <a:lnTo>
                      <a:pt x="3095368" y="650697"/>
                    </a:lnTo>
                    <a:lnTo>
                      <a:pt x="3096307" y="653825"/>
                    </a:lnTo>
                    <a:lnTo>
                      <a:pt x="3166013" y="843859"/>
                    </a:lnTo>
                    <a:cubicBezTo>
                      <a:pt x="3166951" y="846362"/>
                      <a:pt x="3168203" y="848740"/>
                      <a:pt x="3169892" y="850867"/>
                    </a:cubicBezTo>
                    <a:lnTo>
                      <a:pt x="3233154" y="932650"/>
                    </a:lnTo>
                    <a:lnTo>
                      <a:pt x="2971161" y="947981"/>
                    </a:lnTo>
                    <a:cubicBezTo>
                      <a:pt x="2963151" y="948419"/>
                      <a:pt x="2955830" y="952486"/>
                      <a:pt x="2951263" y="958994"/>
                    </a:cubicBezTo>
                    <a:lnTo>
                      <a:pt x="2881744" y="1058798"/>
                    </a:lnTo>
                    <a:cubicBezTo>
                      <a:pt x="2878115" y="1063991"/>
                      <a:pt x="2876550" y="1070374"/>
                      <a:pt x="2877239" y="1076694"/>
                    </a:cubicBezTo>
                    <a:lnTo>
                      <a:pt x="2892319" y="1203717"/>
                    </a:lnTo>
                    <a:cubicBezTo>
                      <a:pt x="2893383" y="1212790"/>
                      <a:pt x="2899202" y="1220674"/>
                      <a:pt x="2907649" y="1224428"/>
                    </a:cubicBezTo>
                    <a:lnTo>
                      <a:pt x="3007891" y="1268605"/>
                    </a:lnTo>
                    <a:close/>
                  </a:path>
                </a:pathLst>
              </a:custGeom>
              <a:solidFill>
                <a:srgbClr val="9DCEEF"/>
              </a:solidFill>
              <a:ln w="6252" cap="flat">
                <a:noFill/>
                <a:prstDash val="solid"/>
                <a:miter/>
              </a:ln>
            </p:spPr>
            <p:txBody>
              <a:bodyPr rtlCol="0" anchor="ctr"/>
              <a:lstStyle/>
              <a:p>
                <a:endParaRPr lang="fi-FI" sz="3200"/>
              </a:p>
            </p:txBody>
          </p:sp>
          <p:sp>
            <p:nvSpPr>
              <p:cNvPr id="12" name="Vapaamuotoinen: Muoto 11">
                <a:extLst>
                  <a:ext uri="{FF2B5EF4-FFF2-40B4-BE49-F238E27FC236}">
                    <a16:creationId xmlns:a16="http://schemas.microsoft.com/office/drawing/2014/main" id="{0E825527-AB82-D73E-3325-7C9037E01C49}"/>
                  </a:ext>
                  <a:ext uri="{C183D7F6-B498-43B3-948B-1728B52AA6E4}">
                    <adec:decorative xmlns:adec="http://schemas.microsoft.com/office/drawing/2017/decorative" val="1"/>
                  </a:ext>
                </a:extLst>
              </p:cNvPr>
              <p:cNvSpPr>
                <a:spLocks/>
              </p:cNvSpPr>
              <p:nvPr/>
            </p:nvSpPr>
            <p:spPr>
              <a:xfrm>
                <a:off x="5545267" y="3100929"/>
                <a:ext cx="1345951" cy="832469"/>
              </a:xfrm>
              <a:custGeom>
                <a:avLst/>
                <a:gdLst>
                  <a:gd name="connsiteX0" fmla="*/ 1555252 w 1562760"/>
                  <a:gd name="connsiteY0" fmla="*/ 550955 h 966565"/>
                  <a:gd name="connsiteX1" fmla="*/ 1562761 w 1562760"/>
                  <a:gd name="connsiteY1" fmla="*/ 577924 h 966565"/>
                  <a:gd name="connsiteX2" fmla="*/ 1501815 w 1562760"/>
                  <a:gd name="connsiteY2" fmla="*/ 585245 h 966565"/>
                  <a:gd name="connsiteX3" fmla="*/ 1343755 w 1562760"/>
                  <a:gd name="connsiteY3" fmla="*/ 543384 h 966565"/>
                  <a:gd name="connsiteX4" fmla="*/ 1304710 w 1562760"/>
                  <a:gd name="connsiteY4" fmla="*/ 638620 h 966565"/>
                  <a:gd name="connsiteX5" fmla="*/ 859753 w 1562760"/>
                  <a:gd name="connsiteY5" fmla="*/ 733606 h 966565"/>
                  <a:gd name="connsiteX6" fmla="*/ 809632 w 1562760"/>
                  <a:gd name="connsiteY6" fmla="*/ 708389 h 966565"/>
                  <a:gd name="connsiteX7" fmla="*/ 375438 w 1562760"/>
                  <a:gd name="connsiteY7" fmla="*/ 814763 h 966565"/>
                  <a:gd name="connsiteX8" fmla="*/ 348469 w 1562760"/>
                  <a:gd name="connsiteY8" fmla="*/ 818079 h 966565"/>
                  <a:gd name="connsiteX9" fmla="*/ 217629 w 1562760"/>
                  <a:gd name="connsiteY9" fmla="*/ 966565 h 966565"/>
                  <a:gd name="connsiteX10" fmla="*/ 106186 w 1562760"/>
                  <a:gd name="connsiteY10" fmla="*/ 884782 h 966565"/>
                  <a:gd name="connsiteX11" fmla="*/ 101306 w 1562760"/>
                  <a:gd name="connsiteY11" fmla="*/ 881841 h 966565"/>
                  <a:gd name="connsiteX12" fmla="*/ 12202 w 1562760"/>
                  <a:gd name="connsiteY12" fmla="*/ 842545 h 966565"/>
                  <a:gd name="connsiteX13" fmla="*/ 0 w 1562760"/>
                  <a:gd name="connsiteY13" fmla="*/ 740239 h 966565"/>
                  <a:gd name="connsiteX14" fmla="*/ 56566 w 1562760"/>
                  <a:gd name="connsiteY14" fmla="*/ 658956 h 966565"/>
                  <a:gd name="connsiteX15" fmla="*/ 355227 w 1562760"/>
                  <a:gd name="connsiteY15" fmla="*/ 641561 h 966565"/>
                  <a:gd name="connsiteX16" fmla="*/ 377441 w 1562760"/>
                  <a:gd name="connsiteY16" fmla="*/ 626356 h 966565"/>
                  <a:gd name="connsiteX17" fmla="*/ 374312 w 1562760"/>
                  <a:gd name="connsiteY17" fmla="*/ 599574 h 966565"/>
                  <a:gd name="connsiteX18" fmla="*/ 283393 w 1562760"/>
                  <a:gd name="connsiteY18" fmla="*/ 481937 h 966565"/>
                  <a:gd name="connsiteX19" fmla="*/ 215439 w 1562760"/>
                  <a:gd name="connsiteY19" fmla="*/ 296721 h 966565"/>
                  <a:gd name="connsiteX20" fmla="*/ 179585 w 1562760"/>
                  <a:gd name="connsiteY20" fmla="*/ 148986 h 966565"/>
                  <a:gd name="connsiteX21" fmla="*/ 309611 w 1562760"/>
                  <a:gd name="connsiteY21" fmla="*/ 83472 h 966565"/>
                  <a:gd name="connsiteX22" fmla="*/ 543196 w 1562760"/>
                  <a:gd name="connsiteY22" fmla="*/ 118451 h 966565"/>
                  <a:gd name="connsiteX23" fmla="*/ 544010 w 1562760"/>
                  <a:gd name="connsiteY23" fmla="*/ 118451 h 966565"/>
                  <a:gd name="connsiteX24" fmla="*/ 547013 w 1562760"/>
                  <a:gd name="connsiteY24" fmla="*/ 118764 h 966565"/>
                  <a:gd name="connsiteX25" fmla="*/ 550267 w 1562760"/>
                  <a:gd name="connsiteY25" fmla="*/ 118576 h 966565"/>
                  <a:gd name="connsiteX26" fmla="*/ 794677 w 1562760"/>
                  <a:gd name="connsiteY26" fmla="*/ 88353 h 966565"/>
                  <a:gd name="connsiteX27" fmla="*/ 809382 w 1562760"/>
                  <a:gd name="connsiteY27" fmla="*/ 81470 h 966565"/>
                  <a:gd name="connsiteX28" fmla="*/ 895732 w 1562760"/>
                  <a:gd name="connsiteY28" fmla="*/ 0 h 966565"/>
                  <a:gd name="connsiteX29" fmla="*/ 1052540 w 1562760"/>
                  <a:gd name="connsiteY29" fmla="*/ 49808 h 966565"/>
                  <a:gd name="connsiteX30" fmla="*/ 1119869 w 1562760"/>
                  <a:gd name="connsiteY30" fmla="*/ 111880 h 966565"/>
                  <a:gd name="connsiteX31" fmla="*/ 1134011 w 1562760"/>
                  <a:gd name="connsiteY31" fmla="*/ 118576 h 966565"/>
                  <a:gd name="connsiteX32" fmla="*/ 1348698 w 1562760"/>
                  <a:gd name="connsiteY32" fmla="*/ 147109 h 966565"/>
                  <a:gd name="connsiteX33" fmla="*/ 1555315 w 1562760"/>
                  <a:gd name="connsiteY33" fmla="*/ 550893 h 96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562760" h="966565">
                    <a:moveTo>
                      <a:pt x="1555252" y="550955"/>
                    </a:moveTo>
                    <a:lnTo>
                      <a:pt x="1562761" y="577924"/>
                    </a:lnTo>
                    <a:cubicBezTo>
                      <a:pt x="1545553" y="591565"/>
                      <a:pt x="1522339" y="595445"/>
                      <a:pt x="1501815" y="585245"/>
                    </a:cubicBezTo>
                    <a:cubicBezTo>
                      <a:pt x="1449629" y="559590"/>
                      <a:pt x="1396880" y="540255"/>
                      <a:pt x="1343755" y="543384"/>
                    </a:cubicBezTo>
                    <a:cubicBezTo>
                      <a:pt x="1296763" y="546074"/>
                      <a:pt x="1274800" y="602265"/>
                      <a:pt x="1304710" y="638620"/>
                    </a:cubicBezTo>
                    <a:cubicBezTo>
                      <a:pt x="1400008" y="754130"/>
                      <a:pt x="1000292" y="728600"/>
                      <a:pt x="859753" y="733606"/>
                    </a:cubicBezTo>
                    <a:cubicBezTo>
                      <a:pt x="839855" y="734357"/>
                      <a:pt x="821020" y="724846"/>
                      <a:pt x="809632" y="708389"/>
                    </a:cubicBezTo>
                    <a:cubicBezTo>
                      <a:pt x="726911" y="589125"/>
                      <a:pt x="777657" y="857876"/>
                      <a:pt x="375438" y="814763"/>
                    </a:cubicBezTo>
                    <a:cubicBezTo>
                      <a:pt x="366240" y="813824"/>
                      <a:pt x="356979" y="814888"/>
                      <a:pt x="348469" y="818079"/>
                    </a:cubicBezTo>
                    <a:cubicBezTo>
                      <a:pt x="287836" y="841106"/>
                      <a:pt x="239279" y="904242"/>
                      <a:pt x="217629" y="966565"/>
                    </a:cubicBezTo>
                    <a:lnTo>
                      <a:pt x="106186" y="884782"/>
                    </a:lnTo>
                    <a:cubicBezTo>
                      <a:pt x="104747" y="883656"/>
                      <a:pt x="103058" y="882717"/>
                      <a:pt x="101306" y="881841"/>
                    </a:cubicBezTo>
                    <a:lnTo>
                      <a:pt x="12202" y="842545"/>
                    </a:lnTo>
                    <a:lnTo>
                      <a:pt x="0" y="740239"/>
                    </a:lnTo>
                    <a:lnTo>
                      <a:pt x="56566" y="658956"/>
                    </a:lnTo>
                    <a:lnTo>
                      <a:pt x="355227" y="641561"/>
                    </a:lnTo>
                    <a:cubicBezTo>
                      <a:pt x="364801" y="640935"/>
                      <a:pt x="373373" y="635116"/>
                      <a:pt x="377441" y="626356"/>
                    </a:cubicBezTo>
                    <a:cubicBezTo>
                      <a:pt x="381382" y="617595"/>
                      <a:pt x="380256" y="607271"/>
                      <a:pt x="374312" y="599574"/>
                    </a:cubicBezTo>
                    <a:lnTo>
                      <a:pt x="283393" y="481937"/>
                    </a:lnTo>
                    <a:lnTo>
                      <a:pt x="215439" y="296721"/>
                    </a:lnTo>
                    <a:lnTo>
                      <a:pt x="179585" y="148986"/>
                    </a:lnTo>
                    <a:lnTo>
                      <a:pt x="309611" y="83472"/>
                    </a:lnTo>
                    <a:lnTo>
                      <a:pt x="543196" y="118451"/>
                    </a:lnTo>
                    <a:cubicBezTo>
                      <a:pt x="543196" y="118451"/>
                      <a:pt x="543822" y="118451"/>
                      <a:pt x="544010" y="118451"/>
                    </a:cubicBezTo>
                    <a:cubicBezTo>
                      <a:pt x="545074" y="118638"/>
                      <a:pt x="546012" y="118764"/>
                      <a:pt x="547013" y="118764"/>
                    </a:cubicBezTo>
                    <a:cubicBezTo>
                      <a:pt x="548014" y="118764"/>
                      <a:pt x="549203" y="118638"/>
                      <a:pt x="550267" y="118576"/>
                    </a:cubicBezTo>
                    <a:lnTo>
                      <a:pt x="794677" y="88353"/>
                    </a:lnTo>
                    <a:cubicBezTo>
                      <a:pt x="800184" y="87727"/>
                      <a:pt x="805314" y="85349"/>
                      <a:pt x="809382" y="81470"/>
                    </a:cubicBezTo>
                    <a:lnTo>
                      <a:pt x="895732" y="0"/>
                    </a:lnTo>
                    <a:lnTo>
                      <a:pt x="1052540" y="49808"/>
                    </a:lnTo>
                    <a:lnTo>
                      <a:pt x="1119869" y="111880"/>
                    </a:lnTo>
                    <a:cubicBezTo>
                      <a:pt x="1123811" y="115510"/>
                      <a:pt x="1128754" y="117825"/>
                      <a:pt x="1134011" y="118576"/>
                    </a:cubicBezTo>
                    <a:lnTo>
                      <a:pt x="1348698" y="147109"/>
                    </a:lnTo>
                    <a:lnTo>
                      <a:pt x="1555315" y="550893"/>
                    </a:lnTo>
                    <a:close/>
                  </a:path>
                </a:pathLst>
              </a:custGeom>
              <a:solidFill>
                <a:srgbClr val="9DCEEF"/>
              </a:solidFill>
              <a:ln w="6252" cap="flat">
                <a:noFill/>
                <a:prstDash val="solid"/>
                <a:miter/>
              </a:ln>
            </p:spPr>
            <p:txBody>
              <a:bodyPr rtlCol="0" anchor="ctr"/>
              <a:lstStyle/>
              <a:p>
                <a:endParaRPr lang="fi-FI" sz="3200"/>
              </a:p>
            </p:txBody>
          </p:sp>
          <p:sp>
            <p:nvSpPr>
              <p:cNvPr id="13" name="Vapaamuotoinen: Muoto 12">
                <a:extLst>
                  <a:ext uri="{FF2B5EF4-FFF2-40B4-BE49-F238E27FC236}">
                    <a16:creationId xmlns:a16="http://schemas.microsoft.com/office/drawing/2014/main" id="{7D0D8F31-36E9-CD80-DE1C-609D2FD903AE}"/>
                  </a:ext>
                  <a:ext uri="{C183D7F6-B498-43B3-948B-1728B52AA6E4}">
                    <adec:decorative xmlns:adec="http://schemas.microsoft.com/office/drawing/2017/decorative" val="1"/>
                  </a:ext>
                </a:extLst>
              </p:cNvPr>
              <p:cNvSpPr>
                <a:spLocks/>
              </p:cNvSpPr>
              <p:nvPr/>
            </p:nvSpPr>
            <p:spPr>
              <a:xfrm>
                <a:off x="5104071" y="401455"/>
                <a:ext cx="1864967" cy="2755413"/>
              </a:xfrm>
              <a:custGeom>
                <a:avLst/>
                <a:gdLst>
                  <a:gd name="connsiteX0" fmla="*/ 2165256 w 2165381"/>
                  <a:gd name="connsiteY0" fmla="*/ 2205104 h 3199263"/>
                  <a:gd name="connsiteX1" fmla="*/ 2012828 w 2165381"/>
                  <a:gd name="connsiteY1" fmla="*/ 2381685 h 3199263"/>
                  <a:gd name="connsiteX2" fmla="*/ 1942496 w 2165381"/>
                  <a:gd name="connsiteY2" fmla="*/ 2381685 h 3199263"/>
                  <a:gd name="connsiteX3" fmla="*/ 1923662 w 2165381"/>
                  <a:gd name="connsiteY3" fmla="*/ 2389820 h 3199263"/>
                  <a:gd name="connsiteX4" fmla="*/ 1735818 w 2165381"/>
                  <a:gd name="connsiteY4" fmla="*/ 2588614 h 3199263"/>
                  <a:gd name="connsiteX5" fmla="*/ 1557172 w 2165381"/>
                  <a:gd name="connsiteY5" fmla="*/ 2588614 h 3199263"/>
                  <a:gd name="connsiteX6" fmla="*/ 1541967 w 2165381"/>
                  <a:gd name="connsiteY6" fmla="*/ 2593495 h 3199263"/>
                  <a:gd name="connsiteX7" fmla="*/ 1349242 w 2165381"/>
                  <a:gd name="connsiteY7" fmla="*/ 2731343 h 3199263"/>
                  <a:gd name="connsiteX8" fmla="*/ 1340169 w 2165381"/>
                  <a:gd name="connsiteY8" fmla="*/ 2743107 h 3199263"/>
                  <a:gd name="connsiteX9" fmla="*/ 1274967 w 2165381"/>
                  <a:gd name="connsiteY9" fmla="*/ 2911365 h 3199263"/>
                  <a:gd name="connsiteX10" fmla="*/ 1273215 w 2165381"/>
                  <a:gd name="connsiteY10" fmla="*/ 2921565 h 3199263"/>
                  <a:gd name="connsiteX11" fmla="*/ 1278972 w 2165381"/>
                  <a:gd name="connsiteY11" fmla="*/ 3105780 h 3199263"/>
                  <a:gd name="connsiteX12" fmla="*/ 1304940 w 2165381"/>
                  <a:gd name="connsiteY12" fmla="*/ 3130997 h 3199263"/>
                  <a:gd name="connsiteX13" fmla="*/ 1335788 w 2165381"/>
                  <a:gd name="connsiteY13" fmla="*/ 3130997 h 3199263"/>
                  <a:gd name="connsiteX14" fmla="*/ 1292237 w 2165381"/>
                  <a:gd name="connsiteY14" fmla="*/ 3172170 h 3199263"/>
                  <a:gd name="connsiteX15" fmla="*/ 1073483 w 2165381"/>
                  <a:gd name="connsiteY15" fmla="*/ 3199264 h 3199263"/>
                  <a:gd name="connsiteX16" fmla="*/ 966482 w 2165381"/>
                  <a:gd name="connsiteY16" fmla="*/ 3012045 h 3199263"/>
                  <a:gd name="connsiteX17" fmla="*/ 989635 w 2165381"/>
                  <a:gd name="connsiteY17" fmla="*/ 2924819 h 3199263"/>
                  <a:gd name="connsiteX18" fmla="*/ 990385 w 2165381"/>
                  <a:gd name="connsiteY18" fmla="*/ 2915308 h 3199263"/>
                  <a:gd name="connsiteX19" fmla="*/ 972802 w 2165381"/>
                  <a:gd name="connsiteY19" fmla="*/ 2749740 h 3199263"/>
                  <a:gd name="connsiteX20" fmla="*/ 958974 w 2165381"/>
                  <a:gd name="connsiteY20" fmla="*/ 2729403 h 3199263"/>
                  <a:gd name="connsiteX21" fmla="*/ 934382 w 2165381"/>
                  <a:gd name="connsiteY21" fmla="*/ 2729591 h 3199263"/>
                  <a:gd name="connsiteX22" fmla="*/ 739155 w 2165381"/>
                  <a:gd name="connsiteY22" fmla="*/ 2836904 h 3199263"/>
                  <a:gd name="connsiteX23" fmla="*/ 585914 w 2165381"/>
                  <a:gd name="connsiteY23" fmla="*/ 2839094 h 3199263"/>
                  <a:gd name="connsiteX24" fmla="*/ 571209 w 2165381"/>
                  <a:gd name="connsiteY24" fmla="*/ 2843974 h 3199263"/>
                  <a:gd name="connsiteX25" fmla="*/ 409082 w 2165381"/>
                  <a:gd name="connsiteY25" fmla="*/ 2959421 h 3199263"/>
                  <a:gd name="connsiteX26" fmla="*/ 259470 w 2165381"/>
                  <a:gd name="connsiteY26" fmla="*/ 2926696 h 3199263"/>
                  <a:gd name="connsiteX27" fmla="*/ 246267 w 2165381"/>
                  <a:gd name="connsiteY27" fmla="*/ 2927196 h 3199263"/>
                  <a:gd name="connsiteX28" fmla="*/ 84391 w 2165381"/>
                  <a:gd name="connsiteY28" fmla="*/ 2976567 h 3199263"/>
                  <a:gd name="connsiteX29" fmla="*/ 40340 w 2165381"/>
                  <a:gd name="connsiteY29" fmla="*/ 2906798 h 3199263"/>
                  <a:gd name="connsiteX30" fmla="*/ 69937 w 2165381"/>
                  <a:gd name="connsiteY30" fmla="*/ 2869629 h 3199263"/>
                  <a:gd name="connsiteX31" fmla="*/ 75568 w 2165381"/>
                  <a:gd name="connsiteY31" fmla="*/ 2853673 h 3199263"/>
                  <a:gd name="connsiteX32" fmla="*/ 75756 w 2165381"/>
                  <a:gd name="connsiteY32" fmla="*/ 2831272 h 3199263"/>
                  <a:gd name="connsiteX33" fmla="*/ 136827 w 2165381"/>
                  <a:gd name="connsiteY33" fmla="*/ 2812312 h 3199263"/>
                  <a:gd name="connsiteX34" fmla="*/ 163295 w 2165381"/>
                  <a:gd name="connsiteY34" fmla="*/ 2758062 h 3199263"/>
                  <a:gd name="connsiteX35" fmla="*/ 45783 w 2165381"/>
                  <a:gd name="connsiteY35" fmla="*/ 2432307 h 3199263"/>
                  <a:gd name="connsiteX36" fmla="*/ 103601 w 2165381"/>
                  <a:gd name="connsiteY36" fmla="*/ 2374364 h 3199263"/>
                  <a:gd name="connsiteX37" fmla="*/ 181629 w 2165381"/>
                  <a:gd name="connsiteY37" fmla="*/ 2199973 h 3199263"/>
                  <a:gd name="connsiteX38" fmla="*/ 247581 w 2165381"/>
                  <a:gd name="connsiteY38" fmla="*/ 2195405 h 3199263"/>
                  <a:gd name="connsiteX39" fmla="*/ 403638 w 2165381"/>
                  <a:gd name="connsiteY39" fmla="*/ 2120193 h 3199263"/>
                  <a:gd name="connsiteX40" fmla="*/ 424913 w 2165381"/>
                  <a:gd name="connsiteY40" fmla="*/ 2080521 h 3199263"/>
                  <a:gd name="connsiteX41" fmla="*/ 455199 w 2165381"/>
                  <a:gd name="connsiteY41" fmla="*/ 1752263 h 3199263"/>
                  <a:gd name="connsiteX42" fmla="*/ 474909 w 2165381"/>
                  <a:gd name="connsiteY42" fmla="*/ 1714031 h 3199263"/>
                  <a:gd name="connsiteX43" fmla="*/ 597740 w 2165381"/>
                  <a:gd name="connsiteY43" fmla="*/ 1258750 h 3199263"/>
                  <a:gd name="connsiteX44" fmla="*/ 539484 w 2165381"/>
                  <a:gd name="connsiteY44" fmla="*/ 1213134 h 3199263"/>
                  <a:gd name="connsiteX45" fmla="*/ 419344 w 2165381"/>
                  <a:gd name="connsiteY45" fmla="*/ 996945 h 3199263"/>
                  <a:gd name="connsiteX46" fmla="*/ 475597 w 2165381"/>
                  <a:gd name="connsiteY46" fmla="*/ 965158 h 3199263"/>
                  <a:gd name="connsiteX47" fmla="*/ 819499 w 2165381"/>
                  <a:gd name="connsiteY47" fmla="*/ 897641 h 3199263"/>
                  <a:gd name="connsiteX48" fmla="*/ 843965 w 2165381"/>
                  <a:gd name="connsiteY48" fmla="*/ 833879 h 3199263"/>
                  <a:gd name="connsiteX49" fmla="*/ 789464 w 2165381"/>
                  <a:gd name="connsiteY49" fmla="*/ 633208 h 3199263"/>
                  <a:gd name="connsiteX50" fmla="*/ 836956 w 2165381"/>
                  <a:gd name="connsiteY50" fmla="*/ 560936 h 3199263"/>
                  <a:gd name="connsiteX51" fmla="*/ 857918 w 2165381"/>
                  <a:gd name="connsiteY51" fmla="*/ 557807 h 3199263"/>
                  <a:gd name="connsiteX52" fmla="*/ 907539 w 2165381"/>
                  <a:gd name="connsiteY52" fmla="*/ 503869 h 3199263"/>
                  <a:gd name="connsiteX53" fmla="*/ 978997 w 2165381"/>
                  <a:gd name="connsiteY53" fmla="*/ 291121 h 3199263"/>
                  <a:gd name="connsiteX54" fmla="*/ 950839 w 2165381"/>
                  <a:gd name="connsiteY54" fmla="*/ 210402 h 3199263"/>
                  <a:gd name="connsiteX55" fmla="*/ 919678 w 2165381"/>
                  <a:gd name="connsiteY55" fmla="*/ 26938 h 3199263"/>
                  <a:gd name="connsiteX56" fmla="*/ 986130 w 2165381"/>
                  <a:gd name="connsiteY56" fmla="*/ 2660 h 3199263"/>
                  <a:gd name="connsiteX57" fmla="*/ 1081429 w 2165381"/>
                  <a:gd name="connsiteY57" fmla="*/ 24435 h 3199263"/>
                  <a:gd name="connsiteX58" fmla="*/ 1181546 w 2165381"/>
                  <a:gd name="connsiteY58" fmla="*/ 91513 h 3199263"/>
                  <a:gd name="connsiteX59" fmla="*/ 1287795 w 2165381"/>
                  <a:gd name="connsiteY59" fmla="*/ 164036 h 3199263"/>
                  <a:gd name="connsiteX60" fmla="*/ 1514372 w 2165381"/>
                  <a:gd name="connsiteY60" fmla="*/ 594162 h 3199263"/>
                  <a:gd name="connsiteX61" fmla="*/ 1517375 w 2165381"/>
                  <a:gd name="connsiteY61" fmla="*/ 598668 h 3199263"/>
                  <a:gd name="connsiteX62" fmla="*/ 1681254 w 2165381"/>
                  <a:gd name="connsiteY62" fmla="*/ 796398 h 3199263"/>
                  <a:gd name="connsiteX63" fmla="*/ 1745454 w 2165381"/>
                  <a:gd name="connsiteY63" fmla="*/ 1005204 h 3199263"/>
                  <a:gd name="connsiteX64" fmla="*/ 1645650 w 2165381"/>
                  <a:gd name="connsiteY64" fmla="*/ 1352046 h 3199263"/>
                  <a:gd name="connsiteX65" fmla="*/ 1644711 w 2165381"/>
                  <a:gd name="connsiteY65" fmla="*/ 1361620 h 3199263"/>
                  <a:gd name="connsiteX66" fmla="*/ 1658853 w 2165381"/>
                  <a:gd name="connsiteY66" fmla="*/ 1511858 h 3199263"/>
                  <a:gd name="connsiteX67" fmla="*/ 1664359 w 2165381"/>
                  <a:gd name="connsiteY67" fmla="*/ 1525624 h 3199263"/>
                  <a:gd name="connsiteX68" fmla="*/ 1860025 w 2165381"/>
                  <a:gd name="connsiteY68" fmla="*/ 1770848 h 3199263"/>
                  <a:gd name="connsiteX69" fmla="*/ 1862841 w 2165381"/>
                  <a:gd name="connsiteY69" fmla="*/ 2161428 h 3199263"/>
                  <a:gd name="connsiteX70" fmla="*/ 1875668 w 2165381"/>
                  <a:gd name="connsiteY70" fmla="*/ 2183704 h 3199263"/>
                  <a:gd name="connsiteX71" fmla="*/ 1901386 w 2165381"/>
                  <a:gd name="connsiteY71" fmla="*/ 2184142 h 3199263"/>
                  <a:gd name="connsiteX72" fmla="*/ 2036919 w 2165381"/>
                  <a:gd name="connsiteY72" fmla="*/ 2109993 h 3199263"/>
                  <a:gd name="connsiteX73" fmla="*/ 2165381 w 2165381"/>
                  <a:gd name="connsiteY73" fmla="*/ 2205229 h 3199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2165381" h="3199263">
                    <a:moveTo>
                      <a:pt x="2165256" y="2205104"/>
                    </a:moveTo>
                    <a:lnTo>
                      <a:pt x="2012828" y="2381685"/>
                    </a:lnTo>
                    <a:lnTo>
                      <a:pt x="1942496" y="2381685"/>
                    </a:lnTo>
                    <a:cubicBezTo>
                      <a:pt x="1935426" y="2381685"/>
                      <a:pt x="1928542" y="2384626"/>
                      <a:pt x="1923662" y="2389820"/>
                    </a:cubicBezTo>
                    <a:lnTo>
                      <a:pt x="1735818" y="2588614"/>
                    </a:lnTo>
                    <a:lnTo>
                      <a:pt x="1557172" y="2588614"/>
                    </a:lnTo>
                    <a:cubicBezTo>
                      <a:pt x="1551665" y="2588614"/>
                      <a:pt x="1546472" y="2590303"/>
                      <a:pt x="1541967" y="2593495"/>
                    </a:cubicBezTo>
                    <a:lnTo>
                      <a:pt x="1349242" y="2731343"/>
                    </a:lnTo>
                    <a:cubicBezTo>
                      <a:pt x="1345174" y="2734284"/>
                      <a:pt x="1341920" y="2738351"/>
                      <a:pt x="1340169" y="2743107"/>
                    </a:cubicBezTo>
                    <a:lnTo>
                      <a:pt x="1274967" y="2911365"/>
                    </a:lnTo>
                    <a:cubicBezTo>
                      <a:pt x="1273716" y="2914619"/>
                      <a:pt x="1273090" y="2918061"/>
                      <a:pt x="1273215" y="2921565"/>
                    </a:cubicBezTo>
                    <a:lnTo>
                      <a:pt x="1278972" y="3105780"/>
                    </a:lnTo>
                    <a:cubicBezTo>
                      <a:pt x="1279410" y="3119859"/>
                      <a:pt x="1290861" y="3130997"/>
                      <a:pt x="1304940" y="3130997"/>
                    </a:cubicBezTo>
                    <a:lnTo>
                      <a:pt x="1335788" y="3130997"/>
                    </a:lnTo>
                    <a:lnTo>
                      <a:pt x="1292237" y="3172170"/>
                    </a:lnTo>
                    <a:lnTo>
                      <a:pt x="1073483" y="3199264"/>
                    </a:lnTo>
                    <a:lnTo>
                      <a:pt x="966482" y="3012045"/>
                    </a:lnTo>
                    <a:lnTo>
                      <a:pt x="989635" y="2924819"/>
                    </a:lnTo>
                    <a:cubicBezTo>
                      <a:pt x="990448" y="2921690"/>
                      <a:pt x="990698" y="2918561"/>
                      <a:pt x="990385" y="2915308"/>
                    </a:cubicBezTo>
                    <a:lnTo>
                      <a:pt x="972802" y="2749740"/>
                    </a:lnTo>
                    <a:cubicBezTo>
                      <a:pt x="971864" y="2740979"/>
                      <a:pt x="966670" y="2733408"/>
                      <a:pt x="958974" y="2729403"/>
                    </a:cubicBezTo>
                    <a:cubicBezTo>
                      <a:pt x="951277" y="2725336"/>
                      <a:pt x="942017" y="2725461"/>
                      <a:pt x="934382" y="2729591"/>
                    </a:cubicBezTo>
                    <a:lnTo>
                      <a:pt x="739155" y="2836904"/>
                    </a:lnTo>
                    <a:lnTo>
                      <a:pt x="585914" y="2839094"/>
                    </a:lnTo>
                    <a:cubicBezTo>
                      <a:pt x="580595" y="2839219"/>
                      <a:pt x="575526" y="2840846"/>
                      <a:pt x="571209" y="2843974"/>
                    </a:cubicBezTo>
                    <a:lnTo>
                      <a:pt x="409082" y="2959421"/>
                    </a:lnTo>
                    <a:lnTo>
                      <a:pt x="259470" y="2926696"/>
                    </a:lnTo>
                    <a:cubicBezTo>
                      <a:pt x="255090" y="2925632"/>
                      <a:pt x="250522" y="2925882"/>
                      <a:pt x="246267" y="2927196"/>
                    </a:cubicBezTo>
                    <a:lnTo>
                      <a:pt x="84391" y="2976567"/>
                    </a:lnTo>
                    <a:lnTo>
                      <a:pt x="40340" y="2906798"/>
                    </a:lnTo>
                    <a:lnTo>
                      <a:pt x="69937" y="2869629"/>
                    </a:lnTo>
                    <a:cubicBezTo>
                      <a:pt x="73566" y="2865124"/>
                      <a:pt x="75568" y="2859555"/>
                      <a:pt x="75568" y="2853673"/>
                    </a:cubicBezTo>
                    <a:lnTo>
                      <a:pt x="75756" y="2831272"/>
                    </a:lnTo>
                    <a:cubicBezTo>
                      <a:pt x="97093" y="2829520"/>
                      <a:pt x="117617" y="2823763"/>
                      <a:pt x="136827" y="2812312"/>
                    </a:cubicBezTo>
                    <a:cubicBezTo>
                      <a:pt x="155474" y="2801175"/>
                      <a:pt x="165611" y="2779587"/>
                      <a:pt x="163295" y="2758062"/>
                    </a:cubicBezTo>
                    <a:cubicBezTo>
                      <a:pt x="132072" y="2471540"/>
                      <a:pt x="-95381" y="2431681"/>
                      <a:pt x="45783" y="2432307"/>
                    </a:cubicBezTo>
                    <a:cubicBezTo>
                      <a:pt x="77633" y="2432432"/>
                      <a:pt x="103914" y="2406339"/>
                      <a:pt x="103601" y="2374364"/>
                    </a:cubicBezTo>
                    <a:cubicBezTo>
                      <a:pt x="102662" y="2300716"/>
                      <a:pt x="121121" y="2247591"/>
                      <a:pt x="181629" y="2199973"/>
                    </a:cubicBezTo>
                    <a:cubicBezTo>
                      <a:pt x="200464" y="2185081"/>
                      <a:pt x="227370" y="2182578"/>
                      <a:pt x="247581" y="2195405"/>
                    </a:cubicBezTo>
                    <a:cubicBezTo>
                      <a:pt x="297389" y="2226942"/>
                      <a:pt x="357460" y="2156547"/>
                      <a:pt x="403638" y="2120193"/>
                    </a:cubicBezTo>
                    <a:cubicBezTo>
                      <a:pt x="415903" y="2110494"/>
                      <a:pt x="423412" y="2096102"/>
                      <a:pt x="424913" y="2080521"/>
                    </a:cubicBezTo>
                    <a:cubicBezTo>
                      <a:pt x="431483" y="2010189"/>
                      <a:pt x="449004" y="1819779"/>
                      <a:pt x="455199" y="1752263"/>
                    </a:cubicBezTo>
                    <a:cubicBezTo>
                      <a:pt x="456575" y="1737371"/>
                      <a:pt x="463646" y="1723793"/>
                      <a:pt x="474909" y="1714031"/>
                    </a:cubicBezTo>
                    <a:cubicBezTo>
                      <a:pt x="592296" y="1611912"/>
                      <a:pt x="628275" y="1411678"/>
                      <a:pt x="597740" y="1258750"/>
                    </a:cubicBezTo>
                    <a:cubicBezTo>
                      <a:pt x="592233" y="1231468"/>
                      <a:pt x="567329" y="1212258"/>
                      <a:pt x="539484" y="1213134"/>
                    </a:cubicBezTo>
                    <a:cubicBezTo>
                      <a:pt x="272485" y="1220518"/>
                      <a:pt x="305837" y="1223647"/>
                      <a:pt x="419344" y="996945"/>
                    </a:cubicBezTo>
                    <a:cubicBezTo>
                      <a:pt x="429857" y="975920"/>
                      <a:pt x="452132" y="963593"/>
                      <a:pt x="475597" y="965158"/>
                    </a:cubicBezTo>
                    <a:cubicBezTo>
                      <a:pt x="580094" y="972353"/>
                      <a:pt x="730707" y="953894"/>
                      <a:pt x="819499" y="897641"/>
                    </a:cubicBezTo>
                    <a:cubicBezTo>
                      <a:pt x="840836" y="884126"/>
                      <a:pt x="850660" y="858158"/>
                      <a:pt x="843965" y="833879"/>
                    </a:cubicBezTo>
                    <a:cubicBezTo>
                      <a:pt x="830449" y="783884"/>
                      <a:pt x="805920" y="693966"/>
                      <a:pt x="789464" y="633208"/>
                    </a:cubicBezTo>
                    <a:cubicBezTo>
                      <a:pt x="780265" y="599794"/>
                      <a:pt x="802604" y="565879"/>
                      <a:pt x="836956" y="560936"/>
                    </a:cubicBezTo>
                    <a:lnTo>
                      <a:pt x="857918" y="557807"/>
                    </a:lnTo>
                    <a:cubicBezTo>
                      <a:pt x="885200" y="553865"/>
                      <a:pt x="906600" y="531339"/>
                      <a:pt x="907539" y="503869"/>
                    </a:cubicBezTo>
                    <a:cubicBezTo>
                      <a:pt x="909917" y="437167"/>
                      <a:pt x="945270" y="354257"/>
                      <a:pt x="978997" y="291121"/>
                    </a:cubicBezTo>
                    <a:cubicBezTo>
                      <a:pt x="995016" y="261149"/>
                      <a:pt x="982126" y="223730"/>
                      <a:pt x="950839" y="210402"/>
                    </a:cubicBezTo>
                    <a:cubicBezTo>
                      <a:pt x="830386" y="158717"/>
                      <a:pt x="848220" y="140007"/>
                      <a:pt x="919678" y="26938"/>
                    </a:cubicBezTo>
                    <a:cubicBezTo>
                      <a:pt x="933757" y="4662"/>
                      <a:pt x="960913" y="-5162"/>
                      <a:pt x="986130" y="2660"/>
                    </a:cubicBezTo>
                    <a:cubicBezTo>
                      <a:pt x="1014664" y="11608"/>
                      <a:pt x="1047202" y="18929"/>
                      <a:pt x="1081429" y="24435"/>
                    </a:cubicBezTo>
                    <a:lnTo>
                      <a:pt x="1181546" y="91513"/>
                    </a:lnTo>
                    <a:lnTo>
                      <a:pt x="1287795" y="164036"/>
                    </a:lnTo>
                    <a:lnTo>
                      <a:pt x="1514372" y="594162"/>
                    </a:lnTo>
                    <a:cubicBezTo>
                      <a:pt x="1515185" y="595727"/>
                      <a:pt x="1516249" y="597166"/>
                      <a:pt x="1517375" y="598668"/>
                    </a:cubicBezTo>
                    <a:lnTo>
                      <a:pt x="1681254" y="796398"/>
                    </a:lnTo>
                    <a:lnTo>
                      <a:pt x="1745454" y="1005204"/>
                    </a:lnTo>
                    <a:lnTo>
                      <a:pt x="1645650" y="1352046"/>
                    </a:lnTo>
                    <a:cubicBezTo>
                      <a:pt x="1644711" y="1355175"/>
                      <a:pt x="1644398" y="1358429"/>
                      <a:pt x="1644711" y="1361620"/>
                    </a:cubicBezTo>
                    <a:lnTo>
                      <a:pt x="1658853" y="1511858"/>
                    </a:lnTo>
                    <a:cubicBezTo>
                      <a:pt x="1659291" y="1516864"/>
                      <a:pt x="1661231" y="1521619"/>
                      <a:pt x="1664359" y="1525624"/>
                    </a:cubicBezTo>
                    <a:lnTo>
                      <a:pt x="1860025" y="1770848"/>
                    </a:lnTo>
                    <a:lnTo>
                      <a:pt x="1862841" y="2161428"/>
                    </a:lnTo>
                    <a:cubicBezTo>
                      <a:pt x="1862841" y="2170626"/>
                      <a:pt x="1867722" y="2179011"/>
                      <a:pt x="1875668" y="2183704"/>
                    </a:cubicBezTo>
                    <a:cubicBezTo>
                      <a:pt x="1883615" y="2188272"/>
                      <a:pt x="1893251" y="2188522"/>
                      <a:pt x="1901386" y="2184142"/>
                    </a:cubicBezTo>
                    <a:lnTo>
                      <a:pt x="2036919" y="2109993"/>
                    </a:lnTo>
                    <a:lnTo>
                      <a:pt x="2165381" y="2205229"/>
                    </a:lnTo>
                    <a:close/>
                  </a:path>
                </a:pathLst>
              </a:custGeom>
              <a:solidFill>
                <a:srgbClr val="9DCEEF"/>
              </a:solidFill>
              <a:ln w="6252" cap="flat">
                <a:noFill/>
                <a:prstDash val="solid"/>
                <a:miter/>
              </a:ln>
            </p:spPr>
            <p:txBody>
              <a:bodyPr rtlCol="0" anchor="ctr"/>
              <a:lstStyle/>
              <a:p>
                <a:endParaRPr lang="fi-FI" sz="3200"/>
              </a:p>
            </p:txBody>
          </p:sp>
          <p:sp>
            <p:nvSpPr>
              <p:cNvPr id="14" name="Vapaamuotoinen: Muoto 13">
                <a:extLst>
                  <a:ext uri="{FF2B5EF4-FFF2-40B4-BE49-F238E27FC236}">
                    <a16:creationId xmlns:a16="http://schemas.microsoft.com/office/drawing/2014/main" id="{AFED0D1C-C55D-7C3E-8669-A2977D6845A7}"/>
                  </a:ext>
                  <a:ext uri="{C183D7F6-B498-43B3-948B-1728B52AA6E4}">
                    <adec:decorative xmlns:adec="http://schemas.microsoft.com/office/drawing/2017/decorative" val="1"/>
                  </a:ext>
                </a:extLst>
              </p:cNvPr>
              <p:cNvSpPr>
                <a:spLocks/>
              </p:cNvSpPr>
              <p:nvPr/>
            </p:nvSpPr>
            <p:spPr>
              <a:xfrm>
                <a:off x="6245539" y="2340730"/>
                <a:ext cx="856289" cy="1223993"/>
              </a:xfrm>
              <a:custGeom>
                <a:avLst/>
                <a:gdLst>
                  <a:gd name="connsiteX0" fmla="*/ 815263 w 994222"/>
                  <a:gd name="connsiteY0" fmla="*/ 610775 h 1421157"/>
                  <a:gd name="connsiteX1" fmla="*/ 994222 w 994222"/>
                  <a:gd name="connsiteY1" fmla="*/ 1052916 h 1421157"/>
                  <a:gd name="connsiteX2" fmla="*/ 965126 w 994222"/>
                  <a:gd name="connsiteY2" fmla="*/ 1240009 h 1421157"/>
                  <a:gd name="connsiteX3" fmla="*/ 924391 w 994222"/>
                  <a:gd name="connsiteY3" fmla="*/ 1363153 h 1421157"/>
                  <a:gd name="connsiteX4" fmla="*/ 879901 w 994222"/>
                  <a:gd name="connsiteY4" fmla="*/ 1399820 h 1421157"/>
                  <a:gd name="connsiteX5" fmla="*/ 792800 w 994222"/>
                  <a:gd name="connsiteY5" fmla="*/ 1421158 h 1421157"/>
                  <a:gd name="connsiteX6" fmla="*/ 791673 w 994222"/>
                  <a:gd name="connsiteY6" fmla="*/ 1417091 h 1421157"/>
                  <a:gd name="connsiteX7" fmla="*/ 789671 w 994222"/>
                  <a:gd name="connsiteY7" fmla="*/ 1412210 h 1421157"/>
                  <a:gd name="connsiteX8" fmla="*/ 575672 w 994222"/>
                  <a:gd name="connsiteY8" fmla="*/ 993909 h 1421157"/>
                  <a:gd name="connsiteX9" fmla="*/ 555961 w 994222"/>
                  <a:gd name="connsiteY9" fmla="*/ 979956 h 1421157"/>
                  <a:gd name="connsiteX10" fmla="*/ 335954 w 994222"/>
                  <a:gd name="connsiteY10" fmla="*/ 950671 h 1421157"/>
                  <a:gd name="connsiteX11" fmla="*/ 270440 w 994222"/>
                  <a:gd name="connsiteY11" fmla="*/ 890163 h 1421157"/>
                  <a:gd name="connsiteX12" fmla="*/ 260616 w 994222"/>
                  <a:gd name="connsiteY12" fmla="*/ 884532 h 1421157"/>
                  <a:gd name="connsiteX13" fmla="*/ 83723 w 994222"/>
                  <a:gd name="connsiteY13" fmla="*/ 828404 h 1421157"/>
                  <a:gd name="connsiteX14" fmla="*/ 83597 w 994222"/>
                  <a:gd name="connsiteY14" fmla="*/ 828404 h 1421157"/>
                  <a:gd name="connsiteX15" fmla="*/ 79092 w 994222"/>
                  <a:gd name="connsiteY15" fmla="*/ 827465 h 1421157"/>
                  <a:gd name="connsiteX16" fmla="*/ 77403 w 994222"/>
                  <a:gd name="connsiteY16" fmla="*/ 827340 h 1421157"/>
                  <a:gd name="connsiteX17" fmla="*/ 75713 w 994222"/>
                  <a:gd name="connsiteY17" fmla="*/ 827152 h 1421157"/>
                  <a:gd name="connsiteX18" fmla="*/ 4693 w 994222"/>
                  <a:gd name="connsiteY18" fmla="*/ 827152 h 1421157"/>
                  <a:gd name="connsiteX19" fmla="*/ 0 w 994222"/>
                  <a:gd name="connsiteY19" fmla="*/ 673473 h 1421157"/>
                  <a:gd name="connsiteX20" fmla="*/ 60445 w 994222"/>
                  <a:gd name="connsiteY20" fmla="*/ 517416 h 1421157"/>
                  <a:gd name="connsiteX21" fmla="*/ 240030 w 994222"/>
                  <a:gd name="connsiteY21" fmla="*/ 388954 h 1421157"/>
                  <a:gd name="connsiteX22" fmla="*/ 421492 w 994222"/>
                  <a:gd name="connsiteY22" fmla="*/ 388954 h 1421157"/>
                  <a:gd name="connsiteX23" fmla="*/ 440451 w 994222"/>
                  <a:gd name="connsiteY23" fmla="*/ 380819 h 1421157"/>
                  <a:gd name="connsiteX24" fmla="*/ 628295 w 994222"/>
                  <a:gd name="connsiteY24" fmla="*/ 182025 h 1421157"/>
                  <a:gd name="connsiteX25" fmla="*/ 699253 w 994222"/>
                  <a:gd name="connsiteY25" fmla="*/ 182025 h 1421157"/>
                  <a:gd name="connsiteX26" fmla="*/ 719026 w 994222"/>
                  <a:gd name="connsiteY26" fmla="*/ 172952 h 1421157"/>
                  <a:gd name="connsiteX27" fmla="*/ 868200 w 994222"/>
                  <a:gd name="connsiteY27" fmla="*/ 0 h 1421157"/>
                  <a:gd name="connsiteX28" fmla="*/ 957304 w 994222"/>
                  <a:gd name="connsiteY28" fmla="*/ 251293 h 1421157"/>
                  <a:gd name="connsiteX29" fmla="*/ 815201 w 994222"/>
                  <a:gd name="connsiteY29" fmla="*/ 590814 h 1421157"/>
                  <a:gd name="connsiteX30" fmla="*/ 815076 w 994222"/>
                  <a:gd name="connsiteY30" fmla="*/ 610712 h 1421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94222" h="1421157">
                    <a:moveTo>
                      <a:pt x="815263" y="610775"/>
                    </a:moveTo>
                    <a:lnTo>
                      <a:pt x="994222" y="1052916"/>
                    </a:lnTo>
                    <a:lnTo>
                      <a:pt x="965126" y="1240009"/>
                    </a:lnTo>
                    <a:cubicBezTo>
                      <a:pt x="952736" y="1265038"/>
                      <a:pt x="944414" y="1310091"/>
                      <a:pt x="924391" y="1363153"/>
                    </a:cubicBezTo>
                    <a:cubicBezTo>
                      <a:pt x="917070" y="1382425"/>
                      <a:pt x="900238" y="1396504"/>
                      <a:pt x="879901" y="1399820"/>
                    </a:cubicBezTo>
                    <a:cubicBezTo>
                      <a:pt x="849178" y="1404951"/>
                      <a:pt x="817203" y="1409206"/>
                      <a:pt x="792800" y="1421158"/>
                    </a:cubicBezTo>
                    <a:lnTo>
                      <a:pt x="791673" y="1417091"/>
                    </a:lnTo>
                    <a:cubicBezTo>
                      <a:pt x="791173" y="1415401"/>
                      <a:pt x="790547" y="1413774"/>
                      <a:pt x="789671" y="1412210"/>
                    </a:cubicBezTo>
                    <a:lnTo>
                      <a:pt x="575672" y="993909"/>
                    </a:lnTo>
                    <a:cubicBezTo>
                      <a:pt x="571792" y="986275"/>
                      <a:pt x="564408" y="981019"/>
                      <a:pt x="555961" y="979956"/>
                    </a:cubicBezTo>
                    <a:lnTo>
                      <a:pt x="335954" y="950671"/>
                    </a:lnTo>
                    <a:lnTo>
                      <a:pt x="270440" y="890163"/>
                    </a:lnTo>
                    <a:cubicBezTo>
                      <a:pt x="267624" y="887660"/>
                      <a:pt x="264308" y="885658"/>
                      <a:pt x="260616" y="884532"/>
                    </a:cubicBezTo>
                    <a:lnTo>
                      <a:pt x="83723" y="828404"/>
                    </a:lnTo>
                    <a:lnTo>
                      <a:pt x="83597" y="828404"/>
                    </a:lnTo>
                    <a:cubicBezTo>
                      <a:pt x="82158" y="827903"/>
                      <a:pt x="80656" y="827653"/>
                      <a:pt x="79092" y="827465"/>
                    </a:cubicBezTo>
                    <a:cubicBezTo>
                      <a:pt x="78592" y="827340"/>
                      <a:pt x="78028" y="827340"/>
                      <a:pt x="77403" y="827340"/>
                    </a:cubicBezTo>
                    <a:cubicBezTo>
                      <a:pt x="76902" y="827215"/>
                      <a:pt x="76339" y="827152"/>
                      <a:pt x="75713" y="827152"/>
                    </a:cubicBezTo>
                    <a:lnTo>
                      <a:pt x="4693" y="827152"/>
                    </a:lnTo>
                    <a:lnTo>
                      <a:pt x="0" y="673473"/>
                    </a:lnTo>
                    <a:lnTo>
                      <a:pt x="60445" y="517416"/>
                    </a:lnTo>
                    <a:lnTo>
                      <a:pt x="240030" y="388954"/>
                    </a:lnTo>
                    <a:lnTo>
                      <a:pt x="421492" y="388954"/>
                    </a:lnTo>
                    <a:cubicBezTo>
                      <a:pt x="428687" y="388954"/>
                      <a:pt x="435571" y="386013"/>
                      <a:pt x="440451" y="380819"/>
                    </a:cubicBezTo>
                    <a:lnTo>
                      <a:pt x="628295" y="182025"/>
                    </a:lnTo>
                    <a:lnTo>
                      <a:pt x="699253" y="182025"/>
                    </a:lnTo>
                    <a:cubicBezTo>
                      <a:pt x="706887" y="182025"/>
                      <a:pt x="714020" y="178708"/>
                      <a:pt x="719026" y="172952"/>
                    </a:cubicBezTo>
                    <a:lnTo>
                      <a:pt x="868200" y="0"/>
                    </a:lnTo>
                    <a:lnTo>
                      <a:pt x="957304" y="251293"/>
                    </a:lnTo>
                    <a:lnTo>
                      <a:pt x="815201" y="590814"/>
                    </a:lnTo>
                    <a:cubicBezTo>
                      <a:pt x="812510" y="597197"/>
                      <a:pt x="812510" y="604267"/>
                      <a:pt x="815076" y="610712"/>
                    </a:cubicBezTo>
                    <a:close/>
                  </a:path>
                </a:pathLst>
              </a:custGeom>
              <a:solidFill>
                <a:srgbClr val="9DCEEF"/>
              </a:solidFill>
              <a:ln w="6252" cap="flat">
                <a:noFill/>
                <a:prstDash val="solid"/>
                <a:miter/>
              </a:ln>
            </p:spPr>
            <p:txBody>
              <a:bodyPr rtlCol="0" anchor="ctr"/>
              <a:lstStyle/>
              <a:p>
                <a:endParaRPr lang="fi-FI" sz="3200"/>
              </a:p>
            </p:txBody>
          </p:sp>
          <p:sp>
            <p:nvSpPr>
              <p:cNvPr id="15" name="Vapaamuotoinen: Muoto 14">
                <a:extLst>
                  <a:ext uri="{FF2B5EF4-FFF2-40B4-BE49-F238E27FC236}">
                    <a16:creationId xmlns:a16="http://schemas.microsoft.com/office/drawing/2014/main" id="{0F4428EA-75B7-7D61-36E7-0D5592393AD3}"/>
                  </a:ext>
                  <a:ext uri="{C183D7F6-B498-43B3-948B-1728B52AA6E4}">
                    <adec:decorative xmlns:adec="http://schemas.microsoft.com/office/drawing/2017/decorative" val="1"/>
                  </a:ext>
                </a:extLst>
              </p:cNvPr>
              <p:cNvSpPr>
                <a:spLocks/>
              </p:cNvSpPr>
              <p:nvPr/>
            </p:nvSpPr>
            <p:spPr>
              <a:xfrm>
                <a:off x="6146486" y="426741"/>
                <a:ext cx="1249969" cy="855551"/>
              </a:xfrm>
              <a:custGeom>
                <a:avLst/>
                <a:gdLst>
                  <a:gd name="connsiteX0" fmla="*/ 1451256 w 1451318"/>
                  <a:gd name="connsiteY0" fmla="*/ 839499 h 993365"/>
                  <a:gd name="connsiteX1" fmla="*/ 927144 w 1451318"/>
                  <a:gd name="connsiteY1" fmla="*/ 993366 h 993365"/>
                  <a:gd name="connsiteX2" fmla="*/ 821583 w 1451318"/>
                  <a:gd name="connsiteY2" fmla="*/ 841564 h 993365"/>
                  <a:gd name="connsiteX3" fmla="*/ 802123 w 1451318"/>
                  <a:gd name="connsiteY3" fmla="*/ 830426 h 993365"/>
                  <a:gd name="connsiteX4" fmla="*/ 781161 w 1451318"/>
                  <a:gd name="connsiteY4" fmla="*/ 838748 h 993365"/>
                  <a:gd name="connsiteX5" fmla="*/ 678354 w 1451318"/>
                  <a:gd name="connsiteY5" fmla="*/ 949377 h 993365"/>
                  <a:gd name="connsiteX6" fmla="*/ 581491 w 1451318"/>
                  <a:gd name="connsiteY6" fmla="*/ 949377 h 993365"/>
                  <a:gd name="connsiteX7" fmla="*/ 519105 w 1451318"/>
                  <a:gd name="connsiteY7" fmla="*/ 746766 h 993365"/>
                  <a:gd name="connsiteX8" fmla="*/ 514287 w 1451318"/>
                  <a:gd name="connsiteY8" fmla="*/ 737818 h 993365"/>
                  <a:gd name="connsiteX9" fmla="*/ 348719 w 1451318"/>
                  <a:gd name="connsiteY9" fmla="*/ 538085 h 993365"/>
                  <a:gd name="connsiteX10" fmla="*/ 120453 w 1451318"/>
                  <a:gd name="connsiteY10" fmla="*/ 104579 h 993365"/>
                  <a:gd name="connsiteX11" fmla="*/ 112005 w 1451318"/>
                  <a:gd name="connsiteY11" fmla="*/ 95193 h 993365"/>
                  <a:gd name="connsiteX12" fmla="*/ 0 w 1451318"/>
                  <a:gd name="connsiteY12" fmla="*/ 18729 h 993365"/>
                  <a:gd name="connsiteX13" fmla="*/ 938 w 1451318"/>
                  <a:gd name="connsiteY13" fmla="*/ 7716 h 993365"/>
                  <a:gd name="connsiteX14" fmla="*/ 147735 w 1451318"/>
                  <a:gd name="connsiteY14" fmla="*/ 645 h 993365"/>
                  <a:gd name="connsiteX15" fmla="*/ 192850 w 1451318"/>
                  <a:gd name="connsiteY15" fmla="*/ 13473 h 993365"/>
                  <a:gd name="connsiteX16" fmla="*/ 459348 w 1451318"/>
                  <a:gd name="connsiteY16" fmla="*/ 115342 h 993365"/>
                  <a:gd name="connsiteX17" fmla="*/ 495516 w 1451318"/>
                  <a:gd name="connsiteY17" fmla="*/ 109210 h 993365"/>
                  <a:gd name="connsiteX18" fmla="*/ 711392 w 1451318"/>
                  <a:gd name="connsiteY18" fmla="*/ 120473 h 993365"/>
                  <a:gd name="connsiteX19" fmla="*/ 746058 w 1451318"/>
                  <a:gd name="connsiteY19" fmla="*/ 171532 h 993365"/>
                  <a:gd name="connsiteX20" fmla="*/ 862819 w 1451318"/>
                  <a:gd name="connsiteY20" fmla="*/ 402677 h 993365"/>
                  <a:gd name="connsiteX21" fmla="*/ 960245 w 1451318"/>
                  <a:gd name="connsiteY21" fmla="*/ 396607 h 993365"/>
                  <a:gd name="connsiteX22" fmla="*/ 1256716 w 1451318"/>
                  <a:gd name="connsiteY22" fmla="*/ 278282 h 993365"/>
                  <a:gd name="connsiteX23" fmla="*/ 1276427 w 1451318"/>
                  <a:gd name="connsiteY23" fmla="*/ 342169 h 993365"/>
                  <a:gd name="connsiteX24" fmla="*/ 1278742 w 1451318"/>
                  <a:gd name="connsiteY24" fmla="*/ 395606 h 993365"/>
                  <a:gd name="connsiteX25" fmla="*/ 1277928 w 1451318"/>
                  <a:gd name="connsiteY25" fmla="*/ 395919 h 993365"/>
                  <a:gd name="connsiteX26" fmla="*/ 1338123 w 1451318"/>
                  <a:gd name="connsiteY26" fmla="*/ 555856 h 993365"/>
                  <a:gd name="connsiteX27" fmla="*/ 1339813 w 1451318"/>
                  <a:gd name="connsiteY27" fmla="*/ 562301 h 993365"/>
                  <a:gd name="connsiteX28" fmla="*/ 1351702 w 1451318"/>
                  <a:gd name="connsiteY28" fmla="*/ 591960 h 993365"/>
                  <a:gd name="connsiteX29" fmla="*/ 1359523 w 1451318"/>
                  <a:gd name="connsiteY29" fmla="*/ 611233 h 993365"/>
                  <a:gd name="connsiteX30" fmla="*/ 1451318 w 1451318"/>
                  <a:gd name="connsiteY30" fmla="*/ 839499 h 993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451318" h="993365">
                    <a:moveTo>
                      <a:pt x="1451256" y="839499"/>
                    </a:moveTo>
                    <a:lnTo>
                      <a:pt x="927144" y="993366"/>
                    </a:lnTo>
                    <a:lnTo>
                      <a:pt x="821583" y="841564"/>
                    </a:lnTo>
                    <a:cubicBezTo>
                      <a:pt x="817078" y="835119"/>
                      <a:pt x="809945" y="831052"/>
                      <a:pt x="802123" y="830426"/>
                    </a:cubicBezTo>
                    <a:cubicBezTo>
                      <a:pt x="794302" y="829800"/>
                      <a:pt x="786480" y="832929"/>
                      <a:pt x="781161" y="838748"/>
                    </a:cubicBezTo>
                    <a:lnTo>
                      <a:pt x="678354" y="949377"/>
                    </a:lnTo>
                    <a:lnTo>
                      <a:pt x="581491" y="949377"/>
                    </a:lnTo>
                    <a:lnTo>
                      <a:pt x="519105" y="746766"/>
                    </a:lnTo>
                    <a:cubicBezTo>
                      <a:pt x="518167" y="743449"/>
                      <a:pt x="516477" y="740383"/>
                      <a:pt x="514287" y="737818"/>
                    </a:cubicBezTo>
                    <a:lnTo>
                      <a:pt x="348719" y="538085"/>
                    </a:lnTo>
                    <a:lnTo>
                      <a:pt x="120453" y="104579"/>
                    </a:lnTo>
                    <a:cubicBezTo>
                      <a:pt x="118451" y="100825"/>
                      <a:pt x="115572" y="97571"/>
                      <a:pt x="112005" y="95193"/>
                    </a:cubicBezTo>
                    <a:lnTo>
                      <a:pt x="0" y="18729"/>
                    </a:lnTo>
                    <a:lnTo>
                      <a:pt x="938" y="7716"/>
                    </a:lnTo>
                    <a:cubicBezTo>
                      <a:pt x="54188" y="9593"/>
                      <a:pt x="105561" y="7278"/>
                      <a:pt x="147735" y="645"/>
                    </a:cubicBezTo>
                    <a:cubicBezTo>
                      <a:pt x="163879" y="-1857"/>
                      <a:pt x="180210" y="3023"/>
                      <a:pt x="192850" y="13473"/>
                    </a:cubicBezTo>
                    <a:cubicBezTo>
                      <a:pt x="256737" y="66159"/>
                      <a:pt x="378942" y="102952"/>
                      <a:pt x="459348" y="115342"/>
                    </a:cubicBezTo>
                    <a:cubicBezTo>
                      <a:pt x="471738" y="117219"/>
                      <a:pt x="484377" y="114904"/>
                      <a:pt x="495516" y="109210"/>
                    </a:cubicBezTo>
                    <a:cubicBezTo>
                      <a:pt x="559402" y="76797"/>
                      <a:pt x="644064" y="90688"/>
                      <a:pt x="711392" y="120473"/>
                    </a:cubicBezTo>
                    <a:cubicBezTo>
                      <a:pt x="731729" y="129546"/>
                      <a:pt x="745682" y="149256"/>
                      <a:pt x="746058" y="171532"/>
                    </a:cubicBezTo>
                    <a:cubicBezTo>
                      <a:pt x="747184" y="235482"/>
                      <a:pt x="811697" y="332157"/>
                      <a:pt x="862819" y="402677"/>
                    </a:cubicBezTo>
                    <a:cubicBezTo>
                      <a:pt x="887723" y="436967"/>
                      <a:pt x="939909" y="433713"/>
                      <a:pt x="960245" y="396607"/>
                    </a:cubicBezTo>
                    <a:cubicBezTo>
                      <a:pt x="1040151" y="251063"/>
                      <a:pt x="1080072" y="145001"/>
                      <a:pt x="1256716" y="278282"/>
                    </a:cubicBezTo>
                    <a:cubicBezTo>
                      <a:pt x="1276427" y="293049"/>
                      <a:pt x="1283185" y="318516"/>
                      <a:pt x="1276427" y="342169"/>
                    </a:cubicBezTo>
                    <a:cubicBezTo>
                      <a:pt x="1271734" y="358500"/>
                      <a:pt x="1273423" y="376647"/>
                      <a:pt x="1278742" y="395606"/>
                    </a:cubicBezTo>
                    <a:lnTo>
                      <a:pt x="1277928" y="395919"/>
                    </a:lnTo>
                    <a:lnTo>
                      <a:pt x="1338123" y="555856"/>
                    </a:lnTo>
                    <a:cubicBezTo>
                      <a:pt x="1338436" y="558046"/>
                      <a:pt x="1338937" y="560236"/>
                      <a:pt x="1339813" y="562301"/>
                    </a:cubicBezTo>
                    <a:lnTo>
                      <a:pt x="1351702" y="591960"/>
                    </a:lnTo>
                    <a:lnTo>
                      <a:pt x="1359523" y="611233"/>
                    </a:lnTo>
                    <a:lnTo>
                      <a:pt x="1451318" y="839499"/>
                    </a:lnTo>
                    <a:close/>
                  </a:path>
                </a:pathLst>
              </a:custGeom>
              <a:solidFill>
                <a:srgbClr val="9DCEEF"/>
              </a:solidFill>
              <a:ln w="6252" cap="flat">
                <a:noFill/>
                <a:prstDash val="solid"/>
                <a:miter/>
              </a:ln>
            </p:spPr>
            <p:txBody>
              <a:bodyPr rtlCol="0" anchor="ctr"/>
              <a:lstStyle/>
              <a:p>
                <a:endParaRPr lang="fi-FI" sz="3200"/>
              </a:p>
            </p:txBody>
          </p:sp>
          <p:sp>
            <p:nvSpPr>
              <p:cNvPr id="16" name="Vapaamuotoinen: Muoto 15">
                <a:extLst>
                  <a:ext uri="{FF2B5EF4-FFF2-40B4-BE49-F238E27FC236}">
                    <a16:creationId xmlns:a16="http://schemas.microsoft.com/office/drawing/2014/main" id="{3F265C7D-4080-0DFC-9164-7C21D21140CC}"/>
                  </a:ext>
                  <a:ext uri="{C183D7F6-B498-43B3-948B-1728B52AA6E4}">
                    <adec:decorative xmlns:adec="http://schemas.microsoft.com/office/drawing/2017/decorative" val="1"/>
                  </a:ext>
                </a:extLst>
              </p:cNvPr>
              <p:cNvSpPr>
                <a:spLocks/>
              </p:cNvSpPr>
              <p:nvPr/>
            </p:nvSpPr>
            <p:spPr>
              <a:xfrm>
                <a:off x="6992751" y="2306671"/>
                <a:ext cx="843144" cy="1653572"/>
              </a:xfrm>
              <a:custGeom>
                <a:avLst/>
                <a:gdLst>
                  <a:gd name="connsiteX0" fmla="*/ 909937 w 978960"/>
                  <a:gd name="connsiteY0" fmla="*/ 1187385 h 1919934"/>
                  <a:gd name="connsiteX1" fmla="*/ 924954 w 978960"/>
                  <a:gd name="connsiteY1" fmla="*/ 1247393 h 1919934"/>
                  <a:gd name="connsiteX2" fmla="*/ 747935 w 978960"/>
                  <a:gd name="connsiteY2" fmla="*/ 1612631 h 1919934"/>
                  <a:gd name="connsiteX3" fmla="*/ 712331 w 978960"/>
                  <a:gd name="connsiteY3" fmla="*/ 1666506 h 1919934"/>
                  <a:gd name="connsiteX4" fmla="*/ 613653 w 978960"/>
                  <a:gd name="connsiteY4" fmla="*/ 1894335 h 1919934"/>
                  <a:gd name="connsiteX5" fmla="*/ 554146 w 978960"/>
                  <a:gd name="connsiteY5" fmla="*/ 1918801 h 1919934"/>
                  <a:gd name="connsiteX6" fmla="*/ 410604 w 978960"/>
                  <a:gd name="connsiteY6" fmla="*/ 1738653 h 1919934"/>
                  <a:gd name="connsiteX7" fmla="*/ 333827 w 978960"/>
                  <a:gd name="connsiteY7" fmla="*/ 1664191 h 1919934"/>
                  <a:gd name="connsiteX8" fmla="*/ 236714 w 978960"/>
                  <a:gd name="connsiteY8" fmla="*/ 1674829 h 1919934"/>
                  <a:gd name="connsiteX9" fmla="*/ 192663 w 978960"/>
                  <a:gd name="connsiteY9" fmla="*/ 1598177 h 1919934"/>
                  <a:gd name="connsiteX10" fmla="*/ 238841 w 978960"/>
                  <a:gd name="connsiteY10" fmla="*/ 1351139 h 1919934"/>
                  <a:gd name="connsiteX11" fmla="*/ 151740 w 978960"/>
                  <a:gd name="connsiteY11" fmla="*/ 1269981 h 1919934"/>
                  <a:gd name="connsiteX12" fmla="*/ 179272 w 978960"/>
                  <a:gd name="connsiteY12" fmla="*/ 1093401 h 1919934"/>
                  <a:gd name="connsiteX13" fmla="*/ 177707 w 978960"/>
                  <a:gd name="connsiteY13" fmla="*/ 1079635 h 1919934"/>
                  <a:gd name="connsiteX14" fmla="*/ 0 w 978960"/>
                  <a:gd name="connsiteY14" fmla="*/ 640622 h 1919934"/>
                  <a:gd name="connsiteX15" fmla="*/ 138975 w 978960"/>
                  <a:gd name="connsiteY15" fmla="*/ 308297 h 1919934"/>
                  <a:gd name="connsiteX16" fmla="*/ 224074 w 978960"/>
                  <a:gd name="connsiteY16" fmla="*/ 245662 h 1919934"/>
                  <a:gd name="connsiteX17" fmla="*/ 231082 w 978960"/>
                  <a:gd name="connsiteY17" fmla="*/ 237965 h 1919934"/>
                  <a:gd name="connsiteX18" fmla="*/ 343401 w 978960"/>
                  <a:gd name="connsiteY18" fmla="*/ 47931 h 1919934"/>
                  <a:gd name="connsiteX19" fmla="*/ 421930 w 978960"/>
                  <a:gd name="connsiteY19" fmla="*/ 0 h 1919934"/>
                  <a:gd name="connsiteX20" fmla="*/ 517979 w 978960"/>
                  <a:gd name="connsiteY20" fmla="*/ 71959 h 1919934"/>
                  <a:gd name="connsiteX21" fmla="*/ 528116 w 978960"/>
                  <a:gd name="connsiteY21" fmla="*/ 76527 h 1919934"/>
                  <a:gd name="connsiteX22" fmla="*/ 628859 w 978960"/>
                  <a:gd name="connsiteY22" fmla="*/ 98490 h 1919934"/>
                  <a:gd name="connsiteX23" fmla="*/ 593630 w 978960"/>
                  <a:gd name="connsiteY23" fmla="*/ 246100 h 1919934"/>
                  <a:gd name="connsiteX24" fmla="*/ 595820 w 978960"/>
                  <a:gd name="connsiteY24" fmla="*/ 263933 h 1919934"/>
                  <a:gd name="connsiteX25" fmla="*/ 655515 w 978960"/>
                  <a:gd name="connsiteY25" fmla="*/ 381007 h 1919934"/>
                  <a:gd name="connsiteX26" fmla="*/ 596258 w 978960"/>
                  <a:gd name="connsiteY26" fmla="*/ 487256 h 1919934"/>
                  <a:gd name="connsiteX27" fmla="*/ 600013 w 978960"/>
                  <a:gd name="connsiteY27" fmla="*/ 517792 h 1919934"/>
                  <a:gd name="connsiteX28" fmla="*/ 812323 w 978960"/>
                  <a:gd name="connsiteY28" fmla="*/ 744494 h 1919934"/>
                  <a:gd name="connsiteX29" fmla="*/ 825651 w 978960"/>
                  <a:gd name="connsiteY29" fmla="*/ 767520 h 1919934"/>
                  <a:gd name="connsiteX30" fmla="*/ 825651 w 978960"/>
                  <a:gd name="connsiteY30" fmla="*/ 767645 h 1919934"/>
                  <a:gd name="connsiteX31" fmla="*/ 845424 w 978960"/>
                  <a:gd name="connsiteY31" fmla="*/ 801936 h 1919934"/>
                  <a:gd name="connsiteX32" fmla="*/ 846050 w 978960"/>
                  <a:gd name="connsiteY32" fmla="*/ 802874 h 1919934"/>
                  <a:gd name="connsiteX33" fmla="*/ 851994 w 978960"/>
                  <a:gd name="connsiteY33" fmla="*/ 811196 h 1919934"/>
                  <a:gd name="connsiteX34" fmla="*/ 852182 w 978960"/>
                  <a:gd name="connsiteY34" fmla="*/ 811384 h 1919934"/>
                  <a:gd name="connsiteX35" fmla="*/ 960621 w 978960"/>
                  <a:gd name="connsiteY35" fmla="*/ 928896 h 1919934"/>
                  <a:gd name="connsiteX36" fmla="*/ 975951 w 978960"/>
                  <a:gd name="connsiteY36" fmla="*/ 989342 h 1919934"/>
                  <a:gd name="connsiteX37" fmla="*/ 909999 w 978960"/>
                  <a:gd name="connsiteY37" fmla="*/ 1187260 h 191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978960" h="1919934">
                    <a:moveTo>
                      <a:pt x="909937" y="1187385"/>
                    </a:moveTo>
                    <a:cubicBezTo>
                      <a:pt x="902866" y="1208660"/>
                      <a:pt x="908873" y="1231749"/>
                      <a:pt x="924954" y="1247393"/>
                    </a:cubicBezTo>
                    <a:cubicBezTo>
                      <a:pt x="1052666" y="1372413"/>
                      <a:pt x="745119" y="1453070"/>
                      <a:pt x="747935" y="1612631"/>
                    </a:cubicBezTo>
                    <a:cubicBezTo>
                      <a:pt x="748373" y="1636159"/>
                      <a:pt x="733981" y="1657308"/>
                      <a:pt x="712331" y="1666506"/>
                    </a:cubicBezTo>
                    <a:cubicBezTo>
                      <a:pt x="595632" y="1716127"/>
                      <a:pt x="711705" y="1750292"/>
                      <a:pt x="613653" y="1894335"/>
                    </a:cubicBezTo>
                    <a:cubicBezTo>
                      <a:pt x="600513" y="1913607"/>
                      <a:pt x="577111" y="1923431"/>
                      <a:pt x="554146" y="1918801"/>
                    </a:cubicBezTo>
                    <a:cubicBezTo>
                      <a:pt x="368993" y="1882133"/>
                      <a:pt x="374124" y="1830448"/>
                      <a:pt x="410604" y="1738653"/>
                    </a:cubicBezTo>
                    <a:cubicBezTo>
                      <a:pt x="429689" y="1690597"/>
                      <a:pt x="380819" y="1642604"/>
                      <a:pt x="333827" y="1664191"/>
                    </a:cubicBezTo>
                    <a:cubicBezTo>
                      <a:pt x="305794" y="1677019"/>
                      <a:pt x="274758" y="1681774"/>
                      <a:pt x="236714" y="1674829"/>
                    </a:cubicBezTo>
                    <a:cubicBezTo>
                      <a:pt x="201485" y="1668384"/>
                      <a:pt x="180461" y="1631779"/>
                      <a:pt x="192663" y="1598177"/>
                    </a:cubicBezTo>
                    <a:cubicBezTo>
                      <a:pt x="221634" y="1517958"/>
                      <a:pt x="272756" y="1396880"/>
                      <a:pt x="238841" y="1351139"/>
                    </a:cubicBezTo>
                    <a:cubicBezTo>
                      <a:pt x="199858" y="1309340"/>
                      <a:pt x="172138" y="1283310"/>
                      <a:pt x="151740" y="1269981"/>
                    </a:cubicBezTo>
                    <a:lnTo>
                      <a:pt x="179272" y="1093401"/>
                    </a:lnTo>
                    <a:cubicBezTo>
                      <a:pt x="180023" y="1088708"/>
                      <a:pt x="179459" y="1083889"/>
                      <a:pt x="177707" y="1079635"/>
                    </a:cubicBezTo>
                    <a:lnTo>
                      <a:pt x="0" y="640622"/>
                    </a:lnTo>
                    <a:lnTo>
                      <a:pt x="138975" y="308297"/>
                    </a:lnTo>
                    <a:lnTo>
                      <a:pt x="224074" y="245662"/>
                    </a:lnTo>
                    <a:cubicBezTo>
                      <a:pt x="226890" y="243597"/>
                      <a:pt x="229268" y="240969"/>
                      <a:pt x="231082" y="237965"/>
                    </a:cubicBezTo>
                    <a:lnTo>
                      <a:pt x="343401" y="47931"/>
                    </a:lnTo>
                    <a:lnTo>
                      <a:pt x="421930" y="0"/>
                    </a:lnTo>
                    <a:lnTo>
                      <a:pt x="517979" y="71959"/>
                    </a:lnTo>
                    <a:cubicBezTo>
                      <a:pt x="520983" y="74274"/>
                      <a:pt x="524424" y="75838"/>
                      <a:pt x="528116" y="76527"/>
                    </a:cubicBezTo>
                    <a:lnTo>
                      <a:pt x="628859" y="98490"/>
                    </a:lnTo>
                    <a:lnTo>
                      <a:pt x="593630" y="246100"/>
                    </a:lnTo>
                    <a:cubicBezTo>
                      <a:pt x="592191" y="252169"/>
                      <a:pt x="593004" y="258364"/>
                      <a:pt x="595820" y="263933"/>
                    </a:cubicBezTo>
                    <a:lnTo>
                      <a:pt x="655515" y="381007"/>
                    </a:lnTo>
                    <a:lnTo>
                      <a:pt x="596258" y="487256"/>
                    </a:lnTo>
                    <a:cubicBezTo>
                      <a:pt x="590752" y="497143"/>
                      <a:pt x="592191" y="509469"/>
                      <a:pt x="600013" y="517792"/>
                    </a:cubicBezTo>
                    <a:lnTo>
                      <a:pt x="812323" y="744494"/>
                    </a:lnTo>
                    <a:lnTo>
                      <a:pt x="825651" y="767520"/>
                    </a:lnTo>
                    <a:lnTo>
                      <a:pt x="825651" y="767645"/>
                    </a:lnTo>
                    <a:cubicBezTo>
                      <a:pt x="829405" y="776906"/>
                      <a:pt x="836163" y="788670"/>
                      <a:pt x="845424" y="801936"/>
                    </a:cubicBezTo>
                    <a:lnTo>
                      <a:pt x="846050" y="802874"/>
                    </a:lnTo>
                    <a:cubicBezTo>
                      <a:pt x="847927" y="805565"/>
                      <a:pt x="849929" y="808381"/>
                      <a:pt x="851994" y="811196"/>
                    </a:cubicBezTo>
                    <a:cubicBezTo>
                      <a:pt x="851994" y="811321"/>
                      <a:pt x="852119" y="811384"/>
                      <a:pt x="852182" y="811384"/>
                    </a:cubicBezTo>
                    <a:cubicBezTo>
                      <a:pt x="877524" y="845424"/>
                      <a:pt x="916694" y="888161"/>
                      <a:pt x="960621" y="928896"/>
                    </a:cubicBezTo>
                    <a:cubicBezTo>
                      <a:pt x="977203" y="944226"/>
                      <a:pt x="983147" y="967942"/>
                      <a:pt x="975951" y="989342"/>
                    </a:cubicBezTo>
                    <a:cubicBezTo>
                      <a:pt x="958744" y="1040777"/>
                      <a:pt x="927395" y="1135011"/>
                      <a:pt x="909999" y="1187260"/>
                    </a:cubicBezTo>
                    <a:close/>
                  </a:path>
                </a:pathLst>
              </a:custGeom>
              <a:solidFill>
                <a:srgbClr val="9DCEEF"/>
              </a:solidFill>
              <a:ln w="6252" cap="flat">
                <a:noFill/>
                <a:prstDash val="solid"/>
                <a:miter/>
              </a:ln>
            </p:spPr>
            <p:txBody>
              <a:bodyPr rtlCol="0" anchor="ctr"/>
              <a:lstStyle/>
              <a:p>
                <a:endParaRPr lang="fi-FI" sz="3200"/>
              </a:p>
            </p:txBody>
          </p:sp>
          <p:sp>
            <p:nvSpPr>
              <p:cNvPr id="17" name="Vapaamuotoinen: Muoto 16">
                <a:extLst>
                  <a:ext uri="{FF2B5EF4-FFF2-40B4-BE49-F238E27FC236}">
                    <a16:creationId xmlns:a16="http://schemas.microsoft.com/office/drawing/2014/main" id="{61B00908-D7B3-53B8-7D2B-372EB36651F5}"/>
                  </a:ext>
                  <a:ext uri="{C183D7F6-B498-43B3-948B-1728B52AA6E4}">
                    <adec:decorative xmlns:adec="http://schemas.microsoft.com/office/drawing/2017/decorative" val="1"/>
                  </a:ext>
                </a:extLst>
              </p:cNvPr>
              <p:cNvSpPr>
                <a:spLocks/>
              </p:cNvSpPr>
              <p:nvPr/>
            </p:nvSpPr>
            <p:spPr>
              <a:xfrm>
                <a:off x="6565657" y="815922"/>
                <a:ext cx="1309248" cy="1705831"/>
              </a:xfrm>
              <a:custGeom>
                <a:avLst/>
                <a:gdLst>
                  <a:gd name="connsiteX0" fmla="*/ 1023632 w 1520145"/>
                  <a:gd name="connsiteY0" fmla="*/ 394824 h 1980611"/>
                  <a:gd name="connsiteX1" fmla="*/ 906307 w 1520145"/>
                  <a:gd name="connsiteY1" fmla="*/ 103109 h 1980611"/>
                  <a:gd name="connsiteX2" fmla="*/ 911125 w 1520145"/>
                  <a:gd name="connsiteY2" fmla="*/ 95162 h 1980611"/>
                  <a:gd name="connsiteX3" fmla="*/ 913003 w 1520145"/>
                  <a:gd name="connsiteY3" fmla="*/ 95037 h 1980611"/>
                  <a:gd name="connsiteX4" fmla="*/ 1287627 w 1520145"/>
                  <a:gd name="connsiteY4" fmla="*/ 19511 h 1980611"/>
                  <a:gd name="connsiteX5" fmla="*/ 1380235 w 1520145"/>
                  <a:gd name="connsiteY5" fmla="*/ 27020 h 1980611"/>
                  <a:gd name="connsiteX6" fmla="*/ 1328800 w 1520145"/>
                  <a:gd name="connsiteY6" fmla="*/ 382059 h 1980611"/>
                  <a:gd name="connsiteX7" fmla="*/ 1295762 w 1520145"/>
                  <a:gd name="connsiteY7" fmla="*/ 409654 h 1980611"/>
                  <a:gd name="connsiteX8" fmla="*/ 1254276 w 1520145"/>
                  <a:gd name="connsiteY8" fmla="*/ 622590 h 1980611"/>
                  <a:gd name="connsiteX9" fmla="*/ 1296888 w 1520145"/>
                  <a:gd name="connsiteY9" fmla="*/ 672898 h 1980611"/>
                  <a:gd name="connsiteX10" fmla="*/ 1480352 w 1520145"/>
                  <a:gd name="connsiteY10" fmla="*/ 1272786 h 1980611"/>
                  <a:gd name="connsiteX11" fmla="*/ 1488925 w 1520145"/>
                  <a:gd name="connsiteY11" fmla="*/ 1284424 h 1980611"/>
                  <a:gd name="connsiteX12" fmla="*/ 1488111 w 1520145"/>
                  <a:gd name="connsiteY12" fmla="*/ 1285551 h 1980611"/>
                  <a:gd name="connsiteX13" fmla="*/ 1485421 w 1520145"/>
                  <a:gd name="connsiteY13" fmla="*/ 1290744 h 1980611"/>
                  <a:gd name="connsiteX14" fmla="*/ 1393939 w 1520145"/>
                  <a:gd name="connsiteY14" fmla="*/ 1514192 h 1980611"/>
                  <a:gd name="connsiteX15" fmla="*/ 1301518 w 1520145"/>
                  <a:gd name="connsiteY15" fmla="*/ 1576515 h 1980611"/>
                  <a:gd name="connsiteX16" fmla="*/ 1126940 w 1520145"/>
                  <a:gd name="connsiteY16" fmla="*/ 1509812 h 1980611"/>
                  <a:gd name="connsiteX17" fmla="*/ 1101410 w 1520145"/>
                  <a:gd name="connsiteY17" fmla="*/ 1513692 h 1980611"/>
                  <a:gd name="connsiteX18" fmla="*/ 1091836 w 1520145"/>
                  <a:gd name="connsiteY18" fmla="*/ 1537782 h 1980611"/>
                  <a:gd name="connsiteX19" fmla="*/ 1125188 w 1520145"/>
                  <a:gd name="connsiteY19" fmla="*/ 1776123 h 1980611"/>
                  <a:gd name="connsiteX20" fmla="*/ 1040589 w 1520145"/>
                  <a:gd name="connsiteY20" fmla="*/ 1757664 h 1980611"/>
                  <a:gd name="connsiteX21" fmla="*/ 934966 w 1520145"/>
                  <a:gd name="connsiteY21" fmla="*/ 1678509 h 1980611"/>
                  <a:gd name="connsiteX22" fmla="*/ 905807 w 1520145"/>
                  <a:gd name="connsiteY22" fmla="*/ 1677132 h 1980611"/>
                  <a:gd name="connsiteX23" fmla="*/ 806754 w 1520145"/>
                  <a:gd name="connsiteY23" fmla="*/ 1737640 h 1980611"/>
                  <a:gd name="connsiteX24" fmla="*/ 797868 w 1520145"/>
                  <a:gd name="connsiteY24" fmla="*/ 1746589 h 1980611"/>
                  <a:gd name="connsiteX25" fmla="*/ 684862 w 1520145"/>
                  <a:gd name="connsiteY25" fmla="*/ 1937561 h 1980611"/>
                  <a:gd name="connsiteX26" fmla="*/ 626543 w 1520145"/>
                  <a:gd name="connsiteY26" fmla="*/ 1980611 h 1980611"/>
                  <a:gd name="connsiteX27" fmla="*/ 530994 w 1520145"/>
                  <a:gd name="connsiteY27" fmla="*/ 1710797 h 1980611"/>
                  <a:gd name="connsiteX28" fmla="*/ 529868 w 1520145"/>
                  <a:gd name="connsiteY28" fmla="*/ 1708419 h 1980611"/>
                  <a:gd name="connsiteX29" fmla="*/ 528930 w 1520145"/>
                  <a:gd name="connsiteY29" fmla="*/ 1706354 h 1980611"/>
                  <a:gd name="connsiteX30" fmla="*/ 526739 w 1520145"/>
                  <a:gd name="connsiteY30" fmla="*/ 1703413 h 1980611"/>
                  <a:gd name="connsiteX31" fmla="*/ 525801 w 1520145"/>
                  <a:gd name="connsiteY31" fmla="*/ 1702037 h 1980611"/>
                  <a:gd name="connsiteX32" fmla="*/ 522234 w 1520145"/>
                  <a:gd name="connsiteY32" fmla="*/ 1698783 h 1980611"/>
                  <a:gd name="connsiteX33" fmla="*/ 521922 w 1520145"/>
                  <a:gd name="connsiteY33" fmla="*/ 1698470 h 1980611"/>
                  <a:gd name="connsiteX34" fmla="*/ 357542 w 1520145"/>
                  <a:gd name="connsiteY34" fmla="*/ 1576703 h 1980611"/>
                  <a:gd name="connsiteX35" fmla="*/ 329510 w 1520145"/>
                  <a:gd name="connsiteY35" fmla="*/ 1574701 h 1980611"/>
                  <a:gd name="connsiteX36" fmla="*/ 217629 w 1520145"/>
                  <a:gd name="connsiteY36" fmla="*/ 1635959 h 1980611"/>
                  <a:gd name="connsiteX37" fmla="*/ 215001 w 1520145"/>
                  <a:gd name="connsiteY37" fmla="*/ 1279982 h 1980611"/>
                  <a:gd name="connsiteX38" fmla="*/ 209369 w 1520145"/>
                  <a:gd name="connsiteY38" fmla="*/ 1263963 h 1980611"/>
                  <a:gd name="connsiteX39" fmla="*/ 13015 w 1520145"/>
                  <a:gd name="connsiteY39" fmla="*/ 1017801 h 1980611"/>
                  <a:gd name="connsiteX40" fmla="*/ 0 w 1520145"/>
                  <a:gd name="connsiteY40" fmla="*/ 880203 h 1980611"/>
                  <a:gd name="connsiteX41" fmla="*/ 95236 w 1520145"/>
                  <a:gd name="connsiteY41" fmla="*/ 549567 h 1980611"/>
                  <a:gd name="connsiteX42" fmla="*/ 203175 w 1520145"/>
                  <a:gd name="connsiteY42" fmla="*/ 549567 h 1980611"/>
                  <a:gd name="connsiteX43" fmla="*/ 222259 w 1520145"/>
                  <a:gd name="connsiteY43" fmla="*/ 541245 h 1980611"/>
                  <a:gd name="connsiteX44" fmla="*/ 310800 w 1520145"/>
                  <a:gd name="connsiteY44" fmla="*/ 445946 h 1980611"/>
                  <a:gd name="connsiteX45" fmla="*/ 408539 w 1520145"/>
                  <a:gd name="connsiteY45" fmla="*/ 586610 h 1980611"/>
                  <a:gd name="connsiteX46" fmla="*/ 437323 w 1520145"/>
                  <a:gd name="connsiteY46" fmla="*/ 596810 h 1980611"/>
                  <a:gd name="connsiteX47" fmla="*/ 1006987 w 1520145"/>
                  <a:gd name="connsiteY47" fmla="*/ 429615 h 1980611"/>
                  <a:gd name="connsiteX48" fmla="*/ 1023131 w 1520145"/>
                  <a:gd name="connsiteY48" fmla="*/ 415974 h 1980611"/>
                  <a:gd name="connsiteX49" fmla="*/ 1023882 w 1520145"/>
                  <a:gd name="connsiteY49" fmla="*/ 394824 h 1980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520145" h="1980611">
                    <a:moveTo>
                      <a:pt x="1023632" y="394824"/>
                    </a:moveTo>
                    <a:lnTo>
                      <a:pt x="906307" y="103109"/>
                    </a:lnTo>
                    <a:lnTo>
                      <a:pt x="911125" y="95162"/>
                    </a:lnTo>
                    <a:cubicBezTo>
                      <a:pt x="911751" y="95162"/>
                      <a:pt x="912377" y="95162"/>
                      <a:pt x="913003" y="95037"/>
                    </a:cubicBezTo>
                    <a:cubicBezTo>
                      <a:pt x="1025634" y="83461"/>
                      <a:pt x="1207909" y="107239"/>
                      <a:pt x="1287627" y="19511"/>
                    </a:cubicBezTo>
                    <a:cubicBezTo>
                      <a:pt x="1313783" y="-9147"/>
                      <a:pt x="1359586" y="-5893"/>
                      <a:pt x="1380235" y="27020"/>
                    </a:cubicBezTo>
                    <a:cubicBezTo>
                      <a:pt x="1499625" y="218055"/>
                      <a:pt x="1646108" y="278626"/>
                      <a:pt x="1328800" y="382059"/>
                    </a:cubicBezTo>
                    <a:cubicBezTo>
                      <a:pt x="1314659" y="386627"/>
                      <a:pt x="1303083" y="396764"/>
                      <a:pt x="1295762" y="409654"/>
                    </a:cubicBezTo>
                    <a:cubicBezTo>
                      <a:pt x="1241511" y="505265"/>
                      <a:pt x="1114988" y="583732"/>
                      <a:pt x="1254276" y="622590"/>
                    </a:cubicBezTo>
                    <a:cubicBezTo>
                      <a:pt x="1277615" y="629035"/>
                      <a:pt x="1294573" y="648870"/>
                      <a:pt x="1296888" y="672898"/>
                    </a:cubicBezTo>
                    <a:cubicBezTo>
                      <a:pt x="1313157" y="850731"/>
                      <a:pt x="1396880" y="1120546"/>
                      <a:pt x="1480352" y="1272786"/>
                    </a:cubicBezTo>
                    <a:cubicBezTo>
                      <a:pt x="1482730" y="1277041"/>
                      <a:pt x="1485546" y="1281045"/>
                      <a:pt x="1488925" y="1284424"/>
                    </a:cubicBezTo>
                    <a:lnTo>
                      <a:pt x="1488111" y="1285551"/>
                    </a:lnTo>
                    <a:cubicBezTo>
                      <a:pt x="1487047" y="1287240"/>
                      <a:pt x="1486109" y="1288867"/>
                      <a:pt x="1485421" y="1290744"/>
                    </a:cubicBezTo>
                    <a:lnTo>
                      <a:pt x="1393939" y="1514192"/>
                    </a:lnTo>
                    <a:lnTo>
                      <a:pt x="1301518" y="1576515"/>
                    </a:lnTo>
                    <a:lnTo>
                      <a:pt x="1126940" y="1509812"/>
                    </a:lnTo>
                    <a:cubicBezTo>
                      <a:pt x="1118367" y="1506496"/>
                      <a:pt x="1108606" y="1507935"/>
                      <a:pt x="1101410" y="1513692"/>
                    </a:cubicBezTo>
                    <a:cubicBezTo>
                      <a:pt x="1094214" y="1519511"/>
                      <a:pt x="1090585" y="1528584"/>
                      <a:pt x="1091836" y="1537782"/>
                    </a:cubicBezTo>
                    <a:lnTo>
                      <a:pt x="1125188" y="1776123"/>
                    </a:lnTo>
                    <a:lnTo>
                      <a:pt x="1040589" y="1757664"/>
                    </a:lnTo>
                    <a:lnTo>
                      <a:pt x="934966" y="1678509"/>
                    </a:lnTo>
                    <a:cubicBezTo>
                      <a:pt x="926518" y="1672127"/>
                      <a:pt x="914943" y="1671501"/>
                      <a:pt x="905807" y="1677132"/>
                    </a:cubicBezTo>
                    <a:lnTo>
                      <a:pt x="806754" y="1737640"/>
                    </a:lnTo>
                    <a:cubicBezTo>
                      <a:pt x="803125" y="1739956"/>
                      <a:pt x="800058" y="1742959"/>
                      <a:pt x="797868" y="1746589"/>
                    </a:cubicBezTo>
                    <a:lnTo>
                      <a:pt x="684862" y="1937561"/>
                    </a:lnTo>
                    <a:lnTo>
                      <a:pt x="626543" y="1980611"/>
                    </a:lnTo>
                    <a:lnTo>
                      <a:pt x="530994" y="1710797"/>
                    </a:lnTo>
                    <a:cubicBezTo>
                      <a:pt x="530682" y="1709983"/>
                      <a:pt x="530244" y="1709107"/>
                      <a:pt x="529868" y="1708419"/>
                    </a:cubicBezTo>
                    <a:cubicBezTo>
                      <a:pt x="529555" y="1707668"/>
                      <a:pt x="529243" y="1706980"/>
                      <a:pt x="528930" y="1706354"/>
                    </a:cubicBezTo>
                    <a:cubicBezTo>
                      <a:pt x="528304" y="1705290"/>
                      <a:pt x="527490" y="1704352"/>
                      <a:pt x="526739" y="1703413"/>
                    </a:cubicBezTo>
                    <a:cubicBezTo>
                      <a:pt x="526427" y="1702975"/>
                      <a:pt x="526114" y="1702474"/>
                      <a:pt x="525801" y="1702037"/>
                    </a:cubicBezTo>
                    <a:cubicBezTo>
                      <a:pt x="524737" y="1700910"/>
                      <a:pt x="523486" y="1699721"/>
                      <a:pt x="522234" y="1698783"/>
                    </a:cubicBezTo>
                    <a:lnTo>
                      <a:pt x="521922" y="1698470"/>
                    </a:lnTo>
                    <a:lnTo>
                      <a:pt x="357542" y="1576703"/>
                    </a:lnTo>
                    <a:cubicBezTo>
                      <a:pt x="349408" y="1570571"/>
                      <a:pt x="338458" y="1569820"/>
                      <a:pt x="329510" y="1574701"/>
                    </a:cubicBezTo>
                    <a:lnTo>
                      <a:pt x="217629" y="1635959"/>
                    </a:lnTo>
                    <a:lnTo>
                      <a:pt x="215001" y="1279982"/>
                    </a:lnTo>
                    <a:cubicBezTo>
                      <a:pt x="215001" y="1274162"/>
                      <a:pt x="212999" y="1268531"/>
                      <a:pt x="209369" y="1263963"/>
                    </a:cubicBezTo>
                    <a:lnTo>
                      <a:pt x="13015" y="1017801"/>
                    </a:lnTo>
                    <a:lnTo>
                      <a:pt x="0" y="880203"/>
                    </a:lnTo>
                    <a:lnTo>
                      <a:pt x="95236" y="549567"/>
                    </a:lnTo>
                    <a:lnTo>
                      <a:pt x="203175" y="549567"/>
                    </a:lnTo>
                    <a:cubicBezTo>
                      <a:pt x="210496" y="549567"/>
                      <a:pt x="217316" y="546564"/>
                      <a:pt x="222259" y="541245"/>
                    </a:cubicBezTo>
                    <a:lnTo>
                      <a:pt x="310800" y="445946"/>
                    </a:lnTo>
                    <a:lnTo>
                      <a:pt x="408539" y="586610"/>
                    </a:lnTo>
                    <a:cubicBezTo>
                      <a:pt x="414984" y="595871"/>
                      <a:pt x="426560" y="599938"/>
                      <a:pt x="437323" y="596810"/>
                    </a:cubicBezTo>
                    <a:lnTo>
                      <a:pt x="1006987" y="429615"/>
                    </a:lnTo>
                    <a:cubicBezTo>
                      <a:pt x="1014058" y="427550"/>
                      <a:pt x="1019877" y="422544"/>
                      <a:pt x="1023131" y="415974"/>
                    </a:cubicBezTo>
                    <a:cubicBezTo>
                      <a:pt x="1026260" y="409278"/>
                      <a:pt x="1026573" y="401707"/>
                      <a:pt x="1023882" y="394824"/>
                    </a:cubicBezTo>
                    <a:close/>
                  </a:path>
                </a:pathLst>
              </a:custGeom>
              <a:solidFill>
                <a:srgbClr val="9DCEEF"/>
              </a:solidFill>
              <a:ln w="6252" cap="flat">
                <a:noFill/>
                <a:prstDash val="solid"/>
                <a:miter/>
              </a:ln>
            </p:spPr>
            <p:txBody>
              <a:bodyPr rtlCol="0" anchor="ctr"/>
              <a:lstStyle/>
              <a:p>
                <a:endParaRPr lang="fi-FI" sz="3200"/>
              </a:p>
            </p:txBody>
          </p:sp>
          <p:sp>
            <p:nvSpPr>
              <p:cNvPr id="18" name="Vapaamuotoinen: Muoto 17">
                <a:extLst>
                  <a:ext uri="{FF2B5EF4-FFF2-40B4-BE49-F238E27FC236}">
                    <a16:creationId xmlns:a16="http://schemas.microsoft.com/office/drawing/2014/main" id="{E0B3BFA4-A5AB-040F-2532-8807B4F941BE}"/>
                  </a:ext>
                  <a:ext uri="{C183D7F6-B498-43B3-948B-1728B52AA6E4}">
                    <adec:decorative xmlns:adec="http://schemas.microsoft.com/office/drawing/2017/decorative" val="1"/>
                  </a:ext>
                </a:extLst>
              </p:cNvPr>
              <p:cNvSpPr>
                <a:spLocks/>
              </p:cNvSpPr>
              <p:nvPr/>
            </p:nvSpPr>
            <p:spPr>
              <a:xfrm>
                <a:off x="8025105" y="2694315"/>
                <a:ext cx="130365" cy="71083"/>
              </a:xfrm>
              <a:custGeom>
                <a:avLst/>
                <a:gdLst>
                  <a:gd name="connsiteX0" fmla="*/ 59570 w 151364"/>
                  <a:gd name="connsiteY0" fmla="*/ 0 h 82533"/>
                  <a:gd name="connsiteX1" fmla="*/ 151364 w 151364"/>
                  <a:gd name="connsiteY1" fmla="*/ 30223 h 82533"/>
                  <a:gd name="connsiteX2" fmla="*/ 105811 w 151364"/>
                  <a:gd name="connsiteY2" fmla="*/ 82534 h 82533"/>
                  <a:gd name="connsiteX3" fmla="*/ 0 w 151364"/>
                  <a:gd name="connsiteY3" fmla="*/ 52749 h 82533"/>
                  <a:gd name="connsiteX4" fmla="*/ 59570 w 151364"/>
                  <a:gd name="connsiteY4" fmla="*/ 0 h 825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64" h="82533">
                    <a:moveTo>
                      <a:pt x="59570" y="0"/>
                    </a:moveTo>
                    <a:lnTo>
                      <a:pt x="151364" y="30223"/>
                    </a:lnTo>
                    <a:lnTo>
                      <a:pt x="105811" y="82534"/>
                    </a:lnTo>
                    <a:lnTo>
                      <a:pt x="0" y="52749"/>
                    </a:lnTo>
                    <a:lnTo>
                      <a:pt x="59570" y="0"/>
                    </a:lnTo>
                    <a:close/>
                  </a:path>
                </a:pathLst>
              </a:custGeom>
              <a:solidFill>
                <a:srgbClr val="9DCEEF"/>
              </a:solidFill>
              <a:ln w="6252" cap="flat">
                <a:noFill/>
                <a:prstDash val="solid"/>
                <a:miter/>
              </a:ln>
            </p:spPr>
            <p:txBody>
              <a:bodyPr rtlCol="0" anchor="ctr"/>
              <a:lstStyle/>
              <a:p>
                <a:endParaRPr lang="fi-FI" sz="3200"/>
              </a:p>
            </p:txBody>
          </p:sp>
          <p:sp>
            <p:nvSpPr>
              <p:cNvPr id="20" name="Vapaamuotoinen: Muoto 19">
                <a:extLst>
                  <a:ext uri="{FF2B5EF4-FFF2-40B4-BE49-F238E27FC236}">
                    <a16:creationId xmlns:a16="http://schemas.microsoft.com/office/drawing/2014/main" id="{BFB4FAE3-CECD-4BAE-FE17-1CC3B96F4B00}"/>
                  </a:ext>
                  <a:ext uri="{C183D7F6-B498-43B3-948B-1728B52AA6E4}">
                    <adec:decorative xmlns:adec="http://schemas.microsoft.com/office/drawing/2017/decorative" val="1"/>
                  </a:ext>
                </a:extLst>
              </p:cNvPr>
              <p:cNvSpPr>
                <a:spLocks/>
              </p:cNvSpPr>
              <p:nvPr/>
            </p:nvSpPr>
            <p:spPr>
              <a:xfrm>
                <a:off x="7549616" y="1938911"/>
                <a:ext cx="868982" cy="1226755"/>
              </a:xfrm>
              <a:custGeom>
                <a:avLst/>
                <a:gdLst>
                  <a:gd name="connsiteX0" fmla="*/ 991407 w 1008960"/>
                  <a:gd name="connsiteY0" fmla="*/ 776468 h 1424364"/>
                  <a:gd name="connsiteX1" fmla="*/ 915881 w 1008960"/>
                  <a:gd name="connsiteY1" fmla="*/ 733981 h 1424364"/>
                  <a:gd name="connsiteX2" fmla="*/ 887848 w 1008960"/>
                  <a:gd name="connsiteY2" fmla="*/ 743805 h 1424364"/>
                  <a:gd name="connsiteX3" fmla="*/ 813699 w 1008960"/>
                  <a:gd name="connsiteY3" fmla="*/ 706512 h 1424364"/>
                  <a:gd name="connsiteX4" fmla="*/ 790047 w 1008960"/>
                  <a:gd name="connsiteY4" fmla="*/ 394523 h 1424364"/>
                  <a:gd name="connsiteX5" fmla="*/ 791611 w 1008960"/>
                  <a:gd name="connsiteY5" fmla="*/ 371684 h 1424364"/>
                  <a:gd name="connsiteX6" fmla="*/ 396650 w 1008960"/>
                  <a:gd name="connsiteY6" fmla="*/ 0 h 1424364"/>
                  <a:gd name="connsiteX7" fmla="*/ 389955 w 1008960"/>
                  <a:gd name="connsiteY7" fmla="*/ 9511 h 1424364"/>
                  <a:gd name="connsiteX8" fmla="*/ 296596 w 1008960"/>
                  <a:gd name="connsiteY8" fmla="*/ 237590 h 1424364"/>
                  <a:gd name="connsiteX9" fmla="*/ 287022 w 1008960"/>
                  <a:gd name="connsiteY9" fmla="*/ 249353 h 1424364"/>
                  <a:gd name="connsiteX10" fmla="*/ 176894 w 1008960"/>
                  <a:gd name="connsiteY10" fmla="*/ 323753 h 1424364"/>
                  <a:gd name="connsiteX11" fmla="*/ 153054 w 1008960"/>
                  <a:gd name="connsiteY11" fmla="*/ 326443 h 1424364"/>
                  <a:gd name="connsiteX12" fmla="*/ 7008 w 1008960"/>
                  <a:gd name="connsiteY12" fmla="*/ 270628 h 1424364"/>
                  <a:gd name="connsiteX13" fmla="*/ 39421 w 1008960"/>
                  <a:gd name="connsiteY13" fmla="*/ 502336 h 1424364"/>
                  <a:gd name="connsiteX14" fmla="*/ 39421 w 1008960"/>
                  <a:gd name="connsiteY14" fmla="*/ 503400 h 1424364"/>
                  <a:gd name="connsiteX15" fmla="*/ 39546 w 1008960"/>
                  <a:gd name="connsiteY15" fmla="*/ 507780 h 1424364"/>
                  <a:gd name="connsiteX16" fmla="*/ 39358 w 1008960"/>
                  <a:gd name="connsiteY16" fmla="*/ 509970 h 1424364"/>
                  <a:gd name="connsiteX17" fmla="*/ 39045 w 1008960"/>
                  <a:gd name="connsiteY17" fmla="*/ 511972 h 1424364"/>
                  <a:gd name="connsiteX18" fmla="*/ 0 w 1008960"/>
                  <a:gd name="connsiteY18" fmla="*/ 676164 h 1424364"/>
                  <a:gd name="connsiteX19" fmla="*/ 61697 w 1008960"/>
                  <a:gd name="connsiteY19" fmla="*/ 796992 h 1424364"/>
                  <a:gd name="connsiteX20" fmla="*/ 61259 w 1008960"/>
                  <a:gd name="connsiteY20" fmla="*/ 821583 h 1424364"/>
                  <a:gd name="connsiteX21" fmla="*/ 4505 w 1008960"/>
                  <a:gd name="connsiteY21" fmla="*/ 923390 h 1424364"/>
                  <a:gd name="connsiteX22" fmla="*/ 205865 w 1008960"/>
                  <a:gd name="connsiteY22" fmla="*/ 1138390 h 1424364"/>
                  <a:gd name="connsiteX23" fmla="*/ 209432 w 1008960"/>
                  <a:gd name="connsiteY23" fmla="*/ 1143209 h 1424364"/>
                  <a:gd name="connsiteX24" fmla="*/ 234211 w 1008960"/>
                  <a:gd name="connsiteY24" fmla="*/ 1186134 h 1424364"/>
                  <a:gd name="connsiteX25" fmla="*/ 358919 w 1008960"/>
                  <a:gd name="connsiteY25" fmla="*/ 1263536 h 1424364"/>
                  <a:gd name="connsiteX26" fmla="*/ 381507 w 1008960"/>
                  <a:gd name="connsiteY26" fmla="*/ 1294760 h 1424364"/>
                  <a:gd name="connsiteX27" fmla="*/ 533936 w 1008960"/>
                  <a:gd name="connsiteY27" fmla="*/ 1422910 h 1424364"/>
                  <a:gd name="connsiteX28" fmla="*/ 593505 w 1008960"/>
                  <a:gd name="connsiteY28" fmla="*/ 1400822 h 1424364"/>
                  <a:gd name="connsiteX29" fmla="*/ 627482 w 1008960"/>
                  <a:gd name="connsiteY29" fmla="*/ 1354643 h 1424364"/>
                  <a:gd name="connsiteX30" fmla="*/ 685300 w 1008960"/>
                  <a:gd name="connsiteY30" fmla="*/ 1332242 h 1424364"/>
                  <a:gd name="connsiteX31" fmla="*/ 953237 w 1008960"/>
                  <a:gd name="connsiteY31" fmla="*/ 1218922 h 1424364"/>
                  <a:gd name="connsiteX32" fmla="*/ 978892 w 1008960"/>
                  <a:gd name="connsiteY32" fmla="*/ 1187260 h 1424364"/>
                  <a:gd name="connsiteX33" fmla="*/ 991469 w 1008960"/>
                  <a:gd name="connsiteY33" fmla="*/ 776719 h 1424364"/>
                  <a:gd name="connsiteX34" fmla="*/ 768459 w 1008960"/>
                  <a:gd name="connsiteY34" fmla="*/ 912001 h 1424364"/>
                  <a:gd name="connsiteX35" fmla="*/ 686363 w 1008960"/>
                  <a:gd name="connsiteY35" fmla="*/ 1006299 h 1424364"/>
                  <a:gd name="connsiteX36" fmla="*/ 666778 w 1008960"/>
                  <a:gd name="connsiteY36" fmla="*/ 1015247 h 1424364"/>
                  <a:gd name="connsiteX37" fmla="*/ 659707 w 1008960"/>
                  <a:gd name="connsiteY37" fmla="*/ 1014183 h 1424364"/>
                  <a:gd name="connsiteX38" fmla="*/ 492074 w 1008960"/>
                  <a:gd name="connsiteY38" fmla="*/ 967066 h 1424364"/>
                  <a:gd name="connsiteX39" fmla="*/ 473740 w 1008960"/>
                  <a:gd name="connsiteY39" fmla="*/ 947793 h 1424364"/>
                  <a:gd name="connsiteX40" fmla="*/ 481875 w 1008960"/>
                  <a:gd name="connsiteY40" fmla="*/ 922451 h 1424364"/>
                  <a:gd name="connsiteX41" fmla="*/ 588374 w 1008960"/>
                  <a:gd name="connsiteY41" fmla="*/ 828154 h 1424364"/>
                  <a:gd name="connsiteX42" fmla="*/ 613779 w 1008960"/>
                  <a:gd name="connsiteY42" fmla="*/ 822835 h 1424364"/>
                  <a:gd name="connsiteX43" fmla="*/ 757008 w 1008960"/>
                  <a:gd name="connsiteY43" fmla="*/ 870015 h 1424364"/>
                  <a:gd name="connsiteX44" fmla="*/ 773965 w 1008960"/>
                  <a:gd name="connsiteY44" fmla="*/ 887848 h 1424364"/>
                  <a:gd name="connsiteX45" fmla="*/ 768459 w 1008960"/>
                  <a:gd name="connsiteY45" fmla="*/ 911939 h 1424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008960" h="1424364">
                    <a:moveTo>
                      <a:pt x="991407" y="776468"/>
                    </a:moveTo>
                    <a:cubicBezTo>
                      <a:pt x="984211" y="742491"/>
                      <a:pt x="948669" y="722593"/>
                      <a:pt x="915881" y="733981"/>
                    </a:cubicBezTo>
                    <a:cubicBezTo>
                      <a:pt x="906620" y="737235"/>
                      <a:pt x="897046" y="740551"/>
                      <a:pt x="887848" y="743805"/>
                    </a:cubicBezTo>
                    <a:cubicBezTo>
                      <a:pt x="857000" y="754442"/>
                      <a:pt x="823273" y="737673"/>
                      <a:pt x="813699" y="706512"/>
                    </a:cubicBezTo>
                    <a:cubicBezTo>
                      <a:pt x="784415" y="611276"/>
                      <a:pt x="767207" y="479372"/>
                      <a:pt x="790047" y="394523"/>
                    </a:cubicBezTo>
                    <a:cubicBezTo>
                      <a:pt x="792049" y="387014"/>
                      <a:pt x="792737" y="379317"/>
                      <a:pt x="791611" y="371684"/>
                    </a:cubicBezTo>
                    <a:cubicBezTo>
                      <a:pt x="753692" y="122893"/>
                      <a:pt x="627232" y="28408"/>
                      <a:pt x="396650" y="0"/>
                    </a:cubicBezTo>
                    <a:lnTo>
                      <a:pt x="389955" y="9511"/>
                    </a:lnTo>
                    <a:lnTo>
                      <a:pt x="296596" y="237590"/>
                    </a:lnTo>
                    <a:cubicBezTo>
                      <a:pt x="294594" y="242408"/>
                      <a:pt x="291277" y="246475"/>
                      <a:pt x="287022" y="249353"/>
                    </a:cubicBezTo>
                    <a:lnTo>
                      <a:pt x="176894" y="323753"/>
                    </a:lnTo>
                    <a:cubicBezTo>
                      <a:pt x="169823" y="328446"/>
                      <a:pt x="160938" y="329509"/>
                      <a:pt x="153054" y="326443"/>
                    </a:cubicBezTo>
                    <a:lnTo>
                      <a:pt x="7008" y="270628"/>
                    </a:lnTo>
                    <a:lnTo>
                      <a:pt x="39421" y="502336"/>
                    </a:lnTo>
                    <a:cubicBezTo>
                      <a:pt x="39421" y="502336"/>
                      <a:pt x="39421" y="502962"/>
                      <a:pt x="39421" y="503400"/>
                    </a:cubicBezTo>
                    <a:cubicBezTo>
                      <a:pt x="39609" y="504839"/>
                      <a:pt x="39609" y="506341"/>
                      <a:pt x="39546" y="507780"/>
                    </a:cubicBezTo>
                    <a:cubicBezTo>
                      <a:pt x="39546" y="508531"/>
                      <a:pt x="39421" y="509219"/>
                      <a:pt x="39358" y="509970"/>
                    </a:cubicBezTo>
                    <a:cubicBezTo>
                      <a:pt x="39171" y="510596"/>
                      <a:pt x="39171" y="511347"/>
                      <a:pt x="39045" y="511972"/>
                    </a:cubicBezTo>
                    <a:lnTo>
                      <a:pt x="0" y="676164"/>
                    </a:lnTo>
                    <a:lnTo>
                      <a:pt x="61697" y="796992"/>
                    </a:lnTo>
                    <a:cubicBezTo>
                      <a:pt x="65639" y="804814"/>
                      <a:pt x="65576" y="813949"/>
                      <a:pt x="61259" y="821583"/>
                    </a:cubicBezTo>
                    <a:lnTo>
                      <a:pt x="4505" y="923390"/>
                    </a:lnTo>
                    <a:lnTo>
                      <a:pt x="205865" y="1138390"/>
                    </a:lnTo>
                    <a:cubicBezTo>
                      <a:pt x="207242" y="1139830"/>
                      <a:pt x="208368" y="1141394"/>
                      <a:pt x="209432" y="1143209"/>
                    </a:cubicBezTo>
                    <a:lnTo>
                      <a:pt x="234211" y="1186134"/>
                    </a:lnTo>
                    <a:cubicBezTo>
                      <a:pt x="263182" y="1200525"/>
                      <a:pt x="303917" y="1225430"/>
                      <a:pt x="358919" y="1263536"/>
                    </a:cubicBezTo>
                    <a:cubicBezTo>
                      <a:pt x="369744" y="1271045"/>
                      <a:pt x="377691" y="1282183"/>
                      <a:pt x="381507" y="1294760"/>
                    </a:cubicBezTo>
                    <a:cubicBezTo>
                      <a:pt x="405786" y="1374165"/>
                      <a:pt x="457158" y="1405202"/>
                      <a:pt x="533936" y="1422910"/>
                    </a:cubicBezTo>
                    <a:cubicBezTo>
                      <a:pt x="556462" y="1428041"/>
                      <a:pt x="579864" y="1419343"/>
                      <a:pt x="593505" y="1400822"/>
                    </a:cubicBezTo>
                    <a:cubicBezTo>
                      <a:pt x="603892" y="1386680"/>
                      <a:pt x="616532" y="1369472"/>
                      <a:pt x="627482" y="1354643"/>
                    </a:cubicBezTo>
                    <a:cubicBezTo>
                      <a:pt x="640810" y="1336622"/>
                      <a:pt x="663399" y="1327361"/>
                      <a:pt x="685300" y="1332242"/>
                    </a:cubicBezTo>
                    <a:cubicBezTo>
                      <a:pt x="771900" y="1351389"/>
                      <a:pt x="879151" y="1263349"/>
                      <a:pt x="953237" y="1218922"/>
                    </a:cubicBezTo>
                    <a:cubicBezTo>
                      <a:pt x="965189" y="1211726"/>
                      <a:pt x="974574" y="1200713"/>
                      <a:pt x="978892" y="1187260"/>
                    </a:cubicBezTo>
                    <a:cubicBezTo>
                      <a:pt x="1014934" y="1075692"/>
                      <a:pt x="1017875" y="901489"/>
                      <a:pt x="991469" y="776719"/>
                    </a:cubicBezTo>
                    <a:close/>
                    <a:moveTo>
                      <a:pt x="768459" y="912001"/>
                    </a:moveTo>
                    <a:lnTo>
                      <a:pt x="686363" y="1006299"/>
                    </a:lnTo>
                    <a:cubicBezTo>
                      <a:pt x="681357" y="1012056"/>
                      <a:pt x="674161" y="1015247"/>
                      <a:pt x="666778" y="1015247"/>
                    </a:cubicBezTo>
                    <a:cubicBezTo>
                      <a:pt x="664400" y="1015247"/>
                      <a:pt x="661960" y="1014934"/>
                      <a:pt x="659707" y="1014183"/>
                    </a:cubicBezTo>
                    <a:lnTo>
                      <a:pt x="492074" y="967066"/>
                    </a:lnTo>
                    <a:cubicBezTo>
                      <a:pt x="482876" y="964438"/>
                      <a:pt x="475805" y="957054"/>
                      <a:pt x="473740" y="947793"/>
                    </a:cubicBezTo>
                    <a:cubicBezTo>
                      <a:pt x="471550" y="938532"/>
                      <a:pt x="474679" y="928708"/>
                      <a:pt x="481875" y="922451"/>
                    </a:cubicBezTo>
                    <a:lnTo>
                      <a:pt x="588374" y="828154"/>
                    </a:lnTo>
                    <a:cubicBezTo>
                      <a:pt x="595382" y="822021"/>
                      <a:pt x="604956" y="820019"/>
                      <a:pt x="613779" y="822835"/>
                    </a:cubicBezTo>
                    <a:lnTo>
                      <a:pt x="757008" y="870015"/>
                    </a:lnTo>
                    <a:cubicBezTo>
                      <a:pt x="765268" y="872706"/>
                      <a:pt x="771588" y="879526"/>
                      <a:pt x="773965" y="887848"/>
                    </a:cubicBezTo>
                    <a:cubicBezTo>
                      <a:pt x="776281" y="896296"/>
                      <a:pt x="774153" y="905243"/>
                      <a:pt x="768459" y="911939"/>
                    </a:cubicBezTo>
                    <a:close/>
                  </a:path>
                </a:pathLst>
              </a:custGeom>
              <a:solidFill>
                <a:srgbClr val="9DCEEF"/>
              </a:solidFill>
              <a:ln w="6252" cap="flat">
                <a:noFill/>
                <a:prstDash val="solid"/>
                <a:miter/>
              </a:ln>
            </p:spPr>
            <p:txBody>
              <a:bodyPr rtlCol="0" anchor="ctr"/>
              <a:lstStyle/>
              <a:p>
                <a:endParaRPr lang="fi-FI" sz="3200"/>
              </a:p>
            </p:txBody>
          </p:sp>
          <p:sp>
            <p:nvSpPr>
              <p:cNvPr id="21" name="Vapaamuotoinen: Muoto 20">
                <a:extLst>
                  <a:ext uri="{FF2B5EF4-FFF2-40B4-BE49-F238E27FC236}">
                    <a16:creationId xmlns:a16="http://schemas.microsoft.com/office/drawing/2014/main" id="{619D5CC2-9AA5-F26B-AC09-BBADA2F3C5AE}"/>
                  </a:ext>
                  <a:ext uri="{C183D7F6-B498-43B3-948B-1728B52AA6E4}">
                    <adec:decorative xmlns:adec="http://schemas.microsoft.com/office/drawing/2017/decorative" val="1"/>
                  </a:ext>
                </a:extLst>
              </p:cNvPr>
              <p:cNvSpPr>
                <a:spLocks/>
              </p:cNvSpPr>
              <p:nvPr/>
            </p:nvSpPr>
            <p:spPr>
              <a:xfrm>
                <a:off x="4502889" y="4486633"/>
                <a:ext cx="131963" cy="98331"/>
              </a:xfrm>
              <a:custGeom>
                <a:avLst/>
                <a:gdLst>
                  <a:gd name="connsiteX0" fmla="*/ 0 w 153220"/>
                  <a:gd name="connsiteY0" fmla="*/ 4027 h 114170"/>
                  <a:gd name="connsiteX1" fmla="*/ 0 w 153220"/>
                  <a:gd name="connsiteY1" fmla="*/ 109525 h 114170"/>
                  <a:gd name="connsiteX2" fmla="*/ 3379 w 153220"/>
                  <a:gd name="connsiteY2" fmla="*/ 113593 h 114170"/>
                  <a:gd name="connsiteX3" fmla="*/ 150238 w 153220"/>
                  <a:gd name="connsiteY3" fmla="*/ 87124 h 114170"/>
                  <a:gd name="connsiteX4" fmla="*/ 152803 w 153220"/>
                  <a:gd name="connsiteY4" fmla="*/ 81305 h 114170"/>
                  <a:gd name="connsiteX5" fmla="*/ 4568 w 153220"/>
                  <a:gd name="connsiteY5" fmla="*/ 22 h 114170"/>
                  <a:gd name="connsiteX6" fmla="*/ 0 w 153220"/>
                  <a:gd name="connsiteY6" fmla="*/ 4027 h 114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3220" h="114170">
                    <a:moveTo>
                      <a:pt x="0" y="4027"/>
                    </a:moveTo>
                    <a:lnTo>
                      <a:pt x="0" y="109525"/>
                    </a:lnTo>
                    <a:cubicBezTo>
                      <a:pt x="0" y="111528"/>
                      <a:pt x="1377" y="113342"/>
                      <a:pt x="3379" y="113593"/>
                    </a:cubicBezTo>
                    <a:cubicBezTo>
                      <a:pt x="36793" y="117973"/>
                      <a:pt x="116135" y="96322"/>
                      <a:pt x="150238" y="87124"/>
                    </a:cubicBezTo>
                    <a:cubicBezTo>
                      <a:pt x="152678" y="86436"/>
                      <a:pt x="153930" y="83620"/>
                      <a:pt x="152803" y="81305"/>
                    </a:cubicBezTo>
                    <a:cubicBezTo>
                      <a:pt x="106875" y="-12367"/>
                      <a:pt x="98177" y="9722"/>
                      <a:pt x="4568" y="22"/>
                    </a:cubicBezTo>
                    <a:cubicBezTo>
                      <a:pt x="2190" y="-228"/>
                      <a:pt x="0" y="1649"/>
                      <a:pt x="0" y="4027"/>
                    </a:cubicBezTo>
                    <a:close/>
                  </a:path>
                </a:pathLst>
              </a:custGeom>
              <a:solidFill>
                <a:srgbClr val="9DCEEF"/>
              </a:solidFill>
              <a:ln w="6252" cap="flat">
                <a:noFill/>
                <a:prstDash val="solid"/>
                <a:miter/>
              </a:ln>
            </p:spPr>
            <p:txBody>
              <a:bodyPr rtlCol="0" anchor="ctr"/>
              <a:lstStyle/>
              <a:p>
                <a:endParaRPr lang="fi-FI" sz="3200"/>
              </a:p>
            </p:txBody>
          </p:sp>
          <p:sp>
            <p:nvSpPr>
              <p:cNvPr id="22" name="Vapaamuotoinen: Muoto 21">
                <a:extLst>
                  <a:ext uri="{FF2B5EF4-FFF2-40B4-BE49-F238E27FC236}">
                    <a16:creationId xmlns:a16="http://schemas.microsoft.com/office/drawing/2014/main" id="{DC4C091D-564D-3AC2-E119-809C80772E45}"/>
                  </a:ext>
                  <a:ext uri="{C183D7F6-B498-43B3-948B-1728B52AA6E4}">
                    <adec:decorative xmlns:adec="http://schemas.microsoft.com/office/drawing/2017/decorative" val="1"/>
                  </a:ext>
                </a:extLst>
              </p:cNvPr>
              <p:cNvSpPr>
                <a:spLocks/>
              </p:cNvSpPr>
              <p:nvPr/>
            </p:nvSpPr>
            <p:spPr>
              <a:xfrm>
                <a:off x="4656329" y="4328570"/>
                <a:ext cx="166144" cy="115604"/>
              </a:xfrm>
              <a:custGeom>
                <a:avLst/>
                <a:gdLst>
                  <a:gd name="connsiteX0" fmla="*/ 1366 w 192907"/>
                  <a:gd name="connsiteY0" fmla="*/ 24674 h 134226"/>
                  <a:gd name="connsiteX1" fmla="*/ 123070 w 192907"/>
                  <a:gd name="connsiteY1" fmla="*/ 133176 h 134226"/>
                  <a:gd name="connsiteX2" fmla="*/ 129390 w 192907"/>
                  <a:gd name="connsiteY2" fmla="*/ 131987 h 134226"/>
                  <a:gd name="connsiteX3" fmla="*/ 192464 w 192907"/>
                  <a:gd name="connsiteY3" fmla="*/ 5902 h 134226"/>
                  <a:gd name="connsiteX4" fmla="*/ 188459 w 192907"/>
                  <a:gd name="connsiteY4" fmla="*/ 21 h 134226"/>
                  <a:gd name="connsiteX5" fmla="*/ 3681 w 192907"/>
                  <a:gd name="connsiteY5" fmla="*/ 17604 h 134226"/>
                  <a:gd name="connsiteX6" fmla="*/ 1366 w 192907"/>
                  <a:gd name="connsiteY6" fmla="*/ 24674 h 134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2907" h="134226">
                    <a:moveTo>
                      <a:pt x="1366" y="24674"/>
                    </a:moveTo>
                    <a:lnTo>
                      <a:pt x="123070" y="133176"/>
                    </a:lnTo>
                    <a:cubicBezTo>
                      <a:pt x="125073" y="134991"/>
                      <a:pt x="128202" y="134365"/>
                      <a:pt x="129390" y="131987"/>
                    </a:cubicBezTo>
                    <a:lnTo>
                      <a:pt x="192464" y="5902"/>
                    </a:lnTo>
                    <a:cubicBezTo>
                      <a:pt x="193903" y="3024"/>
                      <a:pt x="191651" y="-293"/>
                      <a:pt x="188459" y="21"/>
                    </a:cubicBezTo>
                    <a:lnTo>
                      <a:pt x="3681" y="17604"/>
                    </a:lnTo>
                    <a:cubicBezTo>
                      <a:pt x="115" y="17916"/>
                      <a:pt x="-1262" y="22359"/>
                      <a:pt x="1366" y="24674"/>
                    </a:cubicBezTo>
                    <a:close/>
                  </a:path>
                </a:pathLst>
              </a:custGeom>
              <a:solidFill>
                <a:srgbClr val="9DCEEF"/>
              </a:solidFill>
              <a:ln w="6252" cap="flat">
                <a:noFill/>
                <a:prstDash val="solid"/>
                <a:miter/>
              </a:ln>
            </p:spPr>
            <p:txBody>
              <a:bodyPr rtlCol="0" anchor="ctr"/>
              <a:lstStyle/>
              <a:p>
                <a:endParaRPr lang="fi-FI" sz="3200"/>
              </a:p>
            </p:txBody>
          </p:sp>
          <p:sp>
            <p:nvSpPr>
              <p:cNvPr id="23" name="Vapaamuotoinen: Muoto 22">
                <a:extLst>
                  <a:ext uri="{FF2B5EF4-FFF2-40B4-BE49-F238E27FC236}">
                    <a16:creationId xmlns:a16="http://schemas.microsoft.com/office/drawing/2014/main" id="{FC0865BB-6DF0-EC34-AEE4-7E39A10DB210}"/>
                  </a:ext>
                  <a:ext uri="{C183D7F6-B498-43B3-948B-1728B52AA6E4}">
                    <adec:decorative xmlns:adec="http://schemas.microsoft.com/office/drawing/2017/decorative" val="1"/>
                  </a:ext>
                </a:extLst>
              </p:cNvPr>
              <p:cNvSpPr>
                <a:spLocks/>
              </p:cNvSpPr>
              <p:nvPr/>
            </p:nvSpPr>
            <p:spPr>
              <a:xfrm>
                <a:off x="5497420" y="4209271"/>
                <a:ext cx="98038" cy="70809"/>
              </a:xfrm>
              <a:custGeom>
                <a:avLst/>
                <a:gdLst>
                  <a:gd name="connsiteX0" fmla="*/ 866 w 113830"/>
                  <a:gd name="connsiteY0" fmla="*/ 53249 h 82215"/>
                  <a:gd name="connsiteX1" fmla="*/ 20890 w 113830"/>
                  <a:gd name="connsiteY1" fmla="*/ 80531 h 82215"/>
                  <a:gd name="connsiteX2" fmla="*/ 26834 w 113830"/>
                  <a:gd name="connsiteY2" fmla="*/ 81219 h 82215"/>
                  <a:gd name="connsiteX3" fmla="*/ 112371 w 113830"/>
                  <a:gd name="connsiteY3" fmla="*/ 7195 h 82215"/>
                  <a:gd name="connsiteX4" fmla="*/ 108054 w 113830"/>
                  <a:gd name="connsiteY4" fmla="*/ 375 h 82215"/>
                  <a:gd name="connsiteX5" fmla="*/ 2431 w 113830"/>
                  <a:gd name="connsiteY5" fmla="*/ 47116 h 82215"/>
                  <a:gd name="connsiteX6" fmla="*/ 804 w 113830"/>
                  <a:gd name="connsiteY6" fmla="*/ 53249 h 8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3830" h="82215">
                    <a:moveTo>
                      <a:pt x="866" y="53249"/>
                    </a:moveTo>
                    <a:lnTo>
                      <a:pt x="20890" y="80531"/>
                    </a:lnTo>
                    <a:cubicBezTo>
                      <a:pt x="22266" y="82470"/>
                      <a:pt x="25019" y="82783"/>
                      <a:pt x="26834" y="81219"/>
                    </a:cubicBezTo>
                    <a:lnTo>
                      <a:pt x="112371" y="7195"/>
                    </a:lnTo>
                    <a:cubicBezTo>
                      <a:pt x="115938" y="4129"/>
                      <a:pt x="112371" y="-1502"/>
                      <a:pt x="108054" y="375"/>
                    </a:cubicBezTo>
                    <a:lnTo>
                      <a:pt x="2431" y="47116"/>
                    </a:lnTo>
                    <a:cubicBezTo>
                      <a:pt x="53" y="48180"/>
                      <a:pt x="-761" y="51121"/>
                      <a:pt x="804" y="53249"/>
                    </a:cubicBezTo>
                    <a:close/>
                  </a:path>
                </a:pathLst>
              </a:custGeom>
              <a:solidFill>
                <a:srgbClr val="9DCEEF"/>
              </a:solidFill>
              <a:ln w="6252" cap="flat">
                <a:noFill/>
                <a:prstDash val="solid"/>
                <a:miter/>
              </a:ln>
            </p:spPr>
            <p:txBody>
              <a:bodyPr rtlCol="0" anchor="ctr"/>
              <a:lstStyle/>
              <a:p>
                <a:endParaRPr lang="fi-FI" sz="3200"/>
              </a:p>
            </p:txBody>
          </p:sp>
          <p:sp>
            <p:nvSpPr>
              <p:cNvPr id="24" name="Vapaamuotoinen: Muoto 23">
                <a:extLst>
                  <a:ext uri="{FF2B5EF4-FFF2-40B4-BE49-F238E27FC236}">
                    <a16:creationId xmlns:a16="http://schemas.microsoft.com/office/drawing/2014/main" id="{2DE2D7DB-A5A9-09BB-DF7D-C32C09D8283F}"/>
                  </a:ext>
                  <a:ext uri="{C183D7F6-B498-43B3-948B-1728B52AA6E4}">
                    <adec:decorative xmlns:adec="http://schemas.microsoft.com/office/drawing/2017/decorative" val="1"/>
                  </a:ext>
                </a:extLst>
              </p:cNvPr>
              <p:cNvSpPr>
                <a:spLocks/>
              </p:cNvSpPr>
              <p:nvPr/>
            </p:nvSpPr>
            <p:spPr>
              <a:xfrm>
                <a:off x="5771382" y="3991022"/>
                <a:ext cx="228129" cy="159229"/>
              </a:xfrm>
              <a:custGeom>
                <a:avLst/>
                <a:gdLst>
                  <a:gd name="connsiteX0" fmla="*/ 153698 w 264877"/>
                  <a:gd name="connsiteY0" fmla="*/ 1173 h 184878"/>
                  <a:gd name="connsiteX1" fmla="*/ 1333 w 264877"/>
                  <a:gd name="connsiteY1" fmla="*/ 139647 h 184878"/>
                  <a:gd name="connsiteX2" fmla="*/ 1583 w 264877"/>
                  <a:gd name="connsiteY2" fmla="*/ 145842 h 184878"/>
                  <a:gd name="connsiteX3" fmla="*/ 50641 w 264877"/>
                  <a:gd name="connsiteY3" fmla="*/ 184011 h 184878"/>
                  <a:gd name="connsiteX4" fmla="*/ 53769 w 264877"/>
                  <a:gd name="connsiteY4" fmla="*/ 184824 h 184878"/>
                  <a:gd name="connsiteX5" fmla="*/ 261449 w 264877"/>
                  <a:gd name="connsiteY5" fmla="*/ 151160 h 184878"/>
                  <a:gd name="connsiteX6" fmla="*/ 264077 w 264877"/>
                  <a:gd name="connsiteY6" fmla="*/ 144715 h 184878"/>
                  <a:gd name="connsiteX7" fmla="*/ 159643 w 264877"/>
                  <a:gd name="connsiteY7" fmla="*/ 1674 h 184878"/>
                  <a:gd name="connsiteX8" fmla="*/ 153636 w 264877"/>
                  <a:gd name="connsiteY8" fmla="*/ 1048 h 184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4877" h="184878">
                    <a:moveTo>
                      <a:pt x="153698" y="1173"/>
                    </a:moveTo>
                    <a:lnTo>
                      <a:pt x="1333" y="139647"/>
                    </a:lnTo>
                    <a:cubicBezTo>
                      <a:pt x="-544" y="141336"/>
                      <a:pt x="-419" y="144340"/>
                      <a:pt x="1583" y="145842"/>
                    </a:cubicBezTo>
                    <a:lnTo>
                      <a:pt x="50641" y="184011"/>
                    </a:lnTo>
                    <a:cubicBezTo>
                      <a:pt x="51517" y="184700"/>
                      <a:pt x="52643" y="185012"/>
                      <a:pt x="53769" y="184824"/>
                    </a:cubicBezTo>
                    <a:lnTo>
                      <a:pt x="261449" y="151160"/>
                    </a:lnTo>
                    <a:cubicBezTo>
                      <a:pt x="264452" y="150660"/>
                      <a:pt x="265891" y="147218"/>
                      <a:pt x="264077" y="144715"/>
                    </a:cubicBezTo>
                    <a:lnTo>
                      <a:pt x="159643" y="1674"/>
                    </a:lnTo>
                    <a:cubicBezTo>
                      <a:pt x="158204" y="-266"/>
                      <a:pt x="155388" y="-579"/>
                      <a:pt x="153636" y="1048"/>
                    </a:cubicBezTo>
                    <a:close/>
                  </a:path>
                </a:pathLst>
              </a:custGeom>
              <a:solidFill>
                <a:srgbClr val="9DCEEF"/>
              </a:solidFill>
              <a:ln w="6252" cap="flat">
                <a:noFill/>
                <a:prstDash val="solid"/>
                <a:miter/>
              </a:ln>
            </p:spPr>
            <p:txBody>
              <a:bodyPr rtlCol="0" anchor="ctr"/>
              <a:lstStyle/>
              <a:p>
                <a:endParaRPr lang="fi-FI" sz="3200"/>
              </a:p>
            </p:txBody>
          </p:sp>
          <p:sp>
            <p:nvSpPr>
              <p:cNvPr id="25" name="Vapaamuotoinen: Muoto 24">
                <a:extLst>
                  <a:ext uri="{FF2B5EF4-FFF2-40B4-BE49-F238E27FC236}">
                    <a16:creationId xmlns:a16="http://schemas.microsoft.com/office/drawing/2014/main" id="{1B60B01E-E2E6-D978-FC6A-ACE3D13F0726}"/>
                  </a:ext>
                  <a:ext uri="{C183D7F6-B498-43B3-948B-1728B52AA6E4}">
                    <adec:decorative xmlns:adec="http://schemas.microsoft.com/office/drawing/2017/decorative" val="1"/>
                  </a:ext>
                </a:extLst>
              </p:cNvPr>
              <p:cNvSpPr>
                <a:spLocks/>
              </p:cNvSpPr>
              <p:nvPr/>
            </p:nvSpPr>
            <p:spPr>
              <a:xfrm>
                <a:off x="5994059" y="3948205"/>
                <a:ext cx="124063" cy="76436"/>
              </a:xfrm>
              <a:custGeom>
                <a:avLst/>
                <a:gdLst>
                  <a:gd name="connsiteX0" fmla="*/ 149 w 144047"/>
                  <a:gd name="connsiteY0" fmla="*/ 5272 h 88748"/>
                  <a:gd name="connsiteX1" fmla="*/ 95197 w 144047"/>
                  <a:gd name="connsiteY1" fmla="*/ 88745 h 88748"/>
                  <a:gd name="connsiteX2" fmla="*/ 98827 w 144047"/>
                  <a:gd name="connsiteY2" fmla="*/ 86930 h 88748"/>
                  <a:gd name="connsiteX3" fmla="*/ 143379 w 144047"/>
                  <a:gd name="connsiteY3" fmla="*/ 18413 h 88748"/>
                  <a:gd name="connsiteX4" fmla="*/ 140312 w 144047"/>
                  <a:gd name="connsiteY4" fmla="*/ 12155 h 88748"/>
                  <a:gd name="connsiteX5" fmla="*/ 4404 w 144047"/>
                  <a:gd name="connsiteY5" fmla="*/ 16 h 88748"/>
                  <a:gd name="connsiteX6" fmla="*/ 149 w 144047"/>
                  <a:gd name="connsiteY6" fmla="*/ 5147 h 88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047" h="88748">
                    <a:moveTo>
                      <a:pt x="149" y="5272"/>
                    </a:moveTo>
                    <a:cubicBezTo>
                      <a:pt x="20673" y="84302"/>
                      <a:pt x="5780" y="84615"/>
                      <a:pt x="95197" y="88745"/>
                    </a:cubicBezTo>
                    <a:cubicBezTo>
                      <a:pt x="96636" y="88807"/>
                      <a:pt x="98013" y="88181"/>
                      <a:pt x="98827" y="86930"/>
                    </a:cubicBezTo>
                    <a:cubicBezTo>
                      <a:pt x="105084" y="77356"/>
                      <a:pt x="133242" y="34056"/>
                      <a:pt x="143379" y="18413"/>
                    </a:cubicBezTo>
                    <a:cubicBezTo>
                      <a:pt x="145068" y="15847"/>
                      <a:pt x="143379" y="12468"/>
                      <a:pt x="140312" y="12155"/>
                    </a:cubicBezTo>
                    <a:lnTo>
                      <a:pt x="4404" y="16"/>
                    </a:lnTo>
                    <a:cubicBezTo>
                      <a:pt x="1588" y="-234"/>
                      <a:pt x="-602" y="2457"/>
                      <a:pt x="149" y="5147"/>
                    </a:cubicBezTo>
                    <a:close/>
                  </a:path>
                </a:pathLst>
              </a:custGeom>
              <a:solidFill>
                <a:srgbClr val="9DCEEF"/>
              </a:solidFill>
              <a:ln w="6252" cap="flat">
                <a:noFill/>
                <a:prstDash val="solid"/>
                <a:miter/>
              </a:ln>
            </p:spPr>
            <p:txBody>
              <a:bodyPr rtlCol="0" anchor="ctr"/>
              <a:lstStyle/>
              <a:p>
                <a:endParaRPr lang="fi-FI" sz="3200"/>
              </a:p>
            </p:txBody>
          </p:sp>
        </p:grpSp>
        <p:grpSp>
          <p:nvGrpSpPr>
            <p:cNvPr id="11" name="Ryhmä 10">
              <a:extLst>
                <a:ext uri="{FF2B5EF4-FFF2-40B4-BE49-F238E27FC236}">
                  <a16:creationId xmlns:a16="http://schemas.microsoft.com/office/drawing/2014/main" id="{37F2A4F2-FB0A-D126-9691-F8804DA2B8EB}"/>
                </a:ext>
                <a:ext uri="{C183D7F6-B498-43B3-948B-1728B52AA6E4}">
                  <adec:decorative xmlns:adec="http://schemas.microsoft.com/office/drawing/2017/decorative" val="1"/>
                </a:ext>
              </a:extLst>
            </p:cNvPr>
            <p:cNvGrpSpPr/>
            <p:nvPr userDrawn="1"/>
          </p:nvGrpSpPr>
          <p:grpSpPr>
            <a:xfrm>
              <a:off x="2869191" y="482906"/>
              <a:ext cx="5874510" cy="4221225"/>
              <a:chOff x="2869194" y="482906"/>
              <a:chExt cx="5874514" cy="4221223"/>
            </a:xfrm>
          </p:grpSpPr>
          <p:grpSp>
            <p:nvGrpSpPr>
              <p:cNvPr id="551" name="Ryhmä 550">
                <a:extLst>
                  <a:ext uri="{FF2B5EF4-FFF2-40B4-BE49-F238E27FC236}">
                    <a16:creationId xmlns:a16="http://schemas.microsoft.com/office/drawing/2014/main" id="{8139C47B-41C4-3ED9-8572-2BC85527CA44}"/>
                  </a:ext>
                  <a:ext uri="{C183D7F6-B498-43B3-948B-1728B52AA6E4}">
                    <adec:decorative xmlns:adec="http://schemas.microsoft.com/office/drawing/2017/decorative" val="1"/>
                  </a:ext>
                </a:extLst>
              </p:cNvPr>
              <p:cNvGrpSpPr/>
              <p:nvPr userDrawn="1"/>
            </p:nvGrpSpPr>
            <p:grpSpPr>
              <a:xfrm>
                <a:off x="7692329" y="2312287"/>
                <a:ext cx="423254" cy="250453"/>
                <a:chOff x="2740142" y="2145139"/>
                <a:chExt cx="705040" cy="417195"/>
              </a:xfrm>
              <a:solidFill>
                <a:schemeClr val="accent2"/>
              </a:solidFill>
            </p:grpSpPr>
            <p:sp>
              <p:nvSpPr>
                <p:cNvPr id="542" name="Vapaamuotoinen: Muoto 541">
                  <a:extLst>
                    <a:ext uri="{FF2B5EF4-FFF2-40B4-BE49-F238E27FC236}">
                      <a16:creationId xmlns:a16="http://schemas.microsoft.com/office/drawing/2014/main" id="{0D6819B2-18D5-5C4F-92CC-A7EF84CA5DCD}"/>
                    </a:ext>
                  </a:extLst>
                </p:cNvPr>
                <p:cNvSpPr/>
                <p:nvPr/>
              </p:nvSpPr>
              <p:spPr>
                <a:xfrm>
                  <a:off x="2740142" y="2145139"/>
                  <a:ext cx="102393" cy="167163"/>
                </a:xfrm>
                <a:custGeom>
                  <a:avLst/>
                  <a:gdLst>
                    <a:gd name="connsiteX0" fmla="*/ 40767 w 102393"/>
                    <a:gd name="connsiteY0" fmla="*/ 32671 h 167163"/>
                    <a:gd name="connsiteX1" fmla="*/ 40767 w 102393"/>
                    <a:gd name="connsiteY1" fmla="*/ 66485 h 167163"/>
                    <a:gd name="connsiteX2" fmla="*/ 95250 w 102393"/>
                    <a:gd name="connsiteY2" fmla="*/ 66485 h 167163"/>
                    <a:gd name="connsiteX3" fmla="*/ 95250 w 102393"/>
                    <a:gd name="connsiteY3" fmla="*/ 97917 h 167163"/>
                    <a:gd name="connsiteX4" fmla="*/ 40767 w 102393"/>
                    <a:gd name="connsiteY4" fmla="*/ 97917 h 167163"/>
                    <a:gd name="connsiteX5" fmla="*/ 40767 w 102393"/>
                    <a:gd name="connsiteY5" fmla="*/ 134588 h 167163"/>
                    <a:gd name="connsiteX6" fmla="*/ 102394 w 102393"/>
                    <a:gd name="connsiteY6" fmla="*/ 134588 h 167163"/>
                    <a:gd name="connsiteX7" fmla="*/ 102394 w 102393"/>
                    <a:gd name="connsiteY7" fmla="*/ 167164 h 167163"/>
                    <a:gd name="connsiteX8" fmla="*/ 0 w 102393"/>
                    <a:gd name="connsiteY8" fmla="*/ 167164 h 167163"/>
                    <a:gd name="connsiteX9" fmla="*/ 0 w 102393"/>
                    <a:gd name="connsiteY9" fmla="*/ 0 h 167163"/>
                    <a:gd name="connsiteX10" fmla="*/ 102394 w 102393"/>
                    <a:gd name="connsiteY10" fmla="*/ 0 h 167163"/>
                    <a:gd name="connsiteX11" fmla="*/ 102394 w 102393"/>
                    <a:gd name="connsiteY11" fmla="*/ 32575 h 167163"/>
                    <a:gd name="connsiteX12" fmla="*/ 40767 w 102393"/>
                    <a:gd name="connsiteY12" fmla="*/ 32575 h 16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2393" h="167163">
                      <a:moveTo>
                        <a:pt x="40767" y="32671"/>
                      </a:moveTo>
                      <a:lnTo>
                        <a:pt x="40767" y="66485"/>
                      </a:lnTo>
                      <a:lnTo>
                        <a:pt x="95250" y="66485"/>
                      </a:lnTo>
                      <a:lnTo>
                        <a:pt x="95250" y="97917"/>
                      </a:lnTo>
                      <a:lnTo>
                        <a:pt x="40767" y="97917"/>
                      </a:lnTo>
                      <a:lnTo>
                        <a:pt x="40767" y="134588"/>
                      </a:lnTo>
                      <a:lnTo>
                        <a:pt x="102394" y="134588"/>
                      </a:lnTo>
                      <a:lnTo>
                        <a:pt x="102394" y="167164"/>
                      </a:lnTo>
                      <a:lnTo>
                        <a:pt x="0" y="167164"/>
                      </a:lnTo>
                      <a:lnTo>
                        <a:pt x="0" y="0"/>
                      </a:lnTo>
                      <a:lnTo>
                        <a:pt x="102394" y="0"/>
                      </a:lnTo>
                      <a:lnTo>
                        <a:pt x="102394" y="32575"/>
                      </a:lnTo>
                      <a:lnTo>
                        <a:pt x="40767" y="32575"/>
                      </a:lnTo>
                      <a:close/>
                    </a:path>
                  </a:pathLst>
                </a:custGeom>
                <a:solidFill>
                  <a:schemeClr val="accent5"/>
                </a:solidFill>
                <a:ln w="9525" cap="flat">
                  <a:noFill/>
                  <a:prstDash val="solid"/>
                  <a:miter/>
                </a:ln>
              </p:spPr>
              <p:txBody>
                <a:bodyPr rtlCol="0" anchor="ctr"/>
                <a:lstStyle/>
                <a:p>
                  <a:endParaRPr lang="fi-FI" sz="3200"/>
                </a:p>
              </p:txBody>
            </p:sp>
            <p:sp>
              <p:nvSpPr>
                <p:cNvPr id="543" name="Vapaamuotoinen: Muoto 542">
                  <a:extLst>
                    <a:ext uri="{FF2B5EF4-FFF2-40B4-BE49-F238E27FC236}">
                      <a16:creationId xmlns:a16="http://schemas.microsoft.com/office/drawing/2014/main" id="{0AFA5EE3-BC11-FA8A-3EA2-F214592925A1}"/>
                    </a:ext>
                  </a:extLst>
                </p:cNvPr>
                <p:cNvSpPr/>
                <p:nvPr/>
              </p:nvSpPr>
              <p:spPr>
                <a:xfrm>
                  <a:off x="2861776" y="2177620"/>
                  <a:ext cx="115061" cy="136779"/>
                </a:xfrm>
                <a:custGeom>
                  <a:avLst/>
                  <a:gdLst>
                    <a:gd name="connsiteX0" fmla="*/ 30290 w 115061"/>
                    <a:gd name="connsiteY0" fmla="*/ 130683 h 136779"/>
                    <a:gd name="connsiteX1" fmla="*/ 8858 w 115061"/>
                    <a:gd name="connsiteY1" fmla="*/ 114395 h 136779"/>
                    <a:gd name="connsiteX2" fmla="*/ 0 w 115061"/>
                    <a:gd name="connsiteY2" fmla="*/ 91154 h 136779"/>
                    <a:gd name="connsiteX3" fmla="*/ 40291 w 115061"/>
                    <a:gd name="connsiteY3" fmla="*/ 91154 h 136779"/>
                    <a:gd name="connsiteX4" fmla="*/ 46672 w 115061"/>
                    <a:gd name="connsiteY4" fmla="*/ 102394 h 136779"/>
                    <a:gd name="connsiteX5" fmla="*/ 60674 w 115061"/>
                    <a:gd name="connsiteY5" fmla="*/ 106680 h 136779"/>
                    <a:gd name="connsiteX6" fmla="*/ 72485 w 115061"/>
                    <a:gd name="connsiteY6" fmla="*/ 103727 h 136779"/>
                    <a:gd name="connsiteX7" fmla="*/ 76676 w 115061"/>
                    <a:gd name="connsiteY7" fmla="*/ 96012 h 136779"/>
                    <a:gd name="connsiteX8" fmla="*/ 70771 w 115061"/>
                    <a:gd name="connsiteY8" fmla="*/ 87535 h 136779"/>
                    <a:gd name="connsiteX9" fmla="*/ 51435 w 115061"/>
                    <a:gd name="connsiteY9" fmla="*/ 81439 h 136779"/>
                    <a:gd name="connsiteX10" fmla="*/ 27622 w 115061"/>
                    <a:gd name="connsiteY10" fmla="*/ 74390 h 136779"/>
                    <a:gd name="connsiteX11" fmla="*/ 11240 w 115061"/>
                    <a:gd name="connsiteY11" fmla="*/ 62675 h 136779"/>
                    <a:gd name="connsiteX12" fmla="*/ 4382 w 115061"/>
                    <a:gd name="connsiteY12" fmla="*/ 41148 h 136779"/>
                    <a:gd name="connsiteX13" fmla="*/ 10668 w 115061"/>
                    <a:gd name="connsiteY13" fmla="*/ 20288 h 136779"/>
                    <a:gd name="connsiteX14" fmla="*/ 29242 w 115061"/>
                    <a:gd name="connsiteY14" fmla="*/ 5429 h 136779"/>
                    <a:gd name="connsiteX15" fmla="*/ 58388 w 115061"/>
                    <a:gd name="connsiteY15" fmla="*/ 0 h 136779"/>
                    <a:gd name="connsiteX16" fmla="*/ 97822 w 115061"/>
                    <a:gd name="connsiteY16" fmla="*/ 12383 h 136779"/>
                    <a:gd name="connsiteX17" fmla="*/ 114395 w 115061"/>
                    <a:gd name="connsiteY17" fmla="*/ 45244 h 136779"/>
                    <a:gd name="connsiteX18" fmla="*/ 76771 w 115061"/>
                    <a:gd name="connsiteY18" fmla="*/ 45244 h 136779"/>
                    <a:gd name="connsiteX19" fmla="*/ 70676 w 115061"/>
                    <a:gd name="connsiteY19" fmla="*/ 34290 h 136779"/>
                    <a:gd name="connsiteX20" fmla="*/ 57245 w 115061"/>
                    <a:gd name="connsiteY20" fmla="*/ 30290 h 136779"/>
                    <a:gd name="connsiteX21" fmla="*/ 46292 w 115061"/>
                    <a:gd name="connsiteY21" fmla="*/ 33052 h 136779"/>
                    <a:gd name="connsiteX22" fmla="*/ 42482 w 115061"/>
                    <a:gd name="connsiteY22" fmla="*/ 40577 h 136779"/>
                    <a:gd name="connsiteX23" fmla="*/ 48578 w 115061"/>
                    <a:gd name="connsiteY23" fmla="*/ 49149 h 136779"/>
                    <a:gd name="connsiteX24" fmla="*/ 67532 w 115061"/>
                    <a:gd name="connsiteY24" fmla="*/ 54864 h 136779"/>
                    <a:gd name="connsiteX25" fmla="*/ 91535 w 115061"/>
                    <a:gd name="connsiteY25" fmla="*/ 62389 h 136779"/>
                    <a:gd name="connsiteX26" fmla="*/ 107823 w 115061"/>
                    <a:gd name="connsiteY26" fmla="*/ 74295 h 136779"/>
                    <a:gd name="connsiteX27" fmla="*/ 115062 w 115061"/>
                    <a:gd name="connsiteY27" fmla="*/ 96298 h 136779"/>
                    <a:gd name="connsiteX28" fmla="*/ 108490 w 115061"/>
                    <a:gd name="connsiteY28" fmla="*/ 117157 h 136779"/>
                    <a:gd name="connsiteX29" fmla="*/ 89630 w 115061"/>
                    <a:gd name="connsiteY29" fmla="*/ 131540 h 136779"/>
                    <a:gd name="connsiteX30" fmla="*/ 61151 w 115061"/>
                    <a:gd name="connsiteY30" fmla="*/ 136779 h 136779"/>
                    <a:gd name="connsiteX31" fmla="*/ 30194 w 115061"/>
                    <a:gd name="connsiteY31" fmla="*/ 130874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15061" h="136779">
                      <a:moveTo>
                        <a:pt x="30290" y="130683"/>
                      </a:moveTo>
                      <a:cubicBezTo>
                        <a:pt x="21241" y="126682"/>
                        <a:pt x="14097" y="121253"/>
                        <a:pt x="8858" y="114395"/>
                      </a:cubicBezTo>
                      <a:cubicBezTo>
                        <a:pt x="3620" y="107537"/>
                        <a:pt x="667" y="99727"/>
                        <a:pt x="0" y="91154"/>
                      </a:cubicBezTo>
                      <a:lnTo>
                        <a:pt x="40291" y="91154"/>
                      </a:lnTo>
                      <a:cubicBezTo>
                        <a:pt x="40767" y="95726"/>
                        <a:pt x="42863" y="99536"/>
                        <a:pt x="46672" y="102394"/>
                      </a:cubicBezTo>
                      <a:cubicBezTo>
                        <a:pt x="50483" y="105251"/>
                        <a:pt x="55150" y="106680"/>
                        <a:pt x="60674" y="106680"/>
                      </a:cubicBezTo>
                      <a:cubicBezTo>
                        <a:pt x="65723" y="106680"/>
                        <a:pt x="69723" y="105728"/>
                        <a:pt x="72485" y="103727"/>
                      </a:cubicBezTo>
                      <a:cubicBezTo>
                        <a:pt x="75248" y="101727"/>
                        <a:pt x="76676" y="99155"/>
                        <a:pt x="76676" y="96012"/>
                      </a:cubicBezTo>
                      <a:cubicBezTo>
                        <a:pt x="76676" y="92202"/>
                        <a:pt x="74676" y="89344"/>
                        <a:pt x="70771" y="87535"/>
                      </a:cubicBezTo>
                      <a:cubicBezTo>
                        <a:pt x="66770" y="85725"/>
                        <a:pt x="60389" y="83725"/>
                        <a:pt x="51435" y="81439"/>
                      </a:cubicBezTo>
                      <a:cubicBezTo>
                        <a:pt x="41910" y="79248"/>
                        <a:pt x="34004" y="76867"/>
                        <a:pt x="27622" y="74390"/>
                      </a:cubicBezTo>
                      <a:cubicBezTo>
                        <a:pt x="21241" y="71914"/>
                        <a:pt x="15811" y="68009"/>
                        <a:pt x="11240" y="62675"/>
                      </a:cubicBezTo>
                      <a:cubicBezTo>
                        <a:pt x="6668" y="57340"/>
                        <a:pt x="4382" y="50197"/>
                        <a:pt x="4382" y="41148"/>
                      </a:cubicBezTo>
                      <a:cubicBezTo>
                        <a:pt x="4382" y="33528"/>
                        <a:pt x="6477" y="26575"/>
                        <a:pt x="10668" y="20288"/>
                      </a:cubicBezTo>
                      <a:cubicBezTo>
                        <a:pt x="14859" y="14002"/>
                        <a:pt x="21050" y="9049"/>
                        <a:pt x="29242" y="5429"/>
                      </a:cubicBezTo>
                      <a:cubicBezTo>
                        <a:pt x="37433" y="1810"/>
                        <a:pt x="47149" y="0"/>
                        <a:pt x="58388" y="0"/>
                      </a:cubicBezTo>
                      <a:cubicBezTo>
                        <a:pt x="75057" y="0"/>
                        <a:pt x="88202" y="4096"/>
                        <a:pt x="97822" y="12383"/>
                      </a:cubicBezTo>
                      <a:cubicBezTo>
                        <a:pt x="107442" y="20669"/>
                        <a:pt x="112967" y="31623"/>
                        <a:pt x="114395" y="45244"/>
                      </a:cubicBezTo>
                      <a:lnTo>
                        <a:pt x="76771" y="45244"/>
                      </a:lnTo>
                      <a:cubicBezTo>
                        <a:pt x="76105" y="40672"/>
                        <a:pt x="74105" y="36957"/>
                        <a:pt x="70676" y="34290"/>
                      </a:cubicBezTo>
                      <a:cubicBezTo>
                        <a:pt x="67246" y="31623"/>
                        <a:pt x="62770" y="30290"/>
                        <a:pt x="57245" y="30290"/>
                      </a:cubicBezTo>
                      <a:cubicBezTo>
                        <a:pt x="52483" y="30290"/>
                        <a:pt x="48863" y="31242"/>
                        <a:pt x="46292" y="33052"/>
                      </a:cubicBezTo>
                      <a:cubicBezTo>
                        <a:pt x="43720" y="34862"/>
                        <a:pt x="42482" y="37338"/>
                        <a:pt x="42482" y="40577"/>
                      </a:cubicBezTo>
                      <a:cubicBezTo>
                        <a:pt x="42482" y="44387"/>
                        <a:pt x="44482" y="47244"/>
                        <a:pt x="48578" y="49149"/>
                      </a:cubicBezTo>
                      <a:cubicBezTo>
                        <a:pt x="52673" y="51054"/>
                        <a:pt x="58960" y="52959"/>
                        <a:pt x="67532" y="54864"/>
                      </a:cubicBezTo>
                      <a:cubicBezTo>
                        <a:pt x="77343" y="57436"/>
                        <a:pt x="85439" y="59912"/>
                        <a:pt x="91535" y="62389"/>
                      </a:cubicBezTo>
                      <a:cubicBezTo>
                        <a:pt x="97727" y="64865"/>
                        <a:pt x="103156" y="68771"/>
                        <a:pt x="107823" y="74295"/>
                      </a:cubicBezTo>
                      <a:cubicBezTo>
                        <a:pt x="112490" y="79820"/>
                        <a:pt x="114967" y="87154"/>
                        <a:pt x="115062" y="96298"/>
                      </a:cubicBezTo>
                      <a:cubicBezTo>
                        <a:pt x="115062" y="104108"/>
                        <a:pt x="112871" y="111062"/>
                        <a:pt x="108490" y="117157"/>
                      </a:cubicBezTo>
                      <a:cubicBezTo>
                        <a:pt x="104108" y="123254"/>
                        <a:pt x="97822" y="128111"/>
                        <a:pt x="89630" y="131540"/>
                      </a:cubicBezTo>
                      <a:cubicBezTo>
                        <a:pt x="81439" y="134969"/>
                        <a:pt x="72009" y="136779"/>
                        <a:pt x="61151" y="136779"/>
                      </a:cubicBezTo>
                      <a:cubicBezTo>
                        <a:pt x="49530" y="136779"/>
                        <a:pt x="39243" y="134779"/>
                        <a:pt x="30194" y="130874"/>
                      </a:cubicBezTo>
                      <a:close/>
                    </a:path>
                  </a:pathLst>
                </a:custGeom>
                <a:solidFill>
                  <a:schemeClr val="accent5"/>
                </a:solidFill>
                <a:ln w="9525" cap="flat">
                  <a:noFill/>
                  <a:prstDash val="solid"/>
                  <a:miter/>
                </a:ln>
              </p:spPr>
              <p:txBody>
                <a:bodyPr rtlCol="0" anchor="ctr"/>
                <a:lstStyle/>
                <a:p>
                  <a:endParaRPr lang="fi-FI" sz="3200"/>
                </a:p>
              </p:txBody>
            </p:sp>
            <p:sp>
              <p:nvSpPr>
                <p:cNvPr id="544" name="Vapaamuotoinen: Muoto 543">
                  <a:extLst>
                    <a:ext uri="{FF2B5EF4-FFF2-40B4-BE49-F238E27FC236}">
                      <a16:creationId xmlns:a16="http://schemas.microsoft.com/office/drawing/2014/main" id="{3C6B3235-EE53-6C96-FA93-E87FD07AD212}"/>
                    </a:ext>
                  </a:extLst>
                </p:cNvPr>
                <p:cNvSpPr/>
                <p:nvPr/>
              </p:nvSpPr>
              <p:spPr>
                <a:xfrm>
                  <a:off x="3001794" y="2177524"/>
                  <a:ext cx="140208" cy="198119"/>
                </a:xfrm>
                <a:custGeom>
                  <a:avLst/>
                  <a:gdLst>
                    <a:gd name="connsiteX0" fmla="*/ 57245 w 140208"/>
                    <a:gd name="connsiteY0" fmla="*/ 5715 h 198119"/>
                    <a:gd name="connsiteX1" fmla="*/ 81724 w 140208"/>
                    <a:gd name="connsiteY1" fmla="*/ 0 h 198119"/>
                    <a:gd name="connsiteX2" fmla="*/ 111443 w 140208"/>
                    <a:gd name="connsiteY2" fmla="*/ 8382 h 198119"/>
                    <a:gd name="connsiteX3" fmla="*/ 132493 w 140208"/>
                    <a:gd name="connsiteY3" fmla="*/ 32195 h 198119"/>
                    <a:gd name="connsiteX4" fmla="*/ 140208 w 140208"/>
                    <a:gd name="connsiteY4" fmla="*/ 68104 h 198119"/>
                    <a:gd name="connsiteX5" fmla="*/ 132493 w 140208"/>
                    <a:gd name="connsiteY5" fmla="*/ 104204 h 198119"/>
                    <a:gd name="connsiteX6" fmla="*/ 111443 w 140208"/>
                    <a:gd name="connsiteY6" fmla="*/ 128207 h 198119"/>
                    <a:gd name="connsiteX7" fmla="*/ 81724 w 140208"/>
                    <a:gd name="connsiteY7" fmla="*/ 136684 h 198119"/>
                    <a:gd name="connsiteX8" fmla="*/ 57341 w 140208"/>
                    <a:gd name="connsiteY8" fmla="*/ 130969 h 198119"/>
                    <a:gd name="connsiteX9" fmla="*/ 40767 w 140208"/>
                    <a:gd name="connsiteY9" fmla="*/ 116205 h 198119"/>
                    <a:gd name="connsiteX10" fmla="*/ 40767 w 140208"/>
                    <a:gd name="connsiteY10" fmla="*/ 198120 h 198119"/>
                    <a:gd name="connsiteX11" fmla="*/ 0 w 140208"/>
                    <a:gd name="connsiteY11" fmla="*/ 198120 h 198119"/>
                    <a:gd name="connsiteX12" fmla="*/ 0 w 140208"/>
                    <a:gd name="connsiteY12" fmla="*/ 1905 h 198119"/>
                    <a:gd name="connsiteX13" fmla="*/ 40767 w 140208"/>
                    <a:gd name="connsiteY13" fmla="*/ 1905 h 198119"/>
                    <a:gd name="connsiteX14" fmla="*/ 40767 w 140208"/>
                    <a:gd name="connsiteY14" fmla="*/ 20765 h 198119"/>
                    <a:gd name="connsiteX15" fmla="*/ 57150 w 140208"/>
                    <a:gd name="connsiteY15" fmla="*/ 5715 h 198119"/>
                    <a:gd name="connsiteX16" fmla="*/ 90488 w 140208"/>
                    <a:gd name="connsiteY16" fmla="*/ 44196 h 198119"/>
                    <a:gd name="connsiteX17" fmla="*/ 69628 w 140208"/>
                    <a:gd name="connsiteY17" fmla="*/ 35528 h 198119"/>
                    <a:gd name="connsiteX18" fmla="*/ 49054 w 140208"/>
                    <a:gd name="connsiteY18" fmla="*/ 44291 h 198119"/>
                    <a:gd name="connsiteX19" fmla="*/ 40576 w 140208"/>
                    <a:gd name="connsiteY19" fmla="*/ 68390 h 198119"/>
                    <a:gd name="connsiteX20" fmla="*/ 49054 w 140208"/>
                    <a:gd name="connsiteY20" fmla="*/ 92393 h 198119"/>
                    <a:gd name="connsiteX21" fmla="*/ 69628 w 140208"/>
                    <a:gd name="connsiteY21" fmla="*/ 101251 h 198119"/>
                    <a:gd name="connsiteX22" fmla="*/ 90297 w 140208"/>
                    <a:gd name="connsiteY22" fmla="*/ 92297 h 198119"/>
                    <a:gd name="connsiteX23" fmla="*/ 98870 w 140208"/>
                    <a:gd name="connsiteY23" fmla="*/ 68104 h 198119"/>
                    <a:gd name="connsiteX24" fmla="*/ 90392 w 140208"/>
                    <a:gd name="connsiteY24" fmla="*/ 44196 h 198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8" h="198119">
                      <a:moveTo>
                        <a:pt x="57245" y="5715"/>
                      </a:moveTo>
                      <a:cubicBezTo>
                        <a:pt x="64198" y="1905"/>
                        <a:pt x="72390" y="0"/>
                        <a:pt x="81724" y="0"/>
                      </a:cubicBezTo>
                      <a:cubicBezTo>
                        <a:pt x="92678" y="0"/>
                        <a:pt x="102584" y="2762"/>
                        <a:pt x="111443" y="8382"/>
                      </a:cubicBezTo>
                      <a:cubicBezTo>
                        <a:pt x="120301" y="13907"/>
                        <a:pt x="127349" y="21908"/>
                        <a:pt x="132493" y="32195"/>
                      </a:cubicBezTo>
                      <a:cubicBezTo>
                        <a:pt x="137636" y="42482"/>
                        <a:pt x="140208" y="54483"/>
                        <a:pt x="140208" y="68104"/>
                      </a:cubicBezTo>
                      <a:cubicBezTo>
                        <a:pt x="140208" y="81725"/>
                        <a:pt x="137636" y="93821"/>
                        <a:pt x="132493" y="104204"/>
                      </a:cubicBezTo>
                      <a:cubicBezTo>
                        <a:pt x="127349" y="114586"/>
                        <a:pt x="120301" y="122587"/>
                        <a:pt x="111443" y="128207"/>
                      </a:cubicBezTo>
                      <a:cubicBezTo>
                        <a:pt x="102584" y="133826"/>
                        <a:pt x="92678" y="136684"/>
                        <a:pt x="81724" y="136684"/>
                      </a:cubicBezTo>
                      <a:cubicBezTo>
                        <a:pt x="72485" y="136684"/>
                        <a:pt x="64389" y="134779"/>
                        <a:pt x="57341" y="130969"/>
                      </a:cubicBezTo>
                      <a:cubicBezTo>
                        <a:pt x="50292" y="127159"/>
                        <a:pt x="44768" y="122206"/>
                        <a:pt x="40767" y="116205"/>
                      </a:cubicBezTo>
                      <a:lnTo>
                        <a:pt x="40767" y="198120"/>
                      </a:lnTo>
                      <a:lnTo>
                        <a:pt x="0" y="198120"/>
                      </a:lnTo>
                      <a:lnTo>
                        <a:pt x="0" y="1905"/>
                      </a:lnTo>
                      <a:lnTo>
                        <a:pt x="40767" y="1905"/>
                      </a:lnTo>
                      <a:lnTo>
                        <a:pt x="40767" y="20765"/>
                      </a:lnTo>
                      <a:cubicBezTo>
                        <a:pt x="44768" y="14573"/>
                        <a:pt x="50197" y="9620"/>
                        <a:pt x="57150" y="5715"/>
                      </a:cubicBezTo>
                      <a:close/>
                      <a:moveTo>
                        <a:pt x="90488" y="44196"/>
                      </a:moveTo>
                      <a:cubicBezTo>
                        <a:pt x="84868" y="38386"/>
                        <a:pt x="77915" y="35528"/>
                        <a:pt x="69628" y="35528"/>
                      </a:cubicBezTo>
                      <a:cubicBezTo>
                        <a:pt x="61341" y="35528"/>
                        <a:pt x="54673" y="38481"/>
                        <a:pt x="49054" y="44291"/>
                      </a:cubicBezTo>
                      <a:cubicBezTo>
                        <a:pt x="43434" y="50197"/>
                        <a:pt x="40576" y="58198"/>
                        <a:pt x="40576" y="68390"/>
                      </a:cubicBezTo>
                      <a:cubicBezTo>
                        <a:pt x="40576" y="78581"/>
                        <a:pt x="43339" y="86582"/>
                        <a:pt x="49054" y="92393"/>
                      </a:cubicBezTo>
                      <a:cubicBezTo>
                        <a:pt x="54673" y="98298"/>
                        <a:pt x="61531" y="101251"/>
                        <a:pt x="69628" y="101251"/>
                      </a:cubicBezTo>
                      <a:cubicBezTo>
                        <a:pt x="77724" y="101251"/>
                        <a:pt x="84677" y="98298"/>
                        <a:pt x="90297" y="92297"/>
                      </a:cubicBezTo>
                      <a:cubicBezTo>
                        <a:pt x="95917" y="86296"/>
                        <a:pt x="98870" y="78296"/>
                        <a:pt x="98870" y="68104"/>
                      </a:cubicBezTo>
                      <a:cubicBezTo>
                        <a:pt x="98870" y="57912"/>
                        <a:pt x="96012" y="50006"/>
                        <a:pt x="90392" y="44196"/>
                      </a:cubicBezTo>
                      <a:close/>
                    </a:path>
                  </a:pathLst>
                </a:custGeom>
                <a:solidFill>
                  <a:schemeClr val="accent5"/>
                </a:solidFill>
                <a:ln w="9525" cap="flat">
                  <a:noFill/>
                  <a:prstDash val="solid"/>
                  <a:miter/>
                </a:ln>
              </p:spPr>
              <p:txBody>
                <a:bodyPr rtlCol="0" anchor="ctr"/>
                <a:lstStyle/>
                <a:p>
                  <a:endParaRPr lang="fi-FI" sz="3200"/>
                </a:p>
              </p:txBody>
            </p:sp>
            <p:sp>
              <p:nvSpPr>
                <p:cNvPr id="545" name="Vapaamuotoinen: Muoto 544">
                  <a:extLst>
                    <a:ext uri="{FF2B5EF4-FFF2-40B4-BE49-F238E27FC236}">
                      <a16:creationId xmlns:a16="http://schemas.microsoft.com/office/drawing/2014/main" id="{1CE706FB-1B06-1796-BD31-863EC4AE003C}"/>
                    </a:ext>
                  </a:extLst>
                </p:cNvPr>
                <p:cNvSpPr/>
                <p:nvPr/>
              </p:nvSpPr>
              <p:spPr>
                <a:xfrm>
                  <a:off x="3155432" y="2177524"/>
                  <a:ext cx="138112" cy="136779"/>
                </a:xfrm>
                <a:custGeom>
                  <a:avLst/>
                  <a:gdLst>
                    <a:gd name="connsiteX0" fmla="*/ 33433 w 138112"/>
                    <a:gd name="connsiteY0" fmla="*/ 128397 h 136779"/>
                    <a:gd name="connsiteX1" fmla="*/ 8953 w 138112"/>
                    <a:gd name="connsiteY1" fmla="*/ 104584 h 136779"/>
                    <a:gd name="connsiteX2" fmla="*/ 0 w 138112"/>
                    <a:gd name="connsiteY2" fmla="*/ 68390 h 136779"/>
                    <a:gd name="connsiteX3" fmla="*/ 9049 w 138112"/>
                    <a:gd name="connsiteY3" fmla="*/ 32290 h 136779"/>
                    <a:gd name="connsiteX4" fmla="*/ 33814 w 138112"/>
                    <a:gd name="connsiteY4" fmla="*/ 8382 h 136779"/>
                    <a:gd name="connsiteX5" fmla="*/ 69056 w 138112"/>
                    <a:gd name="connsiteY5" fmla="*/ 0 h 136779"/>
                    <a:gd name="connsiteX6" fmla="*/ 104299 w 138112"/>
                    <a:gd name="connsiteY6" fmla="*/ 8382 h 136779"/>
                    <a:gd name="connsiteX7" fmla="*/ 129064 w 138112"/>
                    <a:gd name="connsiteY7" fmla="*/ 32290 h 136779"/>
                    <a:gd name="connsiteX8" fmla="*/ 138113 w 138112"/>
                    <a:gd name="connsiteY8" fmla="*/ 68390 h 136779"/>
                    <a:gd name="connsiteX9" fmla="*/ 128968 w 138112"/>
                    <a:gd name="connsiteY9" fmla="*/ 104489 h 136779"/>
                    <a:gd name="connsiteX10" fmla="*/ 104013 w 138112"/>
                    <a:gd name="connsiteY10" fmla="*/ 128397 h 136779"/>
                    <a:gd name="connsiteX11" fmla="*/ 68675 w 138112"/>
                    <a:gd name="connsiteY11" fmla="*/ 136779 h 136779"/>
                    <a:gd name="connsiteX12" fmla="*/ 33528 w 138112"/>
                    <a:gd name="connsiteY12" fmla="*/ 128397 h 136779"/>
                    <a:gd name="connsiteX13" fmla="*/ 88487 w 138112"/>
                    <a:gd name="connsiteY13" fmla="*/ 92964 h 136779"/>
                    <a:gd name="connsiteX14" fmla="*/ 96679 w 138112"/>
                    <a:gd name="connsiteY14" fmla="*/ 68390 h 136779"/>
                    <a:gd name="connsiteX15" fmla="*/ 88678 w 138112"/>
                    <a:gd name="connsiteY15" fmla="*/ 43815 h 136779"/>
                    <a:gd name="connsiteX16" fmla="*/ 69056 w 138112"/>
                    <a:gd name="connsiteY16" fmla="*/ 35243 h 136779"/>
                    <a:gd name="connsiteX17" fmla="*/ 49244 w 138112"/>
                    <a:gd name="connsiteY17" fmla="*/ 43720 h 136779"/>
                    <a:gd name="connsiteX18" fmla="*/ 41434 w 138112"/>
                    <a:gd name="connsiteY18" fmla="*/ 68390 h 136779"/>
                    <a:gd name="connsiteX19" fmla="*/ 49149 w 138112"/>
                    <a:gd name="connsiteY19" fmla="*/ 92964 h 136779"/>
                    <a:gd name="connsiteX20" fmla="*/ 68580 w 138112"/>
                    <a:gd name="connsiteY20" fmla="*/ 101537 h 136779"/>
                    <a:gd name="connsiteX21" fmla="*/ 88487 w 138112"/>
                    <a:gd name="connsiteY21" fmla="*/ 92964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8112" h="136779">
                      <a:moveTo>
                        <a:pt x="33433" y="128397"/>
                      </a:moveTo>
                      <a:cubicBezTo>
                        <a:pt x="23050" y="122873"/>
                        <a:pt x="14859" y="114871"/>
                        <a:pt x="8953" y="104584"/>
                      </a:cubicBezTo>
                      <a:cubicBezTo>
                        <a:pt x="3048" y="94298"/>
                        <a:pt x="0" y="82201"/>
                        <a:pt x="0" y="68390"/>
                      </a:cubicBezTo>
                      <a:cubicBezTo>
                        <a:pt x="0" y="54578"/>
                        <a:pt x="3048" y="42672"/>
                        <a:pt x="9049" y="32290"/>
                      </a:cubicBezTo>
                      <a:cubicBezTo>
                        <a:pt x="15049" y="21908"/>
                        <a:pt x="23336" y="13907"/>
                        <a:pt x="33814" y="8382"/>
                      </a:cubicBezTo>
                      <a:cubicBezTo>
                        <a:pt x="44291" y="2858"/>
                        <a:pt x="56007" y="0"/>
                        <a:pt x="69056" y="0"/>
                      </a:cubicBezTo>
                      <a:cubicBezTo>
                        <a:pt x="82105" y="0"/>
                        <a:pt x="93821" y="2762"/>
                        <a:pt x="104299" y="8382"/>
                      </a:cubicBezTo>
                      <a:cubicBezTo>
                        <a:pt x="114776" y="13907"/>
                        <a:pt x="123063" y="21908"/>
                        <a:pt x="129064" y="32290"/>
                      </a:cubicBezTo>
                      <a:cubicBezTo>
                        <a:pt x="135065" y="42672"/>
                        <a:pt x="138113" y="54673"/>
                        <a:pt x="138113" y="68390"/>
                      </a:cubicBezTo>
                      <a:cubicBezTo>
                        <a:pt x="138113" y="82106"/>
                        <a:pt x="135065" y="94107"/>
                        <a:pt x="128968" y="104489"/>
                      </a:cubicBezTo>
                      <a:cubicBezTo>
                        <a:pt x="122872" y="114871"/>
                        <a:pt x="114490" y="122873"/>
                        <a:pt x="104013" y="128397"/>
                      </a:cubicBezTo>
                      <a:cubicBezTo>
                        <a:pt x="93440" y="133922"/>
                        <a:pt x="81629" y="136779"/>
                        <a:pt x="68675" y="136779"/>
                      </a:cubicBezTo>
                      <a:cubicBezTo>
                        <a:pt x="55721" y="136779"/>
                        <a:pt x="43910" y="134017"/>
                        <a:pt x="33528" y="128397"/>
                      </a:cubicBezTo>
                      <a:close/>
                      <a:moveTo>
                        <a:pt x="88487" y="92964"/>
                      </a:moveTo>
                      <a:cubicBezTo>
                        <a:pt x="93916" y="87249"/>
                        <a:pt x="96679" y="79058"/>
                        <a:pt x="96679" y="68390"/>
                      </a:cubicBezTo>
                      <a:cubicBezTo>
                        <a:pt x="96679" y="57722"/>
                        <a:pt x="94012" y="49530"/>
                        <a:pt x="88678" y="43815"/>
                      </a:cubicBezTo>
                      <a:cubicBezTo>
                        <a:pt x="83344" y="38100"/>
                        <a:pt x="76771" y="35243"/>
                        <a:pt x="69056" y="35243"/>
                      </a:cubicBezTo>
                      <a:cubicBezTo>
                        <a:pt x="61341" y="35243"/>
                        <a:pt x="54483" y="38100"/>
                        <a:pt x="49244" y="43720"/>
                      </a:cubicBezTo>
                      <a:cubicBezTo>
                        <a:pt x="44005" y="49340"/>
                        <a:pt x="41434" y="57531"/>
                        <a:pt x="41434" y="68390"/>
                      </a:cubicBezTo>
                      <a:cubicBezTo>
                        <a:pt x="41434" y="79248"/>
                        <a:pt x="44005" y="87154"/>
                        <a:pt x="49149" y="92964"/>
                      </a:cubicBezTo>
                      <a:cubicBezTo>
                        <a:pt x="54292" y="98679"/>
                        <a:pt x="60769" y="101537"/>
                        <a:pt x="68580" y="101537"/>
                      </a:cubicBezTo>
                      <a:cubicBezTo>
                        <a:pt x="76390" y="101537"/>
                        <a:pt x="82963" y="98679"/>
                        <a:pt x="88487" y="92964"/>
                      </a:cubicBezTo>
                      <a:close/>
                    </a:path>
                  </a:pathLst>
                </a:custGeom>
                <a:solidFill>
                  <a:schemeClr val="accent5"/>
                </a:solidFill>
                <a:ln w="9525" cap="flat">
                  <a:noFill/>
                  <a:prstDash val="solid"/>
                  <a:miter/>
                </a:ln>
              </p:spPr>
              <p:txBody>
                <a:bodyPr rtlCol="0" anchor="ctr"/>
                <a:lstStyle/>
                <a:p>
                  <a:endParaRPr lang="fi-FI" sz="3200"/>
                </a:p>
              </p:txBody>
            </p:sp>
            <p:sp>
              <p:nvSpPr>
                <p:cNvPr id="546" name="Vapaamuotoinen: Muoto 545">
                  <a:extLst>
                    <a:ext uri="{FF2B5EF4-FFF2-40B4-BE49-F238E27FC236}">
                      <a16:creationId xmlns:a16="http://schemas.microsoft.com/office/drawing/2014/main" id="{667EC422-5233-4806-219C-D4AABB5E6A59}"/>
                    </a:ext>
                  </a:extLst>
                </p:cNvPr>
                <p:cNvSpPr/>
                <p:nvPr/>
              </p:nvSpPr>
              <p:spPr>
                <a:xfrm>
                  <a:off x="3307070" y="2177524"/>
                  <a:ext cx="138112" cy="136779"/>
                </a:xfrm>
                <a:custGeom>
                  <a:avLst/>
                  <a:gdLst>
                    <a:gd name="connsiteX0" fmla="*/ 33528 w 138112"/>
                    <a:gd name="connsiteY0" fmla="*/ 128397 h 136779"/>
                    <a:gd name="connsiteX1" fmla="*/ 8953 w 138112"/>
                    <a:gd name="connsiteY1" fmla="*/ 104584 h 136779"/>
                    <a:gd name="connsiteX2" fmla="*/ 0 w 138112"/>
                    <a:gd name="connsiteY2" fmla="*/ 68390 h 136779"/>
                    <a:gd name="connsiteX3" fmla="*/ 9049 w 138112"/>
                    <a:gd name="connsiteY3" fmla="*/ 32290 h 136779"/>
                    <a:gd name="connsiteX4" fmla="*/ 33814 w 138112"/>
                    <a:gd name="connsiteY4" fmla="*/ 8382 h 136779"/>
                    <a:gd name="connsiteX5" fmla="*/ 69056 w 138112"/>
                    <a:gd name="connsiteY5" fmla="*/ 0 h 136779"/>
                    <a:gd name="connsiteX6" fmla="*/ 104299 w 138112"/>
                    <a:gd name="connsiteY6" fmla="*/ 8382 h 136779"/>
                    <a:gd name="connsiteX7" fmla="*/ 129064 w 138112"/>
                    <a:gd name="connsiteY7" fmla="*/ 32290 h 136779"/>
                    <a:gd name="connsiteX8" fmla="*/ 138113 w 138112"/>
                    <a:gd name="connsiteY8" fmla="*/ 68390 h 136779"/>
                    <a:gd name="connsiteX9" fmla="*/ 128969 w 138112"/>
                    <a:gd name="connsiteY9" fmla="*/ 104489 h 136779"/>
                    <a:gd name="connsiteX10" fmla="*/ 104013 w 138112"/>
                    <a:gd name="connsiteY10" fmla="*/ 128397 h 136779"/>
                    <a:gd name="connsiteX11" fmla="*/ 68675 w 138112"/>
                    <a:gd name="connsiteY11" fmla="*/ 136779 h 136779"/>
                    <a:gd name="connsiteX12" fmla="*/ 33528 w 138112"/>
                    <a:gd name="connsiteY12" fmla="*/ 128397 h 136779"/>
                    <a:gd name="connsiteX13" fmla="*/ 88487 w 138112"/>
                    <a:gd name="connsiteY13" fmla="*/ 92964 h 136779"/>
                    <a:gd name="connsiteX14" fmla="*/ 96679 w 138112"/>
                    <a:gd name="connsiteY14" fmla="*/ 68390 h 136779"/>
                    <a:gd name="connsiteX15" fmla="*/ 88678 w 138112"/>
                    <a:gd name="connsiteY15" fmla="*/ 43815 h 136779"/>
                    <a:gd name="connsiteX16" fmla="*/ 69056 w 138112"/>
                    <a:gd name="connsiteY16" fmla="*/ 35243 h 136779"/>
                    <a:gd name="connsiteX17" fmla="*/ 49340 w 138112"/>
                    <a:gd name="connsiteY17" fmla="*/ 43720 h 136779"/>
                    <a:gd name="connsiteX18" fmla="*/ 41434 w 138112"/>
                    <a:gd name="connsiteY18" fmla="*/ 68390 h 136779"/>
                    <a:gd name="connsiteX19" fmla="*/ 49149 w 138112"/>
                    <a:gd name="connsiteY19" fmla="*/ 92964 h 136779"/>
                    <a:gd name="connsiteX20" fmla="*/ 68580 w 138112"/>
                    <a:gd name="connsiteY20" fmla="*/ 101537 h 136779"/>
                    <a:gd name="connsiteX21" fmla="*/ 88487 w 138112"/>
                    <a:gd name="connsiteY21" fmla="*/ 92964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8112" h="136779">
                      <a:moveTo>
                        <a:pt x="33528" y="128397"/>
                      </a:moveTo>
                      <a:cubicBezTo>
                        <a:pt x="23146" y="122873"/>
                        <a:pt x="14954" y="114871"/>
                        <a:pt x="8953" y="104584"/>
                      </a:cubicBezTo>
                      <a:cubicBezTo>
                        <a:pt x="3048" y="94298"/>
                        <a:pt x="0" y="82201"/>
                        <a:pt x="0" y="68390"/>
                      </a:cubicBezTo>
                      <a:cubicBezTo>
                        <a:pt x="0" y="54578"/>
                        <a:pt x="3048" y="42672"/>
                        <a:pt x="9049" y="32290"/>
                      </a:cubicBezTo>
                      <a:cubicBezTo>
                        <a:pt x="15050" y="21908"/>
                        <a:pt x="23336" y="13907"/>
                        <a:pt x="33814" y="8382"/>
                      </a:cubicBezTo>
                      <a:cubicBezTo>
                        <a:pt x="44291" y="2858"/>
                        <a:pt x="56007" y="0"/>
                        <a:pt x="69056" y="0"/>
                      </a:cubicBezTo>
                      <a:cubicBezTo>
                        <a:pt x="82106" y="0"/>
                        <a:pt x="93821" y="2762"/>
                        <a:pt x="104299" y="8382"/>
                      </a:cubicBezTo>
                      <a:cubicBezTo>
                        <a:pt x="114776" y="13907"/>
                        <a:pt x="123063" y="21908"/>
                        <a:pt x="129064" y="32290"/>
                      </a:cubicBezTo>
                      <a:cubicBezTo>
                        <a:pt x="135065" y="42672"/>
                        <a:pt x="138113" y="54673"/>
                        <a:pt x="138113" y="68390"/>
                      </a:cubicBezTo>
                      <a:cubicBezTo>
                        <a:pt x="138113" y="82106"/>
                        <a:pt x="135065" y="94107"/>
                        <a:pt x="128969" y="104489"/>
                      </a:cubicBezTo>
                      <a:cubicBezTo>
                        <a:pt x="122873" y="114871"/>
                        <a:pt x="114490" y="122873"/>
                        <a:pt x="104013" y="128397"/>
                      </a:cubicBezTo>
                      <a:cubicBezTo>
                        <a:pt x="93440" y="133922"/>
                        <a:pt x="81629" y="136779"/>
                        <a:pt x="68675" y="136779"/>
                      </a:cubicBezTo>
                      <a:cubicBezTo>
                        <a:pt x="55721" y="136779"/>
                        <a:pt x="43910" y="134017"/>
                        <a:pt x="33528" y="128397"/>
                      </a:cubicBezTo>
                      <a:close/>
                      <a:moveTo>
                        <a:pt x="88487" y="92964"/>
                      </a:moveTo>
                      <a:cubicBezTo>
                        <a:pt x="94012" y="87249"/>
                        <a:pt x="96679" y="79058"/>
                        <a:pt x="96679" y="68390"/>
                      </a:cubicBezTo>
                      <a:cubicBezTo>
                        <a:pt x="96679" y="57722"/>
                        <a:pt x="94012" y="49530"/>
                        <a:pt x="88678" y="43815"/>
                      </a:cubicBezTo>
                      <a:cubicBezTo>
                        <a:pt x="83344" y="38100"/>
                        <a:pt x="76771" y="35243"/>
                        <a:pt x="69056" y="35243"/>
                      </a:cubicBezTo>
                      <a:cubicBezTo>
                        <a:pt x="61341" y="35243"/>
                        <a:pt x="54483" y="38100"/>
                        <a:pt x="49340" y="43720"/>
                      </a:cubicBezTo>
                      <a:cubicBezTo>
                        <a:pt x="44101" y="49340"/>
                        <a:pt x="41434" y="57531"/>
                        <a:pt x="41434" y="68390"/>
                      </a:cubicBezTo>
                      <a:cubicBezTo>
                        <a:pt x="41434" y="79248"/>
                        <a:pt x="44006" y="87154"/>
                        <a:pt x="49149" y="92964"/>
                      </a:cubicBezTo>
                      <a:cubicBezTo>
                        <a:pt x="54292" y="98679"/>
                        <a:pt x="60769" y="101537"/>
                        <a:pt x="68580" y="101537"/>
                      </a:cubicBezTo>
                      <a:cubicBezTo>
                        <a:pt x="76390" y="101537"/>
                        <a:pt x="82963" y="98679"/>
                        <a:pt x="88487" y="92964"/>
                      </a:cubicBezTo>
                      <a:close/>
                    </a:path>
                  </a:pathLst>
                </a:custGeom>
                <a:solidFill>
                  <a:schemeClr val="accent5"/>
                </a:solidFill>
                <a:ln w="9525" cap="flat">
                  <a:noFill/>
                  <a:prstDash val="solid"/>
                  <a:miter/>
                </a:ln>
              </p:spPr>
              <p:txBody>
                <a:bodyPr rtlCol="0" anchor="ctr"/>
                <a:lstStyle/>
                <a:p>
                  <a:endParaRPr lang="fi-FI" sz="3200"/>
                </a:p>
              </p:txBody>
            </p:sp>
            <p:sp>
              <p:nvSpPr>
                <p:cNvPr id="547" name="Vapaamuotoinen: Muoto 546">
                  <a:extLst>
                    <a:ext uri="{FF2B5EF4-FFF2-40B4-BE49-F238E27FC236}">
                      <a16:creationId xmlns:a16="http://schemas.microsoft.com/office/drawing/2014/main" id="{A96A4E33-5035-1650-ADCB-06EE881C9119}"/>
                    </a:ext>
                  </a:extLst>
                </p:cNvPr>
                <p:cNvSpPr/>
                <p:nvPr/>
              </p:nvSpPr>
              <p:spPr>
                <a:xfrm>
                  <a:off x="2741857" y="2393647"/>
                  <a:ext cx="96393" cy="166401"/>
                </a:xfrm>
                <a:custGeom>
                  <a:avLst/>
                  <a:gdLst>
                    <a:gd name="connsiteX0" fmla="*/ 33338 w 96393"/>
                    <a:gd name="connsiteY0" fmla="*/ 27051 h 166401"/>
                    <a:gd name="connsiteX1" fmla="*/ 33338 w 96393"/>
                    <a:gd name="connsiteY1" fmla="*/ 68770 h 166401"/>
                    <a:gd name="connsiteX2" fmla="*/ 89345 w 96393"/>
                    <a:gd name="connsiteY2" fmla="*/ 68770 h 166401"/>
                    <a:gd name="connsiteX3" fmla="*/ 89345 w 96393"/>
                    <a:gd name="connsiteY3" fmla="*/ 95250 h 166401"/>
                    <a:gd name="connsiteX4" fmla="*/ 33338 w 96393"/>
                    <a:gd name="connsiteY4" fmla="*/ 95250 h 166401"/>
                    <a:gd name="connsiteX5" fmla="*/ 33338 w 96393"/>
                    <a:gd name="connsiteY5" fmla="*/ 139256 h 166401"/>
                    <a:gd name="connsiteX6" fmla="*/ 96393 w 96393"/>
                    <a:gd name="connsiteY6" fmla="*/ 139256 h 166401"/>
                    <a:gd name="connsiteX7" fmla="*/ 96393 w 96393"/>
                    <a:gd name="connsiteY7" fmla="*/ 166402 h 166401"/>
                    <a:gd name="connsiteX8" fmla="*/ 0 w 96393"/>
                    <a:gd name="connsiteY8" fmla="*/ 166402 h 166401"/>
                    <a:gd name="connsiteX9" fmla="*/ 0 w 96393"/>
                    <a:gd name="connsiteY9" fmla="*/ 0 h 166401"/>
                    <a:gd name="connsiteX10" fmla="*/ 96393 w 96393"/>
                    <a:gd name="connsiteY10" fmla="*/ 0 h 166401"/>
                    <a:gd name="connsiteX11" fmla="*/ 96393 w 96393"/>
                    <a:gd name="connsiteY11" fmla="*/ 27146 h 166401"/>
                    <a:gd name="connsiteX12" fmla="*/ 33338 w 96393"/>
                    <a:gd name="connsiteY12" fmla="*/ 27146 h 166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6393" h="166401">
                      <a:moveTo>
                        <a:pt x="33338" y="27051"/>
                      </a:moveTo>
                      <a:lnTo>
                        <a:pt x="33338" y="68770"/>
                      </a:lnTo>
                      <a:lnTo>
                        <a:pt x="89345" y="68770"/>
                      </a:lnTo>
                      <a:lnTo>
                        <a:pt x="89345" y="95250"/>
                      </a:lnTo>
                      <a:lnTo>
                        <a:pt x="33338" y="95250"/>
                      </a:lnTo>
                      <a:lnTo>
                        <a:pt x="33338" y="139256"/>
                      </a:lnTo>
                      <a:lnTo>
                        <a:pt x="96393" y="139256"/>
                      </a:lnTo>
                      <a:lnTo>
                        <a:pt x="96393" y="166402"/>
                      </a:lnTo>
                      <a:lnTo>
                        <a:pt x="0" y="166402"/>
                      </a:lnTo>
                      <a:lnTo>
                        <a:pt x="0" y="0"/>
                      </a:lnTo>
                      <a:lnTo>
                        <a:pt x="96393" y="0"/>
                      </a:lnTo>
                      <a:lnTo>
                        <a:pt x="96393" y="27146"/>
                      </a:lnTo>
                      <a:lnTo>
                        <a:pt x="33338" y="27146"/>
                      </a:lnTo>
                      <a:close/>
                    </a:path>
                  </a:pathLst>
                </a:custGeom>
                <a:solidFill>
                  <a:schemeClr val="accent5"/>
                </a:solidFill>
                <a:ln w="9525" cap="flat">
                  <a:noFill/>
                  <a:prstDash val="solid"/>
                  <a:miter/>
                </a:ln>
              </p:spPr>
              <p:txBody>
                <a:bodyPr rtlCol="0" anchor="ctr"/>
                <a:lstStyle/>
                <a:p>
                  <a:endParaRPr lang="fi-FI" sz="3200"/>
                </a:p>
              </p:txBody>
            </p:sp>
            <p:sp>
              <p:nvSpPr>
                <p:cNvPr id="548" name="Vapaamuotoinen: Muoto 547">
                  <a:extLst>
                    <a:ext uri="{FF2B5EF4-FFF2-40B4-BE49-F238E27FC236}">
                      <a16:creationId xmlns:a16="http://schemas.microsoft.com/office/drawing/2014/main" id="{6364A681-00A9-F83D-567B-D00D536B5E1D}"/>
                    </a:ext>
                  </a:extLst>
                </p:cNvPr>
                <p:cNvSpPr/>
                <p:nvPr/>
              </p:nvSpPr>
              <p:spPr>
                <a:xfrm>
                  <a:off x="2861395" y="2425937"/>
                  <a:ext cx="109347" cy="136397"/>
                </a:xfrm>
                <a:custGeom>
                  <a:avLst/>
                  <a:gdLst>
                    <a:gd name="connsiteX0" fmla="*/ 28575 w 109347"/>
                    <a:gd name="connsiteY0" fmla="*/ 130302 h 136397"/>
                    <a:gd name="connsiteX1" fmla="*/ 8192 w 109347"/>
                    <a:gd name="connsiteY1" fmla="*/ 114490 h 136397"/>
                    <a:gd name="connsiteX2" fmla="*/ 0 w 109347"/>
                    <a:gd name="connsiteY2" fmla="*/ 92297 h 136397"/>
                    <a:gd name="connsiteX3" fmla="*/ 33623 w 109347"/>
                    <a:gd name="connsiteY3" fmla="*/ 92297 h 136397"/>
                    <a:gd name="connsiteX4" fmla="*/ 41148 w 109347"/>
                    <a:gd name="connsiteY4" fmla="*/ 104965 h 136397"/>
                    <a:gd name="connsiteX5" fmla="*/ 57436 w 109347"/>
                    <a:gd name="connsiteY5" fmla="*/ 110014 h 136397"/>
                    <a:gd name="connsiteX6" fmla="*/ 72295 w 109347"/>
                    <a:gd name="connsiteY6" fmla="*/ 106204 h 136397"/>
                    <a:gd name="connsiteX7" fmla="*/ 77629 w 109347"/>
                    <a:gd name="connsiteY7" fmla="*/ 96393 h 136397"/>
                    <a:gd name="connsiteX8" fmla="*/ 71057 w 109347"/>
                    <a:gd name="connsiteY8" fmla="*/ 86773 h 136397"/>
                    <a:gd name="connsiteX9" fmla="*/ 50197 w 109347"/>
                    <a:gd name="connsiteY9" fmla="*/ 79724 h 136397"/>
                    <a:gd name="connsiteX10" fmla="*/ 26003 w 109347"/>
                    <a:gd name="connsiteY10" fmla="*/ 72390 h 136397"/>
                    <a:gd name="connsiteX11" fmla="*/ 9811 w 109347"/>
                    <a:gd name="connsiteY11" fmla="*/ 60674 h 136397"/>
                    <a:gd name="connsiteX12" fmla="*/ 3048 w 109347"/>
                    <a:gd name="connsiteY12" fmla="*/ 39529 h 136397"/>
                    <a:gd name="connsiteX13" fmla="*/ 9335 w 109347"/>
                    <a:gd name="connsiteY13" fmla="*/ 19526 h 136397"/>
                    <a:gd name="connsiteX14" fmla="*/ 27432 w 109347"/>
                    <a:gd name="connsiteY14" fmla="*/ 5239 h 136397"/>
                    <a:gd name="connsiteX15" fmla="*/ 55150 w 109347"/>
                    <a:gd name="connsiteY15" fmla="*/ 0 h 136397"/>
                    <a:gd name="connsiteX16" fmla="*/ 92774 w 109347"/>
                    <a:gd name="connsiteY16" fmla="*/ 11811 h 136397"/>
                    <a:gd name="connsiteX17" fmla="*/ 108204 w 109347"/>
                    <a:gd name="connsiteY17" fmla="*/ 43624 h 136397"/>
                    <a:gd name="connsiteX18" fmla="*/ 76295 w 109347"/>
                    <a:gd name="connsiteY18" fmla="*/ 43624 h 136397"/>
                    <a:gd name="connsiteX19" fmla="*/ 69723 w 109347"/>
                    <a:gd name="connsiteY19" fmla="*/ 31147 h 136397"/>
                    <a:gd name="connsiteX20" fmla="*/ 54102 w 109347"/>
                    <a:gd name="connsiteY20" fmla="*/ 26479 h 136397"/>
                    <a:gd name="connsiteX21" fmla="*/ 40196 w 109347"/>
                    <a:gd name="connsiteY21" fmla="*/ 29813 h 136397"/>
                    <a:gd name="connsiteX22" fmla="*/ 35338 w 109347"/>
                    <a:gd name="connsiteY22" fmla="*/ 39148 h 136397"/>
                    <a:gd name="connsiteX23" fmla="*/ 42005 w 109347"/>
                    <a:gd name="connsiteY23" fmla="*/ 49244 h 136397"/>
                    <a:gd name="connsiteX24" fmla="*/ 62675 w 109347"/>
                    <a:gd name="connsiteY24" fmla="*/ 56293 h 136397"/>
                    <a:gd name="connsiteX25" fmla="*/ 86201 w 109347"/>
                    <a:gd name="connsiteY25" fmla="*/ 63722 h 136397"/>
                    <a:gd name="connsiteX26" fmla="*/ 102299 w 109347"/>
                    <a:gd name="connsiteY26" fmla="*/ 75533 h 136397"/>
                    <a:gd name="connsiteX27" fmla="*/ 109347 w 109347"/>
                    <a:gd name="connsiteY27" fmla="*/ 96583 h 136397"/>
                    <a:gd name="connsiteX28" fmla="*/ 103061 w 109347"/>
                    <a:gd name="connsiteY28" fmla="*/ 117062 h 136397"/>
                    <a:gd name="connsiteX29" fmla="*/ 84963 w 109347"/>
                    <a:gd name="connsiteY29" fmla="*/ 131254 h 136397"/>
                    <a:gd name="connsiteX30" fmla="*/ 57436 w 109347"/>
                    <a:gd name="connsiteY30" fmla="*/ 136398 h 136397"/>
                    <a:gd name="connsiteX31" fmla="*/ 28385 w 109347"/>
                    <a:gd name="connsiteY31" fmla="*/ 130588 h 136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9347" h="136397">
                      <a:moveTo>
                        <a:pt x="28575" y="130302"/>
                      </a:moveTo>
                      <a:cubicBezTo>
                        <a:pt x="20002" y="126397"/>
                        <a:pt x="13240" y="121158"/>
                        <a:pt x="8192" y="114490"/>
                      </a:cubicBezTo>
                      <a:cubicBezTo>
                        <a:pt x="3143" y="107823"/>
                        <a:pt x="476" y="100489"/>
                        <a:pt x="0" y="92297"/>
                      </a:cubicBezTo>
                      <a:lnTo>
                        <a:pt x="33623" y="92297"/>
                      </a:lnTo>
                      <a:cubicBezTo>
                        <a:pt x="34290" y="97345"/>
                        <a:pt x="36766" y="101632"/>
                        <a:pt x="41148" y="104965"/>
                      </a:cubicBezTo>
                      <a:cubicBezTo>
                        <a:pt x="45529" y="108299"/>
                        <a:pt x="50959" y="110014"/>
                        <a:pt x="57436" y="110014"/>
                      </a:cubicBezTo>
                      <a:cubicBezTo>
                        <a:pt x="63913" y="110014"/>
                        <a:pt x="68771" y="108775"/>
                        <a:pt x="72295" y="106204"/>
                      </a:cubicBezTo>
                      <a:cubicBezTo>
                        <a:pt x="75819" y="103632"/>
                        <a:pt x="77629" y="100393"/>
                        <a:pt x="77629" y="96393"/>
                      </a:cubicBezTo>
                      <a:cubicBezTo>
                        <a:pt x="77629" y="92107"/>
                        <a:pt x="75438" y="88868"/>
                        <a:pt x="71057" y="86773"/>
                      </a:cubicBezTo>
                      <a:cubicBezTo>
                        <a:pt x="66675" y="84582"/>
                        <a:pt x="59722" y="82296"/>
                        <a:pt x="50197" y="79724"/>
                      </a:cubicBezTo>
                      <a:cubicBezTo>
                        <a:pt x="40386" y="77343"/>
                        <a:pt x="32290" y="74866"/>
                        <a:pt x="26003" y="72390"/>
                      </a:cubicBezTo>
                      <a:cubicBezTo>
                        <a:pt x="19717" y="69818"/>
                        <a:pt x="14288" y="66008"/>
                        <a:pt x="9811" y="60674"/>
                      </a:cubicBezTo>
                      <a:cubicBezTo>
                        <a:pt x="5334" y="55435"/>
                        <a:pt x="3048" y="48387"/>
                        <a:pt x="3048" y="39529"/>
                      </a:cubicBezTo>
                      <a:cubicBezTo>
                        <a:pt x="3048" y="32194"/>
                        <a:pt x="5143" y="25527"/>
                        <a:pt x="9335" y="19526"/>
                      </a:cubicBezTo>
                      <a:cubicBezTo>
                        <a:pt x="13526" y="13525"/>
                        <a:pt x="19622" y="8763"/>
                        <a:pt x="27432" y="5239"/>
                      </a:cubicBezTo>
                      <a:cubicBezTo>
                        <a:pt x="35338" y="1714"/>
                        <a:pt x="44577" y="0"/>
                        <a:pt x="55150" y="0"/>
                      </a:cubicBezTo>
                      <a:cubicBezTo>
                        <a:pt x="70866" y="0"/>
                        <a:pt x="83439" y="3905"/>
                        <a:pt x="92774" y="11811"/>
                      </a:cubicBezTo>
                      <a:cubicBezTo>
                        <a:pt x="102108" y="19621"/>
                        <a:pt x="107347" y="30289"/>
                        <a:pt x="108204" y="43624"/>
                      </a:cubicBezTo>
                      <a:lnTo>
                        <a:pt x="76295" y="43624"/>
                      </a:lnTo>
                      <a:cubicBezTo>
                        <a:pt x="75819" y="38386"/>
                        <a:pt x="73628" y="34195"/>
                        <a:pt x="69723" y="31147"/>
                      </a:cubicBezTo>
                      <a:cubicBezTo>
                        <a:pt x="65818" y="28003"/>
                        <a:pt x="60579" y="26479"/>
                        <a:pt x="54102" y="26479"/>
                      </a:cubicBezTo>
                      <a:cubicBezTo>
                        <a:pt x="48101" y="26479"/>
                        <a:pt x="43434" y="27622"/>
                        <a:pt x="40196" y="29813"/>
                      </a:cubicBezTo>
                      <a:cubicBezTo>
                        <a:pt x="36957" y="32004"/>
                        <a:pt x="35338" y="35147"/>
                        <a:pt x="35338" y="39148"/>
                      </a:cubicBezTo>
                      <a:cubicBezTo>
                        <a:pt x="35338" y="43624"/>
                        <a:pt x="37528" y="46958"/>
                        <a:pt x="42005" y="49244"/>
                      </a:cubicBezTo>
                      <a:cubicBezTo>
                        <a:pt x="46482" y="51530"/>
                        <a:pt x="53340" y="53912"/>
                        <a:pt x="62675" y="56293"/>
                      </a:cubicBezTo>
                      <a:cubicBezTo>
                        <a:pt x="72200" y="58674"/>
                        <a:pt x="80105" y="61150"/>
                        <a:pt x="86201" y="63722"/>
                      </a:cubicBezTo>
                      <a:cubicBezTo>
                        <a:pt x="92393" y="66294"/>
                        <a:pt x="97727" y="70199"/>
                        <a:pt x="102299" y="75533"/>
                      </a:cubicBezTo>
                      <a:cubicBezTo>
                        <a:pt x="106871" y="80867"/>
                        <a:pt x="109157" y="87916"/>
                        <a:pt x="109347" y="96583"/>
                      </a:cubicBezTo>
                      <a:cubicBezTo>
                        <a:pt x="109347" y="104203"/>
                        <a:pt x="107252" y="111062"/>
                        <a:pt x="103061" y="117062"/>
                      </a:cubicBezTo>
                      <a:cubicBezTo>
                        <a:pt x="98870" y="123063"/>
                        <a:pt x="92774" y="127825"/>
                        <a:pt x="84963" y="131254"/>
                      </a:cubicBezTo>
                      <a:cubicBezTo>
                        <a:pt x="77057" y="134684"/>
                        <a:pt x="67913" y="136398"/>
                        <a:pt x="57436" y="136398"/>
                      </a:cubicBezTo>
                      <a:cubicBezTo>
                        <a:pt x="46958" y="136398"/>
                        <a:pt x="36957" y="134398"/>
                        <a:pt x="28385" y="130588"/>
                      </a:cubicBezTo>
                      <a:close/>
                    </a:path>
                  </a:pathLst>
                </a:custGeom>
                <a:solidFill>
                  <a:schemeClr val="accent5"/>
                </a:solidFill>
                <a:ln w="9525" cap="flat">
                  <a:noFill/>
                  <a:prstDash val="solid"/>
                  <a:miter/>
                </a:ln>
              </p:spPr>
              <p:txBody>
                <a:bodyPr rtlCol="0" anchor="ctr"/>
                <a:lstStyle/>
                <a:p>
                  <a:endParaRPr lang="fi-FI" sz="3200"/>
                </a:p>
              </p:txBody>
            </p:sp>
            <p:sp>
              <p:nvSpPr>
                <p:cNvPr id="549" name="Vapaamuotoinen: Muoto 548">
                  <a:extLst>
                    <a:ext uri="{FF2B5EF4-FFF2-40B4-BE49-F238E27FC236}">
                      <a16:creationId xmlns:a16="http://schemas.microsoft.com/office/drawing/2014/main" id="{6D41E43D-D81F-671D-7A7F-55CCF272DEB3}"/>
                    </a:ext>
                  </a:extLst>
                </p:cNvPr>
                <p:cNvSpPr/>
                <p:nvPr/>
              </p:nvSpPr>
              <p:spPr>
                <a:xfrm>
                  <a:off x="2998270" y="2383836"/>
                  <a:ext cx="137159" cy="178403"/>
                </a:xfrm>
                <a:custGeom>
                  <a:avLst/>
                  <a:gdLst>
                    <a:gd name="connsiteX0" fmla="*/ 51054 w 137159"/>
                    <a:gd name="connsiteY0" fmla="*/ 48006 h 178403"/>
                    <a:gd name="connsiteX1" fmla="*/ 76867 w 137159"/>
                    <a:gd name="connsiteY1" fmla="*/ 42101 h 178403"/>
                    <a:gd name="connsiteX2" fmla="*/ 107442 w 137159"/>
                    <a:gd name="connsiteY2" fmla="*/ 50482 h 178403"/>
                    <a:gd name="connsiteX3" fmla="*/ 129159 w 137159"/>
                    <a:gd name="connsiteY3" fmla="*/ 74200 h 178403"/>
                    <a:gd name="connsiteX4" fmla="*/ 137160 w 137159"/>
                    <a:gd name="connsiteY4" fmla="*/ 109823 h 178403"/>
                    <a:gd name="connsiteX5" fmla="*/ 129159 w 137159"/>
                    <a:gd name="connsiteY5" fmla="*/ 145637 h 178403"/>
                    <a:gd name="connsiteX6" fmla="*/ 107442 w 137159"/>
                    <a:gd name="connsiteY6" fmla="*/ 169831 h 178403"/>
                    <a:gd name="connsiteX7" fmla="*/ 76867 w 137159"/>
                    <a:gd name="connsiteY7" fmla="*/ 178403 h 178403"/>
                    <a:gd name="connsiteX8" fmla="*/ 51054 w 137159"/>
                    <a:gd name="connsiteY8" fmla="*/ 172593 h 178403"/>
                    <a:gd name="connsiteX9" fmla="*/ 33338 w 137159"/>
                    <a:gd name="connsiteY9" fmla="*/ 157448 h 178403"/>
                    <a:gd name="connsiteX10" fmla="*/ 33338 w 137159"/>
                    <a:gd name="connsiteY10" fmla="*/ 176213 h 178403"/>
                    <a:gd name="connsiteX11" fmla="*/ 0 w 137159"/>
                    <a:gd name="connsiteY11" fmla="*/ 176213 h 178403"/>
                    <a:gd name="connsiteX12" fmla="*/ 0 w 137159"/>
                    <a:gd name="connsiteY12" fmla="*/ 0 h 178403"/>
                    <a:gd name="connsiteX13" fmla="*/ 33338 w 137159"/>
                    <a:gd name="connsiteY13" fmla="*/ 0 h 178403"/>
                    <a:gd name="connsiteX14" fmla="*/ 33338 w 137159"/>
                    <a:gd name="connsiteY14" fmla="*/ 63532 h 178403"/>
                    <a:gd name="connsiteX15" fmla="*/ 51054 w 137159"/>
                    <a:gd name="connsiteY15" fmla="*/ 48101 h 178403"/>
                    <a:gd name="connsiteX16" fmla="*/ 98203 w 137159"/>
                    <a:gd name="connsiteY16" fmla="*/ 89059 h 178403"/>
                    <a:gd name="connsiteX17" fmla="*/ 85344 w 137159"/>
                    <a:gd name="connsiteY17" fmla="*/ 75819 h 178403"/>
                    <a:gd name="connsiteX18" fmla="*/ 68104 w 137159"/>
                    <a:gd name="connsiteY18" fmla="*/ 71247 h 178403"/>
                    <a:gd name="connsiteX19" fmla="*/ 51054 w 137159"/>
                    <a:gd name="connsiteY19" fmla="*/ 75914 h 178403"/>
                    <a:gd name="connsiteX20" fmla="*/ 38195 w 137159"/>
                    <a:gd name="connsiteY20" fmla="*/ 89345 h 178403"/>
                    <a:gd name="connsiteX21" fmla="*/ 33338 w 137159"/>
                    <a:gd name="connsiteY21" fmla="*/ 110014 h 178403"/>
                    <a:gd name="connsiteX22" fmla="*/ 38195 w 137159"/>
                    <a:gd name="connsiteY22" fmla="*/ 130683 h 178403"/>
                    <a:gd name="connsiteX23" fmla="*/ 51054 w 137159"/>
                    <a:gd name="connsiteY23" fmla="*/ 144113 h 178403"/>
                    <a:gd name="connsiteX24" fmla="*/ 68104 w 137159"/>
                    <a:gd name="connsiteY24" fmla="*/ 148780 h 178403"/>
                    <a:gd name="connsiteX25" fmla="*/ 85344 w 137159"/>
                    <a:gd name="connsiteY25" fmla="*/ 144018 h 178403"/>
                    <a:gd name="connsiteX26" fmla="*/ 98203 w 137159"/>
                    <a:gd name="connsiteY26" fmla="*/ 130493 h 178403"/>
                    <a:gd name="connsiteX27" fmla="*/ 103061 w 137159"/>
                    <a:gd name="connsiteY27" fmla="*/ 109538 h 178403"/>
                    <a:gd name="connsiteX28" fmla="*/ 98203 w 137159"/>
                    <a:gd name="connsiteY28" fmla="*/ 88964 h 178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159" h="178403">
                      <a:moveTo>
                        <a:pt x="51054" y="48006"/>
                      </a:moveTo>
                      <a:cubicBezTo>
                        <a:pt x="58579" y="44005"/>
                        <a:pt x="67246" y="42101"/>
                        <a:pt x="76867" y="42101"/>
                      </a:cubicBezTo>
                      <a:cubicBezTo>
                        <a:pt x="88106" y="42101"/>
                        <a:pt x="98298" y="44863"/>
                        <a:pt x="107442" y="50482"/>
                      </a:cubicBezTo>
                      <a:cubicBezTo>
                        <a:pt x="116586" y="56007"/>
                        <a:pt x="123825" y="63913"/>
                        <a:pt x="129159" y="74200"/>
                      </a:cubicBezTo>
                      <a:cubicBezTo>
                        <a:pt x="134493" y="84392"/>
                        <a:pt x="137160" y="96298"/>
                        <a:pt x="137160" y="109823"/>
                      </a:cubicBezTo>
                      <a:cubicBezTo>
                        <a:pt x="137160" y="123349"/>
                        <a:pt x="134493" y="135255"/>
                        <a:pt x="129159" y="145637"/>
                      </a:cubicBezTo>
                      <a:cubicBezTo>
                        <a:pt x="123825" y="156020"/>
                        <a:pt x="116586" y="164116"/>
                        <a:pt x="107442" y="169831"/>
                      </a:cubicBezTo>
                      <a:cubicBezTo>
                        <a:pt x="98298" y="175546"/>
                        <a:pt x="88106" y="178403"/>
                        <a:pt x="76867" y="178403"/>
                      </a:cubicBezTo>
                      <a:cubicBezTo>
                        <a:pt x="67056" y="178403"/>
                        <a:pt x="58388" y="176403"/>
                        <a:pt x="51054" y="172593"/>
                      </a:cubicBezTo>
                      <a:cubicBezTo>
                        <a:pt x="43720" y="168783"/>
                        <a:pt x="37719" y="163640"/>
                        <a:pt x="33338" y="157448"/>
                      </a:cubicBezTo>
                      <a:lnTo>
                        <a:pt x="33338" y="176213"/>
                      </a:lnTo>
                      <a:lnTo>
                        <a:pt x="0" y="176213"/>
                      </a:lnTo>
                      <a:lnTo>
                        <a:pt x="0" y="0"/>
                      </a:lnTo>
                      <a:lnTo>
                        <a:pt x="33338" y="0"/>
                      </a:lnTo>
                      <a:lnTo>
                        <a:pt x="33338" y="63532"/>
                      </a:lnTo>
                      <a:cubicBezTo>
                        <a:pt x="37624" y="57150"/>
                        <a:pt x="43529" y="52006"/>
                        <a:pt x="51054" y="48101"/>
                      </a:cubicBezTo>
                      <a:close/>
                      <a:moveTo>
                        <a:pt x="98203" y="89059"/>
                      </a:moveTo>
                      <a:cubicBezTo>
                        <a:pt x="94964" y="83249"/>
                        <a:pt x="90678" y="78867"/>
                        <a:pt x="85344" y="75819"/>
                      </a:cubicBezTo>
                      <a:cubicBezTo>
                        <a:pt x="80010" y="72771"/>
                        <a:pt x="74295" y="71247"/>
                        <a:pt x="68104" y="71247"/>
                      </a:cubicBezTo>
                      <a:cubicBezTo>
                        <a:pt x="61913" y="71247"/>
                        <a:pt x="56388" y="72771"/>
                        <a:pt x="51054" y="75914"/>
                      </a:cubicBezTo>
                      <a:cubicBezTo>
                        <a:pt x="45720" y="79057"/>
                        <a:pt x="41434" y="83534"/>
                        <a:pt x="38195" y="89345"/>
                      </a:cubicBezTo>
                      <a:cubicBezTo>
                        <a:pt x="34957" y="95155"/>
                        <a:pt x="33338" y="102108"/>
                        <a:pt x="33338" y="110014"/>
                      </a:cubicBezTo>
                      <a:cubicBezTo>
                        <a:pt x="33338" y="117920"/>
                        <a:pt x="34957" y="124873"/>
                        <a:pt x="38195" y="130683"/>
                      </a:cubicBezTo>
                      <a:cubicBezTo>
                        <a:pt x="41434" y="136589"/>
                        <a:pt x="45720" y="141065"/>
                        <a:pt x="51054" y="144113"/>
                      </a:cubicBezTo>
                      <a:cubicBezTo>
                        <a:pt x="56388" y="147161"/>
                        <a:pt x="62008" y="148780"/>
                        <a:pt x="68104" y="148780"/>
                      </a:cubicBezTo>
                      <a:cubicBezTo>
                        <a:pt x="74200" y="148780"/>
                        <a:pt x="80010" y="147161"/>
                        <a:pt x="85344" y="144018"/>
                      </a:cubicBezTo>
                      <a:cubicBezTo>
                        <a:pt x="90678" y="140875"/>
                        <a:pt x="94964" y="136303"/>
                        <a:pt x="98203" y="130493"/>
                      </a:cubicBezTo>
                      <a:cubicBezTo>
                        <a:pt x="101441" y="124587"/>
                        <a:pt x="103061" y="117634"/>
                        <a:pt x="103061" y="109538"/>
                      </a:cubicBezTo>
                      <a:cubicBezTo>
                        <a:pt x="103061" y="101441"/>
                        <a:pt x="101441" y="94774"/>
                        <a:pt x="98203" y="88964"/>
                      </a:cubicBezTo>
                      <a:close/>
                    </a:path>
                  </a:pathLst>
                </a:custGeom>
                <a:solidFill>
                  <a:schemeClr val="accent5"/>
                </a:solidFill>
                <a:ln w="9525" cap="flat">
                  <a:noFill/>
                  <a:prstDash val="solid"/>
                  <a:miter/>
                </a:ln>
              </p:spPr>
              <p:txBody>
                <a:bodyPr rtlCol="0" anchor="ctr"/>
                <a:lstStyle/>
                <a:p>
                  <a:endParaRPr lang="fi-FI" sz="3200"/>
                </a:p>
              </p:txBody>
            </p:sp>
            <p:sp>
              <p:nvSpPr>
                <p:cNvPr id="550" name="Vapaamuotoinen: Muoto 549">
                  <a:extLst>
                    <a:ext uri="{FF2B5EF4-FFF2-40B4-BE49-F238E27FC236}">
                      <a16:creationId xmlns:a16="http://schemas.microsoft.com/office/drawing/2014/main" id="{0C35E4AB-DB9A-4837-EE59-81ECCB846BCD}"/>
                    </a:ext>
                  </a:extLst>
                </p:cNvPr>
                <p:cNvSpPr/>
                <p:nvPr/>
              </p:nvSpPr>
              <p:spPr>
                <a:xfrm>
                  <a:off x="3151432" y="2425937"/>
                  <a:ext cx="135636" cy="136207"/>
                </a:xfrm>
                <a:custGeom>
                  <a:avLst/>
                  <a:gdLst>
                    <a:gd name="connsiteX0" fmla="*/ 32576 w 135636"/>
                    <a:gd name="connsiteY0" fmla="*/ 127730 h 136207"/>
                    <a:gd name="connsiteX1" fmla="*/ 8668 w 135636"/>
                    <a:gd name="connsiteY1" fmla="*/ 103822 h 136207"/>
                    <a:gd name="connsiteX2" fmla="*/ 0 w 135636"/>
                    <a:gd name="connsiteY2" fmla="*/ 68104 h 136207"/>
                    <a:gd name="connsiteX3" fmla="*/ 8953 w 135636"/>
                    <a:gd name="connsiteY3" fmla="*/ 32385 h 136207"/>
                    <a:gd name="connsiteX4" fmla="*/ 33338 w 135636"/>
                    <a:gd name="connsiteY4" fmla="*/ 8477 h 136207"/>
                    <a:gd name="connsiteX5" fmla="*/ 67818 w 135636"/>
                    <a:gd name="connsiteY5" fmla="*/ 0 h 136207"/>
                    <a:gd name="connsiteX6" fmla="*/ 102299 w 135636"/>
                    <a:gd name="connsiteY6" fmla="*/ 8477 h 136207"/>
                    <a:gd name="connsiteX7" fmla="*/ 126682 w 135636"/>
                    <a:gd name="connsiteY7" fmla="*/ 32385 h 136207"/>
                    <a:gd name="connsiteX8" fmla="*/ 135636 w 135636"/>
                    <a:gd name="connsiteY8" fmla="*/ 68104 h 136207"/>
                    <a:gd name="connsiteX9" fmla="*/ 126492 w 135636"/>
                    <a:gd name="connsiteY9" fmla="*/ 103822 h 136207"/>
                    <a:gd name="connsiteX10" fmla="*/ 101727 w 135636"/>
                    <a:gd name="connsiteY10" fmla="*/ 127730 h 136207"/>
                    <a:gd name="connsiteX11" fmla="*/ 66866 w 135636"/>
                    <a:gd name="connsiteY11" fmla="*/ 136208 h 136207"/>
                    <a:gd name="connsiteX12" fmla="*/ 32576 w 135636"/>
                    <a:gd name="connsiteY12" fmla="*/ 127730 h 136207"/>
                    <a:gd name="connsiteX13" fmla="*/ 83915 w 135636"/>
                    <a:gd name="connsiteY13" fmla="*/ 102775 h 136207"/>
                    <a:gd name="connsiteX14" fmla="*/ 96679 w 135636"/>
                    <a:gd name="connsiteY14" fmla="*/ 89535 h 136207"/>
                    <a:gd name="connsiteX15" fmla="*/ 101441 w 135636"/>
                    <a:gd name="connsiteY15" fmla="*/ 68104 h 136207"/>
                    <a:gd name="connsiteX16" fmla="*/ 91535 w 135636"/>
                    <a:gd name="connsiteY16" fmla="*/ 39148 h 136207"/>
                    <a:gd name="connsiteX17" fmla="*/ 67342 w 135636"/>
                    <a:gd name="connsiteY17" fmla="*/ 29051 h 136207"/>
                    <a:gd name="connsiteX18" fmla="*/ 43434 w 135636"/>
                    <a:gd name="connsiteY18" fmla="*/ 39148 h 136207"/>
                    <a:gd name="connsiteX19" fmla="*/ 33814 w 135636"/>
                    <a:gd name="connsiteY19" fmla="*/ 68104 h 136207"/>
                    <a:gd name="connsiteX20" fmla="*/ 43244 w 135636"/>
                    <a:gd name="connsiteY20" fmla="*/ 97060 h 136207"/>
                    <a:gd name="connsiteX21" fmla="*/ 66961 w 135636"/>
                    <a:gd name="connsiteY21" fmla="*/ 107156 h 136207"/>
                    <a:gd name="connsiteX22" fmla="*/ 84011 w 135636"/>
                    <a:gd name="connsiteY22" fmla="*/ 102775 h 1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5636" h="136207">
                      <a:moveTo>
                        <a:pt x="32576" y="127730"/>
                      </a:moveTo>
                      <a:cubicBezTo>
                        <a:pt x="22384" y="122111"/>
                        <a:pt x="14478" y="114109"/>
                        <a:pt x="8668" y="103822"/>
                      </a:cubicBezTo>
                      <a:cubicBezTo>
                        <a:pt x="2857" y="93536"/>
                        <a:pt x="0" y="81629"/>
                        <a:pt x="0" y="68104"/>
                      </a:cubicBezTo>
                      <a:cubicBezTo>
                        <a:pt x="0" y="54578"/>
                        <a:pt x="2953" y="42672"/>
                        <a:pt x="8953" y="32385"/>
                      </a:cubicBezTo>
                      <a:cubicBezTo>
                        <a:pt x="14859" y="22098"/>
                        <a:pt x="23051" y="14097"/>
                        <a:pt x="33338" y="8477"/>
                      </a:cubicBezTo>
                      <a:cubicBezTo>
                        <a:pt x="43625" y="2857"/>
                        <a:pt x="55150" y="0"/>
                        <a:pt x="67818" y="0"/>
                      </a:cubicBezTo>
                      <a:cubicBezTo>
                        <a:pt x="80486" y="0"/>
                        <a:pt x="92012" y="2857"/>
                        <a:pt x="102299" y="8477"/>
                      </a:cubicBezTo>
                      <a:cubicBezTo>
                        <a:pt x="112586" y="14097"/>
                        <a:pt x="120777" y="22098"/>
                        <a:pt x="126682" y="32385"/>
                      </a:cubicBezTo>
                      <a:cubicBezTo>
                        <a:pt x="132588" y="42672"/>
                        <a:pt x="135636" y="54578"/>
                        <a:pt x="135636" y="68104"/>
                      </a:cubicBezTo>
                      <a:cubicBezTo>
                        <a:pt x="135636" y="81629"/>
                        <a:pt x="132588" y="93536"/>
                        <a:pt x="126492" y="103822"/>
                      </a:cubicBezTo>
                      <a:cubicBezTo>
                        <a:pt x="120396" y="114109"/>
                        <a:pt x="112109" y="122111"/>
                        <a:pt x="101727" y="127730"/>
                      </a:cubicBezTo>
                      <a:cubicBezTo>
                        <a:pt x="91345" y="133350"/>
                        <a:pt x="79724" y="136208"/>
                        <a:pt x="66866" y="136208"/>
                      </a:cubicBezTo>
                      <a:cubicBezTo>
                        <a:pt x="54007" y="136208"/>
                        <a:pt x="42767" y="133350"/>
                        <a:pt x="32576" y="127730"/>
                      </a:cubicBezTo>
                      <a:close/>
                      <a:moveTo>
                        <a:pt x="83915" y="102775"/>
                      </a:moveTo>
                      <a:cubicBezTo>
                        <a:pt x="89249" y="99822"/>
                        <a:pt x="93440" y="95440"/>
                        <a:pt x="96679" y="89535"/>
                      </a:cubicBezTo>
                      <a:cubicBezTo>
                        <a:pt x="99822" y="83629"/>
                        <a:pt x="101441" y="76486"/>
                        <a:pt x="101441" y="68104"/>
                      </a:cubicBezTo>
                      <a:cubicBezTo>
                        <a:pt x="101441" y="55531"/>
                        <a:pt x="98107" y="45910"/>
                        <a:pt x="91535" y="39148"/>
                      </a:cubicBezTo>
                      <a:cubicBezTo>
                        <a:pt x="84963" y="32385"/>
                        <a:pt x="76867" y="29051"/>
                        <a:pt x="67342" y="29051"/>
                      </a:cubicBezTo>
                      <a:cubicBezTo>
                        <a:pt x="57817" y="29051"/>
                        <a:pt x="49816" y="32385"/>
                        <a:pt x="43434" y="39148"/>
                      </a:cubicBezTo>
                      <a:cubicBezTo>
                        <a:pt x="37052" y="45910"/>
                        <a:pt x="33814" y="55531"/>
                        <a:pt x="33814" y="68104"/>
                      </a:cubicBezTo>
                      <a:cubicBezTo>
                        <a:pt x="33814" y="80677"/>
                        <a:pt x="36957" y="90297"/>
                        <a:pt x="43244" y="97060"/>
                      </a:cubicBezTo>
                      <a:cubicBezTo>
                        <a:pt x="49530" y="103822"/>
                        <a:pt x="57436" y="107156"/>
                        <a:pt x="66961" y="107156"/>
                      </a:cubicBezTo>
                      <a:cubicBezTo>
                        <a:pt x="72962" y="107156"/>
                        <a:pt x="78677" y="105727"/>
                        <a:pt x="84011" y="102775"/>
                      </a:cubicBezTo>
                      <a:close/>
                    </a:path>
                  </a:pathLst>
                </a:custGeom>
                <a:solidFill>
                  <a:schemeClr val="accent5"/>
                </a:solidFill>
                <a:ln w="9525" cap="flat">
                  <a:noFill/>
                  <a:prstDash val="solid"/>
                  <a:miter/>
                </a:ln>
              </p:spPr>
              <p:txBody>
                <a:bodyPr rtlCol="0" anchor="ctr"/>
                <a:lstStyle/>
                <a:p>
                  <a:endParaRPr lang="fi-FI" sz="3200"/>
                </a:p>
              </p:txBody>
            </p:sp>
          </p:grpSp>
          <p:cxnSp>
            <p:nvCxnSpPr>
              <p:cNvPr id="340" name="Suora yhdysviiva 339">
                <a:extLst>
                  <a:ext uri="{FF2B5EF4-FFF2-40B4-BE49-F238E27FC236}">
                    <a16:creationId xmlns:a16="http://schemas.microsoft.com/office/drawing/2014/main" id="{ECAFD121-08EB-3304-AB66-FF2B62AE5179}"/>
                  </a:ext>
                  <a:ext uri="{C183D7F6-B498-43B3-948B-1728B52AA6E4}">
                    <adec:decorative xmlns:adec="http://schemas.microsoft.com/office/drawing/2017/decorative" val="1"/>
                  </a:ext>
                </a:extLst>
              </p:cNvPr>
              <p:cNvCxnSpPr>
                <a:cxnSpLocks/>
              </p:cNvCxnSpPr>
              <p:nvPr userDrawn="1"/>
            </p:nvCxnSpPr>
            <p:spPr>
              <a:xfrm>
                <a:off x="8101105" y="2742516"/>
                <a:ext cx="118534" cy="469901"/>
              </a:xfrm>
              <a:prstGeom prst="line">
                <a:avLst/>
              </a:prstGeom>
              <a:ln>
                <a:solidFill>
                  <a:schemeClr val="bg1"/>
                </a:solidFill>
              </a:ln>
            </p:spPr>
            <p:style>
              <a:lnRef idx="2">
                <a:schemeClr val="accent5"/>
              </a:lnRef>
              <a:fillRef idx="0">
                <a:schemeClr val="accent5"/>
              </a:fillRef>
              <a:effectRef idx="1">
                <a:schemeClr val="accent5"/>
              </a:effectRef>
              <a:fontRef idx="minor">
                <a:schemeClr val="tx1"/>
              </a:fontRef>
            </p:style>
          </p:cxnSp>
          <p:grpSp>
            <p:nvGrpSpPr>
              <p:cNvPr id="538" name="Ryhmä 537">
                <a:extLst>
                  <a:ext uri="{FF2B5EF4-FFF2-40B4-BE49-F238E27FC236}">
                    <a16:creationId xmlns:a16="http://schemas.microsoft.com/office/drawing/2014/main" id="{1CF916B0-DFB4-4CF3-DEA3-74F94960E670}"/>
                  </a:ext>
                  <a:ext uri="{C183D7F6-B498-43B3-948B-1728B52AA6E4}">
                    <adec:decorative xmlns:adec="http://schemas.microsoft.com/office/drawing/2017/decorative" val="1"/>
                  </a:ext>
                </a:extLst>
              </p:cNvPr>
              <p:cNvGrpSpPr/>
              <p:nvPr userDrawn="1"/>
            </p:nvGrpSpPr>
            <p:grpSpPr>
              <a:xfrm>
                <a:off x="7333452" y="482906"/>
                <a:ext cx="598173" cy="302202"/>
                <a:chOff x="3587355" y="1318645"/>
                <a:chExt cx="996411" cy="503395"/>
              </a:xfrm>
              <a:solidFill>
                <a:schemeClr val="bg1"/>
              </a:solidFill>
            </p:grpSpPr>
            <p:sp>
              <p:nvSpPr>
                <p:cNvPr id="523" name="Vapaamuotoinen: Muoto 522">
                  <a:extLst>
                    <a:ext uri="{FF2B5EF4-FFF2-40B4-BE49-F238E27FC236}">
                      <a16:creationId xmlns:a16="http://schemas.microsoft.com/office/drawing/2014/main" id="{C0BBC10A-AB14-D463-7BB1-CFB49D8641AC}"/>
                    </a:ext>
                  </a:extLst>
                </p:cNvPr>
                <p:cNvSpPr/>
                <p:nvPr/>
              </p:nvSpPr>
              <p:spPr>
                <a:xfrm>
                  <a:off x="3587355" y="1342171"/>
                  <a:ext cx="146780" cy="167163"/>
                </a:xfrm>
                <a:custGeom>
                  <a:avLst/>
                  <a:gdLst>
                    <a:gd name="connsiteX0" fmla="*/ 96965 w 146780"/>
                    <a:gd name="connsiteY0" fmla="*/ 167164 h 167163"/>
                    <a:gd name="connsiteX1" fmla="*/ 40767 w 146780"/>
                    <a:gd name="connsiteY1" fmla="*/ 93345 h 167163"/>
                    <a:gd name="connsiteX2" fmla="*/ 40767 w 146780"/>
                    <a:gd name="connsiteY2" fmla="*/ 167164 h 167163"/>
                    <a:gd name="connsiteX3" fmla="*/ 0 w 146780"/>
                    <a:gd name="connsiteY3" fmla="*/ 167164 h 167163"/>
                    <a:gd name="connsiteX4" fmla="*/ 0 w 146780"/>
                    <a:gd name="connsiteY4" fmla="*/ 0 h 167163"/>
                    <a:gd name="connsiteX5" fmla="*/ 40767 w 146780"/>
                    <a:gd name="connsiteY5" fmla="*/ 0 h 167163"/>
                    <a:gd name="connsiteX6" fmla="*/ 40767 w 146780"/>
                    <a:gd name="connsiteY6" fmla="*/ 73343 h 167163"/>
                    <a:gd name="connsiteX7" fmla="*/ 96488 w 146780"/>
                    <a:gd name="connsiteY7" fmla="*/ 0 h 167163"/>
                    <a:gd name="connsiteX8" fmla="*/ 144399 w 146780"/>
                    <a:gd name="connsiteY8" fmla="*/ 0 h 167163"/>
                    <a:gd name="connsiteX9" fmla="*/ 79629 w 146780"/>
                    <a:gd name="connsiteY9" fmla="*/ 81915 h 167163"/>
                    <a:gd name="connsiteX10" fmla="*/ 146780 w 146780"/>
                    <a:gd name="connsiteY10" fmla="*/ 167164 h 167163"/>
                    <a:gd name="connsiteX11" fmla="*/ 97060 w 146780"/>
                    <a:gd name="connsiteY11" fmla="*/ 167164 h 16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6780" h="167163">
                      <a:moveTo>
                        <a:pt x="96965" y="167164"/>
                      </a:moveTo>
                      <a:lnTo>
                        <a:pt x="40767" y="93345"/>
                      </a:lnTo>
                      <a:lnTo>
                        <a:pt x="40767" y="167164"/>
                      </a:lnTo>
                      <a:lnTo>
                        <a:pt x="0" y="167164"/>
                      </a:lnTo>
                      <a:lnTo>
                        <a:pt x="0" y="0"/>
                      </a:lnTo>
                      <a:lnTo>
                        <a:pt x="40767" y="0"/>
                      </a:lnTo>
                      <a:lnTo>
                        <a:pt x="40767" y="73343"/>
                      </a:lnTo>
                      <a:lnTo>
                        <a:pt x="96488" y="0"/>
                      </a:lnTo>
                      <a:lnTo>
                        <a:pt x="144399" y="0"/>
                      </a:lnTo>
                      <a:lnTo>
                        <a:pt x="79629" y="81915"/>
                      </a:lnTo>
                      <a:lnTo>
                        <a:pt x="146780" y="167164"/>
                      </a:lnTo>
                      <a:lnTo>
                        <a:pt x="97060" y="167164"/>
                      </a:lnTo>
                      <a:close/>
                    </a:path>
                  </a:pathLst>
                </a:custGeom>
                <a:solidFill>
                  <a:schemeClr val="bg1"/>
                </a:solidFill>
                <a:ln w="9525" cap="flat">
                  <a:noFill/>
                  <a:prstDash val="solid"/>
                  <a:miter/>
                </a:ln>
              </p:spPr>
              <p:txBody>
                <a:bodyPr rtlCol="0" anchor="ctr"/>
                <a:lstStyle/>
                <a:p>
                  <a:endParaRPr lang="fi-FI" sz="3200"/>
                </a:p>
              </p:txBody>
            </p:sp>
            <p:sp>
              <p:nvSpPr>
                <p:cNvPr id="524" name="Vapaamuotoinen: Muoto 523">
                  <a:extLst>
                    <a:ext uri="{FF2B5EF4-FFF2-40B4-BE49-F238E27FC236}">
                      <a16:creationId xmlns:a16="http://schemas.microsoft.com/office/drawing/2014/main" id="{F66F8B8D-552D-4A95-73D8-49ED45B2F26C}"/>
                    </a:ext>
                  </a:extLst>
                </p:cNvPr>
                <p:cNvSpPr/>
                <p:nvPr/>
              </p:nvSpPr>
              <p:spPr>
                <a:xfrm>
                  <a:off x="3745185" y="1374556"/>
                  <a:ext cx="140207" cy="136588"/>
                </a:xfrm>
                <a:custGeom>
                  <a:avLst/>
                  <a:gdLst>
                    <a:gd name="connsiteX0" fmla="*/ 7810 w 140207"/>
                    <a:gd name="connsiteY0" fmla="*/ 32195 h 136588"/>
                    <a:gd name="connsiteX1" fmla="*/ 28861 w 140207"/>
                    <a:gd name="connsiteY1" fmla="*/ 8382 h 136588"/>
                    <a:gd name="connsiteX2" fmla="*/ 58579 w 140207"/>
                    <a:gd name="connsiteY2" fmla="*/ 0 h 136588"/>
                    <a:gd name="connsiteX3" fmla="*/ 83249 w 140207"/>
                    <a:gd name="connsiteY3" fmla="*/ 5715 h 136588"/>
                    <a:gd name="connsiteX4" fmla="*/ 99536 w 140207"/>
                    <a:gd name="connsiteY4" fmla="*/ 20669 h 136588"/>
                    <a:gd name="connsiteX5" fmla="*/ 99536 w 140207"/>
                    <a:gd name="connsiteY5" fmla="*/ 1810 h 136588"/>
                    <a:gd name="connsiteX6" fmla="*/ 140208 w 140207"/>
                    <a:gd name="connsiteY6" fmla="*/ 1810 h 136588"/>
                    <a:gd name="connsiteX7" fmla="*/ 140208 w 140207"/>
                    <a:gd name="connsiteY7" fmla="*/ 134684 h 136588"/>
                    <a:gd name="connsiteX8" fmla="*/ 99536 w 140207"/>
                    <a:gd name="connsiteY8" fmla="*/ 134684 h 136588"/>
                    <a:gd name="connsiteX9" fmla="*/ 99536 w 140207"/>
                    <a:gd name="connsiteY9" fmla="*/ 115824 h 136588"/>
                    <a:gd name="connsiteX10" fmla="*/ 82963 w 140207"/>
                    <a:gd name="connsiteY10" fmla="*/ 130874 h 136588"/>
                    <a:gd name="connsiteX11" fmla="*/ 58293 w 140207"/>
                    <a:gd name="connsiteY11" fmla="*/ 136589 h 136588"/>
                    <a:gd name="connsiteX12" fmla="*/ 28765 w 140207"/>
                    <a:gd name="connsiteY12" fmla="*/ 128111 h 136588"/>
                    <a:gd name="connsiteX13" fmla="*/ 7715 w 140207"/>
                    <a:gd name="connsiteY13" fmla="*/ 104108 h 136588"/>
                    <a:gd name="connsiteX14" fmla="*/ 0 w 140207"/>
                    <a:gd name="connsiteY14" fmla="*/ 68009 h 136588"/>
                    <a:gd name="connsiteX15" fmla="*/ 7715 w 140207"/>
                    <a:gd name="connsiteY15" fmla="*/ 32099 h 136588"/>
                    <a:gd name="connsiteX16" fmla="*/ 91154 w 140207"/>
                    <a:gd name="connsiteY16" fmla="*/ 44291 h 136588"/>
                    <a:gd name="connsiteX17" fmla="*/ 70580 w 140207"/>
                    <a:gd name="connsiteY17" fmla="*/ 35528 h 136588"/>
                    <a:gd name="connsiteX18" fmla="*/ 50006 w 140207"/>
                    <a:gd name="connsiteY18" fmla="*/ 44196 h 136588"/>
                    <a:gd name="connsiteX19" fmla="*/ 41529 w 140207"/>
                    <a:gd name="connsiteY19" fmla="*/ 68104 h 136588"/>
                    <a:gd name="connsiteX20" fmla="*/ 50006 w 140207"/>
                    <a:gd name="connsiteY20" fmla="*/ 92297 h 136588"/>
                    <a:gd name="connsiteX21" fmla="*/ 70580 w 140207"/>
                    <a:gd name="connsiteY21" fmla="*/ 101251 h 136588"/>
                    <a:gd name="connsiteX22" fmla="*/ 91154 w 140207"/>
                    <a:gd name="connsiteY22" fmla="*/ 92393 h 136588"/>
                    <a:gd name="connsiteX23" fmla="*/ 99631 w 140207"/>
                    <a:gd name="connsiteY23" fmla="*/ 68390 h 136588"/>
                    <a:gd name="connsiteX24" fmla="*/ 91154 w 140207"/>
                    <a:gd name="connsiteY24" fmla="*/ 44387 h 136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7" h="136588">
                      <a:moveTo>
                        <a:pt x="7810" y="32195"/>
                      </a:moveTo>
                      <a:cubicBezTo>
                        <a:pt x="12954" y="21908"/>
                        <a:pt x="20002" y="13907"/>
                        <a:pt x="28861" y="8382"/>
                      </a:cubicBezTo>
                      <a:cubicBezTo>
                        <a:pt x="37719" y="2858"/>
                        <a:pt x="47625" y="0"/>
                        <a:pt x="58579" y="0"/>
                      </a:cubicBezTo>
                      <a:cubicBezTo>
                        <a:pt x="67913" y="0"/>
                        <a:pt x="76200" y="1905"/>
                        <a:pt x="83249" y="5715"/>
                      </a:cubicBezTo>
                      <a:cubicBezTo>
                        <a:pt x="90297" y="9525"/>
                        <a:pt x="95726" y="14478"/>
                        <a:pt x="99536" y="20669"/>
                      </a:cubicBezTo>
                      <a:lnTo>
                        <a:pt x="99536" y="1810"/>
                      </a:lnTo>
                      <a:lnTo>
                        <a:pt x="140208" y="1810"/>
                      </a:lnTo>
                      <a:lnTo>
                        <a:pt x="140208" y="134684"/>
                      </a:lnTo>
                      <a:lnTo>
                        <a:pt x="99536" y="134684"/>
                      </a:lnTo>
                      <a:lnTo>
                        <a:pt x="99536" y="115824"/>
                      </a:lnTo>
                      <a:cubicBezTo>
                        <a:pt x="95536" y="122015"/>
                        <a:pt x="90011" y="127064"/>
                        <a:pt x="82963" y="130874"/>
                      </a:cubicBezTo>
                      <a:cubicBezTo>
                        <a:pt x="75914" y="134684"/>
                        <a:pt x="67723" y="136589"/>
                        <a:pt x="58293" y="136589"/>
                      </a:cubicBezTo>
                      <a:cubicBezTo>
                        <a:pt x="47530" y="136589"/>
                        <a:pt x="37624" y="133731"/>
                        <a:pt x="28765" y="128111"/>
                      </a:cubicBezTo>
                      <a:cubicBezTo>
                        <a:pt x="19907" y="122492"/>
                        <a:pt x="12859" y="114491"/>
                        <a:pt x="7715" y="104108"/>
                      </a:cubicBezTo>
                      <a:cubicBezTo>
                        <a:pt x="2572" y="93726"/>
                        <a:pt x="0" y="81725"/>
                        <a:pt x="0" y="68009"/>
                      </a:cubicBezTo>
                      <a:cubicBezTo>
                        <a:pt x="0" y="54293"/>
                        <a:pt x="2572" y="42386"/>
                        <a:pt x="7715" y="32099"/>
                      </a:cubicBezTo>
                      <a:close/>
                      <a:moveTo>
                        <a:pt x="91154" y="44291"/>
                      </a:moveTo>
                      <a:cubicBezTo>
                        <a:pt x="85534" y="38386"/>
                        <a:pt x="78676" y="35528"/>
                        <a:pt x="70580" y="35528"/>
                      </a:cubicBezTo>
                      <a:cubicBezTo>
                        <a:pt x="62484" y="35528"/>
                        <a:pt x="55626" y="38386"/>
                        <a:pt x="50006" y="44196"/>
                      </a:cubicBezTo>
                      <a:cubicBezTo>
                        <a:pt x="44387" y="50006"/>
                        <a:pt x="41529" y="58007"/>
                        <a:pt x="41529" y="68104"/>
                      </a:cubicBezTo>
                      <a:cubicBezTo>
                        <a:pt x="41529" y="78200"/>
                        <a:pt x="44387" y="86296"/>
                        <a:pt x="50006" y="92297"/>
                      </a:cubicBezTo>
                      <a:cubicBezTo>
                        <a:pt x="55626" y="98298"/>
                        <a:pt x="62484" y="101251"/>
                        <a:pt x="70580" y="101251"/>
                      </a:cubicBezTo>
                      <a:cubicBezTo>
                        <a:pt x="78676" y="101251"/>
                        <a:pt x="85534" y="98298"/>
                        <a:pt x="91154" y="92393"/>
                      </a:cubicBezTo>
                      <a:cubicBezTo>
                        <a:pt x="96774" y="86487"/>
                        <a:pt x="99631" y="78486"/>
                        <a:pt x="99631" y="68390"/>
                      </a:cubicBezTo>
                      <a:cubicBezTo>
                        <a:pt x="99631" y="58293"/>
                        <a:pt x="96774" y="50197"/>
                        <a:pt x="91154" y="44387"/>
                      </a:cubicBezTo>
                      <a:close/>
                    </a:path>
                  </a:pathLst>
                </a:custGeom>
                <a:solidFill>
                  <a:schemeClr val="bg1"/>
                </a:solidFill>
                <a:ln w="9525" cap="flat">
                  <a:noFill/>
                  <a:prstDash val="solid"/>
                  <a:miter/>
                </a:ln>
              </p:spPr>
              <p:txBody>
                <a:bodyPr rtlCol="0" anchor="ctr"/>
                <a:lstStyle/>
                <a:p>
                  <a:endParaRPr lang="fi-FI" sz="3200"/>
                </a:p>
              </p:txBody>
            </p:sp>
            <p:sp>
              <p:nvSpPr>
                <p:cNvPr id="525" name="Vapaamuotoinen: Muoto 524">
                  <a:extLst>
                    <a:ext uri="{FF2B5EF4-FFF2-40B4-BE49-F238E27FC236}">
                      <a16:creationId xmlns:a16="http://schemas.microsoft.com/office/drawing/2014/main" id="{C9B71771-327E-1344-4F7B-68D3B0727A91}"/>
                    </a:ext>
                  </a:extLst>
                </p:cNvPr>
                <p:cNvSpPr/>
                <p:nvPr/>
              </p:nvSpPr>
              <p:spPr>
                <a:xfrm>
                  <a:off x="3915015" y="1375128"/>
                  <a:ext cx="82391" cy="134302"/>
                </a:xfrm>
                <a:custGeom>
                  <a:avLst/>
                  <a:gdLst>
                    <a:gd name="connsiteX0" fmla="*/ 58579 w 82391"/>
                    <a:gd name="connsiteY0" fmla="*/ 6287 h 134302"/>
                    <a:gd name="connsiteX1" fmla="*/ 82391 w 82391"/>
                    <a:gd name="connsiteY1" fmla="*/ 0 h 134302"/>
                    <a:gd name="connsiteX2" fmla="*/ 82391 w 82391"/>
                    <a:gd name="connsiteY2" fmla="*/ 43053 h 134302"/>
                    <a:gd name="connsiteX3" fmla="*/ 71247 w 82391"/>
                    <a:gd name="connsiteY3" fmla="*/ 43053 h 134302"/>
                    <a:gd name="connsiteX4" fmla="*/ 48387 w 82391"/>
                    <a:gd name="connsiteY4" fmla="*/ 49625 h 134302"/>
                    <a:gd name="connsiteX5" fmla="*/ 40767 w 82391"/>
                    <a:gd name="connsiteY5" fmla="*/ 72581 h 134302"/>
                    <a:gd name="connsiteX6" fmla="*/ 40767 w 82391"/>
                    <a:gd name="connsiteY6" fmla="*/ 134303 h 134302"/>
                    <a:gd name="connsiteX7" fmla="*/ 0 w 82391"/>
                    <a:gd name="connsiteY7" fmla="*/ 134303 h 134302"/>
                    <a:gd name="connsiteX8" fmla="*/ 0 w 82391"/>
                    <a:gd name="connsiteY8" fmla="*/ 1334 h 134302"/>
                    <a:gd name="connsiteX9" fmla="*/ 40767 w 82391"/>
                    <a:gd name="connsiteY9" fmla="*/ 1334 h 134302"/>
                    <a:gd name="connsiteX10" fmla="*/ 40767 w 82391"/>
                    <a:gd name="connsiteY10" fmla="*/ 23527 h 134302"/>
                    <a:gd name="connsiteX11" fmla="*/ 58674 w 82391"/>
                    <a:gd name="connsiteY11" fmla="*/ 6287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391" h="134302">
                      <a:moveTo>
                        <a:pt x="58579" y="6287"/>
                      </a:moveTo>
                      <a:cubicBezTo>
                        <a:pt x="65722" y="2096"/>
                        <a:pt x="73628" y="0"/>
                        <a:pt x="82391" y="0"/>
                      </a:cubicBezTo>
                      <a:lnTo>
                        <a:pt x="82391" y="43053"/>
                      </a:lnTo>
                      <a:lnTo>
                        <a:pt x="71247" y="43053"/>
                      </a:lnTo>
                      <a:cubicBezTo>
                        <a:pt x="61055" y="43053"/>
                        <a:pt x="53435" y="45244"/>
                        <a:pt x="48387" y="49625"/>
                      </a:cubicBezTo>
                      <a:cubicBezTo>
                        <a:pt x="43339" y="54007"/>
                        <a:pt x="40767" y="61627"/>
                        <a:pt x="40767" y="72581"/>
                      </a:cubicBezTo>
                      <a:lnTo>
                        <a:pt x="40767" y="134303"/>
                      </a:lnTo>
                      <a:lnTo>
                        <a:pt x="0" y="134303"/>
                      </a:lnTo>
                      <a:lnTo>
                        <a:pt x="0" y="1334"/>
                      </a:lnTo>
                      <a:lnTo>
                        <a:pt x="40767" y="1334"/>
                      </a:lnTo>
                      <a:lnTo>
                        <a:pt x="40767" y="23527"/>
                      </a:lnTo>
                      <a:cubicBezTo>
                        <a:pt x="45529" y="16193"/>
                        <a:pt x="51435" y="10477"/>
                        <a:pt x="58674" y="6287"/>
                      </a:cubicBezTo>
                      <a:close/>
                    </a:path>
                  </a:pathLst>
                </a:custGeom>
                <a:solidFill>
                  <a:schemeClr val="bg1"/>
                </a:solidFill>
                <a:ln w="9525" cap="flat">
                  <a:noFill/>
                  <a:prstDash val="solid"/>
                  <a:miter/>
                </a:ln>
              </p:spPr>
              <p:txBody>
                <a:bodyPr rtlCol="0" anchor="ctr"/>
                <a:lstStyle/>
                <a:p>
                  <a:endParaRPr lang="fi-FI" sz="3200"/>
                </a:p>
              </p:txBody>
            </p:sp>
            <p:sp>
              <p:nvSpPr>
                <p:cNvPr id="526" name="Vapaamuotoinen: Muoto 525">
                  <a:extLst>
                    <a:ext uri="{FF2B5EF4-FFF2-40B4-BE49-F238E27FC236}">
                      <a16:creationId xmlns:a16="http://schemas.microsoft.com/office/drawing/2014/main" id="{0E624CB5-B88D-9CAF-82E5-3A1D4C58C915}"/>
                    </a:ext>
                  </a:extLst>
                </p:cNvPr>
                <p:cNvSpPr/>
                <p:nvPr/>
              </p:nvSpPr>
              <p:spPr>
                <a:xfrm>
                  <a:off x="4016837" y="1333123"/>
                  <a:ext cx="131730" cy="176212"/>
                </a:xfrm>
                <a:custGeom>
                  <a:avLst/>
                  <a:gdLst>
                    <a:gd name="connsiteX0" fmla="*/ 81248 w 131730"/>
                    <a:gd name="connsiteY0" fmla="*/ 176213 h 176212"/>
                    <a:gd name="connsiteX1" fmla="*/ 40767 w 131730"/>
                    <a:gd name="connsiteY1" fmla="*/ 120491 h 176212"/>
                    <a:gd name="connsiteX2" fmla="*/ 40767 w 131730"/>
                    <a:gd name="connsiteY2" fmla="*/ 176213 h 176212"/>
                    <a:gd name="connsiteX3" fmla="*/ 0 w 131730"/>
                    <a:gd name="connsiteY3" fmla="*/ 176213 h 176212"/>
                    <a:gd name="connsiteX4" fmla="*/ 0 w 131730"/>
                    <a:gd name="connsiteY4" fmla="*/ 0 h 176212"/>
                    <a:gd name="connsiteX5" fmla="*/ 40767 w 131730"/>
                    <a:gd name="connsiteY5" fmla="*/ 0 h 176212"/>
                    <a:gd name="connsiteX6" fmla="*/ 40767 w 131730"/>
                    <a:gd name="connsiteY6" fmla="*/ 97441 h 176212"/>
                    <a:gd name="connsiteX7" fmla="*/ 80963 w 131730"/>
                    <a:gd name="connsiteY7" fmla="*/ 43339 h 176212"/>
                    <a:gd name="connsiteX8" fmla="*/ 131254 w 131730"/>
                    <a:gd name="connsiteY8" fmla="*/ 43339 h 176212"/>
                    <a:gd name="connsiteX9" fmla="*/ 76009 w 131730"/>
                    <a:gd name="connsiteY9" fmla="*/ 110014 h 176212"/>
                    <a:gd name="connsiteX10" fmla="*/ 131731 w 131730"/>
                    <a:gd name="connsiteY10" fmla="*/ 176213 h 176212"/>
                    <a:gd name="connsiteX11" fmla="*/ 81248 w 131730"/>
                    <a:gd name="connsiteY11" fmla="*/ 176213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1730" h="176212">
                      <a:moveTo>
                        <a:pt x="81248" y="176213"/>
                      </a:moveTo>
                      <a:lnTo>
                        <a:pt x="40767" y="120491"/>
                      </a:lnTo>
                      <a:lnTo>
                        <a:pt x="40767" y="176213"/>
                      </a:lnTo>
                      <a:lnTo>
                        <a:pt x="0" y="176213"/>
                      </a:lnTo>
                      <a:lnTo>
                        <a:pt x="0" y="0"/>
                      </a:lnTo>
                      <a:lnTo>
                        <a:pt x="40767" y="0"/>
                      </a:lnTo>
                      <a:lnTo>
                        <a:pt x="40767" y="97441"/>
                      </a:lnTo>
                      <a:lnTo>
                        <a:pt x="80963" y="43339"/>
                      </a:lnTo>
                      <a:lnTo>
                        <a:pt x="131254" y="43339"/>
                      </a:lnTo>
                      <a:lnTo>
                        <a:pt x="76009" y="110014"/>
                      </a:lnTo>
                      <a:lnTo>
                        <a:pt x="131731" y="176213"/>
                      </a:lnTo>
                      <a:lnTo>
                        <a:pt x="81248" y="176213"/>
                      </a:lnTo>
                      <a:close/>
                    </a:path>
                  </a:pathLst>
                </a:custGeom>
                <a:solidFill>
                  <a:schemeClr val="bg1"/>
                </a:solidFill>
                <a:ln w="9525" cap="flat">
                  <a:noFill/>
                  <a:prstDash val="solid"/>
                  <a:miter/>
                </a:ln>
              </p:spPr>
              <p:txBody>
                <a:bodyPr rtlCol="0" anchor="ctr"/>
                <a:lstStyle/>
                <a:p>
                  <a:endParaRPr lang="fi-FI" sz="3200"/>
                </a:p>
              </p:txBody>
            </p:sp>
            <p:sp>
              <p:nvSpPr>
                <p:cNvPr id="527" name="Vapaamuotoinen: Muoto 526">
                  <a:extLst>
                    <a:ext uri="{FF2B5EF4-FFF2-40B4-BE49-F238E27FC236}">
                      <a16:creationId xmlns:a16="http://schemas.microsoft.com/office/drawing/2014/main" id="{02F09ADD-044A-4429-290B-2A02EBDEB9DC}"/>
                    </a:ext>
                  </a:extLst>
                </p:cNvPr>
                <p:cNvSpPr/>
                <p:nvPr/>
              </p:nvSpPr>
              <p:spPr>
                <a:xfrm>
                  <a:off x="4163999" y="1333123"/>
                  <a:ext cx="131730" cy="176212"/>
                </a:xfrm>
                <a:custGeom>
                  <a:avLst/>
                  <a:gdLst>
                    <a:gd name="connsiteX0" fmla="*/ 81248 w 131730"/>
                    <a:gd name="connsiteY0" fmla="*/ 176213 h 176212"/>
                    <a:gd name="connsiteX1" fmla="*/ 40767 w 131730"/>
                    <a:gd name="connsiteY1" fmla="*/ 120491 h 176212"/>
                    <a:gd name="connsiteX2" fmla="*/ 40767 w 131730"/>
                    <a:gd name="connsiteY2" fmla="*/ 176213 h 176212"/>
                    <a:gd name="connsiteX3" fmla="*/ 0 w 131730"/>
                    <a:gd name="connsiteY3" fmla="*/ 176213 h 176212"/>
                    <a:gd name="connsiteX4" fmla="*/ 0 w 131730"/>
                    <a:gd name="connsiteY4" fmla="*/ 0 h 176212"/>
                    <a:gd name="connsiteX5" fmla="*/ 40767 w 131730"/>
                    <a:gd name="connsiteY5" fmla="*/ 0 h 176212"/>
                    <a:gd name="connsiteX6" fmla="*/ 40767 w 131730"/>
                    <a:gd name="connsiteY6" fmla="*/ 97441 h 176212"/>
                    <a:gd name="connsiteX7" fmla="*/ 80962 w 131730"/>
                    <a:gd name="connsiteY7" fmla="*/ 43339 h 176212"/>
                    <a:gd name="connsiteX8" fmla="*/ 131255 w 131730"/>
                    <a:gd name="connsiteY8" fmla="*/ 43339 h 176212"/>
                    <a:gd name="connsiteX9" fmla="*/ 76009 w 131730"/>
                    <a:gd name="connsiteY9" fmla="*/ 110014 h 176212"/>
                    <a:gd name="connsiteX10" fmla="*/ 131731 w 131730"/>
                    <a:gd name="connsiteY10" fmla="*/ 176213 h 176212"/>
                    <a:gd name="connsiteX11" fmla="*/ 81248 w 131730"/>
                    <a:gd name="connsiteY11" fmla="*/ 176213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1730" h="176212">
                      <a:moveTo>
                        <a:pt x="81248" y="176213"/>
                      </a:moveTo>
                      <a:lnTo>
                        <a:pt x="40767" y="120491"/>
                      </a:lnTo>
                      <a:lnTo>
                        <a:pt x="40767" y="176213"/>
                      </a:lnTo>
                      <a:lnTo>
                        <a:pt x="0" y="176213"/>
                      </a:lnTo>
                      <a:lnTo>
                        <a:pt x="0" y="0"/>
                      </a:lnTo>
                      <a:lnTo>
                        <a:pt x="40767" y="0"/>
                      </a:lnTo>
                      <a:lnTo>
                        <a:pt x="40767" y="97441"/>
                      </a:lnTo>
                      <a:lnTo>
                        <a:pt x="80962" y="43339"/>
                      </a:lnTo>
                      <a:lnTo>
                        <a:pt x="131255" y="43339"/>
                      </a:lnTo>
                      <a:lnTo>
                        <a:pt x="76009" y="110014"/>
                      </a:lnTo>
                      <a:lnTo>
                        <a:pt x="131731" y="176213"/>
                      </a:lnTo>
                      <a:lnTo>
                        <a:pt x="81248" y="176213"/>
                      </a:lnTo>
                      <a:close/>
                    </a:path>
                  </a:pathLst>
                </a:custGeom>
                <a:solidFill>
                  <a:schemeClr val="bg1"/>
                </a:solidFill>
                <a:ln w="9525" cap="flat">
                  <a:noFill/>
                  <a:prstDash val="solid"/>
                  <a:miter/>
                </a:ln>
              </p:spPr>
              <p:txBody>
                <a:bodyPr rtlCol="0" anchor="ctr"/>
                <a:lstStyle/>
                <a:p>
                  <a:endParaRPr lang="fi-FI" sz="3200"/>
                </a:p>
              </p:txBody>
            </p:sp>
            <p:sp>
              <p:nvSpPr>
                <p:cNvPr id="528" name="Vapaamuotoinen: Muoto 527">
                  <a:extLst>
                    <a:ext uri="{FF2B5EF4-FFF2-40B4-BE49-F238E27FC236}">
                      <a16:creationId xmlns:a16="http://schemas.microsoft.com/office/drawing/2014/main" id="{837B3CFD-192B-2CCC-CD83-83ED43991B76}"/>
                    </a:ext>
                  </a:extLst>
                </p:cNvPr>
                <p:cNvSpPr/>
                <p:nvPr/>
              </p:nvSpPr>
              <p:spPr>
                <a:xfrm>
                  <a:off x="4307445" y="1318645"/>
                  <a:ext cx="48291"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335" y="2096"/>
                        <a:pt x="17145" y="0"/>
                        <a:pt x="24289" y="0"/>
                      </a:cubicBezTo>
                      <a:cubicBezTo>
                        <a:pt x="31432" y="0"/>
                        <a:pt x="37052" y="2096"/>
                        <a:pt x="41529" y="6287"/>
                      </a:cubicBezTo>
                      <a:cubicBezTo>
                        <a:pt x="46006" y="10478"/>
                        <a:pt x="48292" y="15812"/>
                        <a:pt x="48292" y="22098"/>
                      </a:cubicBezTo>
                      <a:cubicBezTo>
                        <a:pt x="48292" y="28385"/>
                        <a:pt x="46006" y="33528"/>
                        <a:pt x="41529" y="37719"/>
                      </a:cubicBezTo>
                      <a:cubicBezTo>
                        <a:pt x="37052"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solidFill>
                  <a:schemeClr val="bg1"/>
                </a:solidFill>
                <a:ln w="9525" cap="flat">
                  <a:noFill/>
                  <a:prstDash val="solid"/>
                  <a:miter/>
                </a:ln>
              </p:spPr>
              <p:txBody>
                <a:bodyPr rtlCol="0" anchor="ctr"/>
                <a:lstStyle/>
                <a:p>
                  <a:endParaRPr lang="fi-FI" sz="3200"/>
                </a:p>
              </p:txBody>
            </p:sp>
            <p:sp>
              <p:nvSpPr>
                <p:cNvPr id="529" name="Vapaamuotoinen: Muoto 528">
                  <a:extLst>
                    <a:ext uri="{FF2B5EF4-FFF2-40B4-BE49-F238E27FC236}">
                      <a16:creationId xmlns:a16="http://schemas.microsoft.com/office/drawing/2014/main" id="{DEBAD4CE-0567-FD13-D8C9-730D051D2FE7}"/>
                    </a:ext>
                  </a:extLst>
                </p:cNvPr>
                <p:cNvSpPr/>
                <p:nvPr/>
              </p:nvSpPr>
              <p:spPr>
                <a:xfrm>
                  <a:off x="4381454" y="1333123"/>
                  <a:ext cx="40766" cy="176212"/>
                </a:xfrm>
                <a:custGeom>
                  <a:avLst/>
                  <a:gdLst>
                    <a:gd name="connsiteX0" fmla="*/ 40767 w 40766"/>
                    <a:gd name="connsiteY0" fmla="*/ 0 h 176212"/>
                    <a:gd name="connsiteX1" fmla="*/ 40767 w 40766"/>
                    <a:gd name="connsiteY1" fmla="*/ 176213 h 176212"/>
                    <a:gd name="connsiteX2" fmla="*/ 0 w 40766"/>
                    <a:gd name="connsiteY2" fmla="*/ 176213 h 176212"/>
                    <a:gd name="connsiteX3" fmla="*/ 0 w 40766"/>
                    <a:gd name="connsiteY3" fmla="*/ 0 h 176212"/>
                    <a:gd name="connsiteX4" fmla="*/ 40767 w 40766"/>
                    <a:gd name="connsiteY4" fmla="*/ 0 h 176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66" h="176212">
                      <a:moveTo>
                        <a:pt x="40767" y="0"/>
                      </a:moveTo>
                      <a:lnTo>
                        <a:pt x="40767" y="176213"/>
                      </a:lnTo>
                      <a:lnTo>
                        <a:pt x="0" y="176213"/>
                      </a:lnTo>
                      <a:lnTo>
                        <a:pt x="0" y="0"/>
                      </a:lnTo>
                      <a:lnTo>
                        <a:pt x="40767" y="0"/>
                      </a:lnTo>
                      <a:close/>
                    </a:path>
                  </a:pathLst>
                </a:custGeom>
                <a:solidFill>
                  <a:schemeClr val="bg1"/>
                </a:solidFill>
                <a:ln w="9525" cap="flat">
                  <a:noFill/>
                  <a:prstDash val="solid"/>
                  <a:miter/>
                </a:ln>
              </p:spPr>
              <p:txBody>
                <a:bodyPr rtlCol="0" anchor="ctr"/>
                <a:lstStyle/>
                <a:p>
                  <a:endParaRPr lang="fi-FI" sz="3200"/>
                </a:p>
              </p:txBody>
            </p:sp>
            <p:sp>
              <p:nvSpPr>
                <p:cNvPr id="530" name="Vapaamuotoinen: Muoto 529">
                  <a:extLst>
                    <a:ext uri="{FF2B5EF4-FFF2-40B4-BE49-F238E27FC236}">
                      <a16:creationId xmlns:a16="http://schemas.microsoft.com/office/drawing/2014/main" id="{06C23C4F-3B9C-EEAE-6B60-176ABAE1EFAB}"/>
                    </a:ext>
                  </a:extLst>
                </p:cNvPr>
                <p:cNvSpPr/>
                <p:nvPr/>
              </p:nvSpPr>
              <p:spPr>
                <a:xfrm>
                  <a:off x="4443558" y="1374556"/>
                  <a:ext cx="140208" cy="136588"/>
                </a:xfrm>
                <a:custGeom>
                  <a:avLst/>
                  <a:gdLst>
                    <a:gd name="connsiteX0" fmla="*/ 7810 w 140208"/>
                    <a:gd name="connsiteY0" fmla="*/ 32195 h 136588"/>
                    <a:gd name="connsiteX1" fmla="*/ 28861 w 140208"/>
                    <a:gd name="connsiteY1" fmla="*/ 8382 h 136588"/>
                    <a:gd name="connsiteX2" fmla="*/ 58579 w 140208"/>
                    <a:gd name="connsiteY2" fmla="*/ 0 h 136588"/>
                    <a:gd name="connsiteX3" fmla="*/ 83248 w 140208"/>
                    <a:gd name="connsiteY3" fmla="*/ 5715 h 136588"/>
                    <a:gd name="connsiteX4" fmla="*/ 99536 w 140208"/>
                    <a:gd name="connsiteY4" fmla="*/ 20669 h 136588"/>
                    <a:gd name="connsiteX5" fmla="*/ 99536 w 140208"/>
                    <a:gd name="connsiteY5" fmla="*/ 1810 h 136588"/>
                    <a:gd name="connsiteX6" fmla="*/ 140208 w 140208"/>
                    <a:gd name="connsiteY6" fmla="*/ 1810 h 136588"/>
                    <a:gd name="connsiteX7" fmla="*/ 140208 w 140208"/>
                    <a:gd name="connsiteY7" fmla="*/ 134684 h 136588"/>
                    <a:gd name="connsiteX8" fmla="*/ 99536 w 140208"/>
                    <a:gd name="connsiteY8" fmla="*/ 134684 h 136588"/>
                    <a:gd name="connsiteX9" fmla="*/ 99536 w 140208"/>
                    <a:gd name="connsiteY9" fmla="*/ 115824 h 136588"/>
                    <a:gd name="connsiteX10" fmla="*/ 82963 w 140208"/>
                    <a:gd name="connsiteY10" fmla="*/ 130874 h 136588"/>
                    <a:gd name="connsiteX11" fmla="*/ 58293 w 140208"/>
                    <a:gd name="connsiteY11" fmla="*/ 136589 h 136588"/>
                    <a:gd name="connsiteX12" fmla="*/ 28765 w 140208"/>
                    <a:gd name="connsiteY12" fmla="*/ 128111 h 136588"/>
                    <a:gd name="connsiteX13" fmla="*/ 7715 w 140208"/>
                    <a:gd name="connsiteY13" fmla="*/ 104108 h 136588"/>
                    <a:gd name="connsiteX14" fmla="*/ 0 w 140208"/>
                    <a:gd name="connsiteY14" fmla="*/ 68009 h 136588"/>
                    <a:gd name="connsiteX15" fmla="*/ 7715 w 140208"/>
                    <a:gd name="connsiteY15" fmla="*/ 32099 h 136588"/>
                    <a:gd name="connsiteX16" fmla="*/ 91154 w 140208"/>
                    <a:gd name="connsiteY16" fmla="*/ 44291 h 136588"/>
                    <a:gd name="connsiteX17" fmla="*/ 70580 w 140208"/>
                    <a:gd name="connsiteY17" fmla="*/ 35528 h 136588"/>
                    <a:gd name="connsiteX18" fmla="*/ 50006 w 140208"/>
                    <a:gd name="connsiteY18" fmla="*/ 44196 h 136588"/>
                    <a:gd name="connsiteX19" fmla="*/ 41529 w 140208"/>
                    <a:gd name="connsiteY19" fmla="*/ 68104 h 136588"/>
                    <a:gd name="connsiteX20" fmla="*/ 50006 w 140208"/>
                    <a:gd name="connsiteY20" fmla="*/ 92297 h 136588"/>
                    <a:gd name="connsiteX21" fmla="*/ 70580 w 140208"/>
                    <a:gd name="connsiteY21" fmla="*/ 101251 h 136588"/>
                    <a:gd name="connsiteX22" fmla="*/ 91154 w 140208"/>
                    <a:gd name="connsiteY22" fmla="*/ 92393 h 136588"/>
                    <a:gd name="connsiteX23" fmla="*/ 99631 w 140208"/>
                    <a:gd name="connsiteY23" fmla="*/ 68390 h 136588"/>
                    <a:gd name="connsiteX24" fmla="*/ 91154 w 140208"/>
                    <a:gd name="connsiteY24" fmla="*/ 44387 h 136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8" h="136588">
                      <a:moveTo>
                        <a:pt x="7810" y="32195"/>
                      </a:moveTo>
                      <a:cubicBezTo>
                        <a:pt x="12954" y="21908"/>
                        <a:pt x="20002" y="13907"/>
                        <a:pt x="28861" y="8382"/>
                      </a:cubicBezTo>
                      <a:cubicBezTo>
                        <a:pt x="37719" y="2858"/>
                        <a:pt x="47625" y="0"/>
                        <a:pt x="58579" y="0"/>
                      </a:cubicBezTo>
                      <a:cubicBezTo>
                        <a:pt x="67913" y="0"/>
                        <a:pt x="76200" y="1905"/>
                        <a:pt x="83248" y="5715"/>
                      </a:cubicBezTo>
                      <a:cubicBezTo>
                        <a:pt x="90297" y="9525"/>
                        <a:pt x="95726" y="14478"/>
                        <a:pt x="99536" y="20669"/>
                      </a:cubicBezTo>
                      <a:lnTo>
                        <a:pt x="99536" y="1810"/>
                      </a:lnTo>
                      <a:lnTo>
                        <a:pt x="140208" y="1810"/>
                      </a:lnTo>
                      <a:lnTo>
                        <a:pt x="140208" y="134684"/>
                      </a:lnTo>
                      <a:lnTo>
                        <a:pt x="99536" y="134684"/>
                      </a:lnTo>
                      <a:lnTo>
                        <a:pt x="99536" y="115824"/>
                      </a:lnTo>
                      <a:cubicBezTo>
                        <a:pt x="95536" y="122015"/>
                        <a:pt x="90011" y="127064"/>
                        <a:pt x="82963" y="130874"/>
                      </a:cubicBezTo>
                      <a:cubicBezTo>
                        <a:pt x="75914" y="134684"/>
                        <a:pt x="67723" y="136589"/>
                        <a:pt x="58293" y="136589"/>
                      </a:cubicBezTo>
                      <a:cubicBezTo>
                        <a:pt x="47530" y="136589"/>
                        <a:pt x="37624" y="133731"/>
                        <a:pt x="28765" y="128111"/>
                      </a:cubicBezTo>
                      <a:cubicBezTo>
                        <a:pt x="19907" y="122492"/>
                        <a:pt x="12859" y="114491"/>
                        <a:pt x="7715" y="104108"/>
                      </a:cubicBezTo>
                      <a:cubicBezTo>
                        <a:pt x="2572" y="93726"/>
                        <a:pt x="0" y="81725"/>
                        <a:pt x="0" y="68009"/>
                      </a:cubicBezTo>
                      <a:cubicBezTo>
                        <a:pt x="0" y="54293"/>
                        <a:pt x="2572" y="42386"/>
                        <a:pt x="7715" y="32099"/>
                      </a:cubicBezTo>
                      <a:close/>
                      <a:moveTo>
                        <a:pt x="91154" y="44291"/>
                      </a:moveTo>
                      <a:cubicBezTo>
                        <a:pt x="85534" y="38386"/>
                        <a:pt x="78676" y="35528"/>
                        <a:pt x="70580" y="35528"/>
                      </a:cubicBezTo>
                      <a:cubicBezTo>
                        <a:pt x="62484" y="35528"/>
                        <a:pt x="55626" y="38386"/>
                        <a:pt x="50006" y="44196"/>
                      </a:cubicBezTo>
                      <a:cubicBezTo>
                        <a:pt x="44386" y="50006"/>
                        <a:pt x="41529" y="58007"/>
                        <a:pt x="41529" y="68104"/>
                      </a:cubicBezTo>
                      <a:cubicBezTo>
                        <a:pt x="41529" y="78200"/>
                        <a:pt x="44386" y="86296"/>
                        <a:pt x="50006" y="92297"/>
                      </a:cubicBezTo>
                      <a:cubicBezTo>
                        <a:pt x="55626" y="98298"/>
                        <a:pt x="62484" y="101251"/>
                        <a:pt x="70580" y="101251"/>
                      </a:cubicBezTo>
                      <a:cubicBezTo>
                        <a:pt x="78676" y="101251"/>
                        <a:pt x="85534" y="98298"/>
                        <a:pt x="91154" y="92393"/>
                      </a:cubicBezTo>
                      <a:cubicBezTo>
                        <a:pt x="96774" y="86487"/>
                        <a:pt x="99631" y="78486"/>
                        <a:pt x="99631" y="68390"/>
                      </a:cubicBezTo>
                      <a:cubicBezTo>
                        <a:pt x="99631" y="58293"/>
                        <a:pt x="96774" y="50197"/>
                        <a:pt x="91154" y="44387"/>
                      </a:cubicBezTo>
                      <a:close/>
                    </a:path>
                  </a:pathLst>
                </a:custGeom>
                <a:solidFill>
                  <a:schemeClr val="bg1"/>
                </a:solidFill>
                <a:ln w="9525" cap="flat">
                  <a:noFill/>
                  <a:prstDash val="solid"/>
                  <a:miter/>
                </a:ln>
              </p:spPr>
              <p:txBody>
                <a:bodyPr rtlCol="0" anchor="ctr"/>
                <a:lstStyle/>
                <a:p>
                  <a:endParaRPr lang="fi-FI" sz="3200"/>
                </a:p>
              </p:txBody>
            </p:sp>
            <p:sp>
              <p:nvSpPr>
                <p:cNvPr id="531" name="Vapaamuotoinen: Muoto 530">
                  <a:extLst>
                    <a:ext uri="{FF2B5EF4-FFF2-40B4-BE49-F238E27FC236}">
                      <a16:creationId xmlns:a16="http://schemas.microsoft.com/office/drawing/2014/main" id="{2B29F9D9-E9C1-091C-4546-4CE2119B5A5C}"/>
                    </a:ext>
                  </a:extLst>
                </p:cNvPr>
                <p:cNvSpPr/>
                <p:nvPr/>
              </p:nvSpPr>
              <p:spPr>
                <a:xfrm>
                  <a:off x="3589070" y="1590774"/>
                  <a:ext cx="137826" cy="166211"/>
                </a:xfrm>
                <a:custGeom>
                  <a:avLst/>
                  <a:gdLst>
                    <a:gd name="connsiteX0" fmla="*/ 137827 w 137826"/>
                    <a:gd name="connsiteY0" fmla="*/ 0 h 166211"/>
                    <a:gd name="connsiteX1" fmla="*/ 137827 w 137826"/>
                    <a:gd name="connsiteY1" fmla="*/ 166211 h 166211"/>
                    <a:gd name="connsiteX2" fmla="*/ 104489 w 137826"/>
                    <a:gd name="connsiteY2" fmla="*/ 166211 h 166211"/>
                    <a:gd name="connsiteX3" fmla="*/ 104489 w 137826"/>
                    <a:gd name="connsiteY3" fmla="*/ 95536 h 166211"/>
                    <a:gd name="connsiteX4" fmla="*/ 33338 w 137826"/>
                    <a:gd name="connsiteY4" fmla="*/ 95536 h 166211"/>
                    <a:gd name="connsiteX5" fmla="*/ 33338 w 137826"/>
                    <a:gd name="connsiteY5" fmla="*/ 166211 h 166211"/>
                    <a:gd name="connsiteX6" fmla="*/ 0 w 137826"/>
                    <a:gd name="connsiteY6" fmla="*/ 166211 h 166211"/>
                    <a:gd name="connsiteX7" fmla="*/ 0 w 137826"/>
                    <a:gd name="connsiteY7" fmla="*/ 0 h 166211"/>
                    <a:gd name="connsiteX8" fmla="*/ 33338 w 137826"/>
                    <a:gd name="connsiteY8" fmla="*/ 0 h 166211"/>
                    <a:gd name="connsiteX9" fmla="*/ 33338 w 137826"/>
                    <a:gd name="connsiteY9" fmla="*/ 68390 h 166211"/>
                    <a:gd name="connsiteX10" fmla="*/ 104489 w 137826"/>
                    <a:gd name="connsiteY10" fmla="*/ 68390 h 166211"/>
                    <a:gd name="connsiteX11" fmla="*/ 104489 w 137826"/>
                    <a:gd name="connsiteY11" fmla="*/ 0 h 166211"/>
                    <a:gd name="connsiteX12" fmla="*/ 137827 w 137826"/>
                    <a:gd name="connsiteY12" fmla="*/ 0 h 166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7826" h="166211">
                      <a:moveTo>
                        <a:pt x="137827" y="0"/>
                      </a:moveTo>
                      <a:lnTo>
                        <a:pt x="137827" y="166211"/>
                      </a:lnTo>
                      <a:lnTo>
                        <a:pt x="104489" y="166211"/>
                      </a:lnTo>
                      <a:lnTo>
                        <a:pt x="104489" y="95536"/>
                      </a:lnTo>
                      <a:lnTo>
                        <a:pt x="33338" y="95536"/>
                      </a:lnTo>
                      <a:lnTo>
                        <a:pt x="33338" y="166211"/>
                      </a:lnTo>
                      <a:lnTo>
                        <a:pt x="0" y="166211"/>
                      </a:lnTo>
                      <a:lnTo>
                        <a:pt x="0" y="0"/>
                      </a:lnTo>
                      <a:lnTo>
                        <a:pt x="33338" y="0"/>
                      </a:lnTo>
                      <a:lnTo>
                        <a:pt x="33338" y="68390"/>
                      </a:lnTo>
                      <a:lnTo>
                        <a:pt x="104489" y="68390"/>
                      </a:lnTo>
                      <a:lnTo>
                        <a:pt x="104489" y="0"/>
                      </a:lnTo>
                      <a:lnTo>
                        <a:pt x="137827" y="0"/>
                      </a:lnTo>
                      <a:close/>
                    </a:path>
                  </a:pathLst>
                </a:custGeom>
                <a:solidFill>
                  <a:schemeClr val="bg1"/>
                </a:solidFill>
                <a:ln w="9525" cap="flat">
                  <a:noFill/>
                  <a:prstDash val="solid"/>
                  <a:miter/>
                </a:ln>
              </p:spPr>
              <p:txBody>
                <a:bodyPr rtlCol="0" anchor="ctr"/>
                <a:lstStyle/>
                <a:p>
                  <a:endParaRPr lang="fi-FI" sz="3200"/>
                </a:p>
              </p:txBody>
            </p:sp>
            <p:sp>
              <p:nvSpPr>
                <p:cNvPr id="532" name="Vapaamuotoinen: Muoto 531">
                  <a:extLst>
                    <a:ext uri="{FF2B5EF4-FFF2-40B4-BE49-F238E27FC236}">
                      <a16:creationId xmlns:a16="http://schemas.microsoft.com/office/drawing/2014/main" id="{FE4C1036-E1E5-45CB-6BB9-3F6DD04F1F01}"/>
                    </a:ext>
                  </a:extLst>
                </p:cNvPr>
                <p:cNvSpPr/>
                <p:nvPr/>
              </p:nvSpPr>
              <p:spPr>
                <a:xfrm>
                  <a:off x="3751471" y="1575915"/>
                  <a:ext cx="135635" cy="183261"/>
                </a:xfrm>
                <a:custGeom>
                  <a:avLst/>
                  <a:gdLst>
                    <a:gd name="connsiteX0" fmla="*/ 32576 w 135635"/>
                    <a:gd name="connsiteY0" fmla="*/ 174784 h 183261"/>
                    <a:gd name="connsiteX1" fmla="*/ 8668 w 135635"/>
                    <a:gd name="connsiteY1" fmla="*/ 150876 h 183261"/>
                    <a:gd name="connsiteX2" fmla="*/ 0 w 135635"/>
                    <a:gd name="connsiteY2" fmla="*/ 115157 h 183261"/>
                    <a:gd name="connsiteX3" fmla="*/ 8953 w 135635"/>
                    <a:gd name="connsiteY3" fmla="*/ 79439 h 183261"/>
                    <a:gd name="connsiteX4" fmla="*/ 33338 w 135635"/>
                    <a:gd name="connsiteY4" fmla="*/ 55531 h 183261"/>
                    <a:gd name="connsiteX5" fmla="*/ 67818 w 135635"/>
                    <a:gd name="connsiteY5" fmla="*/ 47054 h 183261"/>
                    <a:gd name="connsiteX6" fmla="*/ 102299 w 135635"/>
                    <a:gd name="connsiteY6" fmla="*/ 55531 h 183261"/>
                    <a:gd name="connsiteX7" fmla="*/ 126683 w 135635"/>
                    <a:gd name="connsiteY7" fmla="*/ 79439 h 183261"/>
                    <a:gd name="connsiteX8" fmla="*/ 135636 w 135635"/>
                    <a:gd name="connsiteY8" fmla="*/ 115157 h 183261"/>
                    <a:gd name="connsiteX9" fmla="*/ 126492 w 135635"/>
                    <a:gd name="connsiteY9" fmla="*/ 150876 h 183261"/>
                    <a:gd name="connsiteX10" fmla="*/ 101727 w 135635"/>
                    <a:gd name="connsiteY10" fmla="*/ 174784 h 183261"/>
                    <a:gd name="connsiteX11" fmla="*/ 66865 w 135635"/>
                    <a:gd name="connsiteY11" fmla="*/ 183261 h 183261"/>
                    <a:gd name="connsiteX12" fmla="*/ 32576 w 135635"/>
                    <a:gd name="connsiteY12" fmla="*/ 174784 h 183261"/>
                    <a:gd name="connsiteX13" fmla="*/ 35909 w 135635"/>
                    <a:gd name="connsiteY13" fmla="*/ 27242 h 183261"/>
                    <a:gd name="connsiteX14" fmla="*/ 31432 w 135635"/>
                    <a:gd name="connsiteY14" fmla="*/ 16002 h 183261"/>
                    <a:gd name="connsiteX15" fmla="*/ 35909 w 135635"/>
                    <a:gd name="connsiteY15" fmla="*/ 4667 h 183261"/>
                    <a:gd name="connsiteX16" fmla="*/ 47053 w 135635"/>
                    <a:gd name="connsiteY16" fmla="*/ 0 h 183261"/>
                    <a:gd name="connsiteX17" fmla="*/ 58388 w 135635"/>
                    <a:gd name="connsiteY17" fmla="*/ 4667 h 183261"/>
                    <a:gd name="connsiteX18" fmla="*/ 63055 w 135635"/>
                    <a:gd name="connsiteY18" fmla="*/ 16002 h 183261"/>
                    <a:gd name="connsiteX19" fmla="*/ 58388 w 135635"/>
                    <a:gd name="connsiteY19" fmla="*/ 27242 h 183261"/>
                    <a:gd name="connsiteX20" fmla="*/ 47053 w 135635"/>
                    <a:gd name="connsiteY20" fmla="*/ 31814 h 183261"/>
                    <a:gd name="connsiteX21" fmla="*/ 35909 w 135635"/>
                    <a:gd name="connsiteY21" fmla="*/ 27242 h 183261"/>
                    <a:gd name="connsiteX22" fmla="*/ 83915 w 135635"/>
                    <a:gd name="connsiteY22" fmla="*/ 149733 h 183261"/>
                    <a:gd name="connsiteX23" fmla="*/ 96679 w 135635"/>
                    <a:gd name="connsiteY23" fmla="*/ 136493 h 183261"/>
                    <a:gd name="connsiteX24" fmla="*/ 101441 w 135635"/>
                    <a:gd name="connsiteY24" fmla="*/ 115062 h 183261"/>
                    <a:gd name="connsiteX25" fmla="*/ 91535 w 135635"/>
                    <a:gd name="connsiteY25" fmla="*/ 86106 h 183261"/>
                    <a:gd name="connsiteX26" fmla="*/ 67342 w 135635"/>
                    <a:gd name="connsiteY26" fmla="*/ 76009 h 183261"/>
                    <a:gd name="connsiteX27" fmla="*/ 43434 w 135635"/>
                    <a:gd name="connsiteY27" fmla="*/ 86106 h 183261"/>
                    <a:gd name="connsiteX28" fmla="*/ 33814 w 135635"/>
                    <a:gd name="connsiteY28" fmla="*/ 115062 h 183261"/>
                    <a:gd name="connsiteX29" fmla="*/ 43243 w 135635"/>
                    <a:gd name="connsiteY29" fmla="*/ 144018 h 183261"/>
                    <a:gd name="connsiteX30" fmla="*/ 66961 w 135635"/>
                    <a:gd name="connsiteY30" fmla="*/ 154115 h 183261"/>
                    <a:gd name="connsiteX31" fmla="*/ 84011 w 135635"/>
                    <a:gd name="connsiteY31" fmla="*/ 149733 h 183261"/>
                    <a:gd name="connsiteX32" fmla="*/ 80010 w 135635"/>
                    <a:gd name="connsiteY32" fmla="*/ 27242 h 183261"/>
                    <a:gd name="connsiteX33" fmla="*/ 75533 w 135635"/>
                    <a:gd name="connsiteY33" fmla="*/ 16002 h 183261"/>
                    <a:gd name="connsiteX34" fmla="*/ 80010 w 135635"/>
                    <a:gd name="connsiteY34" fmla="*/ 4667 h 183261"/>
                    <a:gd name="connsiteX35" fmla="*/ 91154 w 135635"/>
                    <a:gd name="connsiteY35" fmla="*/ 0 h 183261"/>
                    <a:gd name="connsiteX36" fmla="*/ 102489 w 135635"/>
                    <a:gd name="connsiteY36" fmla="*/ 4667 h 183261"/>
                    <a:gd name="connsiteX37" fmla="*/ 107156 w 135635"/>
                    <a:gd name="connsiteY37" fmla="*/ 16002 h 183261"/>
                    <a:gd name="connsiteX38" fmla="*/ 102489 w 135635"/>
                    <a:gd name="connsiteY38" fmla="*/ 27242 h 183261"/>
                    <a:gd name="connsiteX39" fmla="*/ 91154 w 135635"/>
                    <a:gd name="connsiteY39" fmla="*/ 31814 h 183261"/>
                    <a:gd name="connsiteX40" fmla="*/ 80010 w 135635"/>
                    <a:gd name="connsiteY40" fmla="*/ 27242 h 183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35635" h="183261">
                      <a:moveTo>
                        <a:pt x="32576" y="174784"/>
                      </a:moveTo>
                      <a:cubicBezTo>
                        <a:pt x="22384" y="169164"/>
                        <a:pt x="14478" y="161163"/>
                        <a:pt x="8668" y="150876"/>
                      </a:cubicBezTo>
                      <a:cubicBezTo>
                        <a:pt x="2857" y="140589"/>
                        <a:pt x="0" y="128683"/>
                        <a:pt x="0" y="115157"/>
                      </a:cubicBezTo>
                      <a:cubicBezTo>
                        <a:pt x="0" y="101632"/>
                        <a:pt x="2953" y="89726"/>
                        <a:pt x="8953" y="79439"/>
                      </a:cubicBezTo>
                      <a:cubicBezTo>
                        <a:pt x="14954" y="69152"/>
                        <a:pt x="23051" y="61151"/>
                        <a:pt x="33338" y="55531"/>
                      </a:cubicBezTo>
                      <a:cubicBezTo>
                        <a:pt x="43625" y="49911"/>
                        <a:pt x="55150" y="47054"/>
                        <a:pt x="67818" y="47054"/>
                      </a:cubicBezTo>
                      <a:cubicBezTo>
                        <a:pt x="80486" y="47054"/>
                        <a:pt x="92012" y="49911"/>
                        <a:pt x="102299" y="55531"/>
                      </a:cubicBezTo>
                      <a:cubicBezTo>
                        <a:pt x="112586" y="61151"/>
                        <a:pt x="120777" y="69152"/>
                        <a:pt x="126683" y="79439"/>
                      </a:cubicBezTo>
                      <a:cubicBezTo>
                        <a:pt x="132588" y="89726"/>
                        <a:pt x="135636" y="101632"/>
                        <a:pt x="135636" y="115157"/>
                      </a:cubicBezTo>
                      <a:cubicBezTo>
                        <a:pt x="135636" y="128683"/>
                        <a:pt x="132588" y="140589"/>
                        <a:pt x="126492" y="150876"/>
                      </a:cubicBezTo>
                      <a:cubicBezTo>
                        <a:pt x="120396" y="161163"/>
                        <a:pt x="112109" y="169164"/>
                        <a:pt x="101727" y="174784"/>
                      </a:cubicBezTo>
                      <a:cubicBezTo>
                        <a:pt x="91345" y="180404"/>
                        <a:pt x="79724" y="183261"/>
                        <a:pt x="66865" y="183261"/>
                      </a:cubicBezTo>
                      <a:cubicBezTo>
                        <a:pt x="54007" y="183261"/>
                        <a:pt x="42767" y="180404"/>
                        <a:pt x="32576" y="174784"/>
                      </a:cubicBezTo>
                      <a:close/>
                      <a:moveTo>
                        <a:pt x="35909" y="27242"/>
                      </a:moveTo>
                      <a:cubicBezTo>
                        <a:pt x="32861" y="24194"/>
                        <a:pt x="31432" y="20479"/>
                        <a:pt x="31432" y="16002"/>
                      </a:cubicBezTo>
                      <a:cubicBezTo>
                        <a:pt x="31432" y="11525"/>
                        <a:pt x="32956" y="7811"/>
                        <a:pt x="35909" y="4667"/>
                      </a:cubicBezTo>
                      <a:cubicBezTo>
                        <a:pt x="38957" y="1619"/>
                        <a:pt x="42672" y="0"/>
                        <a:pt x="47053" y="0"/>
                      </a:cubicBezTo>
                      <a:cubicBezTo>
                        <a:pt x="51435" y="0"/>
                        <a:pt x="55245" y="1524"/>
                        <a:pt x="58388" y="4667"/>
                      </a:cubicBezTo>
                      <a:cubicBezTo>
                        <a:pt x="61531" y="7811"/>
                        <a:pt x="63055" y="11525"/>
                        <a:pt x="63055" y="16002"/>
                      </a:cubicBezTo>
                      <a:cubicBezTo>
                        <a:pt x="63055" y="20479"/>
                        <a:pt x="61531" y="24194"/>
                        <a:pt x="58388" y="27242"/>
                      </a:cubicBezTo>
                      <a:cubicBezTo>
                        <a:pt x="55340" y="30290"/>
                        <a:pt x="51530" y="31814"/>
                        <a:pt x="47053" y="31814"/>
                      </a:cubicBezTo>
                      <a:cubicBezTo>
                        <a:pt x="42577" y="31814"/>
                        <a:pt x="38862" y="30290"/>
                        <a:pt x="35909" y="27242"/>
                      </a:cubicBezTo>
                      <a:close/>
                      <a:moveTo>
                        <a:pt x="83915" y="149733"/>
                      </a:moveTo>
                      <a:cubicBezTo>
                        <a:pt x="89249" y="146780"/>
                        <a:pt x="93440" y="142399"/>
                        <a:pt x="96679" y="136493"/>
                      </a:cubicBezTo>
                      <a:cubicBezTo>
                        <a:pt x="99917" y="130588"/>
                        <a:pt x="101441" y="123444"/>
                        <a:pt x="101441" y="115062"/>
                      </a:cubicBezTo>
                      <a:cubicBezTo>
                        <a:pt x="101441" y="102489"/>
                        <a:pt x="98107" y="92869"/>
                        <a:pt x="91535" y="86106"/>
                      </a:cubicBezTo>
                      <a:cubicBezTo>
                        <a:pt x="84963" y="79343"/>
                        <a:pt x="76867" y="76009"/>
                        <a:pt x="67342" y="76009"/>
                      </a:cubicBezTo>
                      <a:cubicBezTo>
                        <a:pt x="57817" y="76009"/>
                        <a:pt x="49816" y="79343"/>
                        <a:pt x="43434" y="86106"/>
                      </a:cubicBezTo>
                      <a:cubicBezTo>
                        <a:pt x="36957" y="92869"/>
                        <a:pt x="33814" y="102489"/>
                        <a:pt x="33814" y="115062"/>
                      </a:cubicBezTo>
                      <a:cubicBezTo>
                        <a:pt x="33814" y="127635"/>
                        <a:pt x="36957" y="137255"/>
                        <a:pt x="43243" y="144018"/>
                      </a:cubicBezTo>
                      <a:cubicBezTo>
                        <a:pt x="49530" y="150781"/>
                        <a:pt x="57436" y="154115"/>
                        <a:pt x="66961" y="154115"/>
                      </a:cubicBezTo>
                      <a:cubicBezTo>
                        <a:pt x="72962" y="154115"/>
                        <a:pt x="78677" y="152686"/>
                        <a:pt x="84011" y="149733"/>
                      </a:cubicBezTo>
                      <a:close/>
                      <a:moveTo>
                        <a:pt x="80010" y="27242"/>
                      </a:moveTo>
                      <a:cubicBezTo>
                        <a:pt x="76962" y="24194"/>
                        <a:pt x="75533" y="20479"/>
                        <a:pt x="75533" y="16002"/>
                      </a:cubicBezTo>
                      <a:cubicBezTo>
                        <a:pt x="75533" y="11525"/>
                        <a:pt x="77057" y="7811"/>
                        <a:pt x="80010" y="4667"/>
                      </a:cubicBezTo>
                      <a:cubicBezTo>
                        <a:pt x="83058" y="1619"/>
                        <a:pt x="86773" y="0"/>
                        <a:pt x="91154" y="0"/>
                      </a:cubicBezTo>
                      <a:cubicBezTo>
                        <a:pt x="95536" y="0"/>
                        <a:pt x="99346" y="1524"/>
                        <a:pt x="102489" y="4667"/>
                      </a:cubicBezTo>
                      <a:cubicBezTo>
                        <a:pt x="105632" y="7811"/>
                        <a:pt x="107156" y="11525"/>
                        <a:pt x="107156" y="16002"/>
                      </a:cubicBezTo>
                      <a:cubicBezTo>
                        <a:pt x="107156" y="20479"/>
                        <a:pt x="105632" y="24194"/>
                        <a:pt x="102489" y="27242"/>
                      </a:cubicBezTo>
                      <a:cubicBezTo>
                        <a:pt x="99441" y="30290"/>
                        <a:pt x="95631" y="31814"/>
                        <a:pt x="91154" y="31814"/>
                      </a:cubicBezTo>
                      <a:cubicBezTo>
                        <a:pt x="86677" y="31814"/>
                        <a:pt x="82963" y="30290"/>
                        <a:pt x="80010" y="27242"/>
                      </a:cubicBezTo>
                      <a:close/>
                    </a:path>
                  </a:pathLst>
                </a:custGeom>
                <a:solidFill>
                  <a:schemeClr val="bg1"/>
                </a:solidFill>
                <a:ln w="9525" cap="flat">
                  <a:noFill/>
                  <a:prstDash val="solid"/>
                  <a:miter/>
                </a:ln>
              </p:spPr>
              <p:txBody>
                <a:bodyPr rtlCol="0" anchor="ctr"/>
                <a:lstStyle/>
                <a:p>
                  <a:endParaRPr lang="fi-FI" sz="3200"/>
                </a:p>
              </p:txBody>
            </p:sp>
            <p:sp>
              <p:nvSpPr>
                <p:cNvPr id="533" name="Vapaamuotoinen: Muoto 532">
                  <a:extLst>
                    <a:ext uri="{FF2B5EF4-FFF2-40B4-BE49-F238E27FC236}">
                      <a16:creationId xmlns:a16="http://schemas.microsoft.com/office/drawing/2014/main" id="{7C04F01E-B581-8125-6A46-2C668DCAA78F}"/>
                    </a:ext>
                  </a:extLst>
                </p:cNvPr>
                <p:cNvSpPr/>
                <p:nvPr/>
              </p:nvSpPr>
              <p:spPr>
                <a:xfrm>
                  <a:off x="3902919" y="1622778"/>
                  <a:ext cx="137636" cy="199262"/>
                </a:xfrm>
                <a:custGeom>
                  <a:avLst/>
                  <a:gdLst>
                    <a:gd name="connsiteX0" fmla="*/ 86392 w 137636"/>
                    <a:gd name="connsiteY0" fmla="*/ 6001 h 199262"/>
                    <a:gd name="connsiteX1" fmla="*/ 104013 w 137636"/>
                    <a:gd name="connsiteY1" fmla="*/ 21145 h 199262"/>
                    <a:gd name="connsiteX2" fmla="*/ 104013 w 137636"/>
                    <a:gd name="connsiteY2" fmla="*/ 2286 h 199262"/>
                    <a:gd name="connsiteX3" fmla="*/ 137636 w 137636"/>
                    <a:gd name="connsiteY3" fmla="*/ 2286 h 199262"/>
                    <a:gd name="connsiteX4" fmla="*/ 137636 w 137636"/>
                    <a:gd name="connsiteY4" fmla="*/ 135160 h 199262"/>
                    <a:gd name="connsiteX5" fmla="*/ 130207 w 137636"/>
                    <a:gd name="connsiteY5" fmla="*/ 167926 h 199262"/>
                    <a:gd name="connsiteX6" fmla="*/ 108014 w 137636"/>
                    <a:gd name="connsiteY6" fmla="*/ 190786 h 199262"/>
                    <a:gd name="connsiteX7" fmla="*/ 72295 w 137636"/>
                    <a:gd name="connsiteY7" fmla="*/ 199263 h 199262"/>
                    <a:gd name="connsiteX8" fmla="*/ 26194 w 137636"/>
                    <a:gd name="connsiteY8" fmla="*/ 186118 h 199262"/>
                    <a:gd name="connsiteX9" fmla="*/ 5810 w 137636"/>
                    <a:gd name="connsiteY9" fmla="*/ 150400 h 199262"/>
                    <a:gd name="connsiteX10" fmla="*/ 38862 w 137636"/>
                    <a:gd name="connsiteY10" fmla="*/ 150400 h 199262"/>
                    <a:gd name="connsiteX11" fmla="*/ 50197 w 137636"/>
                    <a:gd name="connsiteY11" fmla="*/ 164783 h 199262"/>
                    <a:gd name="connsiteX12" fmla="*/ 71247 w 137636"/>
                    <a:gd name="connsiteY12" fmla="*/ 170117 h 199262"/>
                    <a:gd name="connsiteX13" fmla="*/ 94774 w 137636"/>
                    <a:gd name="connsiteY13" fmla="*/ 161449 h 199262"/>
                    <a:gd name="connsiteX14" fmla="*/ 103823 w 137636"/>
                    <a:gd name="connsiteY14" fmla="*/ 135160 h 199262"/>
                    <a:gd name="connsiteX15" fmla="*/ 103823 w 137636"/>
                    <a:gd name="connsiteY15" fmla="*/ 114681 h 199262"/>
                    <a:gd name="connsiteX16" fmla="*/ 86106 w 137636"/>
                    <a:gd name="connsiteY16" fmla="*/ 130112 h 199262"/>
                    <a:gd name="connsiteX17" fmla="*/ 60293 w 137636"/>
                    <a:gd name="connsiteY17" fmla="*/ 136303 h 199262"/>
                    <a:gd name="connsiteX18" fmla="*/ 29813 w 137636"/>
                    <a:gd name="connsiteY18" fmla="*/ 127730 h 199262"/>
                    <a:gd name="connsiteX19" fmla="*/ 8001 w 137636"/>
                    <a:gd name="connsiteY19" fmla="*/ 103537 h 199262"/>
                    <a:gd name="connsiteX20" fmla="*/ 0 w 137636"/>
                    <a:gd name="connsiteY20" fmla="*/ 67723 h 199262"/>
                    <a:gd name="connsiteX21" fmla="*/ 8001 w 137636"/>
                    <a:gd name="connsiteY21" fmla="*/ 32194 h 199262"/>
                    <a:gd name="connsiteX22" fmla="*/ 29718 w 137636"/>
                    <a:gd name="connsiteY22" fmla="*/ 8382 h 199262"/>
                    <a:gd name="connsiteX23" fmla="*/ 60293 w 137636"/>
                    <a:gd name="connsiteY23" fmla="*/ 0 h 199262"/>
                    <a:gd name="connsiteX24" fmla="*/ 86297 w 137636"/>
                    <a:gd name="connsiteY24" fmla="*/ 5810 h 199262"/>
                    <a:gd name="connsiteX25" fmla="*/ 99250 w 137636"/>
                    <a:gd name="connsiteY25" fmla="*/ 47434 h 199262"/>
                    <a:gd name="connsiteX26" fmla="*/ 86392 w 137636"/>
                    <a:gd name="connsiteY26" fmla="*/ 34099 h 199262"/>
                    <a:gd name="connsiteX27" fmla="*/ 68961 w 137636"/>
                    <a:gd name="connsiteY27" fmla="*/ 29432 h 199262"/>
                    <a:gd name="connsiteX28" fmla="*/ 51816 w 137636"/>
                    <a:gd name="connsiteY28" fmla="*/ 34004 h 199262"/>
                    <a:gd name="connsiteX29" fmla="*/ 39052 w 137636"/>
                    <a:gd name="connsiteY29" fmla="*/ 47244 h 199262"/>
                    <a:gd name="connsiteX30" fmla="*/ 34195 w 137636"/>
                    <a:gd name="connsiteY30" fmla="*/ 67818 h 199262"/>
                    <a:gd name="connsiteX31" fmla="*/ 39052 w 137636"/>
                    <a:gd name="connsiteY31" fmla="*/ 88678 h 199262"/>
                    <a:gd name="connsiteX32" fmla="*/ 51911 w 137636"/>
                    <a:gd name="connsiteY32" fmla="*/ 102394 h 199262"/>
                    <a:gd name="connsiteX33" fmla="*/ 68961 w 137636"/>
                    <a:gd name="connsiteY33" fmla="*/ 107156 h 199262"/>
                    <a:gd name="connsiteX34" fmla="*/ 86392 w 137636"/>
                    <a:gd name="connsiteY34" fmla="*/ 102489 h 199262"/>
                    <a:gd name="connsiteX35" fmla="*/ 99250 w 137636"/>
                    <a:gd name="connsiteY35" fmla="*/ 89154 h 199262"/>
                    <a:gd name="connsiteX36" fmla="*/ 104013 w 137636"/>
                    <a:gd name="connsiteY36" fmla="*/ 68294 h 199262"/>
                    <a:gd name="connsiteX37" fmla="*/ 99250 w 137636"/>
                    <a:gd name="connsiteY37" fmla="*/ 47434 h 199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37636" h="199262">
                      <a:moveTo>
                        <a:pt x="86392" y="6001"/>
                      </a:moveTo>
                      <a:cubicBezTo>
                        <a:pt x="93821" y="9906"/>
                        <a:pt x="99727" y="14954"/>
                        <a:pt x="104013" y="21145"/>
                      </a:cubicBezTo>
                      <a:lnTo>
                        <a:pt x="104013" y="2286"/>
                      </a:lnTo>
                      <a:lnTo>
                        <a:pt x="137636" y="2286"/>
                      </a:lnTo>
                      <a:lnTo>
                        <a:pt x="137636" y="135160"/>
                      </a:lnTo>
                      <a:cubicBezTo>
                        <a:pt x="137636" y="147352"/>
                        <a:pt x="135160" y="158305"/>
                        <a:pt x="130207" y="167926"/>
                      </a:cubicBezTo>
                      <a:cubicBezTo>
                        <a:pt x="125254" y="177546"/>
                        <a:pt x="117920" y="185166"/>
                        <a:pt x="108014" y="190786"/>
                      </a:cubicBezTo>
                      <a:cubicBezTo>
                        <a:pt x="98203" y="196405"/>
                        <a:pt x="86297" y="199263"/>
                        <a:pt x="72295" y="199263"/>
                      </a:cubicBezTo>
                      <a:cubicBezTo>
                        <a:pt x="53530" y="199263"/>
                        <a:pt x="38195" y="194881"/>
                        <a:pt x="26194" y="186118"/>
                      </a:cubicBezTo>
                      <a:cubicBezTo>
                        <a:pt x="14192" y="177355"/>
                        <a:pt x="7429" y="165449"/>
                        <a:pt x="5810" y="150400"/>
                      </a:cubicBezTo>
                      <a:lnTo>
                        <a:pt x="38862" y="150400"/>
                      </a:lnTo>
                      <a:cubicBezTo>
                        <a:pt x="40576" y="156400"/>
                        <a:pt x="44387" y="161258"/>
                        <a:pt x="50197" y="164783"/>
                      </a:cubicBezTo>
                      <a:cubicBezTo>
                        <a:pt x="56007" y="168307"/>
                        <a:pt x="63055" y="170117"/>
                        <a:pt x="71247" y="170117"/>
                      </a:cubicBezTo>
                      <a:cubicBezTo>
                        <a:pt x="80963" y="170117"/>
                        <a:pt x="88773" y="167259"/>
                        <a:pt x="94774" y="161449"/>
                      </a:cubicBezTo>
                      <a:cubicBezTo>
                        <a:pt x="100774" y="155639"/>
                        <a:pt x="103823" y="146875"/>
                        <a:pt x="103823" y="135160"/>
                      </a:cubicBezTo>
                      <a:lnTo>
                        <a:pt x="103823" y="114681"/>
                      </a:lnTo>
                      <a:cubicBezTo>
                        <a:pt x="99536" y="120872"/>
                        <a:pt x="93631" y="126016"/>
                        <a:pt x="86106" y="130112"/>
                      </a:cubicBezTo>
                      <a:cubicBezTo>
                        <a:pt x="78581" y="134207"/>
                        <a:pt x="69914" y="136303"/>
                        <a:pt x="60293" y="136303"/>
                      </a:cubicBezTo>
                      <a:cubicBezTo>
                        <a:pt x="49149" y="136303"/>
                        <a:pt x="39052" y="133445"/>
                        <a:pt x="29813" y="127730"/>
                      </a:cubicBezTo>
                      <a:cubicBezTo>
                        <a:pt x="20574" y="122015"/>
                        <a:pt x="13335" y="113919"/>
                        <a:pt x="8001" y="103537"/>
                      </a:cubicBezTo>
                      <a:cubicBezTo>
                        <a:pt x="2667" y="93154"/>
                        <a:pt x="0" y="81153"/>
                        <a:pt x="0" y="67723"/>
                      </a:cubicBezTo>
                      <a:cubicBezTo>
                        <a:pt x="0" y="54292"/>
                        <a:pt x="2667" y="42577"/>
                        <a:pt x="8001" y="32194"/>
                      </a:cubicBezTo>
                      <a:cubicBezTo>
                        <a:pt x="13335" y="21907"/>
                        <a:pt x="20574" y="13906"/>
                        <a:pt x="29718" y="8382"/>
                      </a:cubicBezTo>
                      <a:cubicBezTo>
                        <a:pt x="38862" y="2857"/>
                        <a:pt x="49054" y="0"/>
                        <a:pt x="60293" y="0"/>
                      </a:cubicBezTo>
                      <a:cubicBezTo>
                        <a:pt x="70104" y="0"/>
                        <a:pt x="78772" y="1905"/>
                        <a:pt x="86297" y="5810"/>
                      </a:cubicBezTo>
                      <a:close/>
                      <a:moveTo>
                        <a:pt x="99250" y="47434"/>
                      </a:moveTo>
                      <a:cubicBezTo>
                        <a:pt x="96107" y="41624"/>
                        <a:pt x="91821" y="37147"/>
                        <a:pt x="86392" y="34099"/>
                      </a:cubicBezTo>
                      <a:cubicBezTo>
                        <a:pt x="80963" y="31051"/>
                        <a:pt x="75248" y="29432"/>
                        <a:pt x="68961" y="29432"/>
                      </a:cubicBezTo>
                      <a:cubicBezTo>
                        <a:pt x="62674" y="29432"/>
                        <a:pt x="57055" y="30956"/>
                        <a:pt x="51816" y="34004"/>
                      </a:cubicBezTo>
                      <a:cubicBezTo>
                        <a:pt x="46577" y="37052"/>
                        <a:pt x="42291" y="41434"/>
                        <a:pt x="39052" y="47244"/>
                      </a:cubicBezTo>
                      <a:cubicBezTo>
                        <a:pt x="35814" y="53054"/>
                        <a:pt x="34195" y="59912"/>
                        <a:pt x="34195" y="67818"/>
                      </a:cubicBezTo>
                      <a:cubicBezTo>
                        <a:pt x="34195" y="75724"/>
                        <a:pt x="35814" y="82677"/>
                        <a:pt x="39052" y="88678"/>
                      </a:cubicBezTo>
                      <a:cubicBezTo>
                        <a:pt x="42291" y="94678"/>
                        <a:pt x="46577" y="99155"/>
                        <a:pt x="51911" y="102394"/>
                      </a:cubicBezTo>
                      <a:cubicBezTo>
                        <a:pt x="57245" y="105537"/>
                        <a:pt x="62865" y="107156"/>
                        <a:pt x="68961" y="107156"/>
                      </a:cubicBezTo>
                      <a:cubicBezTo>
                        <a:pt x="75057" y="107156"/>
                        <a:pt x="80963" y="105632"/>
                        <a:pt x="86392" y="102489"/>
                      </a:cubicBezTo>
                      <a:cubicBezTo>
                        <a:pt x="91821" y="99346"/>
                        <a:pt x="96107" y="94964"/>
                        <a:pt x="99250" y="89154"/>
                      </a:cubicBezTo>
                      <a:cubicBezTo>
                        <a:pt x="102394" y="83344"/>
                        <a:pt x="104013" y="76391"/>
                        <a:pt x="104013" y="68294"/>
                      </a:cubicBezTo>
                      <a:cubicBezTo>
                        <a:pt x="104013" y="60198"/>
                        <a:pt x="102394" y="53245"/>
                        <a:pt x="99250" y="47434"/>
                      </a:cubicBezTo>
                      <a:close/>
                    </a:path>
                  </a:pathLst>
                </a:custGeom>
                <a:solidFill>
                  <a:schemeClr val="bg1"/>
                </a:solidFill>
                <a:ln w="9525" cap="flat">
                  <a:noFill/>
                  <a:prstDash val="solid"/>
                  <a:miter/>
                </a:ln>
              </p:spPr>
              <p:txBody>
                <a:bodyPr rtlCol="0" anchor="ctr"/>
                <a:lstStyle/>
                <a:p>
                  <a:endParaRPr lang="fi-FI" sz="3200"/>
                </a:p>
              </p:txBody>
            </p:sp>
            <p:sp>
              <p:nvSpPr>
                <p:cNvPr id="534" name="Vapaamuotoinen: Muoto 533">
                  <a:extLst>
                    <a:ext uri="{FF2B5EF4-FFF2-40B4-BE49-F238E27FC236}">
                      <a16:creationId xmlns:a16="http://schemas.microsoft.com/office/drawing/2014/main" id="{8E4BA03B-31EA-6D8C-D118-3ACCDF679A22}"/>
                    </a:ext>
                  </a:extLst>
                </p:cNvPr>
                <p:cNvSpPr/>
                <p:nvPr/>
              </p:nvSpPr>
              <p:spPr>
                <a:xfrm>
                  <a:off x="4061700" y="1571951"/>
                  <a:ext cx="72009" cy="185129"/>
                </a:xfrm>
                <a:custGeom>
                  <a:avLst/>
                  <a:gdLst>
                    <a:gd name="connsiteX0" fmla="*/ 71914 w 72009"/>
                    <a:gd name="connsiteY0" fmla="*/ 80545 h 185129"/>
                    <a:gd name="connsiteX1" fmla="*/ 48863 w 72009"/>
                    <a:gd name="connsiteY1" fmla="*/ 80545 h 185129"/>
                    <a:gd name="connsiteX2" fmla="*/ 48863 w 72009"/>
                    <a:gd name="connsiteY2" fmla="*/ 185129 h 185129"/>
                    <a:gd name="connsiteX3" fmla="*/ 15050 w 72009"/>
                    <a:gd name="connsiteY3" fmla="*/ 185129 h 185129"/>
                    <a:gd name="connsiteX4" fmla="*/ 15050 w 72009"/>
                    <a:gd name="connsiteY4" fmla="*/ 80545 h 185129"/>
                    <a:gd name="connsiteX5" fmla="*/ 0 w 72009"/>
                    <a:gd name="connsiteY5" fmla="*/ 80545 h 185129"/>
                    <a:gd name="connsiteX6" fmla="*/ 0 w 72009"/>
                    <a:gd name="connsiteY6" fmla="*/ 53113 h 185129"/>
                    <a:gd name="connsiteX7" fmla="*/ 15050 w 72009"/>
                    <a:gd name="connsiteY7" fmla="*/ 53113 h 185129"/>
                    <a:gd name="connsiteX8" fmla="*/ 15050 w 72009"/>
                    <a:gd name="connsiteY8" fmla="*/ 46445 h 185129"/>
                    <a:gd name="connsiteX9" fmla="*/ 28861 w 72009"/>
                    <a:gd name="connsiteY9" fmla="*/ 10727 h 185129"/>
                    <a:gd name="connsiteX10" fmla="*/ 70580 w 72009"/>
                    <a:gd name="connsiteY10" fmla="*/ 59 h 185129"/>
                    <a:gd name="connsiteX11" fmla="*/ 70580 w 72009"/>
                    <a:gd name="connsiteY11" fmla="*/ 28157 h 185129"/>
                    <a:gd name="connsiteX12" fmla="*/ 53721 w 72009"/>
                    <a:gd name="connsiteY12" fmla="*/ 32253 h 185129"/>
                    <a:gd name="connsiteX13" fmla="*/ 48959 w 72009"/>
                    <a:gd name="connsiteY13" fmla="*/ 47684 h 185129"/>
                    <a:gd name="connsiteX14" fmla="*/ 48959 w 72009"/>
                    <a:gd name="connsiteY14" fmla="*/ 53113 h 185129"/>
                    <a:gd name="connsiteX15" fmla="*/ 72009 w 72009"/>
                    <a:gd name="connsiteY15" fmla="*/ 53113 h 185129"/>
                    <a:gd name="connsiteX16" fmla="*/ 72009 w 72009"/>
                    <a:gd name="connsiteY16" fmla="*/ 80545 h 185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009" h="185129">
                      <a:moveTo>
                        <a:pt x="71914" y="80545"/>
                      </a:moveTo>
                      <a:lnTo>
                        <a:pt x="48863" y="80545"/>
                      </a:lnTo>
                      <a:lnTo>
                        <a:pt x="48863" y="185129"/>
                      </a:lnTo>
                      <a:lnTo>
                        <a:pt x="15050" y="185129"/>
                      </a:lnTo>
                      <a:lnTo>
                        <a:pt x="15050" y="80545"/>
                      </a:lnTo>
                      <a:lnTo>
                        <a:pt x="0" y="80545"/>
                      </a:lnTo>
                      <a:lnTo>
                        <a:pt x="0" y="53113"/>
                      </a:lnTo>
                      <a:lnTo>
                        <a:pt x="15050" y="53113"/>
                      </a:lnTo>
                      <a:lnTo>
                        <a:pt x="15050" y="46445"/>
                      </a:lnTo>
                      <a:cubicBezTo>
                        <a:pt x="15050" y="30253"/>
                        <a:pt x="19622" y="18347"/>
                        <a:pt x="28861" y="10727"/>
                      </a:cubicBezTo>
                      <a:cubicBezTo>
                        <a:pt x="38100" y="3107"/>
                        <a:pt x="52007" y="-513"/>
                        <a:pt x="70580" y="59"/>
                      </a:cubicBezTo>
                      <a:lnTo>
                        <a:pt x="70580" y="28157"/>
                      </a:lnTo>
                      <a:cubicBezTo>
                        <a:pt x="62484" y="27967"/>
                        <a:pt x="56864" y="29300"/>
                        <a:pt x="53721" y="32253"/>
                      </a:cubicBezTo>
                      <a:cubicBezTo>
                        <a:pt x="50578" y="35111"/>
                        <a:pt x="48959" y="40254"/>
                        <a:pt x="48959" y="47684"/>
                      </a:cubicBezTo>
                      <a:lnTo>
                        <a:pt x="48959" y="53113"/>
                      </a:lnTo>
                      <a:lnTo>
                        <a:pt x="72009" y="53113"/>
                      </a:lnTo>
                      <a:lnTo>
                        <a:pt x="72009" y="80545"/>
                      </a:lnTo>
                      <a:close/>
                    </a:path>
                  </a:pathLst>
                </a:custGeom>
                <a:solidFill>
                  <a:schemeClr val="bg1"/>
                </a:solidFill>
                <a:ln w="9525" cap="flat">
                  <a:noFill/>
                  <a:prstDash val="solid"/>
                  <a:miter/>
                </a:ln>
              </p:spPr>
              <p:txBody>
                <a:bodyPr rtlCol="0" anchor="ctr"/>
                <a:lstStyle/>
                <a:p>
                  <a:endParaRPr lang="fi-FI" sz="3200"/>
                </a:p>
              </p:txBody>
            </p:sp>
            <p:sp>
              <p:nvSpPr>
                <p:cNvPr id="535" name="Vapaamuotoinen: Muoto 534">
                  <a:extLst>
                    <a:ext uri="{FF2B5EF4-FFF2-40B4-BE49-F238E27FC236}">
                      <a16:creationId xmlns:a16="http://schemas.microsoft.com/office/drawing/2014/main" id="{D3E4E37D-EFAC-7A30-A03D-7EF8D1EE8D28}"/>
                    </a:ext>
                  </a:extLst>
                </p:cNvPr>
                <p:cNvSpPr/>
                <p:nvPr/>
              </p:nvSpPr>
              <p:spPr>
                <a:xfrm>
                  <a:off x="4146949" y="1622969"/>
                  <a:ext cx="135636" cy="136207"/>
                </a:xfrm>
                <a:custGeom>
                  <a:avLst/>
                  <a:gdLst>
                    <a:gd name="connsiteX0" fmla="*/ 32576 w 135636"/>
                    <a:gd name="connsiteY0" fmla="*/ 127730 h 136207"/>
                    <a:gd name="connsiteX1" fmla="*/ 8668 w 135636"/>
                    <a:gd name="connsiteY1" fmla="*/ 103822 h 136207"/>
                    <a:gd name="connsiteX2" fmla="*/ 0 w 135636"/>
                    <a:gd name="connsiteY2" fmla="*/ 68104 h 136207"/>
                    <a:gd name="connsiteX3" fmla="*/ 8954 w 135636"/>
                    <a:gd name="connsiteY3" fmla="*/ 32385 h 136207"/>
                    <a:gd name="connsiteX4" fmla="*/ 33338 w 135636"/>
                    <a:gd name="connsiteY4" fmla="*/ 8477 h 136207"/>
                    <a:gd name="connsiteX5" fmla="*/ 67818 w 135636"/>
                    <a:gd name="connsiteY5" fmla="*/ 0 h 136207"/>
                    <a:gd name="connsiteX6" fmla="*/ 102299 w 135636"/>
                    <a:gd name="connsiteY6" fmla="*/ 8477 h 136207"/>
                    <a:gd name="connsiteX7" fmla="*/ 126682 w 135636"/>
                    <a:gd name="connsiteY7" fmla="*/ 32385 h 136207"/>
                    <a:gd name="connsiteX8" fmla="*/ 135636 w 135636"/>
                    <a:gd name="connsiteY8" fmla="*/ 68104 h 136207"/>
                    <a:gd name="connsiteX9" fmla="*/ 126492 w 135636"/>
                    <a:gd name="connsiteY9" fmla="*/ 103822 h 136207"/>
                    <a:gd name="connsiteX10" fmla="*/ 101727 w 135636"/>
                    <a:gd name="connsiteY10" fmla="*/ 127730 h 136207"/>
                    <a:gd name="connsiteX11" fmla="*/ 66866 w 135636"/>
                    <a:gd name="connsiteY11" fmla="*/ 136208 h 136207"/>
                    <a:gd name="connsiteX12" fmla="*/ 32576 w 135636"/>
                    <a:gd name="connsiteY12" fmla="*/ 127730 h 136207"/>
                    <a:gd name="connsiteX13" fmla="*/ 83915 w 135636"/>
                    <a:gd name="connsiteY13" fmla="*/ 102775 h 136207"/>
                    <a:gd name="connsiteX14" fmla="*/ 96679 w 135636"/>
                    <a:gd name="connsiteY14" fmla="*/ 89535 h 136207"/>
                    <a:gd name="connsiteX15" fmla="*/ 101441 w 135636"/>
                    <a:gd name="connsiteY15" fmla="*/ 68104 h 136207"/>
                    <a:gd name="connsiteX16" fmla="*/ 91535 w 135636"/>
                    <a:gd name="connsiteY16" fmla="*/ 39148 h 136207"/>
                    <a:gd name="connsiteX17" fmla="*/ 67342 w 135636"/>
                    <a:gd name="connsiteY17" fmla="*/ 29051 h 136207"/>
                    <a:gd name="connsiteX18" fmla="*/ 43434 w 135636"/>
                    <a:gd name="connsiteY18" fmla="*/ 39148 h 136207"/>
                    <a:gd name="connsiteX19" fmla="*/ 33814 w 135636"/>
                    <a:gd name="connsiteY19" fmla="*/ 68104 h 136207"/>
                    <a:gd name="connsiteX20" fmla="*/ 43243 w 135636"/>
                    <a:gd name="connsiteY20" fmla="*/ 97060 h 136207"/>
                    <a:gd name="connsiteX21" fmla="*/ 66961 w 135636"/>
                    <a:gd name="connsiteY21" fmla="*/ 107156 h 136207"/>
                    <a:gd name="connsiteX22" fmla="*/ 84011 w 135636"/>
                    <a:gd name="connsiteY22" fmla="*/ 102775 h 1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5636" h="136207">
                      <a:moveTo>
                        <a:pt x="32576" y="127730"/>
                      </a:moveTo>
                      <a:cubicBezTo>
                        <a:pt x="22384" y="122111"/>
                        <a:pt x="14478" y="114109"/>
                        <a:pt x="8668" y="103822"/>
                      </a:cubicBezTo>
                      <a:cubicBezTo>
                        <a:pt x="2857" y="93536"/>
                        <a:pt x="0" y="81629"/>
                        <a:pt x="0" y="68104"/>
                      </a:cubicBezTo>
                      <a:cubicBezTo>
                        <a:pt x="0" y="54578"/>
                        <a:pt x="2953" y="42672"/>
                        <a:pt x="8954" y="32385"/>
                      </a:cubicBezTo>
                      <a:cubicBezTo>
                        <a:pt x="14954" y="22098"/>
                        <a:pt x="23051" y="14097"/>
                        <a:pt x="33338" y="8477"/>
                      </a:cubicBezTo>
                      <a:cubicBezTo>
                        <a:pt x="43624" y="2857"/>
                        <a:pt x="55150" y="0"/>
                        <a:pt x="67818" y="0"/>
                      </a:cubicBezTo>
                      <a:cubicBezTo>
                        <a:pt x="80486" y="0"/>
                        <a:pt x="92012" y="2857"/>
                        <a:pt x="102299" y="8477"/>
                      </a:cubicBezTo>
                      <a:cubicBezTo>
                        <a:pt x="112586" y="14097"/>
                        <a:pt x="120777" y="22098"/>
                        <a:pt x="126682" y="32385"/>
                      </a:cubicBezTo>
                      <a:cubicBezTo>
                        <a:pt x="132588" y="42672"/>
                        <a:pt x="135636" y="54578"/>
                        <a:pt x="135636" y="68104"/>
                      </a:cubicBezTo>
                      <a:cubicBezTo>
                        <a:pt x="135636" y="81629"/>
                        <a:pt x="132588" y="93536"/>
                        <a:pt x="126492" y="103822"/>
                      </a:cubicBezTo>
                      <a:cubicBezTo>
                        <a:pt x="120396" y="114109"/>
                        <a:pt x="112109" y="122111"/>
                        <a:pt x="101727" y="127730"/>
                      </a:cubicBezTo>
                      <a:cubicBezTo>
                        <a:pt x="91345" y="133350"/>
                        <a:pt x="79724" y="136208"/>
                        <a:pt x="66866" y="136208"/>
                      </a:cubicBezTo>
                      <a:cubicBezTo>
                        <a:pt x="54007" y="136208"/>
                        <a:pt x="42767" y="133350"/>
                        <a:pt x="32576" y="127730"/>
                      </a:cubicBezTo>
                      <a:close/>
                      <a:moveTo>
                        <a:pt x="83915" y="102775"/>
                      </a:moveTo>
                      <a:cubicBezTo>
                        <a:pt x="89249" y="99822"/>
                        <a:pt x="93440" y="95440"/>
                        <a:pt x="96679" y="89535"/>
                      </a:cubicBezTo>
                      <a:cubicBezTo>
                        <a:pt x="99917" y="83629"/>
                        <a:pt x="101441" y="76486"/>
                        <a:pt x="101441" y="68104"/>
                      </a:cubicBezTo>
                      <a:cubicBezTo>
                        <a:pt x="101441" y="55531"/>
                        <a:pt x="98107" y="45910"/>
                        <a:pt x="91535" y="39148"/>
                      </a:cubicBezTo>
                      <a:cubicBezTo>
                        <a:pt x="84963" y="32385"/>
                        <a:pt x="76867" y="29051"/>
                        <a:pt x="67342" y="29051"/>
                      </a:cubicBezTo>
                      <a:cubicBezTo>
                        <a:pt x="57817" y="29051"/>
                        <a:pt x="49816" y="32385"/>
                        <a:pt x="43434" y="39148"/>
                      </a:cubicBezTo>
                      <a:cubicBezTo>
                        <a:pt x="36957" y="45910"/>
                        <a:pt x="33814" y="55531"/>
                        <a:pt x="33814" y="68104"/>
                      </a:cubicBezTo>
                      <a:cubicBezTo>
                        <a:pt x="33814" y="80677"/>
                        <a:pt x="36957" y="90297"/>
                        <a:pt x="43243" y="97060"/>
                      </a:cubicBezTo>
                      <a:cubicBezTo>
                        <a:pt x="49530" y="103822"/>
                        <a:pt x="57436" y="107156"/>
                        <a:pt x="66961" y="107156"/>
                      </a:cubicBezTo>
                      <a:cubicBezTo>
                        <a:pt x="72962" y="107156"/>
                        <a:pt x="78676" y="105727"/>
                        <a:pt x="84011" y="102775"/>
                      </a:cubicBezTo>
                      <a:close/>
                    </a:path>
                  </a:pathLst>
                </a:custGeom>
                <a:solidFill>
                  <a:schemeClr val="bg1"/>
                </a:solidFill>
                <a:ln w="9525" cap="flat">
                  <a:noFill/>
                  <a:prstDash val="solid"/>
                  <a:miter/>
                </a:ln>
              </p:spPr>
              <p:txBody>
                <a:bodyPr rtlCol="0" anchor="ctr"/>
                <a:lstStyle/>
                <a:p>
                  <a:endParaRPr lang="fi-FI" sz="3200"/>
                </a:p>
              </p:txBody>
            </p:sp>
            <p:sp>
              <p:nvSpPr>
                <p:cNvPr id="536" name="Vapaamuotoinen: Muoto 535">
                  <a:extLst>
                    <a:ext uri="{FF2B5EF4-FFF2-40B4-BE49-F238E27FC236}">
                      <a16:creationId xmlns:a16="http://schemas.microsoft.com/office/drawing/2014/main" id="{9F6F8D8B-ACB6-9771-0FAD-2AF1AABBBA77}"/>
                    </a:ext>
                  </a:extLst>
                </p:cNvPr>
                <p:cNvSpPr/>
                <p:nvPr/>
              </p:nvSpPr>
              <p:spPr>
                <a:xfrm>
                  <a:off x="4307160" y="1623254"/>
                  <a:ext cx="73913" cy="133731"/>
                </a:xfrm>
                <a:custGeom>
                  <a:avLst/>
                  <a:gdLst>
                    <a:gd name="connsiteX0" fmla="*/ 50197 w 73913"/>
                    <a:gd name="connsiteY0" fmla="*/ 5905 h 133731"/>
                    <a:gd name="connsiteX1" fmla="*/ 73914 w 73913"/>
                    <a:gd name="connsiteY1" fmla="*/ 0 h 133731"/>
                    <a:gd name="connsiteX2" fmla="*/ 73914 w 73913"/>
                    <a:gd name="connsiteY2" fmla="*/ 34957 h 133731"/>
                    <a:gd name="connsiteX3" fmla="*/ 65056 w 73913"/>
                    <a:gd name="connsiteY3" fmla="*/ 34957 h 133731"/>
                    <a:gd name="connsiteX4" fmla="*/ 41338 w 73913"/>
                    <a:gd name="connsiteY4" fmla="*/ 42291 h 133731"/>
                    <a:gd name="connsiteX5" fmla="*/ 33338 w 73913"/>
                    <a:gd name="connsiteY5" fmla="*/ 68008 h 133731"/>
                    <a:gd name="connsiteX6" fmla="*/ 33338 w 73913"/>
                    <a:gd name="connsiteY6" fmla="*/ 133731 h 133731"/>
                    <a:gd name="connsiteX7" fmla="*/ 0 w 73913"/>
                    <a:gd name="connsiteY7" fmla="*/ 133731 h 133731"/>
                    <a:gd name="connsiteX8" fmla="*/ 0 w 73913"/>
                    <a:gd name="connsiteY8" fmla="*/ 1810 h 133731"/>
                    <a:gd name="connsiteX9" fmla="*/ 33338 w 73913"/>
                    <a:gd name="connsiteY9" fmla="*/ 1810 h 133731"/>
                    <a:gd name="connsiteX10" fmla="*/ 33338 w 73913"/>
                    <a:gd name="connsiteY10" fmla="*/ 22289 h 133731"/>
                    <a:gd name="connsiteX11" fmla="*/ 50101 w 73913"/>
                    <a:gd name="connsiteY11" fmla="*/ 5905 h 13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3913" h="133731">
                      <a:moveTo>
                        <a:pt x="50197" y="5905"/>
                      </a:moveTo>
                      <a:cubicBezTo>
                        <a:pt x="57150" y="1905"/>
                        <a:pt x="64960" y="0"/>
                        <a:pt x="73914" y="0"/>
                      </a:cubicBezTo>
                      <a:lnTo>
                        <a:pt x="73914" y="34957"/>
                      </a:lnTo>
                      <a:lnTo>
                        <a:pt x="65056" y="34957"/>
                      </a:lnTo>
                      <a:cubicBezTo>
                        <a:pt x="54578" y="34957"/>
                        <a:pt x="46672" y="37433"/>
                        <a:pt x="41338" y="42291"/>
                      </a:cubicBezTo>
                      <a:cubicBezTo>
                        <a:pt x="36004" y="47244"/>
                        <a:pt x="33338" y="55817"/>
                        <a:pt x="33338" y="68008"/>
                      </a:cubicBezTo>
                      <a:lnTo>
                        <a:pt x="33338" y="133731"/>
                      </a:lnTo>
                      <a:lnTo>
                        <a:pt x="0" y="133731"/>
                      </a:lnTo>
                      <a:lnTo>
                        <a:pt x="0" y="1810"/>
                      </a:lnTo>
                      <a:lnTo>
                        <a:pt x="33338" y="1810"/>
                      </a:lnTo>
                      <a:lnTo>
                        <a:pt x="33338" y="22289"/>
                      </a:lnTo>
                      <a:cubicBezTo>
                        <a:pt x="37624" y="15335"/>
                        <a:pt x="43244" y="9811"/>
                        <a:pt x="50101" y="5905"/>
                      </a:cubicBezTo>
                      <a:close/>
                    </a:path>
                  </a:pathLst>
                </a:custGeom>
                <a:solidFill>
                  <a:schemeClr val="bg1"/>
                </a:solidFill>
                <a:ln w="9525" cap="flat">
                  <a:noFill/>
                  <a:prstDash val="solid"/>
                  <a:miter/>
                </a:ln>
              </p:spPr>
              <p:txBody>
                <a:bodyPr rtlCol="0" anchor="ctr"/>
                <a:lstStyle/>
                <a:p>
                  <a:endParaRPr lang="fi-FI" sz="3200"/>
                </a:p>
              </p:txBody>
            </p:sp>
            <p:sp>
              <p:nvSpPr>
                <p:cNvPr id="537" name="Vapaamuotoinen: Muoto 536">
                  <a:extLst>
                    <a:ext uri="{FF2B5EF4-FFF2-40B4-BE49-F238E27FC236}">
                      <a16:creationId xmlns:a16="http://schemas.microsoft.com/office/drawing/2014/main" id="{7A440246-69DC-3FDC-47B3-9FD8F61A14B0}"/>
                    </a:ext>
                  </a:extLst>
                </p:cNvPr>
                <p:cNvSpPr/>
                <p:nvPr/>
              </p:nvSpPr>
              <p:spPr>
                <a:xfrm>
                  <a:off x="4396218" y="1622873"/>
                  <a:ext cx="109442" cy="136302"/>
                </a:xfrm>
                <a:custGeom>
                  <a:avLst/>
                  <a:gdLst>
                    <a:gd name="connsiteX0" fmla="*/ 28575 w 109442"/>
                    <a:gd name="connsiteY0" fmla="*/ 130397 h 136302"/>
                    <a:gd name="connsiteX1" fmla="*/ 8192 w 109442"/>
                    <a:gd name="connsiteY1" fmla="*/ 114586 h 136302"/>
                    <a:gd name="connsiteX2" fmla="*/ 0 w 109442"/>
                    <a:gd name="connsiteY2" fmla="*/ 92393 h 136302"/>
                    <a:gd name="connsiteX3" fmla="*/ 33623 w 109442"/>
                    <a:gd name="connsiteY3" fmla="*/ 92393 h 136302"/>
                    <a:gd name="connsiteX4" fmla="*/ 41148 w 109442"/>
                    <a:gd name="connsiteY4" fmla="*/ 105061 h 136302"/>
                    <a:gd name="connsiteX5" fmla="*/ 57436 w 109442"/>
                    <a:gd name="connsiteY5" fmla="*/ 110014 h 136302"/>
                    <a:gd name="connsiteX6" fmla="*/ 72295 w 109442"/>
                    <a:gd name="connsiteY6" fmla="*/ 106204 h 136302"/>
                    <a:gd name="connsiteX7" fmla="*/ 77629 w 109442"/>
                    <a:gd name="connsiteY7" fmla="*/ 96393 h 136302"/>
                    <a:gd name="connsiteX8" fmla="*/ 71056 w 109442"/>
                    <a:gd name="connsiteY8" fmla="*/ 86773 h 136302"/>
                    <a:gd name="connsiteX9" fmla="*/ 50197 w 109442"/>
                    <a:gd name="connsiteY9" fmla="*/ 79724 h 136302"/>
                    <a:gd name="connsiteX10" fmla="*/ 26003 w 109442"/>
                    <a:gd name="connsiteY10" fmla="*/ 72390 h 136302"/>
                    <a:gd name="connsiteX11" fmla="*/ 9811 w 109442"/>
                    <a:gd name="connsiteY11" fmla="*/ 60674 h 136302"/>
                    <a:gd name="connsiteX12" fmla="*/ 3048 w 109442"/>
                    <a:gd name="connsiteY12" fmla="*/ 39529 h 136302"/>
                    <a:gd name="connsiteX13" fmla="*/ 9334 w 109442"/>
                    <a:gd name="connsiteY13" fmla="*/ 19526 h 136302"/>
                    <a:gd name="connsiteX14" fmla="*/ 27432 w 109442"/>
                    <a:gd name="connsiteY14" fmla="*/ 5239 h 136302"/>
                    <a:gd name="connsiteX15" fmla="*/ 55150 w 109442"/>
                    <a:gd name="connsiteY15" fmla="*/ 0 h 136302"/>
                    <a:gd name="connsiteX16" fmla="*/ 92773 w 109442"/>
                    <a:gd name="connsiteY16" fmla="*/ 11811 h 136302"/>
                    <a:gd name="connsiteX17" fmla="*/ 108204 w 109442"/>
                    <a:gd name="connsiteY17" fmla="*/ 43625 h 136302"/>
                    <a:gd name="connsiteX18" fmla="*/ 76295 w 109442"/>
                    <a:gd name="connsiteY18" fmla="*/ 43625 h 136302"/>
                    <a:gd name="connsiteX19" fmla="*/ 69723 w 109442"/>
                    <a:gd name="connsiteY19" fmla="*/ 31147 h 136302"/>
                    <a:gd name="connsiteX20" fmla="*/ 54102 w 109442"/>
                    <a:gd name="connsiteY20" fmla="*/ 26479 h 136302"/>
                    <a:gd name="connsiteX21" fmla="*/ 40196 w 109442"/>
                    <a:gd name="connsiteY21" fmla="*/ 29813 h 136302"/>
                    <a:gd name="connsiteX22" fmla="*/ 35338 w 109442"/>
                    <a:gd name="connsiteY22" fmla="*/ 39148 h 136302"/>
                    <a:gd name="connsiteX23" fmla="*/ 42005 w 109442"/>
                    <a:gd name="connsiteY23" fmla="*/ 49244 h 136302"/>
                    <a:gd name="connsiteX24" fmla="*/ 62770 w 109442"/>
                    <a:gd name="connsiteY24" fmla="*/ 56293 h 136302"/>
                    <a:gd name="connsiteX25" fmla="*/ 86296 w 109442"/>
                    <a:gd name="connsiteY25" fmla="*/ 63627 h 136302"/>
                    <a:gd name="connsiteX26" fmla="*/ 102394 w 109442"/>
                    <a:gd name="connsiteY26" fmla="*/ 75438 h 136302"/>
                    <a:gd name="connsiteX27" fmla="*/ 109442 w 109442"/>
                    <a:gd name="connsiteY27" fmla="*/ 96488 h 136302"/>
                    <a:gd name="connsiteX28" fmla="*/ 103156 w 109442"/>
                    <a:gd name="connsiteY28" fmla="*/ 116967 h 136302"/>
                    <a:gd name="connsiteX29" fmla="*/ 85058 w 109442"/>
                    <a:gd name="connsiteY29" fmla="*/ 131159 h 136302"/>
                    <a:gd name="connsiteX30" fmla="*/ 57531 w 109442"/>
                    <a:gd name="connsiteY30" fmla="*/ 136303 h 136302"/>
                    <a:gd name="connsiteX31" fmla="*/ 28480 w 109442"/>
                    <a:gd name="connsiteY31" fmla="*/ 130493 h 13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9442" h="136302">
                      <a:moveTo>
                        <a:pt x="28575" y="130397"/>
                      </a:moveTo>
                      <a:cubicBezTo>
                        <a:pt x="20002" y="126492"/>
                        <a:pt x="13240" y="121253"/>
                        <a:pt x="8192" y="114586"/>
                      </a:cubicBezTo>
                      <a:cubicBezTo>
                        <a:pt x="3238" y="107918"/>
                        <a:pt x="476" y="100489"/>
                        <a:pt x="0" y="92393"/>
                      </a:cubicBezTo>
                      <a:lnTo>
                        <a:pt x="33623" y="92393"/>
                      </a:lnTo>
                      <a:cubicBezTo>
                        <a:pt x="34290" y="97441"/>
                        <a:pt x="36767" y="101727"/>
                        <a:pt x="41148" y="105061"/>
                      </a:cubicBezTo>
                      <a:cubicBezTo>
                        <a:pt x="45529" y="108395"/>
                        <a:pt x="50959" y="110014"/>
                        <a:pt x="57436" y="110014"/>
                      </a:cubicBezTo>
                      <a:cubicBezTo>
                        <a:pt x="63913" y="110014"/>
                        <a:pt x="68771" y="108776"/>
                        <a:pt x="72295" y="106204"/>
                      </a:cubicBezTo>
                      <a:cubicBezTo>
                        <a:pt x="75819" y="103632"/>
                        <a:pt x="77629" y="100394"/>
                        <a:pt x="77629" y="96393"/>
                      </a:cubicBezTo>
                      <a:cubicBezTo>
                        <a:pt x="77629" y="92107"/>
                        <a:pt x="75438" y="88868"/>
                        <a:pt x="71056" y="86773"/>
                      </a:cubicBezTo>
                      <a:cubicBezTo>
                        <a:pt x="66675" y="84582"/>
                        <a:pt x="59722" y="82296"/>
                        <a:pt x="50197" y="79724"/>
                      </a:cubicBezTo>
                      <a:cubicBezTo>
                        <a:pt x="40386" y="77343"/>
                        <a:pt x="32290" y="74867"/>
                        <a:pt x="26003" y="72390"/>
                      </a:cubicBezTo>
                      <a:cubicBezTo>
                        <a:pt x="19717" y="69818"/>
                        <a:pt x="14383" y="66008"/>
                        <a:pt x="9811" y="60674"/>
                      </a:cubicBezTo>
                      <a:cubicBezTo>
                        <a:pt x="5239" y="55435"/>
                        <a:pt x="3048" y="48387"/>
                        <a:pt x="3048" y="39529"/>
                      </a:cubicBezTo>
                      <a:cubicBezTo>
                        <a:pt x="3048" y="32195"/>
                        <a:pt x="5144" y="25527"/>
                        <a:pt x="9334" y="19526"/>
                      </a:cubicBezTo>
                      <a:cubicBezTo>
                        <a:pt x="13525" y="13526"/>
                        <a:pt x="19621" y="8763"/>
                        <a:pt x="27432" y="5239"/>
                      </a:cubicBezTo>
                      <a:cubicBezTo>
                        <a:pt x="35242" y="1715"/>
                        <a:pt x="44577" y="0"/>
                        <a:pt x="55150" y="0"/>
                      </a:cubicBezTo>
                      <a:cubicBezTo>
                        <a:pt x="70866" y="0"/>
                        <a:pt x="83439" y="3905"/>
                        <a:pt x="92773" y="11811"/>
                      </a:cubicBezTo>
                      <a:cubicBezTo>
                        <a:pt x="102108" y="19622"/>
                        <a:pt x="107347" y="30290"/>
                        <a:pt x="108204" y="43625"/>
                      </a:cubicBezTo>
                      <a:lnTo>
                        <a:pt x="76295" y="43625"/>
                      </a:lnTo>
                      <a:cubicBezTo>
                        <a:pt x="75819" y="38386"/>
                        <a:pt x="73628" y="34195"/>
                        <a:pt x="69723" y="31147"/>
                      </a:cubicBezTo>
                      <a:cubicBezTo>
                        <a:pt x="65818" y="28003"/>
                        <a:pt x="60674" y="26479"/>
                        <a:pt x="54102" y="26479"/>
                      </a:cubicBezTo>
                      <a:cubicBezTo>
                        <a:pt x="48101" y="26479"/>
                        <a:pt x="43434" y="27623"/>
                        <a:pt x="40196" y="29813"/>
                      </a:cubicBezTo>
                      <a:cubicBezTo>
                        <a:pt x="36957" y="32004"/>
                        <a:pt x="35338" y="35147"/>
                        <a:pt x="35338" y="39148"/>
                      </a:cubicBezTo>
                      <a:cubicBezTo>
                        <a:pt x="35338" y="43625"/>
                        <a:pt x="37529" y="46958"/>
                        <a:pt x="42005" y="49244"/>
                      </a:cubicBezTo>
                      <a:cubicBezTo>
                        <a:pt x="46482" y="51530"/>
                        <a:pt x="53340" y="53912"/>
                        <a:pt x="62770" y="56293"/>
                      </a:cubicBezTo>
                      <a:cubicBezTo>
                        <a:pt x="72295" y="58674"/>
                        <a:pt x="80105" y="61151"/>
                        <a:pt x="86296" y="63627"/>
                      </a:cubicBezTo>
                      <a:cubicBezTo>
                        <a:pt x="92488" y="66103"/>
                        <a:pt x="97822" y="70104"/>
                        <a:pt x="102394" y="75438"/>
                      </a:cubicBezTo>
                      <a:cubicBezTo>
                        <a:pt x="106871" y="80772"/>
                        <a:pt x="109252" y="87821"/>
                        <a:pt x="109442" y="96488"/>
                      </a:cubicBezTo>
                      <a:cubicBezTo>
                        <a:pt x="109442" y="104108"/>
                        <a:pt x="107347" y="110966"/>
                        <a:pt x="103156" y="116967"/>
                      </a:cubicBezTo>
                      <a:cubicBezTo>
                        <a:pt x="98965" y="122968"/>
                        <a:pt x="92869" y="127730"/>
                        <a:pt x="85058" y="131159"/>
                      </a:cubicBezTo>
                      <a:cubicBezTo>
                        <a:pt x="77248" y="134588"/>
                        <a:pt x="68008" y="136303"/>
                        <a:pt x="57531" y="136303"/>
                      </a:cubicBezTo>
                      <a:cubicBezTo>
                        <a:pt x="47054" y="136303"/>
                        <a:pt x="37052" y="134398"/>
                        <a:pt x="28480" y="130493"/>
                      </a:cubicBezTo>
                      <a:close/>
                    </a:path>
                  </a:pathLst>
                </a:custGeom>
                <a:solidFill>
                  <a:schemeClr val="bg1"/>
                </a:solidFill>
                <a:ln w="9525" cap="flat">
                  <a:noFill/>
                  <a:prstDash val="solid"/>
                  <a:miter/>
                </a:ln>
              </p:spPr>
              <p:txBody>
                <a:bodyPr rtlCol="0" anchor="ctr"/>
                <a:lstStyle/>
                <a:p>
                  <a:endParaRPr lang="fi-FI" sz="3200"/>
                </a:p>
              </p:txBody>
            </p:sp>
          </p:grpSp>
          <p:grpSp>
            <p:nvGrpSpPr>
              <p:cNvPr id="521" name="Ryhmä 520">
                <a:extLst>
                  <a:ext uri="{FF2B5EF4-FFF2-40B4-BE49-F238E27FC236}">
                    <a16:creationId xmlns:a16="http://schemas.microsoft.com/office/drawing/2014/main" id="{33FBAC8E-C929-2332-1BB4-CCF73DAAFADE}"/>
                  </a:ext>
                  <a:ext uri="{C183D7F6-B498-43B3-948B-1728B52AA6E4}">
                    <adec:decorative xmlns:adec="http://schemas.microsoft.com/office/drawing/2017/decorative" val="1"/>
                  </a:ext>
                </a:extLst>
              </p:cNvPr>
              <p:cNvGrpSpPr/>
              <p:nvPr userDrawn="1"/>
            </p:nvGrpSpPr>
            <p:grpSpPr>
              <a:xfrm>
                <a:off x="6991454" y="1613612"/>
                <a:ext cx="487127" cy="264462"/>
                <a:chOff x="4159758" y="2288765"/>
                <a:chExt cx="811433" cy="440534"/>
              </a:xfrm>
              <a:solidFill>
                <a:schemeClr val="accent2"/>
              </a:solidFill>
            </p:grpSpPr>
            <p:sp>
              <p:nvSpPr>
                <p:cNvPr id="509" name="Vapaamuotoinen: Muoto 508">
                  <a:extLst>
                    <a:ext uri="{FF2B5EF4-FFF2-40B4-BE49-F238E27FC236}">
                      <a16:creationId xmlns:a16="http://schemas.microsoft.com/office/drawing/2014/main" id="{57EF1C43-CE55-2D48-1D44-304942ED5D40}"/>
                    </a:ext>
                  </a:extLst>
                </p:cNvPr>
                <p:cNvSpPr/>
                <p:nvPr userDrawn="1"/>
              </p:nvSpPr>
              <p:spPr>
                <a:xfrm>
                  <a:off x="4159758" y="2312294"/>
                  <a:ext cx="169545" cy="167163"/>
                </a:xfrm>
                <a:custGeom>
                  <a:avLst/>
                  <a:gdLst>
                    <a:gd name="connsiteX0" fmla="*/ 169545 w 169545"/>
                    <a:gd name="connsiteY0" fmla="*/ 0 h 167163"/>
                    <a:gd name="connsiteX1" fmla="*/ 110300 w 169545"/>
                    <a:gd name="connsiteY1" fmla="*/ 167164 h 167163"/>
                    <a:gd name="connsiteX2" fmla="*/ 59341 w 169545"/>
                    <a:gd name="connsiteY2" fmla="*/ 167164 h 167163"/>
                    <a:gd name="connsiteX3" fmla="*/ 0 w 169545"/>
                    <a:gd name="connsiteY3" fmla="*/ 0 h 167163"/>
                    <a:gd name="connsiteX4" fmla="*/ 43339 w 169545"/>
                    <a:gd name="connsiteY4" fmla="*/ 0 h 167163"/>
                    <a:gd name="connsiteX5" fmla="*/ 84773 w 169545"/>
                    <a:gd name="connsiteY5" fmla="*/ 126206 h 167163"/>
                    <a:gd name="connsiteX6" fmla="*/ 126492 w 169545"/>
                    <a:gd name="connsiteY6" fmla="*/ 0 h 167163"/>
                    <a:gd name="connsiteX7" fmla="*/ 169545 w 169545"/>
                    <a:gd name="connsiteY7" fmla="*/ 0 h 16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545" h="167163">
                      <a:moveTo>
                        <a:pt x="169545" y="0"/>
                      </a:moveTo>
                      <a:lnTo>
                        <a:pt x="110300" y="167164"/>
                      </a:lnTo>
                      <a:lnTo>
                        <a:pt x="59341" y="167164"/>
                      </a:lnTo>
                      <a:lnTo>
                        <a:pt x="0" y="0"/>
                      </a:lnTo>
                      <a:lnTo>
                        <a:pt x="43339" y="0"/>
                      </a:lnTo>
                      <a:lnTo>
                        <a:pt x="84773" y="126206"/>
                      </a:lnTo>
                      <a:lnTo>
                        <a:pt x="126492" y="0"/>
                      </a:lnTo>
                      <a:lnTo>
                        <a:pt x="169545" y="0"/>
                      </a:lnTo>
                      <a:close/>
                    </a:path>
                  </a:pathLst>
                </a:custGeom>
                <a:solidFill>
                  <a:schemeClr val="accent5"/>
                </a:solidFill>
                <a:ln w="9525" cap="flat">
                  <a:noFill/>
                  <a:prstDash val="solid"/>
                  <a:miter/>
                </a:ln>
              </p:spPr>
              <p:txBody>
                <a:bodyPr rtlCol="0" anchor="ctr"/>
                <a:lstStyle/>
                <a:p>
                  <a:endParaRPr lang="fi-FI" sz="3200"/>
                </a:p>
              </p:txBody>
            </p:sp>
            <p:sp>
              <p:nvSpPr>
                <p:cNvPr id="510" name="Vapaamuotoinen: Muoto 509">
                  <a:extLst>
                    <a:ext uri="{FF2B5EF4-FFF2-40B4-BE49-F238E27FC236}">
                      <a16:creationId xmlns:a16="http://schemas.microsoft.com/office/drawing/2014/main" id="{F55F1220-26CE-0F73-78C1-2ED43D62F096}"/>
                    </a:ext>
                  </a:extLst>
                </p:cNvPr>
                <p:cNvSpPr/>
                <p:nvPr userDrawn="1"/>
              </p:nvSpPr>
              <p:spPr>
                <a:xfrm>
                  <a:off x="4342447" y="2288768"/>
                  <a:ext cx="48292"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240" y="2096"/>
                        <a:pt x="17145" y="0"/>
                        <a:pt x="24289" y="0"/>
                      </a:cubicBezTo>
                      <a:cubicBezTo>
                        <a:pt x="31433" y="0"/>
                        <a:pt x="37052" y="2096"/>
                        <a:pt x="41529" y="6287"/>
                      </a:cubicBezTo>
                      <a:cubicBezTo>
                        <a:pt x="46006" y="10478"/>
                        <a:pt x="48292" y="15812"/>
                        <a:pt x="48292" y="22098"/>
                      </a:cubicBezTo>
                      <a:cubicBezTo>
                        <a:pt x="48292" y="28385"/>
                        <a:pt x="46006" y="33528"/>
                        <a:pt x="41529" y="37719"/>
                      </a:cubicBezTo>
                      <a:cubicBezTo>
                        <a:pt x="36957"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solidFill>
                  <a:schemeClr val="accent5"/>
                </a:solidFill>
                <a:ln w="9525" cap="flat">
                  <a:noFill/>
                  <a:prstDash val="solid"/>
                  <a:miter/>
                </a:ln>
              </p:spPr>
              <p:txBody>
                <a:bodyPr rtlCol="0" anchor="ctr"/>
                <a:lstStyle/>
                <a:p>
                  <a:endParaRPr lang="fi-FI" sz="3200"/>
                </a:p>
              </p:txBody>
            </p:sp>
            <p:sp>
              <p:nvSpPr>
                <p:cNvPr id="511" name="Vapaamuotoinen: Muoto 510">
                  <a:extLst>
                    <a:ext uri="{FF2B5EF4-FFF2-40B4-BE49-F238E27FC236}">
                      <a16:creationId xmlns:a16="http://schemas.microsoft.com/office/drawing/2014/main" id="{9ECB143E-6FD5-357B-702F-74D9F4CD375E}"/>
                    </a:ext>
                  </a:extLst>
                </p:cNvPr>
                <p:cNvSpPr/>
                <p:nvPr userDrawn="1"/>
              </p:nvSpPr>
              <p:spPr>
                <a:xfrm>
                  <a:off x="4416553" y="2303246"/>
                  <a:ext cx="132111" cy="176212"/>
                </a:xfrm>
                <a:custGeom>
                  <a:avLst/>
                  <a:gdLst>
                    <a:gd name="connsiteX0" fmla="*/ 118300 w 132111"/>
                    <a:gd name="connsiteY0" fmla="*/ 57055 h 176212"/>
                    <a:gd name="connsiteX1" fmla="*/ 132112 w 132111"/>
                    <a:gd name="connsiteY1" fmla="*/ 98584 h 176212"/>
                    <a:gd name="connsiteX2" fmla="*/ 132112 w 132111"/>
                    <a:gd name="connsiteY2" fmla="*/ 176213 h 176212"/>
                    <a:gd name="connsiteX3" fmla="*/ 91630 w 132111"/>
                    <a:gd name="connsiteY3" fmla="*/ 176213 h 176212"/>
                    <a:gd name="connsiteX4" fmla="*/ 91630 w 132111"/>
                    <a:gd name="connsiteY4" fmla="*/ 104013 h 176212"/>
                    <a:gd name="connsiteX5" fmla="*/ 84773 w 132111"/>
                    <a:gd name="connsiteY5" fmla="*/ 83344 h 176212"/>
                    <a:gd name="connsiteX6" fmla="*/ 66199 w 132111"/>
                    <a:gd name="connsiteY6" fmla="*/ 76010 h 176212"/>
                    <a:gd name="connsiteX7" fmla="*/ 47625 w 132111"/>
                    <a:gd name="connsiteY7" fmla="*/ 83344 h 176212"/>
                    <a:gd name="connsiteX8" fmla="*/ 40767 w 132111"/>
                    <a:gd name="connsiteY8" fmla="*/ 104013 h 176212"/>
                    <a:gd name="connsiteX9" fmla="*/ 40767 w 132111"/>
                    <a:gd name="connsiteY9" fmla="*/ 176213 h 176212"/>
                    <a:gd name="connsiteX10" fmla="*/ 0 w 132111"/>
                    <a:gd name="connsiteY10" fmla="*/ 176213 h 176212"/>
                    <a:gd name="connsiteX11" fmla="*/ 0 w 132111"/>
                    <a:gd name="connsiteY11" fmla="*/ 0 h 176212"/>
                    <a:gd name="connsiteX12" fmla="*/ 40767 w 132111"/>
                    <a:gd name="connsiteY12" fmla="*/ 0 h 176212"/>
                    <a:gd name="connsiteX13" fmla="*/ 40767 w 132111"/>
                    <a:gd name="connsiteY13" fmla="*/ 61150 h 176212"/>
                    <a:gd name="connsiteX14" fmla="*/ 57626 w 132111"/>
                    <a:gd name="connsiteY14" fmla="*/ 47149 h 176212"/>
                    <a:gd name="connsiteX15" fmla="*/ 81724 w 132111"/>
                    <a:gd name="connsiteY15" fmla="*/ 41910 h 176212"/>
                    <a:gd name="connsiteX16" fmla="*/ 118396 w 132111"/>
                    <a:gd name="connsiteY16" fmla="*/ 57055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76212">
                      <a:moveTo>
                        <a:pt x="118300" y="57055"/>
                      </a:moveTo>
                      <a:cubicBezTo>
                        <a:pt x="127540" y="67151"/>
                        <a:pt x="132112" y="80963"/>
                        <a:pt x="132112" y="98584"/>
                      </a:cubicBezTo>
                      <a:lnTo>
                        <a:pt x="132112" y="176213"/>
                      </a:lnTo>
                      <a:lnTo>
                        <a:pt x="91630" y="176213"/>
                      </a:lnTo>
                      <a:lnTo>
                        <a:pt x="91630" y="104013"/>
                      </a:lnTo>
                      <a:cubicBezTo>
                        <a:pt x="91630" y="95155"/>
                        <a:pt x="89345" y="88202"/>
                        <a:pt x="84773" y="83344"/>
                      </a:cubicBezTo>
                      <a:cubicBezTo>
                        <a:pt x="80200" y="78391"/>
                        <a:pt x="74009" y="76010"/>
                        <a:pt x="66199" y="76010"/>
                      </a:cubicBezTo>
                      <a:cubicBezTo>
                        <a:pt x="58388" y="76010"/>
                        <a:pt x="52197" y="78486"/>
                        <a:pt x="47625" y="83344"/>
                      </a:cubicBezTo>
                      <a:cubicBezTo>
                        <a:pt x="43053" y="88202"/>
                        <a:pt x="40767" y="95155"/>
                        <a:pt x="40767" y="104013"/>
                      </a:cubicBezTo>
                      <a:lnTo>
                        <a:pt x="40767" y="176213"/>
                      </a:lnTo>
                      <a:lnTo>
                        <a:pt x="0" y="176213"/>
                      </a:lnTo>
                      <a:lnTo>
                        <a:pt x="0" y="0"/>
                      </a:lnTo>
                      <a:lnTo>
                        <a:pt x="40767" y="0"/>
                      </a:lnTo>
                      <a:lnTo>
                        <a:pt x="40767" y="61150"/>
                      </a:lnTo>
                      <a:cubicBezTo>
                        <a:pt x="44863" y="55245"/>
                        <a:pt x="50482" y="50578"/>
                        <a:pt x="57626" y="47149"/>
                      </a:cubicBezTo>
                      <a:cubicBezTo>
                        <a:pt x="64770" y="43720"/>
                        <a:pt x="72771" y="41910"/>
                        <a:pt x="81724" y="41910"/>
                      </a:cubicBezTo>
                      <a:cubicBezTo>
                        <a:pt x="96965" y="41910"/>
                        <a:pt x="109156" y="46958"/>
                        <a:pt x="118396" y="57055"/>
                      </a:cubicBezTo>
                      <a:close/>
                    </a:path>
                  </a:pathLst>
                </a:custGeom>
                <a:solidFill>
                  <a:schemeClr val="accent5"/>
                </a:solidFill>
                <a:ln w="9525" cap="flat">
                  <a:noFill/>
                  <a:prstDash val="solid"/>
                  <a:miter/>
                </a:ln>
              </p:spPr>
              <p:txBody>
                <a:bodyPr rtlCol="0" anchor="ctr"/>
                <a:lstStyle/>
                <a:p>
                  <a:endParaRPr lang="fi-FI" sz="3200"/>
                </a:p>
              </p:txBody>
            </p:sp>
            <p:sp>
              <p:nvSpPr>
                <p:cNvPr id="512" name="Vapaamuotoinen: Muoto 511">
                  <a:extLst>
                    <a:ext uri="{FF2B5EF4-FFF2-40B4-BE49-F238E27FC236}">
                      <a16:creationId xmlns:a16="http://schemas.microsoft.com/office/drawing/2014/main" id="{62FF1661-4AD3-AE54-923C-804973CCA5C4}"/>
                    </a:ext>
                  </a:extLst>
                </p:cNvPr>
                <p:cNvSpPr/>
                <p:nvPr userDrawn="1"/>
              </p:nvSpPr>
              <p:spPr>
                <a:xfrm>
                  <a:off x="4567238" y="2314200"/>
                  <a:ext cx="83916" cy="165259"/>
                </a:xfrm>
                <a:custGeom>
                  <a:avLst/>
                  <a:gdLst>
                    <a:gd name="connsiteX0" fmla="*/ 83820 w 83915"/>
                    <a:gd name="connsiteY0" fmla="*/ 130778 h 165258"/>
                    <a:gd name="connsiteX1" fmla="*/ 83820 w 83915"/>
                    <a:gd name="connsiteY1" fmla="*/ 165259 h 165258"/>
                    <a:gd name="connsiteX2" fmla="*/ 63055 w 83915"/>
                    <a:gd name="connsiteY2" fmla="*/ 165259 h 165258"/>
                    <a:gd name="connsiteX3" fmla="*/ 28575 w 83915"/>
                    <a:gd name="connsiteY3" fmla="*/ 154400 h 165258"/>
                    <a:gd name="connsiteX4" fmla="*/ 16193 w 83915"/>
                    <a:gd name="connsiteY4" fmla="*/ 119062 h 165258"/>
                    <a:gd name="connsiteX5" fmla="*/ 16193 w 83915"/>
                    <a:gd name="connsiteY5" fmla="*/ 66199 h 165258"/>
                    <a:gd name="connsiteX6" fmla="*/ 0 w 83915"/>
                    <a:gd name="connsiteY6" fmla="*/ 66199 h 165258"/>
                    <a:gd name="connsiteX7" fmla="*/ 0 w 83915"/>
                    <a:gd name="connsiteY7" fmla="*/ 32385 h 165258"/>
                    <a:gd name="connsiteX8" fmla="*/ 16193 w 83915"/>
                    <a:gd name="connsiteY8" fmla="*/ 32385 h 165258"/>
                    <a:gd name="connsiteX9" fmla="*/ 16193 w 83915"/>
                    <a:gd name="connsiteY9" fmla="*/ 0 h 165258"/>
                    <a:gd name="connsiteX10" fmla="*/ 56959 w 83915"/>
                    <a:gd name="connsiteY10" fmla="*/ 0 h 165258"/>
                    <a:gd name="connsiteX11" fmla="*/ 56959 w 83915"/>
                    <a:gd name="connsiteY11" fmla="*/ 32385 h 165258"/>
                    <a:gd name="connsiteX12" fmla="*/ 83629 w 83915"/>
                    <a:gd name="connsiteY12" fmla="*/ 32385 h 165258"/>
                    <a:gd name="connsiteX13" fmla="*/ 83629 w 83915"/>
                    <a:gd name="connsiteY13" fmla="*/ 66199 h 165258"/>
                    <a:gd name="connsiteX14" fmla="*/ 56959 w 83915"/>
                    <a:gd name="connsiteY14" fmla="*/ 66199 h 165258"/>
                    <a:gd name="connsiteX15" fmla="*/ 56959 w 83915"/>
                    <a:gd name="connsiteY15" fmla="*/ 119539 h 165258"/>
                    <a:gd name="connsiteX16" fmla="*/ 59817 w 83915"/>
                    <a:gd name="connsiteY16" fmla="*/ 128111 h 165258"/>
                    <a:gd name="connsiteX17" fmla="*/ 69342 w 83915"/>
                    <a:gd name="connsiteY17" fmla="*/ 130683 h 165258"/>
                    <a:gd name="connsiteX18" fmla="*/ 83915 w 83915"/>
                    <a:gd name="connsiteY18" fmla="*/ 130683 h 16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3915" h="165258">
                      <a:moveTo>
                        <a:pt x="83820" y="130778"/>
                      </a:moveTo>
                      <a:lnTo>
                        <a:pt x="83820" y="165259"/>
                      </a:lnTo>
                      <a:lnTo>
                        <a:pt x="63055" y="165259"/>
                      </a:lnTo>
                      <a:cubicBezTo>
                        <a:pt x="48292" y="165259"/>
                        <a:pt x="36767" y="161639"/>
                        <a:pt x="28575" y="154400"/>
                      </a:cubicBezTo>
                      <a:cubicBezTo>
                        <a:pt x="20288" y="147161"/>
                        <a:pt x="16193" y="135350"/>
                        <a:pt x="16193" y="119062"/>
                      </a:cubicBezTo>
                      <a:lnTo>
                        <a:pt x="16193" y="66199"/>
                      </a:lnTo>
                      <a:lnTo>
                        <a:pt x="0" y="66199"/>
                      </a:lnTo>
                      <a:lnTo>
                        <a:pt x="0" y="32385"/>
                      </a:lnTo>
                      <a:lnTo>
                        <a:pt x="16193" y="32385"/>
                      </a:lnTo>
                      <a:lnTo>
                        <a:pt x="16193" y="0"/>
                      </a:lnTo>
                      <a:lnTo>
                        <a:pt x="56959" y="0"/>
                      </a:lnTo>
                      <a:lnTo>
                        <a:pt x="56959" y="32385"/>
                      </a:lnTo>
                      <a:lnTo>
                        <a:pt x="83629" y="32385"/>
                      </a:lnTo>
                      <a:lnTo>
                        <a:pt x="83629" y="66199"/>
                      </a:lnTo>
                      <a:lnTo>
                        <a:pt x="56959" y="66199"/>
                      </a:lnTo>
                      <a:lnTo>
                        <a:pt x="56959" y="119539"/>
                      </a:lnTo>
                      <a:cubicBezTo>
                        <a:pt x="56959" y="123539"/>
                        <a:pt x="57912" y="126397"/>
                        <a:pt x="59817" y="128111"/>
                      </a:cubicBezTo>
                      <a:cubicBezTo>
                        <a:pt x="61722" y="129826"/>
                        <a:pt x="64865" y="130683"/>
                        <a:pt x="69342" y="130683"/>
                      </a:cubicBezTo>
                      <a:lnTo>
                        <a:pt x="83915" y="130683"/>
                      </a:lnTo>
                      <a:close/>
                    </a:path>
                  </a:pathLst>
                </a:custGeom>
                <a:solidFill>
                  <a:schemeClr val="accent5"/>
                </a:solidFill>
                <a:ln w="9525" cap="flat">
                  <a:noFill/>
                  <a:prstDash val="solid"/>
                  <a:miter/>
                </a:ln>
              </p:spPr>
              <p:txBody>
                <a:bodyPr rtlCol="0" anchor="ctr"/>
                <a:lstStyle/>
                <a:p>
                  <a:endParaRPr lang="fi-FI" sz="3200"/>
                </a:p>
              </p:txBody>
            </p:sp>
            <p:sp>
              <p:nvSpPr>
                <p:cNvPr id="513" name="Vapaamuotoinen: Muoto 512">
                  <a:extLst>
                    <a:ext uri="{FF2B5EF4-FFF2-40B4-BE49-F238E27FC236}">
                      <a16:creationId xmlns:a16="http://schemas.microsoft.com/office/drawing/2014/main" id="{A7ADF1BC-3BB8-C6E7-769E-612FAE27C505}"/>
                    </a:ext>
                  </a:extLst>
                </p:cNvPr>
                <p:cNvSpPr/>
                <p:nvPr userDrawn="1"/>
              </p:nvSpPr>
              <p:spPr>
                <a:xfrm>
                  <a:off x="4669917" y="2288765"/>
                  <a:ext cx="48292"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335" y="2096"/>
                        <a:pt x="17145" y="0"/>
                        <a:pt x="24289" y="0"/>
                      </a:cubicBezTo>
                      <a:cubicBezTo>
                        <a:pt x="31433" y="0"/>
                        <a:pt x="37052" y="2096"/>
                        <a:pt x="41529" y="6287"/>
                      </a:cubicBezTo>
                      <a:cubicBezTo>
                        <a:pt x="46006" y="10478"/>
                        <a:pt x="48292" y="15812"/>
                        <a:pt x="48292" y="22098"/>
                      </a:cubicBezTo>
                      <a:cubicBezTo>
                        <a:pt x="48292" y="28385"/>
                        <a:pt x="46006" y="33528"/>
                        <a:pt x="41529" y="37719"/>
                      </a:cubicBezTo>
                      <a:cubicBezTo>
                        <a:pt x="37052"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solidFill>
                  <a:schemeClr val="accent5"/>
                </a:solidFill>
                <a:ln w="9525" cap="flat">
                  <a:noFill/>
                  <a:prstDash val="solid"/>
                  <a:miter/>
                </a:ln>
              </p:spPr>
              <p:txBody>
                <a:bodyPr rtlCol="0" anchor="ctr"/>
                <a:lstStyle/>
                <a:p>
                  <a:endParaRPr lang="fi-FI" sz="3200"/>
                </a:p>
              </p:txBody>
            </p:sp>
            <p:sp>
              <p:nvSpPr>
                <p:cNvPr id="514" name="Vapaamuotoinen: Muoto 513">
                  <a:extLst>
                    <a:ext uri="{FF2B5EF4-FFF2-40B4-BE49-F238E27FC236}">
                      <a16:creationId xmlns:a16="http://schemas.microsoft.com/office/drawing/2014/main" id="{1714F512-B0BF-FE9B-6420-C17C4C08B7C4}"/>
                    </a:ext>
                  </a:extLst>
                </p:cNvPr>
                <p:cNvSpPr/>
                <p:nvPr userDrawn="1"/>
              </p:nvSpPr>
              <p:spPr>
                <a:xfrm>
                  <a:off x="4160998" y="2560895"/>
                  <a:ext cx="162401" cy="166211"/>
                </a:xfrm>
                <a:custGeom>
                  <a:avLst/>
                  <a:gdLst>
                    <a:gd name="connsiteX0" fmla="*/ 162401 w 162401"/>
                    <a:gd name="connsiteY0" fmla="*/ 0 h 166211"/>
                    <a:gd name="connsiteX1" fmla="*/ 101441 w 162401"/>
                    <a:gd name="connsiteY1" fmla="*/ 166211 h 166211"/>
                    <a:gd name="connsiteX2" fmla="*/ 60960 w 162401"/>
                    <a:gd name="connsiteY2" fmla="*/ 166211 h 166211"/>
                    <a:gd name="connsiteX3" fmla="*/ 0 w 162401"/>
                    <a:gd name="connsiteY3" fmla="*/ 0 h 166211"/>
                    <a:gd name="connsiteX4" fmla="*/ 35719 w 162401"/>
                    <a:gd name="connsiteY4" fmla="*/ 0 h 166211"/>
                    <a:gd name="connsiteX5" fmla="*/ 81439 w 162401"/>
                    <a:gd name="connsiteY5" fmla="*/ 132207 h 166211"/>
                    <a:gd name="connsiteX6" fmla="*/ 126968 w 162401"/>
                    <a:gd name="connsiteY6" fmla="*/ 0 h 166211"/>
                    <a:gd name="connsiteX7" fmla="*/ 162401 w 162401"/>
                    <a:gd name="connsiteY7" fmla="*/ 0 h 166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2401" h="166211">
                      <a:moveTo>
                        <a:pt x="162401" y="0"/>
                      </a:moveTo>
                      <a:lnTo>
                        <a:pt x="101441" y="166211"/>
                      </a:lnTo>
                      <a:lnTo>
                        <a:pt x="60960" y="166211"/>
                      </a:lnTo>
                      <a:lnTo>
                        <a:pt x="0" y="0"/>
                      </a:lnTo>
                      <a:lnTo>
                        <a:pt x="35719" y="0"/>
                      </a:lnTo>
                      <a:lnTo>
                        <a:pt x="81439" y="132207"/>
                      </a:lnTo>
                      <a:lnTo>
                        <a:pt x="126968" y="0"/>
                      </a:lnTo>
                      <a:lnTo>
                        <a:pt x="162401" y="0"/>
                      </a:lnTo>
                      <a:close/>
                    </a:path>
                  </a:pathLst>
                </a:custGeom>
                <a:solidFill>
                  <a:schemeClr val="accent5"/>
                </a:solidFill>
                <a:ln w="9525" cap="flat">
                  <a:noFill/>
                  <a:prstDash val="solid"/>
                  <a:miter/>
                </a:ln>
              </p:spPr>
              <p:txBody>
                <a:bodyPr rtlCol="0" anchor="ctr"/>
                <a:lstStyle/>
                <a:p>
                  <a:endParaRPr lang="fi-FI" sz="3200"/>
                </a:p>
              </p:txBody>
            </p:sp>
            <p:sp>
              <p:nvSpPr>
                <p:cNvPr id="515" name="Vapaamuotoinen: Muoto 514">
                  <a:extLst>
                    <a:ext uri="{FF2B5EF4-FFF2-40B4-BE49-F238E27FC236}">
                      <a16:creationId xmlns:a16="http://schemas.microsoft.com/office/drawing/2014/main" id="{32BA1EBD-E4D3-7011-C783-D3DF5A0B331F}"/>
                    </a:ext>
                  </a:extLst>
                </p:cNvPr>
                <p:cNvSpPr/>
                <p:nvPr userDrawn="1"/>
              </p:nvSpPr>
              <p:spPr>
                <a:xfrm>
                  <a:off x="4339877" y="2540511"/>
                  <a:ext cx="40957" cy="186691"/>
                </a:xfrm>
                <a:custGeom>
                  <a:avLst/>
                  <a:gdLst>
                    <a:gd name="connsiteX0" fmla="*/ 5810 w 40957"/>
                    <a:gd name="connsiteY0" fmla="*/ 33433 h 186690"/>
                    <a:gd name="connsiteX1" fmla="*/ 0 w 40957"/>
                    <a:gd name="connsiteY1" fmla="*/ 19526 h 186690"/>
                    <a:gd name="connsiteX2" fmla="*/ 5810 w 40957"/>
                    <a:gd name="connsiteY2" fmla="*/ 5620 h 186690"/>
                    <a:gd name="connsiteX3" fmla="*/ 20479 w 40957"/>
                    <a:gd name="connsiteY3" fmla="*/ 0 h 186690"/>
                    <a:gd name="connsiteX4" fmla="*/ 35147 w 40957"/>
                    <a:gd name="connsiteY4" fmla="*/ 5620 h 186690"/>
                    <a:gd name="connsiteX5" fmla="*/ 40958 w 40957"/>
                    <a:gd name="connsiteY5" fmla="*/ 19526 h 186690"/>
                    <a:gd name="connsiteX6" fmla="*/ 35147 w 40957"/>
                    <a:gd name="connsiteY6" fmla="*/ 33433 h 186690"/>
                    <a:gd name="connsiteX7" fmla="*/ 20479 w 40957"/>
                    <a:gd name="connsiteY7" fmla="*/ 39053 h 186690"/>
                    <a:gd name="connsiteX8" fmla="*/ 5810 w 40957"/>
                    <a:gd name="connsiteY8" fmla="*/ 33433 h 186690"/>
                    <a:gd name="connsiteX9" fmla="*/ 36862 w 40957"/>
                    <a:gd name="connsiteY9" fmla="*/ 54769 h 186690"/>
                    <a:gd name="connsiteX10" fmla="*/ 36862 w 40957"/>
                    <a:gd name="connsiteY10" fmla="*/ 186690 h 186690"/>
                    <a:gd name="connsiteX11" fmla="*/ 3524 w 40957"/>
                    <a:gd name="connsiteY11" fmla="*/ 186690 h 186690"/>
                    <a:gd name="connsiteX12" fmla="*/ 3524 w 40957"/>
                    <a:gd name="connsiteY12" fmla="*/ 54769 h 186690"/>
                    <a:gd name="connsiteX13" fmla="*/ 36862 w 40957"/>
                    <a:gd name="connsiteY13" fmla="*/ 54769 h 186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957" h="186690">
                      <a:moveTo>
                        <a:pt x="5810" y="33433"/>
                      </a:moveTo>
                      <a:cubicBezTo>
                        <a:pt x="1905" y="29718"/>
                        <a:pt x="0" y="25051"/>
                        <a:pt x="0" y="19526"/>
                      </a:cubicBezTo>
                      <a:cubicBezTo>
                        <a:pt x="0" y="14002"/>
                        <a:pt x="1905" y="9335"/>
                        <a:pt x="5810" y="5620"/>
                      </a:cubicBezTo>
                      <a:cubicBezTo>
                        <a:pt x="9716" y="1905"/>
                        <a:pt x="14573" y="0"/>
                        <a:pt x="20479" y="0"/>
                      </a:cubicBezTo>
                      <a:cubicBezTo>
                        <a:pt x="26384" y="0"/>
                        <a:pt x="31242" y="1905"/>
                        <a:pt x="35147" y="5620"/>
                      </a:cubicBezTo>
                      <a:cubicBezTo>
                        <a:pt x="39053" y="9335"/>
                        <a:pt x="40958" y="14002"/>
                        <a:pt x="40958" y="19526"/>
                      </a:cubicBezTo>
                      <a:cubicBezTo>
                        <a:pt x="40958" y="25051"/>
                        <a:pt x="39053" y="29718"/>
                        <a:pt x="35147" y="33433"/>
                      </a:cubicBezTo>
                      <a:cubicBezTo>
                        <a:pt x="31242" y="37148"/>
                        <a:pt x="26384" y="39053"/>
                        <a:pt x="20479" y="39053"/>
                      </a:cubicBezTo>
                      <a:cubicBezTo>
                        <a:pt x="14573" y="39053"/>
                        <a:pt x="9716" y="37148"/>
                        <a:pt x="5810" y="33433"/>
                      </a:cubicBezTo>
                      <a:close/>
                      <a:moveTo>
                        <a:pt x="36862" y="54769"/>
                      </a:moveTo>
                      <a:lnTo>
                        <a:pt x="36862" y="186690"/>
                      </a:lnTo>
                      <a:lnTo>
                        <a:pt x="3524" y="186690"/>
                      </a:lnTo>
                      <a:lnTo>
                        <a:pt x="3524" y="54769"/>
                      </a:lnTo>
                      <a:lnTo>
                        <a:pt x="36862" y="54769"/>
                      </a:lnTo>
                      <a:close/>
                    </a:path>
                  </a:pathLst>
                </a:custGeom>
                <a:solidFill>
                  <a:schemeClr val="accent5"/>
                </a:solidFill>
                <a:ln w="9525" cap="flat">
                  <a:noFill/>
                  <a:prstDash val="solid"/>
                  <a:miter/>
                </a:ln>
              </p:spPr>
              <p:txBody>
                <a:bodyPr rtlCol="0" anchor="ctr"/>
                <a:lstStyle/>
                <a:p>
                  <a:endParaRPr lang="fi-FI" sz="3200"/>
                </a:p>
              </p:txBody>
            </p:sp>
            <p:sp>
              <p:nvSpPr>
                <p:cNvPr id="516" name="Vapaamuotoinen: Muoto 515">
                  <a:extLst>
                    <a:ext uri="{FF2B5EF4-FFF2-40B4-BE49-F238E27FC236}">
                      <a16:creationId xmlns:a16="http://schemas.microsoft.com/office/drawing/2014/main" id="{112CBF18-8A6E-A697-286B-BD0ED097411B}"/>
                    </a:ext>
                  </a:extLst>
                </p:cNvPr>
                <p:cNvSpPr/>
                <p:nvPr userDrawn="1"/>
              </p:nvSpPr>
              <p:spPr>
                <a:xfrm>
                  <a:off x="4400839" y="2592997"/>
                  <a:ext cx="127444" cy="136302"/>
                </a:xfrm>
                <a:custGeom>
                  <a:avLst/>
                  <a:gdLst>
                    <a:gd name="connsiteX0" fmla="*/ 8477 w 127444"/>
                    <a:gd name="connsiteY0" fmla="*/ 32290 h 136302"/>
                    <a:gd name="connsiteX1" fmla="*/ 31528 w 127444"/>
                    <a:gd name="connsiteY1" fmla="*/ 8477 h 136302"/>
                    <a:gd name="connsiteX2" fmla="*/ 65341 w 127444"/>
                    <a:gd name="connsiteY2" fmla="*/ 0 h 136302"/>
                    <a:gd name="connsiteX3" fmla="*/ 105918 w 127444"/>
                    <a:gd name="connsiteY3" fmla="*/ 12287 h 136302"/>
                    <a:gd name="connsiteX4" fmla="*/ 127444 w 127444"/>
                    <a:gd name="connsiteY4" fmla="*/ 46673 h 136302"/>
                    <a:gd name="connsiteX5" fmla="*/ 91440 w 127444"/>
                    <a:gd name="connsiteY5" fmla="*/ 46673 h 136302"/>
                    <a:gd name="connsiteX6" fmla="*/ 81820 w 127444"/>
                    <a:gd name="connsiteY6" fmla="*/ 33242 h 136302"/>
                    <a:gd name="connsiteX7" fmla="*/ 65056 w 127444"/>
                    <a:gd name="connsiteY7" fmla="*/ 28384 h 136302"/>
                    <a:gd name="connsiteX8" fmla="*/ 42386 w 127444"/>
                    <a:gd name="connsiteY8" fmla="*/ 38767 h 136302"/>
                    <a:gd name="connsiteX9" fmla="*/ 34004 w 127444"/>
                    <a:gd name="connsiteY9" fmla="*/ 68199 h 136302"/>
                    <a:gd name="connsiteX10" fmla="*/ 42386 w 127444"/>
                    <a:gd name="connsiteY10" fmla="*/ 97346 h 136302"/>
                    <a:gd name="connsiteX11" fmla="*/ 65056 w 127444"/>
                    <a:gd name="connsiteY11" fmla="*/ 107728 h 136302"/>
                    <a:gd name="connsiteX12" fmla="*/ 91440 w 127444"/>
                    <a:gd name="connsiteY12" fmla="*/ 89630 h 136302"/>
                    <a:gd name="connsiteX13" fmla="*/ 127444 w 127444"/>
                    <a:gd name="connsiteY13" fmla="*/ 89630 h 136302"/>
                    <a:gd name="connsiteX14" fmla="*/ 105728 w 127444"/>
                    <a:gd name="connsiteY14" fmla="*/ 123634 h 136302"/>
                    <a:gd name="connsiteX15" fmla="*/ 65246 w 127444"/>
                    <a:gd name="connsiteY15" fmla="*/ 136303 h 136302"/>
                    <a:gd name="connsiteX16" fmla="*/ 31432 w 127444"/>
                    <a:gd name="connsiteY16" fmla="*/ 127826 h 136302"/>
                    <a:gd name="connsiteX17" fmla="*/ 8382 w 127444"/>
                    <a:gd name="connsiteY17" fmla="*/ 104013 h 136302"/>
                    <a:gd name="connsiteX18" fmla="*/ 0 w 127444"/>
                    <a:gd name="connsiteY18" fmla="*/ 68199 h 136302"/>
                    <a:gd name="connsiteX19" fmla="*/ 8382 w 127444"/>
                    <a:gd name="connsiteY19" fmla="*/ 32385 h 13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7444" h="136302">
                      <a:moveTo>
                        <a:pt x="8477" y="32290"/>
                      </a:moveTo>
                      <a:cubicBezTo>
                        <a:pt x="14002" y="22003"/>
                        <a:pt x="21717" y="14097"/>
                        <a:pt x="31528" y="8477"/>
                      </a:cubicBezTo>
                      <a:cubicBezTo>
                        <a:pt x="41339" y="2857"/>
                        <a:pt x="52673" y="0"/>
                        <a:pt x="65341" y="0"/>
                      </a:cubicBezTo>
                      <a:cubicBezTo>
                        <a:pt x="81725" y="0"/>
                        <a:pt x="95250" y="4096"/>
                        <a:pt x="105918" y="12287"/>
                      </a:cubicBezTo>
                      <a:cubicBezTo>
                        <a:pt x="116586" y="20479"/>
                        <a:pt x="123825" y="31909"/>
                        <a:pt x="127444" y="46673"/>
                      </a:cubicBezTo>
                      <a:lnTo>
                        <a:pt x="91440" y="46673"/>
                      </a:lnTo>
                      <a:cubicBezTo>
                        <a:pt x="89535" y="40957"/>
                        <a:pt x="86296" y="36481"/>
                        <a:pt x="81820" y="33242"/>
                      </a:cubicBezTo>
                      <a:cubicBezTo>
                        <a:pt x="77248" y="30004"/>
                        <a:pt x="71723" y="28384"/>
                        <a:pt x="65056" y="28384"/>
                      </a:cubicBezTo>
                      <a:cubicBezTo>
                        <a:pt x="55531" y="28384"/>
                        <a:pt x="48006" y="31814"/>
                        <a:pt x="42386" y="38767"/>
                      </a:cubicBezTo>
                      <a:cubicBezTo>
                        <a:pt x="36862" y="45720"/>
                        <a:pt x="34004" y="55435"/>
                        <a:pt x="34004" y="68199"/>
                      </a:cubicBezTo>
                      <a:cubicBezTo>
                        <a:pt x="34004" y="80963"/>
                        <a:pt x="36766" y="90488"/>
                        <a:pt x="42386" y="97346"/>
                      </a:cubicBezTo>
                      <a:cubicBezTo>
                        <a:pt x="47911" y="104203"/>
                        <a:pt x="55531" y="107728"/>
                        <a:pt x="65056" y="107728"/>
                      </a:cubicBezTo>
                      <a:cubicBezTo>
                        <a:pt x="78581" y="107728"/>
                        <a:pt x="87344" y="101727"/>
                        <a:pt x="91440" y="89630"/>
                      </a:cubicBezTo>
                      <a:lnTo>
                        <a:pt x="127444" y="89630"/>
                      </a:lnTo>
                      <a:cubicBezTo>
                        <a:pt x="123825" y="103918"/>
                        <a:pt x="116586" y="115253"/>
                        <a:pt x="105728" y="123634"/>
                      </a:cubicBezTo>
                      <a:cubicBezTo>
                        <a:pt x="94964" y="132017"/>
                        <a:pt x="81439" y="136303"/>
                        <a:pt x="65246" y="136303"/>
                      </a:cubicBezTo>
                      <a:cubicBezTo>
                        <a:pt x="52578" y="136303"/>
                        <a:pt x="41243" y="133445"/>
                        <a:pt x="31432" y="127826"/>
                      </a:cubicBezTo>
                      <a:cubicBezTo>
                        <a:pt x="21622" y="122206"/>
                        <a:pt x="13906" y="114300"/>
                        <a:pt x="8382" y="104013"/>
                      </a:cubicBezTo>
                      <a:cubicBezTo>
                        <a:pt x="2857" y="93821"/>
                        <a:pt x="0" y="81820"/>
                        <a:pt x="0" y="68199"/>
                      </a:cubicBezTo>
                      <a:cubicBezTo>
                        <a:pt x="0" y="54578"/>
                        <a:pt x="2762" y="42577"/>
                        <a:pt x="8382" y="32385"/>
                      </a:cubicBezTo>
                      <a:close/>
                    </a:path>
                  </a:pathLst>
                </a:custGeom>
                <a:solidFill>
                  <a:schemeClr val="accent5"/>
                </a:solidFill>
                <a:ln w="9525" cap="flat">
                  <a:noFill/>
                  <a:prstDash val="solid"/>
                  <a:miter/>
                </a:ln>
              </p:spPr>
              <p:txBody>
                <a:bodyPr rtlCol="0" anchor="ctr"/>
                <a:lstStyle/>
                <a:p>
                  <a:endParaRPr lang="fi-FI" sz="3200"/>
                </a:p>
              </p:txBody>
            </p:sp>
            <p:sp>
              <p:nvSpPr>
                <p:cNvPr id="517" name="Vapaamuotoinen: Muoto 516">
                  <a:extLst>
                    <a:ext uri="{FF2B5EF4-FFF2-40B4-BE49-F238E27FC236}">
                      <a16:creationId xmlns:a16="http://schemas.microsoft.com/office/drawing/2014/main" id="{6C7136AB-7021-68EE-46C3-B93E96E6A5BA}"/>
                    </a:ext>
                  </a:extLst>
                </p:cNvPr>
                <p:cNvSpPr/>
                <p:nvPr userDrawn="1"/>
              </p:nvSpPr>
              <p:spPr>
                <a:xfrm>
                  <a:off x="4552952" y="2550800"/>
                  <a:ext cx="125730" cy="176212"/>
                </a:xfrm>
                <a:custGeom>
                  <a:avLst/>
                  <a:gdLst>
                    <a:gd name="connsiteX0" fmla="*/ 100965 w 125730"/>
                    <a:gd name="connsiteY0" fmla="*/ 49054 h 176212"/>
                    <a:gd name="connsiteX1" fmla="*/ 119158 w 125730"/>
                    <a:gd name="connsiteY1" fmla="*/ 68294 h 176212"/>
                    <a:gd name="connsiteX2" fmla="*/ 125730 w 125730"/>
                    <a:gd name="connsiteY2" fmla="*/ 98870 h 176212"/>
                    <a:gd name="connsiteX3" fmla="*/ 125730 w 125730"/>
                    <a:gd name="connsiteY3" fmla="*/ 176213 h 176212"/>
                    <a:gd name="connsiteX4" fmla="*/ 92393 w 125730"/>
                    <a:gd name="connsiteY4" fmla="*/ 176213 h 176212"/>
                    <a:gd name="connsiteX5" fmla="*/ 92393 w 125730"/>
                    <a:gd name="connsiteY5" fmla="*/ 103346 h 176212"/>
                    <a:gd name="connsiteX6" fmla="*/ 84582 w 125730"/>
                    <a:gd name="connsiteY6" fmla="*/ 79153 h 176212"/>
                    <a:gd name="connsiteX7" fmla="*/ 63151 w 125730"/>
                    <a:gd name="connsiteY7" fmla="*/ 70676 h 176212"/>
                    <a:gd name="connsiteX8" fmla="*/ 41339 w 125730"/>
                    <a:gd name="connsiteY8" fmla="*/ 79153 h 176212"/>
                    <a:gd name="connsiteX9" fmla="*/ 33338 w 125730"/>
                    <a:gd name="connsiteY9" fmla="*/ 103346 h 176212"/>
                    <a:gd name="connsiteX10" fmla="*/ 33338 w 125730"/>
                    <a:gd name="connsiteY10" fmla="*/ 176213 h 176212"/>
                    <a:gd name="connsiteX11" fmla="*/ 0 w 125730"/>
                    <a:gd name="connsiteY11" fmla="*/ 176213 h 176212"/>
                    <a:gd name="connsiteX12" fmla="*/ 0 w 125730"/>
                    <a:gd name="connsiteY12" fmla="*/ 0 h 176212"/>
                    <a:gd name="connsiteX13" fmla="*/ 33338 w 125730"/>
                    <a:gd name="connsiteY13" fmla="*/ 0 h 176212"/>
                    <a:gd name="connsiteX14" fmla="*/ 33338 w 125730"/>
                    <a:gd name="connsiteY14" fmla="*/ 60770 h 176212"/>
                    <a:gd name="connsiteX15" fmla="*/ 50482 w 125730"/>
                    <a:gd name="connsiteY15" fmla="*/ 47339 h 176212"/>
                    <a:gd name="connsiteX16" fmla="*/ 74295 w 125730"/>
                    <a:gd name="connsiteY16" fmla="*/ 42481 h 176212"/>
                    <a:gd name="connsiteX17" fmla="*/ 100965 w 125730"/>
                    <a:gd name="connsiteY17" fmla="*/ 49054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5730" h="176212">
                      <a:moveTo>
                        <a:pt x="100965" y="49054"/>
                      </a:moveTo>
                      <a:cubicBezTo>
                        <a:pt x="108775" y="53435"/>
                        <a:pt x="114776" y="59817"/>
                        <a:pt x="119158" y="68294"/>
                      </a:cubicBezTo>
                      <a:cubicBezTo>
                        <a:pt x="123539" y="76772"/>
                        <a:pt x="125730" y="86963"/>
                        <a:pt x="125730" y="98870"/>
                      </a:cubicBezTo>
                      <a:lnTo>
                        <a:pt x="125730" y="176213"/>
                      </a:lnTo>
                      <a:lnTo>
                        <a:pt x="92393" y="176213"/>
                      </a:lnTo>
                      <a:lnTo>
                        <a:pt x="92393" y="103346"/>
                      </a:lnTo>
                      <a:cubicBezTo>
                        <a:pt x="92393" y="92869"/>
                        <a:pt x="89821" y="84773"/>
                        <a:pt x="84582" y="79153"/>
                      </a:cubicBezTo>
                      <a:cubicBezTo>
                        <a:pt x="79343" y="73533"/>
                        <a:pt x="72200" y="70676"/>
                        <a:pt x="63151" y="70676"/>
                      </a:cubicBezTo>
                      <a:cubicBezTo>
                        <a:pt x="54102" y="70676"/>
                        <a:pt x="46673" y="73533"/>
                        <a:pt x="41339" y="79153"/>
                      </a:cubicBezTo>
                      <a:cubicBezTo>
                        <a:pt x="36004" y="84773"/>
                        <a:pt x="33338" y="92869"/>
                        <a:pt x="33338" y="103346"/>
                      </a:cubicBezTo>
                      <a:lnTo>
                        <a:pt x="33338" y="176213"/>
                      </a:lnTo>
                      <a:lnTo>
                        <a:pt x="0" y="176213"/>
                      </a:lnTo>
                      <a:lnTo>
                        <a:pt x="0" y="0"/>
                      </a:lnTo>
                      <a:lnTo>
                        <a:pt x="33338" y="0"/>
                      </a:lnTo>
                      <a:lnTo>
                        <a:pt x="33338" y="60770"/>
                      </a:lnTo>
                      <a:cubicBezTo>
                        <a:pt x="37624" y="55055"/>
                        <a:pt x="43339" y="50578"/>
                        <a:pt x="50482" y="47339"/>
                      </a:cubicBezTo>
                      <a:cubicBezTo>
                        <a:pt x="57626" y="44101"/>
                        <a:pt x="65532" y="42481"/>
                        <a:pt x="74295" y="42481"/>
                      </a:cubicBezTo>
                      <a:cubicBezTo>
                        <a:pt x="84296" y="42481"/>
                        <a:pt x="93154" y="44672"/>
                        <a:pt x="100965" y="49054"/>
                      </a:cubicBezTo>
                      <a:close/>
                    </a:path>
                  </a:pathLst>
                </a:custGeom>
                <a:solidFill>
                  <a:schemeClr val="accent5"/>
                </a:solidFill>
                <a:ln w="9525" cap="flat">
                  <a:noFill/>
                  <a:prstDash val="solid"/>
                  <a:miter/>
                </a:ln>
              </p:spPr>
              <p:txBody>
                <a:bodyPr rtlCol="0" anchor="ctr"/>
                <a:lstStyle/>
                <a:p>
                  <a:endParaRPr lang="fi-FI" sz="3200"/>
                </a:p>
              </p:txBody>
            </p:sp>
            <p:sp>
              <p:nvSpPr>
                <p:cNvPr id="518" name="Vapaamuotoinen: Muoto 517">
                  <a:extLst>
                    <a:ext uri="{FF2B5EF4-FFF2-40B4-BE49-F238E27FC236}">
                      <a16:creationId xmlns:a16="http://schemas.microsoft.com/office/drawing/2014/main" id="{05160883-5850-809B-8F40-1B8DBAC919EF}"/>
                    </a:ext>
                  </a:extLst>
                </p:cNvPr>
                <p:cNvSpPr/>
                <p:nvPr userDrawn="1"/>
              </p:nvSpPr>
              <p:spPr>
                <a:xfrm>
                  <a:off x="4699836" y="2562517"/>
                  <a:ext cx="78866" cy="164593"/>
                </a:xfrm>
                <a:custGeom>
                  <a:avLst/>
                  <a:gdLst>
                    <a:gd name="connsiteX0" fmla="*/ 49340 w 78866"/>
                    <a:gd name="connsiteY0" fmla="*/ 60103 h 164592"/>
                    <a:gd name="connsiteX1" fmla="*/ 49340 w 78866"/>
                    <a:gd name="connsiteY1" fmla="*/ 123920 h 164592"/>
                    <a:gd name="connsiteX2" fmla="*/ 52578 w 78866"/>
                    <a:gd name="connsiteY2" fmla="*/ 133540 h 164592"/>
                    <a:gd name="connsiteX3" fmla="*/ 63437 w 78866"/>
                    <a:gd name="connsiteY3" fmla="*/ 136493 h 164592"/>
                    <a:gd name="connsiteX4" fmla="*/ 78867 w 78866"/>
                    <a:gd name="connsiteY4" fmla="*/ 136493 h 164592"/>
                    <a:gd name="connsiteX5" fmla="*/ 78867 w 78866"/>
                    <a:gd name="connsiteY5" fmla="*/ 164592 h 164592"/>
                    <a:gd name="connsiteX6" fmla="*/ 57912 w 78866"/>
                    <a:gd name="connsiteY6" fmla="*/ 164592 h 164592"/>
                    <a:gd name="connsiteX7" fmla="*/ 15716 w 78866"/>
                    <a:gd name="connsiteY7" fmla="*/ 123634 h 164592"/>
                    <a:gd name="connsiteX8" fmla="*/ 15716 w 78866"/>
                    <a:gd name="connsiteY8" fmla="*/ 60008 h 164592"/>
                    <a:gd name="connsiteX9" fmla="*/ 0 w 78866"/>
                    <a:gd name="connsiteY9" fmla="*/ 60008 h 164592"/>
                    <a:gd name="connsiteX10" fmla="*/ 0 w 78866"/>
                    <a:gd name="connsiteY10" fmla="*/ 32576 h 164592"/>
                    <a:gd name="connsiteX11" fmla="*/ 15716 w 78866"/>
                    <a:gd name="connsiteY11" fmla="*/ 32576 h 164592"/>
                    <a:gd name="connsiteX12" fmla="*/ 15716 w 78866"/>
                    <a:gd name="connsiteY12" fmla="*/ 0 h 164592"/>
                    <a:gd name="connsiteX13" fmla="*/ 49340 w 78866"/>
                    <a:gd name="connsiteY13" fmla="*/ 0 h 164592"/>
                    <a:gd name="connsiteX14" fmla="*/ 49340 w 78866"/>
                    <a:gd name="connsiteY14" fmla="*/ 32576 h 164592"/>
                    <a:gd name="connsiteX15" fmla="*/ 78867 w 78866"/>
                    <a:gd name="connsiteY15" fmla="*/ 32576 h 164592"/>
                    <a:gd name="connsiteX16" fmla="*/ 78867 w 78866"/>
                    <a:gd name="connsiteY16" fmla="*/ 60008 h 164592"/>
                    <a:gd name="connsiteX17" fmla="*/ 49340 w 78866"/>
                    <a:gd name="connsiteY17" fmla="*/ 60008 h 164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8866" h="164592">
                      <a:moveTo>
                        <a:pt x="49340" y="60103"/>
                      </a:moveTo>
                      <a:lnTo>
                        <a:pt x="49340" y="123920"/>
                      </a:lnTo>
                      <a:cubicBezTo>
                        <a:pt x="49340" y="128397"/>
                        <a:pt x="50387" y="131540"/>
                        <a:pt x="52578" y="133540"/>
                      </a:cubicBezTo>
                      <a:cubicBezTo>
                        <a:pt x="54674" y="135541"/>
                        <a:pt x="58293" y="136493"/>
                        <a:pt x="63437" y="136493"/>
                      </a:cubicBezTo>
                      <a:lnTo>
                        <a:pt x="78867" y="136493"/>
                      </a:lnTo>
                      <a:lnTo>
                        <a:pt x="78867" y="164592"/>
                      </a:lnTo>
                      <a:lnTo>
                        <a:pt x="57912" y="164592"/>
                      </a:lnTo>
                      <a:cubicBezTo>
                        <a:pt x="29813" y="164592"/>
                        <a:pt x="15716" y="150971"/>
                        <a:pt x="15716" y="123634"/>
                      </a:cubicBezTo>
                      <a:lnTo>
                        <a:pt x="15716" y="60008"/>
                      </a:lnTo>
                      <a:lnTo>
                        <a:pt x="0" y="60008"/>
                      </a:lnTo>
                      <a:lnTo>
                        <a:pt x="0" y="32576"/>
                      </a:lnTo>
                      <a:lnTo>
                        <a:pt x="15716" y="32576"/>
                      </a:lnTo>
                      <a:lnTo>
                        <a:pt x="15716" y="0"/>
                      </a:lnTo>
                      <a:lnTo>
                        <a:pt x="49340" y="0"/>
                      </a:lnTo>
                      <a:lnTo>
                        <a:pt x="49340" y="32576"/>
                      </a:lnTo>
                      <a:lnTo>
                        <a:pt x="78867" y="32576"/>
                      </a:lnTo>
                      <a:lnTo>
                        <a:pt x="78867" y="60008"/>
                      </a:lnTo>
                      <a:lnTo>
                        <a:pt x="49340" y="60008"/>
                      </a:lnTo>
                      <a:close/>
                    </a:path>
                  </a:pathLst>
                </a:custGeom>
                <a:solidFill>
                  <a:schemeClr val="accent5"/>
                </a:solidFill>
                <a:ln w="9525" cap="flat">
                  <a:noFill/>
                  <a:prstDash val="solid"/>
                  <a:miter/>
                </a:ln>
              </p:spPr>
              <p:txBody>
                <a:bodyPr rtlCol="0" anchor="ctr"/>
                <a:lstStyle/>
                <a:p>
                  <a:endParaRPr lang="fi-FI" sz="3200"/>
                </a:p>
              </p:txBody>
            </p:sp>
            <p:sp>
              <p:nvSpPr>
                <p:cNvPr id="519" name="Vapaamuotoinen: Muoto 518">
                  <a:extLst>
                    <a:ext uri="{FF2B5EF4-FFF2-40B4-BE49-F238E27FC236}">
                      <a16:creationId xmlns:a16="http://schemas.microsoft.com/office/drawing/2014/main" id="{86F80F88-FBE3-E659-EBF5-D5B7C000BED5}"/>
                    </a:ext>
                  </a:extLst>
                </p:cNvPr>
                <p:cNvSpPr/>
                <p:nvPr userDrawn="1"/>
              </p:nvSpPr>
              <p:spPr>
                <a:xfrm>
                  <a:off x="4799173" y="2540510"/>
                  <a:ext cx="40957" cy="186691"/>
                </a:xfrm>
                <a:custGeom>
                  <a:avLst/>
                  <a:gdLst>
                    <a:gd name="connsiteX0" fmla="*/ 5810 w 40957"/>
                    <a:gd name="connsiteY0" fmla="*/ 33433 h 186690"/>
                    <a:gd name="connsiteX1" fmla="*/ 0 w 40957"/>
                    <a:gd name="connsiteY1" fmla="*/ 19526 h 186690"/>
                    <a:gd name="connsiteX2" fmla="*/ 5810 w 40957"/>
                    <a:gd name="connsiteY2" fmla="*/ 5620 h 186690"/>
                    <a:gd name="connsiteX3" fmla="*/ 20479 w 40957"/>
                    <a:gd name="connsiteY3" fmla="*/ 0 h 186690"/>
                    <a:gd name="connsiteX4" fmla="*/ 35147 w 40957"/>
                    <a:gd name="connsiteY4" fmla="*/ 5620 h 186690"/>
                    <a:gd name="connsiteX5" fmla="*/ 40958 w 40957"/>
                    <a:gd name="connsiteY5" fmla="*/ 19526 h 186690"/>
                    <a:gd name="connsiteX6" fmla="*/ 35147 w 40957"/>
                    <a:gd name="connsiteY6" fmla="*/ 33433 h 186690"/>
                    <a:gd name="connsiteX7" fmla="*/ 20479 w 40957"/>
                    <a:gd name="connsiteY7" fmla="*/ 39053 h 186690"/>
                    <a:gd name="connsiteX8" fmla="*/ 5810 w 40957"/>
                    <a:gd name="connsiteY8" fmla="*/ 33433 h 186690"/>
                    <a:gd name="connsiteX9" fmla="*/ 36862 w 40957"/>
                    <a:gd name="connsiteY9" fmla="*/ 54769 h 186690"/>
                    <a:gd name="connsiteX10" fmla="*/ 36862 w 40957"/>
                    <a:gd name="connsiteY10" fmla="*/ 186690 h 186690"/>
                    <a:gd name="connsiteX11" fmla="*/ 3524 w 40957"/>
                    <a:gd name="connsiteY11" fmla="*/ 186690 h 186690"/>
                    <a:gd name="connsiteX12" fmla="*/ 3524 w 40957"/>
                    <a:gd name="connsiteY12" fmla="*/ 54769 h 186690"/>
                    <a:gd name="connsiteX13" fmla="*/ 36862 w 40957"/>
                    <a:gd name="connsiteY13" fmla="*/ 54769 h 186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957" h="186690">
                      <a:moveTo>
                        <a:pt x="5810" y="33433"/>
                      </a:moveTo>
                      <a:cubicBezTo>
                        <a:pt x="1905" y="29718"/>
                        <a:pt x="0" y="25051"/>
                        <a:pt x="0" y="19526"/>
                      </a:cubicBezTo>
                      <a:cubicBezTo>
                        <a:pt x="0" y="14002"/>
                        <a:pt x="1905" y="9335"/>
                        <a:pt x="5810" y="5620"/>
                      </a:cubicBezTo>
                      <a:cubicBezTo>
                        <a:pt x="9716" y="1905"/>
                        <a:pt x="14573" y="0"/>
                        <a:pt x="20479" y="0"/>
                      </a:cubicBezTo>
                      <a:cubicBezTo>
                        <a:pt x="26384" y="0"/>
                        <a:pt x="31242" y="1905"/>
                        <a:pt x="35147" y="5620"/>
                      </a:cubicBezTo>
                      <a:cubicBezTo>
                        <a:pt x="39052" y="9335"/>
                        <a:pt x="40958" y="14002"/>
                        <a:pt x="40958" y="19526"/>
                      </a:cubicBezTo>
                      <a:cubicBezTo>
                        <a:pt x="40958" y="25051"/>
                        <a:pt x="39052" y="29718"/>
                        <a:pt x="35147" y="33433"/>
                      </a:cubicBezTo>
                      <a:cubicBezTo>
                        <a:pt x="31242" y="37148"/>
                        <a:pt x="26384" y="39053"/>
                        <a:pt x="20479" y="39053"/>
                      </a:cubicBezTo>
                      <a:cubicBezTo>
                        <a:pt x="14573" y="39053"/>
                        <a:pt x="9716" y="37148"/>
                        <a:pt x="5810" y="33433"/>
                      </a:cubicBezTo>
                      <a:close/>
                      <a:moveTo>
                        <a:pt x="36862" y="54769"/>
                      </a:moveTo>
                      <a:lnTo>
                        <a:pt x="36862" y="186690"/>
                      </a:lnTo>
                      <a:lnTo>
                        <a:pt x="3524" y="186690"/>
                      </a:lnTo>
                      <a:lnTo>
                        <a:pt x="3524" y="54769"/>
                      </a:lnTo>
                      <a:lnTo>
                        <a:pt x="36862" y="54769"/>
                      </a:lnTo>
                      <a:close/>
                    </a:path>
                  </a:pathLst>
                </a:custGeom>
                <a:solidFill>
                  <a:schemeClr val="accent5"/>
                </a:solidFill>
                <a:ln w="9525" cap="flat">
                  <a:noFill/>
                  <a:prstDash val="solid"/>
                  <a:miter/>
                </a:ln>
              </p:spPr>
              <p:txBody>
                <a:bodyPr rtlCol="0" anchor="ctr"/>
                <a:lstStyle/>
                <a:p>
                  <a:endParaRPr lang="fi-FI" sz="3200"/>
                </a:p>
              </p:txBody>
            </p:sp>
            <p:sp>
              <p:nvSpPr>
                <p:cNvPr id="520" name="Vapaamuotoinen: Muoto 519">
                  <a:extLst>
                    <a:ext uri="{FF2B5EF4-FFF2-40B4-BE49-F238E27FC236}">
                      <a16:creationId xmlns:a16="http://schemas.microsoft.com/office/drawing/2014/main" id="{C115D801-09EC-8DD4-47B8-D7D37328CFA8}"/>
                    </a:ext>
                  </a:extLst>
                </p:cNvPr>
                <p:cNvSpPr/>
                <p:nvPr userDrawn="1"/>
              </p:nvSpPr>
              <p:spPr>
                <a:xfrm>
                  <a:off x="4861749" y="2592990"/>
                  <a:ext cx="109442" cy="136302"/>
                </a:xfrm>
                <a:custGeom>
                  <a:avLst/>
                  <a:gdLst>
                    <a:gd name="connsiteX0" fmla="*/ 28575 w 109442"/>
                    <a:gd name="connsiteY0" fmla="*/ 130397 h 136302"/>
                    <a:gd name="connsiteX1" fmla="*/ 8192 w 109442"/>
                    <a:gd name="connsiteY1" fmla="*/ 114586 h 136302"/>
                    <a:gd name="connsiteX2" fmla="*/ 0 w 109442"/>
                    <a:gd name="connsiteY2" fmla="*/ 92393 h 136302"/>
                    <a:gd name="connsiteX3" fmla="*/ 33623 w 109442"/>
                    <a:gd name="connsiteY3" fmla="*/ 92393 h 136302"/>
                    <a:gd name="connsiteX4" fmla="*/ 41148 w 109442"/>
                    <a:gd name="connsiteY4" fmla="*/ 105061 h 136302"/>
                    <a:gd name="connsiteX5" fmla="*/ 57436 w 109442"/>
                    <a:gd name="connsiteY5" fmla="*/ 110014 h 136302"/>
                    <a:gd name="connsiteX6" fmla="*/ 72295 w 109442"/>
                    <a:gd name="connsiteY6" fmla="*/ 106204 h 136302"/>
                    <a:gd name="connsiteX7" fmla="*/ 77629 w 109442"/>
                    <a:gd name="connsiteY7" fmla="*/ 96393 h 136302"/>
                    <a:gd name="connsiteX8" fmla="*/ 71056 w 109442"/>
                    <a:gd name="connsiteY8" fmla="*/ 86773 h 136302"/>
                    <a:gd name="connsiteX9" fmla="*/ 50197 w 109442"/>
                    <a:gd name="connsiteY9" fmla="*/ 79724 h 136302"/>
                    <a:gd name="connsiteX10" fmla="*/ 26003 w 109442"/>
                    <a:gd name="connsiteY10" fmla="*/ 72390 h 136302"/>
                    <a:gd name="connsiteX11" fmla="*/ 9811 w 109442"/>
                    <a:gd name="connsiteY11" fmla="*/ 60674 h 136302"/>
                    <a:gd name="connsiteX12" fmla="*/ 3048 w 109442"/>
                    <a:gd name="connsiteY12" fmla="*/ 39529 h 136302"/>
                    <a:gd name="connsiteX13" fmla="*/ 9335 w 109442"/>
                    <a:gd name="connsiteY13" fmla="*/ 19526 h 136302"/>
                    <a:gd name="connsiteX14" fmla="*/ 27432 w 109442"/>
                    <a:gd name="connsiteY14" fmla="*/ 5239 h 136302"/>
                    <a:gd name="connsiteX15" fmla="*/ 55150 w 109442"/>
                    <a:gd name="connsiteY15" fmla="*/ 0 h 136302"/>
                    <a:gd name="connsiteX16" fmla="*/ 92774 w 109442"/>
                    <a:gd name="connsiteY16" fmla="*/ 11811 h 136302"/>
                    <a:gd name="connsiteX17" fmla="*/ 108204 w 109442"/>
                    <a:gd name="connsiteY17" fmla="*/ 43625 h 136302"/>
                    <a:gd name="connsiteX18" fmla="*/ 76295 w 109442"/>
                    <a:gd name="connsiteY18" fmla="*/ 43625 h 136302"/>
                    <a:gd name="connsiteX19" fmla="*/ 69723 w 109442"/>
                    <a:gd name="connsiteY19" fmla="*/ 31147 h 136302"/>
                    <a:gd name="connsiteX20" fmla="*/ 54102 w 109442"/>
                    <a:gd name="connsiteY20" fmla="*/ 26479 h 136302"/>
                    <a:gd name="connsiteX21" fmla="*/ 40196 w 109442"/>
                    <a:gd name="connsiteY21" fmla="*/ 29813 h 136302"/>
                    <a:gd name="connsiteX22" fmla="*/ 35338 w 109442"/>
                    <a:gd name="connsiteY22" fmla="*/ 39148 h 136302"/>
                    <a:gd name="connsiteX23" fmla="*/ 42005 w 109442"/>
                    <a:gd name="connsiteY23" fmla="*/ 49244 h 136302"/>
                    <a:gd name="connsiteX24" fmla="*/ 62770 w 109442"/>
                    <a:gd name="connsiteY24" fmla="*/ 56293 h 136302"/>
                    <a:gd name="connsiteX25" fmla="*/ 86297 w 109442"/>
                    <a:gd name="connsiteY25" fmla="*/ 63627 h 136302"/>
                    <a:gd name="connsiteX26" fmla="*/ 102394 w 109442"/>
                    <a:gd name="connsiteY26" fmla="*/ 75438 h 136302"/>
                    <a:gd name="connsiteX27" fmla="*/ 109442 w 109442"/>
                    <a:gd name="connsiteY27" fmla="*/ 96488 h 136302"/>
                    <a:gd name="connsiteX28" fmla="*/ 103156 w 109442"/>
                    <a:gd name="connsiteY28" fmla="*/ 116967 h 136302"/>
                    <a:gd name="connsiteX29" fmla="*/ 85058 w 109442"/>
                    <a:gd name="connsiteY29" fmla="*/ 131159 h 136302"/>
                    <a:gd name="connsiteX30" fmla="*/ 57531 w 109442"/>
                    <a:gd name="connsiteY30" fmla="*/ 136303 h 136302"/>
                    <a:gd name="connsiteX31" fmla="*/ 28480 w 109442"/>
                    <a:gd name="connsiteY31" fmla="*/ 130493 h 13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9442" h="136302">
                      <a:moveTo>
                        <a:pt x="28575" y="130397"/>
                      </a:moveTo>
                      <a:cubicBezTo>
                        <a:pt x="20002" y="126492"/>
                        <a:pt x="13240" y="121253"/>
                        <a:pt x="8192" y="114586"/>
                      </a:cubicBezTo>
                      <a:cubicBezTo>
                        <a:pt x="3239" y="107918"/>
                        <a:pt x="476" y="100489"/>
                        <a:pt x="0" y="92393"/>
                      </a:cubicBezTo>
                      <a:lnTo>
                        <a:pt x="33623" y="92393"/>
                      </a:lnTo>
                      <a:cubicBezTo>
                        <a:pt x="34290" y="97441"/>
                        <a:pt x="36767" y="101727"/>
                        <a:pt x="41148" y="105061"/>
                      </a:cubicBezTo>
                      <a:cubicBezTo>
                        <a:pt x="45529" y="108395"/>
                        <a:pt x="50959" y="110014"/>
                        <a:pt x="57436" y="110014"/>
                      </a:cubicBezTo>
                      <a:cubicBezTo>
                        <a:pt x="63913" y="110014"/>
                        <a:pt x="68771" y="108776"/>
                        <a:pt x="72295" y="106204"/>
                      </a:cubicBezTo>
                      <a:cubicBezTo>
                        <a:pt x="75819" y="103632"/>
                        <a:pt x="77629" y="100394"/>
                        <a:pt x="77629" y="96393"/>
                      </a:cubicBezTo>
                      <a:cubicBezTo>
                        <a:pt x="77629" y="92107"/>
                        <a:pt x="75438" y="88868"/>
                        <a:pt x="71056" y="86773"/>
                      </a:cubicBezTo>
                      <a:cubicBezTo>
                        <a:pt x="66675" y="84582"/>
                        <a:pt x="59722" y="82296"/>
                        <a:pt x="50197" y="79724"/>
                      </a:cubicBezTo>
                      <a:cubicBezTo>
                        <a:pt x="40386" y="77343"/>
                        <a:pt x="32290" y="74867"/>
                        <a:pt x="26003" y="72390"/>
                      </a:cubicBezTo>
                      <a:cubicBezTo>
                        <a:pt x="19717" y="69818"/>
                        <a:pt x="14383" y="66008"/>
                        <a:pt x="9811" y="60674"/>
                      </a:cubicBezTo>
                      <a:cubicBezTo>
                        <a:pt x="5239" y="55435"/>
                        <a:pt x="3048" y="48387"/>
                        <a:pt x="3048" y="39529"/>
                      </a:cubicBezTo>
                      <a:cubicBezTo>
                        <a:pt x="3048" y="32195"/>
                        <a:pt x="5144" y="25527"/>
                        <a:pt x="9335" y="19526"/>
                      </a:cubicBezTo>
                      <a:cubicBezTo>
                        <a:pt x="13525" y="13526"/>
                        <a:pt x="19622" y="8763"/>
                        <a:pt x="27432" y="5239"/>
                      </a:cubicBezTo>
                      <a:cubicBezTo>
                        <a:pt x="35243" y="1715"/>
                        <a:pt x="44577" y="0"/>
                        <a:pt x="55150" y="0"/>
                      </a:cubicBezTo>
                      <a:cubicBezTo>
                        <a:pt x="70866" y="0"/>
                        <a:pt x="83439" y="3905"/>
                        <a:pt x="92774" y="11811"/>
                      </a:cubicBezTo>
                      <a:cubicBezTo>
                        <a:pt x="102108" y="19622"/>
                        <a:pt x="107347" y="30290"/>
                        <a:pt x="108204" y="43625"/>
                      </a:cubicBezTo>
                      <a:lnTo>
                        <a:pt x="76295" y="43625"/>
                      </a:lnTo>
                      <a:cubicBezTo>
                        <a:pt x="75819" y="38386"/>
                        <a:pt x="73628" y="34195"/>
                        <a:pt x="69723" y="31147"/>
                      </a:cubicBezTo>
                      <a:cubicBezTo>
                        <a:pt x="65818" y="28003"/>
                        <a:pt x="60674" y="26479"/>
                        <a:pt x="54102" y="26479"/>
                      </a:cubicBezTo>
                      <a:cubicBezTo>
                        <a:pt x="48101" y="26479"/>
                        <a:pt x="43434" y="27623"/>
                        <a:pt x="40196" y="29813"/>
                      </a:cubicBezTo>
                      <a:cubicBezTo>
                        <a:pt x="36957" y="32004"/>
                        <a:pt x="35338" y="35147"/>
                        <a:pt x="35338" y="39148"/>
                      </a:cubicBezTo>
                      <a:cubicBezTo>
                        <a:pt x="35338" y="43625"/>
                        <a:pt x="37529" y="46958"/>
                        <a:pt x="42005" y="49244"/>
                      </a:cubicBezTo>
                      <a:cubicBezTo>
                        <a:pt x="46482" y="51530"/>
                        <a:pt x="53340" y="53912"/>
                        <a:pt x="62770" y="56293"/>
                      </a:cubicBezTo>
                      <a:cubicBezTo>
                        <a:pt x="72295" y="58674"/>
                        <a:pt x="80105" y="61151"/>
                        <a:pt x="86297" y="63627"/>
                      </a:cubicBezTo>
                      <a:cubicBezTo>
                        <a:pt x="92488" y="66103"/>
                        <a:pt x="97822" y="70104"/>
                        <a:pt x="102394" y="75438"/>
                      </a:cubicBezTo>
                      <a:cubicBezTo>
                        <a:pt x="106871" y="80772"/>
                        <a:pt x="109252" y="87821"/>
                        <a:pt x="109442" y="96488"/>
                      </a:cubicBezTo>
                      <a:cubicBezTo>
                        <a:pt x="109442" y="104108"/>
                        <a:pt x="107347" y="110966"/>
                        <a:pt x="103156" y="116967"/>
                      </a:cubicBezTo>
                      <a:cubicBezTo>
                        <a:pt x="98965" y="122968"/>
                        <a:pt x="92869" y="127730"/>
                        <a:pt x="85058" y="131159"/>
                      </a:cubicBezTo>
                      <a:cubicBezTo>
                        <a:pt x="77248" y="134588"/>
                        <a:pt x="68008" y="136303"/>
                        <a:pt x="57531" y="136303"/>
                      </a:cubicBezTo>
                      <a:cubicBezTo>
                        <a:pt x="47054" y="136303"/>
                        <a:pt x="37052" y="134398"/>
                        <a:pt x="28480" y="130493"/>
                      </a:cubicBezTo>
                      <a:close/>
                    </a:path>
                  </a:pathLst>
                </a:custGeom>
                <a:solidFill>
                  <a:schemeClr val="accent5"/>
                </a:solidFill>
                <a:ln w="9525" cap="flat">
                  <a:noFill/>
                  <a:prstDash val="solid"/>
                  <a:miter/>
                </a:ln>
              </p:spPr>
              <p:txBody>
                <a:bodyPr rtlCol="0" anchor="ctr"/>
                <a:lstStyle/>
                <a:p>
                  <a:endParaRPr lang="fi-FI" sz="3200"/>
                </a:p>
              </p:txBody>
            </p:sp>
          </p:grpSp>
          <p:grpSp>
            <p:nvGrpSpPr>
              <p:cNvPr id="574" name="Ryhmä 573">
                <a:extLst>
                  <a:ext uri="{FF2B5EF4-FFF2-40B4-BE49-F238E27FC236}">
                    <a16:creationId xmlns:a16="http://schemas.microsoft.com/office/drawing/2014/main" id="{987B9EA4-237A-789F-68AC-1F44F92293F4}"/>
                  </a:ext>
                  <a:ext uri="{C183D7F6-B498-43B3-948B-1728B52AA6E4}">
                    <adec:decorative xmlns:adec="http://schemas.microsoft.com/office/drawing/2017/decorative" val="1"/>
                  </a:ext>
                </a:extLst>
              </p:cNvPr>
              <p:cNvGrpSpPr/>
              <p:nvPr userDrawn="1"/>
            </p:nvGrpSpPr>
            <p:grpSpPr>
              <a:xfrm>
                <a:off x="7905375" y="3242490"/>
                <a:ext cx="838333" cy="264348"/>
                <a:chOff x="3870864" y="2288762"/>
                <a:chExt cx="1396459" cy="440340"/>
              </a:xfrm>
              <a:solidFill>
                <a:schemeClr val="bg1"/>
              </a:solidFill>
            </p:grpSpPr>
            <p:sp>
              <p:nvSpPr>
                <p:cNvPr id="555" name="Vapaamuotoinen: Muoto 554">
                  <a:extLst>
                    <a:ext uri="{FF2B5EF4-FFF2-40B4-BE49-F238E27FC236}">
                      <a16:creationId xmlns:a16="http://schemas.microsoft.com/office/drawing/2014/main" id="{C7140D54-6488-480B-138E-ECD82F5C19B3}"/>
                    </a:ext>
                  </a:extLst>
                </p:cNvPr>
                <p:cNvSpPr/>
                <p:nvPr/>
              </p:nvSpPr>
              <p:spPr>
                <a:xfrm>
                  <a:off x="3877150" y="2312288"/>
                  <a:ext cx="146780" cy="167163"/>
                </a:xfrm>
                <a:custGeom>
                  <a:avLst/>
                  <a:gdLst>
                    <a:gd name="connsiteX0" fmla="*/ 96965 w 146780"/>
                    <a:gd name="connsiteY0" fmla="*/ 167164 h 167163"/>
                    <a:gd name="connsiteX1" fmla="*/ 40767 w 146780"/>
                    <a:gd name="connsiteY1" fmla="*/ 93345 h 167163"/>
                    <a:gd name="connsiteX2" fmla="*/ 40767 w 146780"/>
                    <a:gd name="connsiteY2" fmla="*/ 167164 h 167163"/>
                    <a:gd name="connsiteX3" fmla="*/ 0 w 146780"/>
                    <a:gd name="connsiteY3" fmla="*/ 167164 h 167163"/>
                    <a:gd name="connsiteX4" fmla="*/ 0 w 146780"/>
                    <a:gd name="connsiteY4" fmla="*/ 0 h 167163"/>
                    <a:gd name="connsiteX5" fmla="*/ 40767 w 146780"/>
                    <a:gd name="connsiteY5" fmla="*/ 0 h 167163"/>
                    <a:gd name="connsiteX6" fmla="*/ 40767 w 146780"/>
                    <a:gd name="connsiteY6" fmla="*/ 73343 h 167163"/>
                    <a:gd name="connsiteX7" fmla="*/ 96488 w 146780"/>
                    <a:gd name="connsiteY7" fmla="*/ 0 h 167163"/>
                    <a:gd name="connsiteX8" fmla="*/ 144399 w 146780"/>
                    <a:gd name="connsiteY8" fmla="*/ 0 h 167163"/>
                    <a:gd name="connsiteX9" fmla="*/ 79629 w 146780"/>
                    <a:gd name="connsiteY9" fmla="*/ 81915 h 167163"/>
                    <a:gd name="connsiteX10" fmla="*/ 146780 w 146780"/>
                    <a:gd name="connsiteY10" fmla="*/ 167164 h 167163"/>
                    <a:gd name="connsiteX11" fmla="*/ 96965 w 146780"/>
                    <a:gd name="connsiteY11" fmla="*/ 167164 h 16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6780" h="167163">
                      <a:moveTo>
                        <a:pt x="96965" y="167164"/>
                      </a:moveTo>
                      <a:lnTo>
                        <a:pt x="40767" y="93345"/>
                      </a:lnTo>
                      <a:lnTo>
                        <a:pt x="40767" y="167164"/>
                      </a:lnTo>
                      <a:lnTo>
                        <a:pt x="0" y="167164"/>
                      </a:lnTo>
                      <a:lnTo>
                        <a:pt x="0" y="0"/>
                      </a:lnTo>
                      <a:lnTo>
                        <a:pt x="40767" y="0"/>
                      </a:lnTo>
                      <a:lnTo>
                        <a:pt x="40767" y="73343"/>
                      </a:lnTo>
                      <a:lnTo>
                        <a:pt x="96488" y="0"/>
                      </a:lnTo>
                      <a:lnTo>
                        <a:pt x="144399" y="0"/>
                      </a:lnTo>
                      <a:lnTo>
                        <a:pt x="79629" y="81915"/>
                      </a:lnTo>
                      <a:lnTo>
                        <a:pt x="146780" y="167164"/>
                      </a:lnTo>
                      <a:lnTo>
                        <a:pt x="96965" y="167164"/>
                      </a:lnTo>
                      <a:close/>
                    </a:path>
                  </a:pathLst>
                </a:custGeom>
                <a:solidFill>
                  <a:schemeClr val="bg1"/>
                </a:solidFill>
                <a:ln w="9525" cap="flat">
                  <a:noFill/>
                  <a:prstDash val="solid"/>
                  <a:miter/>
                </a:ln>
              </p:spPr>
              <p:txBody>
                <a:bodyPr rtlCol="0" anchor="ctr"/>
                <a:lstStyle/>
                <a:p>
                  <a:endParaRPr lang="fi-FI" sz="3200"/>
                </a:p>
              </p:txBody>
            </p:sp>
            <p:sp>
              <p:nvSpPr>
                <p:cNvPr id="556" name="Vapaamuotoinen: Muoto 555">
                  <a:extLst>
                    <a:ext uri="{FF2B5EF4-FFF2-40B4-BE49-F238E27FC236}">
                      <a16:creationId xmlns:a16="http://schemas.microsoft.com/office/drawing/2014/main" id="{FF2574A7-FB08-540F-52BF-A342A089A16E}"/>
                    </a:ext>
                  </a:extLst>
                </p:cNvPr>
                <p:cNvSpPr/>
                <p:nvPr/>
              </p:nvSpPr>
              <p:spPr>
                <a:xfrm>
                  <a:off x="4034980" y="2344673"/>
                  <a:ext cx="140207" cy="136683"/>
                </a:xfrm>
                <a:custGeom>
                  <a:avLst/>
                  <a:gdLst>
                    <a:gd name="connsiteX0" fmla="*/ 7810 w 140207"/>
                    <a:gd name="connsiteY0" fmla="*/ 32195 h 136683"/>
                    <a:gd name="connsiteX1" fmla="*/ 28861 w 140207"/>
                    <a:gd name="connsiteY1" fmla="*/ 8382 h 136683"/>
                    <a:gd name="connsiteX2" fmla="*/ 58579 w 140207"/>
                    <a:gd name="connsiteY2" fmla="*/ 0 h 136683"/>
                    <a:gd name="connsiteX3" fmla="*/ 83249 w 140207"/>
                    <a:gd name="connsiteY3" fmla="*/ 5715 h 136683"/>
                    <a:gd name="connsiteX4" fmla="*/ 99536 w 140207"/>
                    <a:gd name="connsiteY4" fmla="*/ 20669 h 136683"/>
                    <a:gd name="connsiteX5" fmla="*/ 99536 w 140207"/>
                    <a:gd name="connsiteY5" fmla="*/ 1905 h 136683"/>
                    <a:gd name="connsiteX6" fmla="*/ 140208 w 140207"/>
                    <a:gd name="connsiteY6" fmla="*/ 1905 h 136683"/>
                    <a:gd name="connsiteX7" fmla="*/ 140208 w 140207"/>
                    <a:gd name="connsiteY7" fmla="*/ 134779 h 136683"/>
                    <a:gd name="connsiteX8" fmla="*/ 99536 w 140207"/>
                    <a:gd name="connsiteY8" fmla="*/ 134779 h 136683"/>
                    <a:gd name="connsiteX9" fmla="*/ 99536 w 140207"/>
                    <a:gd name="connsiteY9" fmla="*/ 115919 h 136683"/>
                    <a:gd name="connsiteX10" fmla="*/ 82963 w 140207"/>
                    <a:gd name="connsiteY10" fmla="*/ 130969 h 136683"/>
                    <a:gd name="connsiteX11" fmla="*/ 58293 w 140207"/>
                    <a:gd name="connsiteY11" fmla="*/ 136684 h 136683"/>
                    <a:gd name="connsiteX12" fmla="*/ 28765 w 140207"/>
                    <a:gd name="connsiteY12" fmla="*/ 128207 h 136683"/>
                    <a:gd name="connsiteX13" fmla="*/ 7715 w 140207"/>
                    <a:gd name="connsiteY13" fmla="*/ 104108 h 136683"/>
                    <a:gd name="connsiteX14" fmla="*/ 0 w 140207"/>
                    <a:gd name="connsiteY14" fmla="*/ 68009 h 136683"/>
                    <a:gd name="connsiteX15" fmla="*/ 7715 w 140207"/>
                    <a:gd name="connsiteY15" fmla="*/ 32004 h 136683"/>
                    <a:gd name="connsiteX16" fmla="*/ 91154 w 140207"/>
                    <a:gd name="connsiteY16" fmla="*/ 44387 h 136683"/>
                    <a:gd name="connsiteX17" fmla="*/ 70580 w 140207"/>
                    <a:gd name="connsiteY17" fmla="*/ 35623 h 136683"/>
                    <a:gd name="connsiteX18" fmla="*/ 50006 w 140207"/>
                    <a:gd name="connsiteY18" fmla="*/ 44291 h 136683"/>
                    <a:gd name="connsiteX19" fmla="*/ 41529 w 140207"/>
                    <a:gd name="connsiteY19" fmla="*/ 68199 h 136683"/>
                    <a:gd name="connsiteX20" fmla="*/ 50006 w 140207"/>
                    <a:gd name="connsiteY20" fmla="*/ 92393 h 136683"/>
                    <a:gd name="connsiteX21" fmla="*/ 70580 w 140207"/>
                    <a:gd name="connsiteY21" fmla="*/ 101346 h 136683"/>
                    <a:gd name="connsiteX22" fmla="*/ 91154 w 140207"/>
                    <a:gd name="connsiteY22" fmla="*/ 92583 h 136683"/>
                    <a:gd name="connsiteX23" fmla="*/ 99631 w 140207"/>
                    <a:gd name="connsiteY23" fmla="*/ 68485 h 136683"/>
                    <a:gd name="connsiteX24" fmla="*/ 91154 w 140207"/>
                    <a:gd name="connsiteY24" fmla="*/ 44482 h 136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7" h="136683">
                      <a:moveTo>
                        <a:pt x="7810" y="32195"/>
                      </a:moveTo>
                      <a:cubicBezTo>
                        <a:pt x="12954" y="21908"/>
                        <a:pt x="20002" y="13907"/>
                        <a:pt x="28861" y="8382"/>
                      </a:cubicBezTo>
                      <a:cubicBezTo>
                        <a:pt x="37719" y="2858"/>
                        <a:pt x="47625" y="0"/>
                        <a:pt x="58579" y="0"/>
                      </a:cubicBezTo>
                      <a:cubicBezTo>
                        <a:pt x="67913" y="0"/>
                        <a:pt x="76200" y="1905"/>
                        <a:pt x="83249" y="5715"/>
                      </a:cubicBezTo>
                      <a:cubicBezTo>
                        <a:pt x="90297" y="9525"/>
                        <a:pt x="95726" y="14478"/>
                        <a:pt x="99536" y="20669"/>
                      </a:cubicBezTo>
                      <a:lnTo>
                        <a:pt x="99536" y="1905"/>
                      </a:lnTo>
                      <a:lnTo>
                        <a:pt x="140208" y="1905"/>
                      </a:lnTo>
                      <a:lnTo>
                        <a:pt x="140208" y="134779"/>
                      </a:lnTo>
                      <a:lnTo>
                        <a:pt x="99536" y="134779"/>
                      </a:lnTo>
                      <a:lnTo>
                        <a:pt x="99536" y="115919"/>
                      </a:lnTo>
                      <a:cubicBezTo>
                        <a:pt x="95536" y="122111"/>
                        <a:pt x="90011" y="127159"/>
                        <a:pt x="82963" y="130969"/>
                      </a:cubicBezTo>
                      <a:cubicBezTo>
                        <a:pt x="75914" y="134779"/>
                        <a:pt x="67723" y="136684"/>
                        <a:pt x="58293" y="136684"/>
                      </a:cubicBezTo>
                      <a:cubicBezTo>
                        <a:pt x="47530" y="136684"/>
                        <a:pt x="37624" y="133826"/>
                        <a:pt x="28765" y="128207"/>
                      </a:cubicBezTo>
                      <a:cubicBezTo>
                        <a:pt x="19907" y="122587"/>
                        <a:pt x="12859" y="114586"/>
                        <a:pt x="7715" y="104108"/>
                      </a:cubicBezTo>
                      <a:cubicBezTo>
                        <a:pt x="2572" y="93726"/>
                        <a:pt x="0" y="81725"/>
                        <a:pt x="0" y="68009"/>
                      </a:cubicBezTo>
                      <a:cubicBezTo>
                        <a:pt x="0" y="54293"/>
                        <a:pt x="2572" y="42386"/>
                        <a:pt x="7715" y="32004"/>
                      </a:cubicBezTo>
                      <a:close/>
                      <a:moveTo>
                        <a:pt x="91154" y="44387"/>
                      </a:moveTo>
                      <a:cubicBezTo>
                        <a:pt x="85534" y="38481"/>
                        <a:pt x="78676" y="35623"/>
                        <a:pt x="70580" y="35623"/>
                      </a:cubicBezTo>
                      <a:cubicBezTo>
                        <a:pt x="62484" y="35623"/>
                        <a:pt x="55626" y="38481"/>
                        <a:pt x="50006" y="44291"/>
                      </a:cubicBezTo>
                      <a:cubicBezTo>
                        <a:pt x="44387" y="50102"/>
                        <a:pt x="41529" y="58103"/>
                        <a:pt x="41529" y="68199"/>
                      </a:cubicBezTo>
                      <a:cubicBezTo>
                        <a:pt x="41529" y="78296"/>
                        <a:pt x="44387" y="86392"/>
                        <a:pt x="50006" y="92393"/>
                      </a:cubicBezTo>
                      <a:cubicBezTo>
                        <a:pt x="55626" y="98298"/>
                        <a:pt x="62484" y="101346"/>
                        <a:pt x="70580" y="101346"/>
                      </a:cubicBezTo>
                      <a:cubicBezTo>
                        <a:pt x="78676" y="101346"/>
                        <a:pt x="85534" y="98393"/>
                        <a:pt x="91154" y="92583"/>
                      </a:cubicBezTo>
                      <a:cubicBezTo>
                        <a:pt x="96774" y="86678"/>
                        <a:pt x="99631" y="78677"/>
                        <a:pt x="99631" y="68485"/>
                      </a:cubicBezTo>
                      <a:cubicBezTo>
                        <a:pt x="99631" y="58293"/>
                        <a:pt x="96774" y="50292"/>
                        <a:pt x="91154" y="44482"/>
                      </a:cubicBezTo>
                      <a:close/>
                    </a:path>
                  </a:pathLst>
                </a:custGeom>
                <a:solidFill>
                  <a:schemeClr val="bg1"/>
                </a:solidFill>
                <a:ln w="9525" cap="flat">
                  <a:noFill/>
                  <a:prstDash val="solid"/>
                  <a:miter/>
                </a:ln>
              </p:spPr>
              <p:txBody>
                <a:bodyPr rtlCol="0" anchor="ctr"/>
                <a:lstStyle/>
                <a:p>
                  <a:endParaRPr lang="fi-FI" sz="3200"/>
                </a:p>
              </p:txBody>
            </p:sp>
            <p:sp>
              <p:nvSpPr>
                <p:cNvPr id="557" name="Vapaamuotoinen: Muoto 556">
                  <a:extLst>
                    <a:ext uri="{FF2B5EF4-FFF2-40B4-BE49-F238E27FC236}">
                      <a16:creationId xmlns:a16="http://schemas.microsoft.com/office/drawing/2014/main" id="{D9490D39-FA50-CD6D-7BD8-73357B7CF65A}"/>
                    </a:ext>
                  </a:extLst>
                </p:cNvPr>
                <p:cNvSpPr/>
                <p:nvPr/>
              </p:nvSpPr>
              <p:spPr>
                <a:xfrm>
                  <a:off x="4203572" y="2346579"/>
                  <a:ext cx="132397" cy="134302"/>
                </a:xfrm>
                <a:custGeom>
                  <a:avLst/>
                  <a:gdLst>
                    <a:gd name="connsiteX0" fmla="*/ 132398 w 132397"/>
                    <a:gd name="connsiteY0" fmla="*/ 0 h 134302"/>
                    <a:gd name="connsiteX1" fmla="*/ 132398 w 132397"/>
                    <a:gd name="connsiteY1" fmla="*/ 132874 h 134302"/>
                    <a:gd name="connsiteX2" fmla="*/ 91630 w 132397"/>
                    <a:gd name="connsiteY2" fmla="*/ 132874 h 134302"/>
                    <a:gd name="connsiteX3" fmla="*/ 91630 w 132397"/>
                    <a:gd name="connsiteY3" fmla="*/ 114776 h 134302"/>
                    <a:gd name="connsiteX4" fmla="*/ 74867 w 132397"/>
                    <a:gd name="connsiteY4" fmla="*/ 128968 h 134302"/>
                    <a:gd name="connsiteX5" fmla="*/ 51435 w 132397"/>
                    <a:gd name="connsiteY5" fmla="*/ 134302 h 134302"/>
                    <a:gd name="connsiteX6" fmla="*/ 24575 w 132397"/>
                    <a:gd name="connsiteY6" fmla="*/ 127540 h 134302"/>
                    <a:gd name="connsiteX7" fmla="*/ 6477 w 132397"/>
                    <a:gd name="connsiteY7" fmla="*/ 107918 h 134302"/>
                    <a:gd name="connsiteX8" fmla="*/ 0 w 132397"/>
                    <a:gd name="connsiteY8" fmla="*/ 77724 h 134302"/>
                    <a:gd name="connsiteX9" fmla="*/ 0 w 132397"/>
                    <a:gd name="connsiteY9" fmla="*/ 0 h 134302"/>
                    <a:gd name="connsiteX10" fmla="*/ 40481 w 132397"/>
                    <a:gd name="connsiteY10" fmla="*/ 0 h 134302"/>
                    <a:gd name="connsiteX11" fmla="*/ 40481 w 132397"/>
                    <a:gd name="connsiteY11" fmla="*/ 72199 h 134302"/>
                    <a:gd name="connsiteX12" fmla="*/ 47434 w 132397"/>
                    <a:gd name="connsiteY12" fmla="*/ 92869 h 134302"/>
                    <a:gd name="connsiteX13" fmla="*/ 66008 w 132397"/>
                    <a:gd name="connsiteY13" fmla="*/ 100298 h 134302"/>
                    <a:gd name="connsiteX14" fmla="*/ 84773 w 132397"/>
                    <a:gd name="connsiteY14" fmla="*/ 92869 h 134302"/>
                    <a:gd name="connsiteX15" fmla="*/ 91630 w 132397"/>
                    <a:gd name="connsiteY15" fmla="*/ 72199 h 134302"/>
                    <a:gd name="connsiteX16" fmla="*/ 91630 w 132397"/>
                    <a:gd name="connsiteY16" fmla="*/ 0 h 134302"/>
                    <a:gd name="connsiteX17" fmla="*/ 132398 w 132397"/>
                    <a:gd name="connsiteY17" fmla="*/ 0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2397" h="134302">
                      <a:moveTo>
                        <a:pt x="132398" y="0"/>
                      </a:moveTo>
                      <a:lnTo>
                        <a:pt x="132398" y="132874"/>
                      </a:lnTo>
                      <a:lnTo>
                        <a:pt x="91630" y="132874"/>
                      </a:lnTo>
                      <a:lnTo>
                        <a:pt x="91630" y="114776"/>
                      </a:lnTo>
                      <a:cubicBezTo>
                        <a:pt x="87535" y="120682"/>
                        <a:pt x="81915" y="125349"/>
                        <a:pt x="74867" y="128968"/>
                      </a:cubicBezTo>
                      <a:cubicBezTo>
                        <a:pt x="67818" y="132588"/>
                        <a:pt x="60007" y="134302"/>
                        <a:pt x="51435" y="134302"/>
                      </a:cubicBezTo>
                      <a:cubicBezTo>
                        <a:pt x="41243" y="134302"/>
                        <a:pt x="32290" y="132017"/>
                        <a:pt x="24575" y="127540"/>
                      </a:cubicBezTo>
                      <a:cubicBezTo>
                        <a:pt x="16764" y="122968"/>
                        <a:pt x="10763" y="116491"/>
                        <a:pt x="6477" y="107918"/>
                      </a:cubicBezTo>
                      <a:cubicBezTo>
                        <a:pt x="2191" y="99346"/>
                        <a:pt x="0" y="89249"/>
                        <a:pt x="0" y="77724"/>
                      </a:cubicBezTo>
                      <a:lnTo>
                        <a:pt x="0" y="0"/>
                      </a:lnTo>
                      <a:lnTo>
                        <a:pt x="40481" y="0"/>
                      </a:lnTo>
                      <a:lnTo>
                        <a:pt x="40481" y="72199"/>
                      </a:lnTo>
                      <a:cubicBezTo>
                        <a:pt x="40481" y="81058"/>
                        <a:pt x="42767" y="88011"/>
                        <a:pt x="47434" y="92869"/>
                      </a:cubicBezTo>
                      <a:cubicBezTo>
                        <a:pt x="52102" y="97727"/>
                        <a:pt x="58198" y="100298"/>
                        <a:pt x="66008" y="100298"/>
                      </a:cubicBezTo>
                      <a:cubicBezTo>
                        <a:pt x="73819" y="100298"/>
                        <a:pt x="80201" y="97822"/>
                        <a:pt x="84773" y="92869"/>
                      </a:cubicBezTo>
                      <a:cubicBezTo>
                        <a:pt x="89345" y="87916"/>
                        <a:pt x="91630" y="81058"/>
                        <a:pt x="91630" y="72199"/>
                      </a:cubicBezTo>
                      <a:lnTo>
                        <a:pt x="91630" y="0"/>
                      </a:lnTo>
                      <a:lnTo>
                        <a:pt x="132398" y="0"/>
                      </a:lnTo>
                      <a:close/>
                    </a:path>
                  </a:pathLst>
                </a:custGeom>
                <a:solidFill>
                  <a:schemeClr val="bg1"/>
                </a:solidFill>
                <a:ln w="9525" cap="flat">
                  <a:noFill/>
                  <a:prstDash val="solid"/>
                  <a:miter/>
                </a:ln>
              </p:spPr>
              <p:txBody>
                <a:bodyPr rtlCol="0" anchor="ctr"/>
                <a:lstStyle/>
                <a:p>
                  <a:endParaRPr lang="fi-FI" sz="3200"/>
                </a:p>
              </p:txBody>
            </p:sp>
            <p:sp>
              <p:nvSpPr>
                <p:cNvPr id="558" name="Vapaamuotoinen: Muoto 557">
                  <a:extLst>
                    <a:ext uri="{FF2B5EF4-FFF2-40B4-BE49-F238E27FC236}">
                      <a16:creationId xmlns:a16="http://schemas.microsoft.com/office/drawing/2014/main" id="{6071ECE2-4125-58FD-5B2B-372DEC95F203}"/>
                    </a:ext>
                  </a:extLst>
                </p:cNvPr>
                <p:cNvSpPr/>
                <p:nvPr/>
              </p:nvSpPr>
              <p:spPr>
                <a:xfrm>
                  <a:off x="4365306" y="2345150"/>
                  <a:ext cx="132111" cy="134302"/>
                </a:xfrm>
                <a:custGeom>
                  <a:avLst/>
                  <a:gdLst>
                    <a:gd name="connsiteX0" fmla="*/ 118205 w 132111"/>
                    <a:gd name="connsiteY0" fmla="*/ 15145 h 134302"/>
                    <a:gd name="connsiteX1" fmla="*/ 132112 w 132111"/>
                    <a:gd name="connsiteY1" fmla="*/ 56674 h 134302"/>
                    <a:gd name="connsiteX2" fmla="*/ 132112 w 132111"/>
                    <a:gd name="connsiteY2" fmla="*/ 134303 h 134302"/>
                    <a:gd name="connsiteX3" fmla="*/ 91630 w 132111"/>
                    <a:gd name="connsiteY3" fmla="*/ 134303 h 134302"/>
                    <a:gd name="connsiteX4" fmla="*/ 91630 w 132111"/>
                    <a:gd name="connsiteY4" fmla="*/ 62103 h 134302"/>
                    <a:gd name="connsiteX5" fmla="*/ 84773 w 132111"/>
                    <a:gd name="connsiteY5" fmla="*/ 41434 h 134302"/>
                    <a:gd name="connsiteX6" fmla="*/ 66199 w 132111"/>
                    <a:gd name="connsiteY6" fmla="*/ 34004 h 134302"/>
                    <a:gd name="connsiteX7" fmla="*/ 47625 w 132111"/>
                    <a:gd name="connsiteY7" fmla="*/ 41434 h 134302"/>
                    <a:gd name="connsiteX8" fmla="*/ 40767 w 132111"/>
                    <a:gd name="connsiteY8" fmla="*/ 62103 h 134302"/>
                    <a:gd name="connsiteX9" fmla="*/ 40767 w 132111"/>
                    <a:gd name="connsiteY9" fmla="*/ 134303 h 134302"/>
                    <a:gd name="connsiteX10" fmla="*/ 0 w 132111"/>
                    <a:gd name="connsiteY10" fmla="*/ 134303 h 134302"/>
                    <a:gd name="connsiteX11" fmla="*/ 0 w 132111"/>
                    <a:gd name="connsiteY11" fmla="*/ 1429 h 134302"/>
                    <a:gd name="connsiteX12" fmla="*/ 40767 w 132111"/>
                    <a:gd name="connsiteY12" fmla="*/ 1429 h 134302"/>
                    <a:gd name="connsiteX13" fmla="*/ 40767 w 132111"/>
                    <a:gd name="connsiteY13" fmla="*/ 19050 h 134302"/>
                    <a:gd name="connsiteX14" fmla="*/ 57436 w 132111"/>
                    <a:gd name="connsiteY14" fmla="*/ 5143 h 134302"/>
                    <a:gd name="connsiteX15" fmla="*/ 80963 w 132111"/>
                    <a:gd name="connsiteY15" fmla="*/ 0 h 134302"/>
                    <a:gd name="connsiteX16" fmla="*/ 118205 w 132111"/>
                    <a:gd name="connsiteY16" fmla="*/ 15145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34302">
                      <a:moveTo>
                        <a:pt x="118205" y="15145"/>
                      </a:moveTo>
                      <a:cubicBezTo>
                        <a:pt x="127445" y="25241"/>
                        <a:pt x="132112" y="39053"/>
                        <a:pt x="132112" y="56674"/>
                      </a:cubicBezTo>
                      <a:lnTo>
                        <a:pt x="132112" y="134303"/>
                      </a:lnTo>
                      <a:lnTo>
                        <a:pt x="91630" y="134303"/>
                      </a:lnTo>
                      <a:lnTo>
                        <a:pt x="91630" y="62103"/>
                      </a:lnTo>
                      <a:cubicBezTo>
                        <a:pt x="91630" y="53245"/>
                        <a:pt x="89345" y="46291"/>
                        <a:pt x="84773" y="41434"/>
                      </a:cubicBezTo>
                      <a:cubicBezTo>
                        <a:pt x="80201" y="36576"/>
                        <a:pt x="74009" y="34004"/>
                        <a:pt x="66199" y="34004"/>
                      </a:cubicBezTo>
                      <a:cubicBezTo>
                        <a:pt x="58388" y="34004"/>
                        <a:pt x="52197" y="36481"/>
                        <a:pt x="47625" y="41434"/>
                      </a:cubicBezTo>
                      <a:cubicBezTo>
                        <a:pt x="43053" y="46387"/>
                        <a:pt x="40767" y="53245"/>
                        <a:pt x="40767" y="62103"/>
                      </a:cubicBezTo>
                      <a:lnTo>
                        <a:pt x="40767" y="134303"/>
                      </a:lnTo>
                      <a:lnTo>
                        <a:pt x="0" y="134303"/>
                      </a:lnTo>
                      <a:lnTo>
                        <a:pt x="0" y="1429"/>
                      </a:lnTo>
                      <a:lnTo>
                        <a:pt x="40767" y="1429"/>
                      </a:lnTo>
                      <a:lnTo>
                        <a:pt x="40767" y="19050"/>
                      </a:lnTo>
                      <a:cubicBezTo>
                        <a:pt x="44863" y="13145"/>
                        <a:pt x="50482" y="8572"/>
                        <a:pt x="57436" y="5143"/>
                      </a:cubicBezTo>
                      <a:cubicBezTo>
                        <a:pt x="64389" y="1714"/>
                        <a:pt x="72295" y="0"/>
                        <a:pt x="80963" y="0"/>
                      </a:cubicBezTo>
                      <a:cubicBezTo>
                        <a:pt x="96488" y="0"/>
                        <a:pt x="108966" y="5048"/>
                        <a:pt x="118205" y="15145"/>
                      </a:cubicBezTo>
                      <a:close/>
                    </a:path>
                  </a:pathLst>
                </a:custGeom>
                <a:solidFill>
                  <a:schemeClr val="bg1"/>
                </a:solidFill>
                <a:ln w="9525" cap="flat">
                  <a:noFill/>
                  <a:prstDash val="solid"/>
                  <a:miter/>
                </a:ln>
              </p:spPr>
              <p:txBody>
                <a:bodyPr rtlCol="0" anchor="ctr"/>
                <a:lstStyle/>
                <a:p>
                  <a:endParaRPr lang="fi-FI" sz="3200"/>
                </a:p>
              </p:txBody>
            </p:sp>
            <p:sp>
              <p:nvSpPr>
                <p:cNvPr id="559" name="Vapaamuotoinen: Muoto 558">
                  <a:extLst>
                    <a:ext uri="{FF2B5EF4-FFF2-40B4-BE49-F238E27FC236}">
                      <a16:creationId xmlns:a16="http://schemas.microsoft.com/office/drawing/2014/main" id="{5B334C7B-AA07-C360-014F-1AB3046CF229}"/>
                    </a:ext>
                  </a:extLst>
                </p:cNvPr>
                <p:cNvSpPr/>
                <p:nvPr/>
              </p:nvSpPr>
              <p:spPr>
                <a:xfrm>
                  <a:off x="4521993" y="2288762"/>
                  <a:ext cx="48291"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335" y="2096"/>
                        <a:pt x="17145" y="0"/>
                        <a:pt x="24289" y="0"/>
                      </a:cubicBezTo>
                      <a:cubicBezTo>
                        <a:pt x="31433" y="0"/>
                        <a:pt x="37052" y="2096"/>
                        <a:pt x="41529" y="6287"/>
                      </a:cubicBezTo>
                      <a:cubicBezTo>
                        <a:pt x="46006" y="10478"/>
                        <a:pt x="48292" y="15812"/>
                        <a:pt x="48292" y="22098"/>
                      </a:cubicBezTo>
                      <a:cubicBezTo>
                        <a:pt x="48292" y="28385"/>
                        <a:pt x="46006" y="33528"/>
                        <a:pt x="41529" y="37719"/>
                      </a:cubicBezTo>
                      <a:cubicBezTo>
                        <a:pt x="36957"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solidFill>
                  <a:schemeClr val="bg1"/>
                </a:solidFill>
                <a:ln w="9525" cap="flat">
                  <a:noFill/>
                  <a:prstDash val="solid"/>
                  <a:miter/>
                </a:ln>
              </p:spPr>
              <p:txBody>
                <a:bodyPr rtlCol="0" anchor="ctr"/>
                <a:lstStyle/>
                <a:p>
                  <a:endParaRPr lang="fi-FI" sz="3200"/>
                </a:p>
              </p:txBody>
            </p:sp>
            <p:sp>
              <p:nvSpPr>
                <p:cNvPr id="560" name="Vapaamuotoinen: Muoto 559">
                  <a:extLst>
                    <a:ext uri="{FF2B5EF4-FFF2-40B4-BE49-F238E27FC236}">
                      <a16:creationId xmlns:a16="http://schemas.microsoft.com/office/drawing/2014/main" id="{DF69CE4B-15E7-5925-DB84-F1D62395061E}"/>
                    </a:ext>
                  </a:extLst>
                </p:cNvPr>
                <p:cNvSpPr/>
                <p:nvPr/>
              </p:nvSpPr>
              <p:spPr>
                <a:xfrm>
                  <a:off x="4587906" y="2344673"/>
                  <a:ext cx="140208" cy="136683"/>
                </a:xfrm>
                <a:custGeom>
                  <a:avLst/>
                  <a:gdLst>
                    <a:gd name="connsiteX0" fmla="*/ 7810 w 140208"/>
                    <a:gd name="connsiteY0" fmla="*/ 32195 h 136683"/>
                    <a:gd name="connsiteX1" fmla="*/ 28861 w 140208"/>
                    <a:gd name="connsiteY1" fmla="*/ 8382 h 136683"/>
                    <a:gd name="connsiteX2" fmla="*/ 58579 w 140208"/>
                    <a:gd name="connsiteY2" fmla="*/ 0 h 136683"/>
                    <a:gd name="connsiteX3" fmla="*/ 83249 w 140208"/>
                    <a:gd name="connsiteY3" fmla="*/ 5715 h 136683"/>
                    <a:gd name="connsiteX4" fmla="*/ 99536 w 140208"/>
                    <a:gd name="connsiteY4" fmla="*/ 20669 h 136683"/>
                    <a:gd name="connsiteX5" fmla="*/ 99536 w 140208"/>
                    <a:gd name="connsiteY5" fmla="*/ 1905 h 136683"/>
                    <a:gd name="connsiteX6" fmla="*/ 140208 w 140208"/>
                    <a:gd name="connsiteY6" fmla="*/ 1905 h 136683"/>
                    <a:gd name="connsiteX7" fmla="*/ 140208 w 140208"/>
                    <a:gd name="connsiteY7" fmla="*/ 134779 h 136683"/>
                    <a:gd name="connsiteX8" fmla="*/ 99536 w 140208"/>
                    <a:gd name="connsiteY8" fmla="*/ 134779 h 136683"/>
                    <a:gd name="connsiteX9" fmla="*/ 99536 w 140208"/>
                    <a:gd name="connsiteY9" fmla="*/ 115919 h 136683"/>
                    <a:gd name="connsiteX10" fmla="*/ 82963 w 140208"/>
                    <a:gd name="connsiteY10" fmla="*/ 130969 h 136683"/>
                    <a:gd name="connsiteX11" fmla="*/ 58293 w 140208"/>
                    <a:gd name="connsiteY11" fmla="*/ 136684 h 136683"/>
                    <a:gd name="connsiteX12" fmla="*/ 28766 w 140208"/>
                    <a:gd name="connsiteY12" fmla="*/ 128207 h 136683"/>
                    <a:gd name="connsiteX13" fmla="*/ 7715 w 140208"/>
                    <a:gd name="connsiteY13" fmla="*/ 104108 h 136683"/>
                    <a:gd name="connsiteX14" fmla="*/ 0 w 140208"/>
                    <a:gd name="connsiteY14" fmla="*/ 68009 h 136683"/>
                    <a:gd name="connsiteX15" fmla="*/ 7715 w 140208"/>
                    <a:gd name="connsiteY15" fmla="*/ 32004 h 136683"/>
                    <a:gd name="connsiteX16" fmla="*/ 91154 w 140208"/>
                    <a:gd name="connsiteY16" fmla="*/ 44387 h 136683"/>
                    <a:gd name="connsiteX17" fmla="*/ 70580 w 140208"/>
                    <a:gd name="connsiteY17" fmla="*/ 35623 h 136683"/>
                    <a:gd name="connsiteX18" fmla="*/ 50006 w 140208"/>
                    <a:gd name="connsiteY18" fmla="*/ 44291 h 136683"/>
                    <a:gd name="connsiteX19" fmla="*/ 41529 w 140208"/>
                    <a:gd name="connsiteY19" fmla="*/ 68199 h 136683"/>
                    <a:gd name="connsiteX20" fmla="*/ 50006 w 140208"/>
                    <a:gd name="connsiteY20" fmla="*/ 92393 h 136683"/>
                    <a:gd name="connsiteX21" fmla="*/ 70580 w 140208"/>
                    <a:gd name="connsiteY21" fmla="*/ 101346 h 136683"/>
                    <a:gd name="connsiteX22" fmla="*/ 91154 w 140208"/>
                    <a:gd name="connsiteY22" fmla="*/ 92583 h 136683"/>
                    <a:gd name="connsiteX23" fmla="*/ 99631 w 140208"/>
                    <a:gd name="connsiteY23" fmla="*/ 68485 h 136683"/>
                    <a:gd name="connsiteX24" fmla="*/ 91154 w 140208"/>
                    <a:gd name="connsiteY24" fmla="*/ 44482 h 136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8" h="136683">
                      <a:moveTo>
                        <a:pt x="7810" y="32195"/>
                      </a:moveTo>
                      <a:cubicBezTo>
                        <a:pt x="12954" y="21908"/>
                        <a:pt x="20002" y="13907"/>
                        <a:pt x="28861" y="8382"/>
                      </a:cubicBezTo>
                      <a:cubicBezTo>
                        <a:pt x="37719" y="2858"/>
                        <a:pt x="47720" y="0"/>
                        <a:pt x="58579" y="0"/>
                      </a:cubicBezTo>
                      <a:cubicBezTo>
                        <a:pt x="67913" y="0"/>
                        <a:pt x="76200" y="1905"/>
                        <a:pt x="83249" y="5715"/>
                      </a:cubicBezTo>
                      <a:cubicBezTo>
                        <a:pt x="90297" y="9525"/>
                        <a:pt x="95726" y="14478"/>
                        <a:pt x="99536" y="20669"/>
                      </a:cubicBezTo>
                      <a:lnTo>
                        <a:pt x="99536" y="1905"/>
                      </a:lnTo>
                      <a:lnTo>
                        <a:pt x="140208" y="1905"/>
                      </a:lnTo>
                      <a:lnTo>
                        <a:pt x="140208" y="134779"/>
                      </a:lnTo>
                      <a:lnTo>
                        <a:pt x="99536" y="134779"/>
                      </a:lnTo>
                      <a:lnTo>
                        <a:pt x="99536" y="115919"/>
                      </a:lnTo>
                      <a:cubicBezTo>
                        <a:pt x="95536" y="122111"/>
                        <a:pt x="90011" y="127159"/>
                        <a:pt x="82963" y="130969"/>
                      </a:cubicBezTo>
                      <a:cubicBezTo>
                        <a:pt x="75914" y="134779"/>
                        <a:pt x="67723" y="136684"/>
                        <a:pt x="58293" y="136684"/>
                      </a:cubicBezTo>
                      <a:cubicBezTo>
                        <a:pt x="47530" y="136684"/>
                        <a:pt x="37624" y="133826"/>
                        <a:pt x="28766" y="128207"/>
                      </a:cubicBezTo>
                      <a:cubicBezTo>
                        <a:pt x="19907" y="122587"/>
                        <a:pt x="12859" y="114586"/>
                        <a:pt x="7715" y="104108"/>
                      </a:cubicBezTo>
                      <a:cubicBezTo>
                        <a:pt x="2572" y="93726"/>
                        <a:pt x="0" y="81725"/>
                        <a:pt x="0" y="68009"/>
                      </a:cubicBezTo>
                      <a:cubicBezTo>
                        <a:pt x="0" y="54293"/>
                        <a:pt x="2572" y="42386"/>
                        <a:pt x="7715" y="32004"/>
                      </a:cubicBezTo>
                      <a:close/>
                      <a:moveTo>
                        <a:pt x="91154" y="44387"/>
                      </a:moveTo>
                      <a:cubicBezTo>
                        <a:pt x="85535" y="38481"/>
                        <a:pt x="78677" y="35623"/>
                        <a:pt x="70580" y="35623"/>
                      </a:cubicBezTo>
                      <a:cubicBezTo>
                        <a:pt x="62484" y="35623"/>
                        <a:pt x="55626" y="38481"/>
                        <a:pt x="50006" y="44291"/>
                      </a:cubicBezTo>
                      <a:cubicBezTo>
                        <a:pt x="44387" y="50102"/>
                        <a:pt x="41529" y="58103"/>
                        <a:pt x="41529" y="68199"/>
                      </a:cubicBezTo>
                      <a:cubicBezTo>
                        <a:pt x="41529" y="78296"/>
                        <a:pt x="44387" y="86392"/>
                        <a:pt x="50006" y="92393"/>
                      </a:cubicBezTo>
                      <a:cubicBezTo>
                        <a:pt x="55626" y="98393"/>
                        <a:pt x="62484" y="101346"/>
                        <a:pt x="70580" y="101346"/>
                      </a:cubicBezTo>
                      <a:cubicBezTo>
                        <a:pt x="78677" y="101346"/>
                        <a:pt x="85535" y="98393"/>
                        <a:pt x="91154" y="92583"/>
                      </a:cubicBezTo>
                      <a:cubicBezTo>
                        <a:pt x="96774" y="86678"/>
                        <a:pt x="99631" y="78677"/>
                        <a:pt x="99631" y="68485"/>
                      </a:cubicBezTo>
                      <a:cubicBezTo>
                        <a:pt x="99631" y="58293"/>
                        <a:pt x="96774" y="50292"/>
                        <a:pt x="91154" y="44482"/>
                      </a:cubicBezTo>
                      <a:close/>
                    </a:path>
                  </a:pathLst>
                </a:custGeom>
                <a:solidFill>
                  <a:schemeClr val="bg1"/>
                </a:solidFill>
                <a:ln w="9525" cap="flat">
                  <a:noFill/>
                  <a:prstDash val="solid"/>
                  <a:miter/>
                </a:ln>
              </p:spPr>
              <p:txBody>
                <a:bodyPr rtlCol="0" anchor="ctr"/>
                <a:lstStyle/>
                <a:p>
                  <a:endParaRPr lang="fi-FI" sz="3200"/>
                </a:p>
              </p:txBody>
            </p:sp>
            <p:sp>
              <p:nvSpPr>
                <p:cNvPr id="561" name="Vapaamuotoinen: Muoto 560">
                  <a:extLst>
                    <a:ext uri="{FF2B5EF4-FFF2-40B4-BE49-F238E27FC236}">
                      <a16:creationId xmlns:a16="http://schemas.microsoft.com/office/drawing/2014/main" id="{C5046A60-1732-5AEB-87CA-490626AE2815}"/>
                    </a:ext>
                  </a:extLst>
                </p:cNvPr>
                <p:cNvSpPr/>
                <p:nvPr/>
              </p:nvSpPr>
              <p:spPr>
                <a:xfrm>
                  <a:off x="4753926" y="2288762"/>
                  <a:ext cx="48291"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335" y="2096"/>
                        <a:pt x="17145" y="0"/>
                        <a:pt x="24289" y="0"/>
                      </a:cubicBezTo>
                      <a:cubicBezTo>
                        <a:pt x="31433" y="0"/>
                        <a:pt x="37052" y="2096"/>
                        <a:pt x="41529" y="6287"/>
                      </a:cubicBezTo>
                      <a:cubicBezTo>
                        <a:pt x="46006" y="10478"/>
                        <a:pt x="48292" y="15812"/>
                        <a:pt x="48292" y="22098"/>
                      </a:cubicBezTo>
                      <a:cubicBezTo>
                        <a:pt x="48292" y="28385"/>
                        <a:pt x="46006" y="33528"/>
                        <a:pt x="41529" y="37719"/>
                      </a:cubicBezTo>
                      <a:cubicBezTo>
                        <a:pt x="36957"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solidFill>
                  <a:schemeClr val="bg1"/>
                </a:solidFill>
                <a:ln w="9525" cap="flat">
                  <a:noFill/>
                  <a:prstDash val="solid"/>
                  <a:miter/>
                </a:ln>
              </p:spPr>
              <p:txBody>
                <a:bodyPr rtlCol="0" anchor="ctr"/>
                <a:lstStyle/>
                <a:p>
                  <a:endParaRPr lang="fi-FI" sz="3200"/>
                </a:p>
              </p:txBody>
            </p:sp>
            <p:sp>
              <p:nvSpPr>
                <p:cNvPr id="562" name="Vapaamuotoinen: Muoto 561">
                  <a:extLst>
                    <a:ext uri="{FF2B5EF4-FFF2-40B4-BE49-F238E27FC236}">
                      <a16:creationId xmlns:a16="http://schemas.microsoft.com/office/drawing/2014/main" id="{BFEA212E-48B4-854A-5A7A-F666C98F1389}"/>
                    </a:ext>
                  </a:extLst>
                </p:cNvPr>
                <p:cNvSpPr/>
                <p:nvPr/>
              </p:nvSpPr>
              <p:spPr>
                <a:xfrm>
                  <a:off x="4828031" y="2345150"/>
                  <a:ext cx="132111" cy="134302"/>
                </a:xfrm>
                <a:custGeom>
                  <a:avLst/>
                  <a:gdLst>
                    <a:gd name="connsiteX0" fmla="*/ 118205 w 132111"/>
                    <a:gd name="connsiteY0" fmla="*/ 15145 h 134302"/>
                    <a:gd name="connsiteX1" fmla="*/ 132112 w 132111"/>
                    <a:gd name="connsiteY1" fmla="*/ 56674 h 134302"/>
                    <a:gd name="connsiteX2" fmla="*/ 132112 w 132111"/>
                    <a:gd name="connsiteY2" fmla="*/ 134303 h 134302"/>
                    <a:gd name="connsiteX3" fmla="*/ 91631 w 132111"/>
                    <a:gd name="connsiteY3" fmla="*/ 134303 h 134302"/>
                    <a:gd name="connsiteX4" fmla="*/ 91631 w 132111"/>
                    <a:gd name="connsiteY4" fmla="*/ 62103 h 134302"/>
                    <a:gd name="connsiteX5" fmla="*/ 84773 w 132111"/>
                    <a:gd name="connsiteY5" fmla="*/ 41434 h 134302"/>
                    <a:gd name="connsiteX6" fmla="*/ 66199 w 132111"/>
                    <a:gd name="connsiteY6" fmla="*/ 34004 h 134302"/>
                    <a:gd name="connsiteX7" fmla="*/ 47625 w 132111"/>
                    <a:gd name="connsiteY7" fmla="*/ 41434 h 134302"/>
                    <a:gd name="connsiteX8" fmla="*/ 40767 w 132111"/>
                    <a:gd name="connsiteY8" fmla="*/ 62103 h 134302"/>
                    <a:gd name="connsiteX9" fmla="*/ 40767 w 132111"/>
                    <a:gd name="connsiteY9" fmla="*/ 134303 h 134302"/>
                    <a:gd name="connsiteX10" fmla="*/ 0 w 132111"/>
                    <a:gd name="connsiteY10" fmla="*/ 134303 h 134302"/>
                    <a:gd name="connsiteX11" fmla="*/ 0 w 132111"/>
                    <a:gd name="connsiteY11" fmla="*/ 1429 h 134302"/>
                    <a:gd name="connsiteX12" fmla="*/ 40767 w 132111"/>
                    <a:gd name="connsiteY12" fmla="*/ 1429 h 134302"/>
                    <a:gd name="connsiteX13" fmla="*/ 40767 w 132111"/>
                    <a:gd name="connsiteY13" fmla="*/ 19050 h 134302"/>
                    <a:gd name="connsiteX14" fmla="*/ 57436 w 132111"/>
                    <a:gd name="connsiteY14" fmla="*/ 5143 h 134302"/>
                    <a:gd name="connsiteX15" fmla="*/ 80963 w 132111"/>
                    <a:gd name="connsiteY15" fmla="*/ 0 h 134302"/>
                    <a:gd name="connsiteX16" fmla="*/ 118205 w 132111"/>
                    <a:gd name="connsiteY16" fmla="*/ 15145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34302">
                      <a:moveTo>
                        <a:pt x="118205" y="15145"/>
                      </a:moveTo>
                      <a:cubicBezTo>
                        <a:pt x="127445" y="25241"/>
                        <a:pt x="132112" y="39053"/>
                        <a:pt x="132112" y="56674"/>
                      </a:cubicBezTo>
                      <a:lnTo>
                        <a:pt x="132112" y="134303"/>
                      </a:lnTo>
                      <a:lnTo>
                        <a:pt x="91631" y="134303"/>
                      </a:lnTo>
                      <a:lnTo>
                        <a:pt x="91631" y="62103"/>
                      </a:lnTo>
                      <a:cubicBezTo>
                        <a:pt x="91631" y="53245"/>
                        <a:pt x="89345" y="46291"/>
                        <a:pt x="84773" y="41434"/>
                      </a:cubicBezTo>
                      <a:cubicBezTo>
                        <a:pt x="80201" y="36576"/>
                        <a:pt x="74009" y="34004"/>
                        <a:pt x="66199" y="34004"/>
                      </a:cubicBezTo>
                      <a:cubicBezTo>
                        <a:pt x="58388" y="34004"/>
                        <a:pt x="52197" y="36481"/>
                        <a:pt x="47625" y="41434"/>
                      </a:cubicBezTo>
                      <a:cubicBezTo>
                        <a:pt x="43053" y="46387"/>
                        <a:pt x="40767" y="53245"/>
                        <a:pt x="40767" y="62103"/>
                      </a:cubicBezTo>
                      <a:lnTo>
                        <a:pt x="40767" y="134303"/>
                      </a:lnTo>
                      <a:lnTo>
                        <a:pt x="0" y="134303"/>
                      </a:lnTo>
                      <a:lnTo>
                        <a:pt x="0" y="1429"/>
                      </a:lnTo>
                      <a:lnTo>
                        <a:pt x="40767" y="1429"/>
                      </a:lnTo>
                      <a:lnTo>
                        <a:pt x="40767" y="19050"/>
                      </a:lnTo>
                      <a:cubicBezTo>
                        <a:pt x="44863" y="13145"/>
                        <a:pt x="50483" y="8572"/>
                        <a:pt x="57436" y="5143"/>
                      </a:cubicBezTo>
                      <a:cubicBezTo>
                        <a:pt x="64389" y="1714"/>
                        <a:pt x="72295" y="0"/>
                        <a:pt x="80963" y="0"/>
                      </a:cubicBezTo>
                      <a:cubicBezTo>
                        <a:pt x="96488" y="0"/>
                        <a:pt x="108966" y="5048"/>
                        <a:pt x="118205" y="15145"/>
                      </a:cubicBezTo>
                      <a:close/>
                    </a:path>
                  </a:pathLst>
                </a:custGeom>
                <a:solidFill>
                  <a:schemeClr val="bg1"/>
                </a:solidFill>
                <a:ln w="9525" cap="flat">
                  <a:noFill/>
                  <a:prstDash val="solid"/>
                  <a:miter/>
                </a:ln>
              </p:spPr>
              <p:txBody>
                <a:bodyPr rtlCol="0" anchor="ctr"/>
                <a:lstStyle/>
                <a:p>
                  <a:endParaRPr lang="fi-FI" sz="3200"/>
                </a:p>
              </p:txBody>
            </p:sp>
            <p:sp>
              <p:nvSpPr>
                <p:cNvPr id="563" name="Vapaamuotoinen: Muoto 562">
                  <a:extLst>
                    <a:ext uri="{FF2B5EF4-FFF2-40B4-BE49-F238E27FC236}">
                      <a16:creationId xmlns:a16="http://schemas.microsoft.com/office/drawing/2014/main" id="{C192822C-C9B5-72A9-0138-D0240E1986FC}"/>
                    </a:ext>
                  </a:extLst>
                </p:cNvPr>
                <p:cNvSpPr/>
                <p:nvPr/>
              </p:nvSpPr>
              <p:spPr>
                <a:xfrm>
                  <a:off x="4980431" y="2344578"/>
                  <a:ext cx="133350" cy="136779"/>
                </a:xfrm>
                <a:custGeom>
                  <a:avLst/>
                  <a:gdLst>
                    <a:gd name="connsiteX0" fmla="*/ 132588 w 133350"/>
                    <a:gd name="connsiteY0" fmla="*/ 78200 h 136779"/>
                    <a:gd name="connsiteX1" fmla="*/ 40481 w 133350"/>
                    <a:gd name="connsiteY1" fmla="*/ 78200 h 136779"/>
                    <a:gd name="connsiteX2" fmla="*/ 48482 w 133350"/>
                    <a:gd name="connsiteY2" fmla="*/ 97155 h 136779"/>
                    <a:gd name="connsiteX3" fmla="*/ 65723 w 133350"/>
                    <a:gd name="connsiteY3" fmla="*/ 103727 h 136779"/>
                    <a:gd name="connsiteX4" fmla="*/ 86963 w 133350"/>
                    <a:gd name="connsiteY4" fmla="*/ 90869 h 136779"/>
                    <a:gd name="connsiteX5" fmla="*/ 130302 w 133350"/>
                    <a:gd name="connsiteY5" fmla="*/ 90869 h 136779"/>
                    <a:gd name="connsiteX6" fmla="*/ 118301 w 133350"/>
                    <a:gd name="connsiteY6" fmla="*/ 114395 h 136779"/>
                    <a:gd name="connsiteX7" fmla="*/ 96488 w 133350"/>
                    <a:gd name="connsiteY7" fmla="*/ 130873 h 136779"/>
                    <a:gd name="connsiteX8" fmla="*/ 67151 w 133350"/>
                    <a:gd name="connsiteY8" fmla="*/ 136779 h 136779"/>
                    <a:gd name="connsiteX9" fmla="*/ 32385 w 133350"/>
                    <a:gd name="connsiteY9" fmla="*/ 128397 h 136779"/>
                    <a:gd name="connsiteX10" fmla="*/ 8573 w 133350"/>
                    <a:gd name="connsiteY10" fmla="*/ 104584 h 136779"/>
                    <a:gd name="connsiteX11" fmla="*/ 0 w 133350"/>
                    <a:gd name="connsiteY11" fmla="*/ 68390 h 136779"/>
                    <a:gd name="connsiteX12" fmla="*/ 8477 w 133350"/>
                    <a:gd name="connsiteY12" fmla="*/ 32194 h 136779"/>
                    <a:gd name="connsiteX13" fmla="*/ 32195 w 133350"/>
                    <a:gd name="connsiteY13" fmla="*/ 8382 h 136779"/>
                    <a:gd name="connsiteX14" fmla="*/ 67151 w 133350"/>
                    <a:gd name="connsiteY14" fmla="*/ 0 h 136779"/>
                    <a:gd name="connsiteX15" fmla="*/ 101441 w 133350"/>
                    <a:gd name="connsiteY15" fmla="*/ 8096 h 136779"/>
                    <a:gd name="connsiteX16" fmla="*/ 124873 w 133350"/>
                    <a:gd name="connsiteY16" fmla="*/ 31147 h 136779"/>
                    <a:gd name="connsiteX17" fmla="*/ 133350 w 133350"/>
                    <a:gd name="connsiteY17" fmla="*/ 66104 h 136779"/>
                    <a:gd name="connsiteX18" fmla="*/ 132588 w 133350"/>
                    <a:gd name="connsiteY18" fmla="*/ 78010 h 136779"/>
                    <a:gd name="connsiteX19" fmla="*/ 91631 w 133350"/>
                    <a:gd name="connsiteY19" fmla="*/ 55531 h 136779"/>
                    <a:gd name="connsiteX20" fmla="*/ 84487 w 133350"/>
                    <a:gd name="connsiteY20" fmla="*/ 38862 h 136779"/>
                    <a:gd name="connsiteX21" fmla="*/ 66580 w 133350"/>
                    <a:gd name="connsiteY21" fmla="*/ 32671 h 136779"/>
                    <a:gd name="connsiteX22" fmla="*/ 49340 w 133350"/>
                    <a:gd name="connsiteY22" fmla="*/ 38576 h 136779"/>
                    <a:gd name="connsiteX23" fmla="*/ 40672 w 133350"/>
                    <a:gd name="connsiteY23" fmla="*/ 55531 h 136779"/>
                    <a:gd name="connsiteX24" fmla="*/ 91631 w 133350"/>
                    <a:gd name="connsiteY24" fmla="*/ 55531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3350" h="136779">
                      <a:moveTo>
                        <a:pt x="132588" y="78200"/>
                      </a:moveTo>
                      <a:lnTo>
                        <a:pt x="40481" y="78200"/>
                      </a:lnTo>
                      <a:cubicBezTo>
                        <a:pt x="41148" y="86487"/>
                        <a:pt x="43815" y="92773"/>
                        <a:pt x="48482" y="97155"/>
                      </a:cubicBezTo>
                      <a:cubicBezTo>
                        <a:pt x="53150" y="101536"/>
                        <a:pt x="58960" y="103727"/>
                        <a:pt x="65723" y="103727"/>
                      </a:cubicBezTo>
                      <a:cubicBezTo>
                        <a:pt x="75914" y="103727"/>
                        <a:pt x="82963" y="99441"/>
                        <a:pt x="86963" y="90869"/>
                      </a:cubicBezTo>
                      <a:lnTo>
                        <a:pt x="130302" y="90869"/>
                      </a:lnTo>
                      <a:cubicBezTo>
                        <a:pt x="128111" y="99632"/>
                        <a:pt x="124111" y="107442"/>
                        <a:pt x="118301" y="114395"/>
                      </a:cubicBezTo>
                      <a:cubicBezTo>
                        <a:pt x="112490" y="121348"/>
                        <a:pt x="105251" y="126873"/>
                        <a:pt x="96488" y="130873"/>
                      </a:cubicBezTo>
                      <a:cubicBezTo>
                        <a:pt x="87725" y="134874"/>
                        <a:pt x="78010" y="136779"/>
                        <a:pt x="67151" y="136779"/>
                      </a:cubicBezTo>
                      <a:cubicBezTo>
                        <a:pt x="54102" y="136779"/>
                        <a:pt x="42577" y="134017"/>
                        <a:pt x="32385" y="128397"/>
                      </a:cubicBezTo>
                      <a:cubicBezTo>
                        <a:pt x="22193" y="122872"/>
                        <a:pt x="14288" y="114871"/>
                        <a:pt x="8573" y="104584"/>
                      </a:cubicBezTo>
                      <a:cubicBezTo>
                        <a:pt x="2858" y="94297"/>
                        <a:pt x="0" y="82201"/>
                        <a:pt x="0" y="68390"/>
                      </a:cubicBezTo>
                      <a:cubicBezTo>
                        <a:pt x="0" y="54578"/>
                        <a:pt x="2762" y="42481"/>
                        <a:pt x="8477" y="32194"/>
                      </a:cubicBezTo>
                      <a:cubicBezTo>
                        <a:pt x="14097" y="21907"/>
                        <a:pt x="22003" y="13906"/>
                        <a:pt x="32195" y="8382"/>
                      </a:cubicBezTo>
                      <a:cubicBezTo>
                        <a:pt x="42386" y="2857"/>
                        <a:pt x="54007" y="0"/>
                        <a:pt x="67151" y="0"/>
                      </a:cubicBezTo>
                      <a:cubicBezTo>
                        <a:pt x="80296" y="0"/>
                        <a:pt x="91440" y="2667"/>
                        <a:pt x="101441" y="8096"/>
                      </a:cubicBezTo>
                      <a:cubicBezTo>
                        <a:pt x="111443" y="13525"/>
                        <a:pt x="119253" y="21241"/>
                        <a:pt x="124873" y="31147"/>
                      </a:cubicBezTo>
                      <a:cubicBezTo>
                        <a:pt x="130493" y="41053"/>
                        <a:pt x="133350" y="52768"/>
                        <a:pt x="133350" y="66104"/>
                      </a:cubicBezTo>
                      <a:cubicBezTo>
                        <a:pt x="133350" y="69914"/>
                        <a:pt x="133064" y="73914"/>
                        <a:pt x="132588" y="78010"/>
                      </a:cubicBezTo>
                      <a:close/>
                      <a:moveTo>
                        <a:pt x="91631" y="55531"/>
                      </a:moveTo>
                      <a:cubicBezTo>
                        <a:pt x="91631" y="48578"/>
                        <a:pt x="89249" y="42958"/>
                        <a:pt x="84487" y="38862"/>
                      </a:cubicBezTo>
                      <a:cubicBezTo>
                        <a:pt x="79724" y="34766"/>
                        <a:pt x="73819" y="32671"/>
                        <a:pt x="66580" y="32671"/>
                      </a:cubicBezTo>
                      <a:cubicBezTo>
                        <a:pt x="59341" y="32671"/>
                        <a:pt x="54007" y="34671"/>
                        <a:pt x="49340" y="38576"/>
                      </a:cubicBezTo>
                      <a:cubicBezTo>
                        <a:pt x="44672" y="42577"/>
                        <a:pt x="41720" y="48197"/>
                        <a:pt x="40672" y="55531"/>
                      </a:cubicBezTo>
                      <a:lnTo>
                        <a:pt x="91631" y="55531"/>
                      </a:lnTo>
                      <a:close/>
                    </a:path>
                  </a:pathLst>
                </a:custGeom>
                <a:solidFill>
                  <a:schemeClr val="bg1"/>
                </a:solidFill>
                <a:ln w="9525" cap="flat">
                  <a:noFill/>
                  <a:prstDash val="solid"/>
                  <a:miter/>
                </a:ln>
              </p:spPr>
              <p:txBody>
                <a:bodyPr rtlCol="0" anchor="ctr"/>
                <a:lstStyle/>
                <a:p>
                  <a:endParaRPr lang="fi-FI" sz="3200"/>
                </a:p>
              </p:txBody>
            </p:sp>
            <p:sp>
              <p:nvSpPr>
                <p:cNvPr id="564" name="Vapaamuotoinen: Muoto 563">
                  <a:extLst>
                    <a:ext uri="{FF2B5EF4-FFF2-40B4-BE49-F238E27FC236}">
                      <a16:creationId xmlns:a16="http://schemas.microsoft.com/office/drawing/2014/main" id="{C21EF03E-EE0B-2376-138F-5E89F3E34DC1}"/>
                    </a:ext>
                  </a:extLst>
                </p:cNvPr>
                <p:cNvSpPr/>
                <p:nvPr/>
              </p:nvSpPr>
              <p:spPr>
                <a:xfrm>
                  <a:off x="5135212" y="2345150"/>
                  <a:ext cx="132111" cy="134302"/>
                </a:xfrm>
                <a:custGeom>
                  <a:avLst/>
                  <a:gdLst>
                    <a:gd name="connsiteX0" fmla="*/ 118205 w 132111"/>
                    <a:gd name="connsiteY0" fmla="*/ 15145 h 134302"/>
                    <a:gd name="connsiteX1" fmla="*/ 132112 w 132111"/>
                    <a:gd name="connsiteY1" fmla="*/ 56674 h 134302"/>
                    <a:gd name="connsiteX2" fmla="*/ 132112 w 132111"/>
                    <a:gd name="connsiteY2" fmla="*/ 134303 h 134302"/>
                    <a:gd name="connsiteX3" fmla="*/ 91630 w 132111"/>
                    <a:gd name="connsiteY3" fmla="*/ 134303 h 134302"/>
                    <a:gd name="connsiteX4" fmla="*/ 91630 w 132111"/>
                    <a:gd name="connsiteY4" fmla="*/ 62103 h 134302"/>
                    <a:gd name="connsiteX5" fmla="*/ 84772 w 132111"/>
                    <a:gd name="connsiteY5" fmla="*/ 41434 h 134302"/>
                    <a:gd name="connsiteX6" fmla="*/ 66199 w 132111"/>
                    <a:gd name="connsiteY6" fmla="*/ 34004 h 134302"/>
                    <a:gd name="connsiteX7" fmla="*/ 47625 w 132111"/>
                    <a:gd name="connsiteY7" fmla="*/ 41434 h 134302"/>
                    <a:gd name="connsiteX8" fmla="*/ 40767 w 132111"/>
                    <a:gd name="connsiteY8" fmla="*/ 62103 h 134302"/>
                    <a:gd name="connsiteX9" fmla="*/ 40767 w 132111"/>
                    <a:gd name="connsiteY9" fmla="*/ 134303 h 134302"/>
                    <a:gd name="connsiteX10" fmla="*/ 0 w 132111"/>
                    <a:gd name="connsiteY10" fmla="*/ 134303 h 134302"/>
                    <a:gd name="connsiteX11" fmla="*/ 0 w 132111"/>
                    <a:gd name="connsiteY11" fmla="*/ 1429 h 134302"/>
                    <a:gd name="connsiteX12" fmla="*/ 40767 w 132111"/>
                    <a:gd name="connsiteY12" fmla="*/ 1429 h 134302"/>
                    <a:gd name="connsiteX13" fmla="*/ 40767 w 132111"/>
                    <a:gd name="connsiteY13" fmla="*/ 19050 h 134302"/>
                    <a:gd name="connsiteX14" fmla="*/ 57436 w 132111"/>
                    <a:gd name="connsiteY14" fmla="*/ 5143 h 134302"/>
                    <a:gd name="connsiteX15" fmla="*/ 80963 w 132111"/>
                    <a:gd name="connsiteY15" fmla="*/ 0 h 134302"/>
                    <a:gd name="connsiteX16" fmla="*/ 118205 w 132111"/>
                    <a:gd name="connsiteY16" fmla="*/ 15145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34302">
                      <a:moveTo>
                        <a:pt x="118205" y="15145"/>
                      </a:moveTo>
                      <a:cubicBezTo>
                        <a:pt x="127444" y="25241"/>
                        <a:pt x="132112" y="39053"/>
                        <a:pt x="132112" y="56674"/>
                      </a:cubicBezTo>
                      <a:lnTo>
                        <a:pt x="132112" y="134303"/>
                      </a:lnTo>
                      <a:lnTo>
                        <a:pt x="91630" y="134303"/>
                      </a:lnTo>
                      <a:lnTo>
                        <a:pt x="91630" y="62103"/>
                      </a:lnTo>
                      <a:cubicBezTo>
                        <a:pt x="91630" y="53245"/>
                        <a:pt x="89344" y="46291"/>
                        <a:pt x="84772" y="41434"/>
                      </a:cubicBezTo>
                      <a:cubicBezTo>
                        <a:pt x="80200" y="36576"/>
                        <a:pt x="74009" y="34004"/>
                        <a:pt x="66199" y="34004"/>
                      </a:cubicBezTo>
                      <a:cubicBezTo>
                        <a:pt x="58388" y="34004"/>
                        <a:pt x="52197" y="36481"/>
                        <a:pt x="47625" y="41434"/>
                      </a:cubicBezTo>
                      <a:cubicBezTo>
                        <a:pt x="43053" y="46387"/>
                        <a:pt x="40767" y="53245"/>
                        <a:pt x="40767" y="62103"/>
                      </a:cubicBezTo>
                      <a:lnTo>
                        <a:pt x="40767" y="134303"/>
                      </a:lnTo>
                      <a:lnTo>
                        <a:pt x="0" y="134303"/>
                      </a:lnTo>
                      <a:lnTo>
                        <a:pt x="0" y="1429"/>
                      </a:lnTo>
                      <a:lnTo>
                        <a:pt x="40767" y="1429"/>
                      </a:lnTo>
                      <a:lnTo>
                        <a:pt x="40767" y="19050"/>
                      </a:lnTo>
                      <a:cubicBezTo>
                        <a:pt x="44863" y="13145"/>
                        <a:pt x="50482" y="8572"/>
                        <a:pt x="57436" y="5143"/>
                      </a:cubicBezTo>
                      <a:cubicBezTo>
                        <a:pt x="64389" y="1714"/>
                        <a:pt x="72295" y="0"/>
                        <a:pt x="80963" y="0"/>
                      </a:cubicBezTo>
                      <a:cubicBezTo>
                        <a:pt x="96488" y="0"/>
                        <a:pt x="108966" y="5048"/>
                        <a:pt x="118205" y="15145"/>
                      </a:cubicBezTo>
                      <a:close/>
                    </a:path>
                  </a:pathLst>
                </a:custGeom>
                <a:solidFill>
                  <a:schemeClr val="bg1"/>
                </a:solidFill>
                <a:ln w="9525" cap="flat">
                  <a:noFill/>
                  <a:prstDash val="solid"/>
                  <a:miter/>
                </a:ln>
              </p:spPr>
              <p:txBody>
                <a:bodyPr rtlCol="0" anchor="ctr"/>
                <a:lstStyle/>
                <a:p>
                  <a:endParaRPr lang="fi-FI" sz="3200"/>
                </a:p>
              </p:txBody>
            </p:sp>
            <p:sp>
              <p:nvSpPr>
                <p:cNvPr id="565" name="Vapaamuotoinen: Muoto 564">
                  <a:extLst>
                    <a:ext uri="{FF2B5EF4-FFF2-40B4-BE49-F238E27FC236}">
                      <a16:creationId xmlns:a16="http://schemas.microsoft.com/office/drawing/2014/main" id="{45640BAF-EBA1-1738-0DC4-296FD3331F55}"/>
                    </a:ext>
                  </a:extLst>
                </p:cNvPr>
                <p:cNvSpPr/>
                <p:nvPr/>
              </p:nvSpPr>
              <p:spPr>
                <a:xfrm>
                  <a:off x="3870864" y="2558891"/>
                  <a:ext cx="166115" cy="169830"/>
                </a:xfrm>
                <a:custGeom>
                  <a:avLst/>
                  <a:gdLst>
                    <a:gd name="connsiteX0" fmla="*/ 123730 w 166115"/>
                    <a:gd name="connsiteY0" fmla="*/ 52007 h 169830"/>
                    <a:gd name="connsiteX1" fmla="*/ 108013 w 166115"/>
                    <a:gd name="connsiteY1" fmla="*/ 36100 h 169830"/>
                    <a:gd name="connsiteX2" fmla="*/ 84677 w 166115"/>
                    <a:gd name="connsiteY2" fmla="*/ 30575 h 169830"/>
                    <a:gd name="connsiteX3" fmla="*/ 58484 w 166115"/>
                    <a:gd name="connsiteY3" fmla="*/ 37243 h 169830"/>
                    <a:gd name="connsiteX4" fmla="*/ 40577 w 166115"/>
                    <a:gd name="connsiteY4" fmla="*/ 56293 h 169830"/>
                    <a:gd name="connsiteX5" fmla="*/ 34195 w 166115"/>
                    <a:gd name="connsiteY5" fmla="*/ 84868 h 169830"/>
                    <a:gd name="connsiteX6" fmla="*/ 40767 w 166115"/>
                    <a:gd name="connsiteY6" fmla="*/ 113919 h 169830"/>
                    <a:gd name="connsiteX7" fmla="*/ 58960 w 166115"/>
                    <a:gd name="connsiteY7" fmla="*/ 132969 h 169830"/>
                    <a:gd name="connsiteX8" fmla="*/ 86106 w 166115"/>
                    <a:gd name="connsiteY8" fmla="*/ 139637 h 169830"/>
                    <a:gd name="connsiteX9" fmla="*/ 117348 w 166115"/>
                    <a:gd name="connsiteY9" fmla="*/ 129540 h 169830"/>
                    <a:gd name="connsiteX10" fmla="*/ 133255 w 166115"/>
                    <a:gd name="connsiteY10" fmla="*/ 101346 h 169830"/>
                    <a:gd name="connsiteX11" fmla="*/ 76105 w 166115"/>
                    <a:gd name="connsiteY11" fmla="*/ 101346 h 169830"/>
                    <a:gd name="connsiteX12" fmla="*/ 76105 w 166115"/>
                    <a:gd name="connsiteY12" fmla="*/ 75914 h 169830"/>
                    <a:gd name="connsiteX13" fmla="*/ 166116 w 166115"/>
                    <a:gd name="connsiteY13" fmla="*/ 75914 h 169830"/>
                    <a:gd name="connsiteX14" fmla="*/ 166116 w 166115"/>
                    <a:gd name="connsiteY14" fmla="*/ 104965 h 169830"/>
                    <a:gd name="connsiteX15" fmla="*/ 151829 w 166115"/>
                    <a:gd name="connsiteY15" fmla="*/ 137160 h 169830"/>
                    <a:gd name="connsiteX16" fmla="*/ 123635 w 166115"/>
                    <a:gd name="connsiteY16" fmla="*/ 160877 h 169830"/>
                    <a:gd name="connsiteX17" fmla="*/ 84963 w 166115"/>
                    <a:gd name="connsiteY17" fmla="*/ 169831 h 169830"/>
                    <a:gd name="connsiteX18" fmla="*/ 41529 w 166115"/>
                    <a:gd name="connsiteY18" fmla="*/ 158972 h 169830"/>
                    <a:gd name="connsiteX19" fmla="*/ 11049 w 166115"/>
                    <a:gd name="connsiteY19" fmla="*/ 128873 h 169830"/>
                    <a:gd name="connsiteX20" fmla="*/ 0 w 166115"/>
                    <a:gd name="connsiteY20" fmla="*/ 85058 h 169830"/>
                    <a:gd name="connsiteX21" fmla="*/ 11049 w 166115"/>
                    <a:gd name="connsiteY21" fmla="*/ 41148 h 169830"/>
                    <a:gd name="connsiteX22" fmla="*/ 41529 w 166115"/>
                    <a:gd name="connsiteY22" fmla="*/ 10859 h 169830"/>
                    <a:gd name="connsiteX23" fmla="*/ 84773 w 166115"/>
                    <a:gd name="connsiteY23" fmla="*/ 0 h 169830"/>
                    <a:gd name="connsiteX24" fmla="*/ 133541 w 166115"/>
                    <a:gd name="connsiteY24" fmla="*/ 13716 h 169830"/>
                    <a:gd name="connsiteX25" fmla="*/ 162116 w 166115"/>
                    <a:gd name="connsiteY25" fmla="*/ 52197 h 169830"/>
                    <a:gd name="connsiteX26" fmla="*/ 123730 w 166115"/>
                    <a:gd name="connsiteY26" fmla="*/ 52197 h 169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6115" h="169830">
                      <a:moveTo>
                        <a:pt x="123730" y="52007"/>
                      </a:moveTo>
                      <a:cubicBezTo>
                        <a:pt x="119920" y="45053"/>
                        <a:pt x="114681" y="39719"/>
                        <a:pt x="108013" y="36100"/>
                      </a:cubicBezTo>
                      <a:cubicBezTo>
                        <a:pt x="101346" y="32480"/>
                        <a:pt x="93536" y="30575"/>
                        <a:pt x="84677" y="30575"/>
                      </a:cubicBezTo>
                      <a:cubicBezTo>
                        <a:pt x="74867" y="30575"/>
                        <a:pt x="66104" y="32766"/>
                        <a:pt x="58484" y="37243"/>
                      </a:cubicBezTo>
                      <a:cubicBezTo>
                        <a:pt x="50864" y="41719"/>
                        <a:pt x="44958" y="48006"/>
                        <a:pt x="40577" y="56293"/>
                      </a:cubicBezTo>
                      <a:cubicBezTo>
                        <a:pt x="36290" y="64580"/>
                        <a:pt x="34195" y="74105"/>
                        <a:pt x="34195" y="84868"/>
                      </a:cubicBezTo>
                      <a:cubicBezTo>
                        <a:pt x="34195" y="95631"/>
                        <a:pt x="36386" y="105632"/>
                        <a:pt x="40767" y="113919"/>
                      </a:cubicBezTo>
                      <a:cubicBezTo>
                        <a:pt x="45149" y="122206"/>
                        <a:pt x="51245" y="128492"/>
                        <a:pt x="58960" y="132969"/>
                      </a:cubicBezTo>
                      <a:cubicBezTo>
                        <a:pt x="66770" y="137446"/>
                        <a:pt x="75819" y="139637"/>
                        <a:pt x="86106" y="139637"/>
                      </a:cubicBezTo>
                      <a:cubicBezTo>
                        <a:pt x="98774" y="139637"/>
                        <a:pt x="109157" y="136303"/>
                        <a:pt x="117348" y="129540"/>
                      </a:cubicBezTo>
                      <a:cubicBezTo>
                        <a:pt x="125444" y="122777"/>
                        <a:pt x="130778" y="113348"/>
                        <a:pt x="133255" y="101346"/>
                      </a:cubicBezTo>
                      <a:lnTo>
                        <a:pt x="76105" y="101346"/>
                      </a:lnTo>
                      <a:lnTo>
                        <a:pt x="76105" y="75914"/>
                      </a:lnTo>
                      <a:lnTo>
                        <a:pt x="166116" y="75914"/>
                      </a:lnTo>
                      <a:lnTo>
                        <a:pt x="166116" y="104965"/>
                      </a:lnTo>
                      <a:cubicBezTo>
                        <a:pt x="163925" y="116586"/>
                        <a:pt x="159163" y="127254"/>
                        <a:pt x="151829" y="137160"/>
                      </a:cubicBezTo>
                      <a:cubicBezTo>
                        <a:pt x="144494" y="146971"/>
                        <a:pt x="135160" y="154877"/>
                        <a:pt x="123635" y="160877"/>
                      </a:cubicBezTo>
                      <a:cubicBezTo>
                        <a:pt x="112109" y="166783"/>
                        <a:pt x="99251" y="169831"/>
                        <a:pt x="84963" y="169831"/>
                      </a:cubicBezTo>
                      <a:cubicBezTo>
                        <a:pt x="68961" y="169831"/>
                        <a:pt x="54388" y="166211"/>
                        <a:pt x="41529" y="158972"/>
                      </a:cubicBezTo>
                      <a:cubicBezTo>
                        <a:pt x="28575" y="151733"/>
                        <a:pt x="18383" y="141732"/>
                        <a:pt x="11049" y="128873"/>
                      </a:cubicBezTo>
                      <a:cubicBezTo>
                        <a:pt x="3715" y="116015"/>
                        <a:pt x="0" y="101441"/>
                        <a:pt x="0" y="85058"/>
                      </a:cubicBezTo>
                      <a:cubicBezTo>
                        <a:pt x="0" y="68675"/>
                        <a:pt x="3715" y="54102"/>
                        <a:pt x="11049" y="41148"/>
                      </a:cubicBezTo>
                      <a:cubicBezTo>
                        <a:pt x="18383" y="28194"/>
                        <a:pt x="28575" y="18097"/>
                        <a:pt x="41529" y="10859"/>
                      </a:cubicBezTo>
                      <a:cubicBezTo>
                        <a:pt x="54483" y="3620"/>
                        <a:pt x="68866" y="0"/>
                        <a:pt x="84773" y="0"/>
                      </a:cubicBezTo>
                      <a:cubicBezTo>
                        <a:pt x="103537" y="0"/>
                        <a:pt x="119825" y="4572"/>
                        <a:pt x="133541" y="13716"/>
                      </a:cubicBezTo>
                      <a:cubicBezTo>
                        <a:pt x="147352" y="22860"/>
                        <a:pt x="156877" y="35623"/>
                        <a:pt x="162116" y="52197"/>
                      </a:cubicBezTo>
                      <a:lnTo>
                        <a:pt x="123730" y="52197"/>
                      </a:lnTo>
                      <a:close/>
                    </a:path>
                  </a:pathLst>
                </a:custGeom>
                <a:solidFill>
                  <a:schemeClr val="bg1"/>
                </a:solidFill>
                <a:ln w="9525" cap="flat">
                  <a:noFill/>
                  <a:prstDash val="solid"/>
                  <a:miter/>
                </a:ln>
              </p:spPr>
              <p:txBody>
                <a:bodyPr rtlCol="0" anchor="ctr"/>
                <a:lstStyle/>
                <a:p>
                  <a:endParaRPr lang="fi-FI" sz="3200"/>
                </a:p>
              </p:txBody>
            </p:sp>
            <p:sp>
              <p:nvSpPr>
                <p:cNvPr id="566" name="Vapaamuotoinen: Muoto 565">
                  <a:extLst>
                    <a:ext uri="{FF2B5EF4-FFF2-40B4-BE49-F238E27FC236}">
                      <a16:creationId xmlns:a16="http://schemas.microsoft.com/office/drawing/2014/main" id="{73213516-AC4C-732B-1A8B-C5FE20C30AF0}"/>
                    </a:ext>
                  </a:extLst>
                </p:cNvPr>
                <p:cNvSpPr/>
                <p:nvPr/>
              </p:nvSpPr>
              <p:spPr>
                <a:xfrm>
                  <a:off x="4061650" y="2593371"/>
                  <a:ext cx="73914" cy="133731"/>
                </a:xfrm>
                <a:custGeom>
                  <a:avLst/>
                  <a:gdLst>
                    <a:gd name="connsiteX0" fmla="*/ 50197 w 73914"/>
                    <a:gd name="connsiteY0" fmla="*/ 5905 h 133731"/>
                    <a:gd name="connsiteX1" fmla="*/ 73914 w 73914"/>
                    <a:gd name="connsiteY1" fmla="*/ 0 h 133731"/>
                    <a:gd name="connsiteX2" fmla="*/ 73914 w 73914"/>
                    <a:gd name="connsiteY2" fmla="*/ 34957 h 133731"/>
                    <a:gd name="connsiteX3" fmla="*/ 65056 w 73914"/>
                    <a:gd name="connsiteY3" fmla="*/ 34957 h 133731"/>
                    <a:gd name="connsiteX4" fmla="*/ 41339 w 73914"/>
                    <a:gd name="connsiteY4" fmla="*/ 42291 h 133731"/>
                    <a:gd name="connsiteX5" fmla="*/ 33338 w 73914"/>
                    <a:gd name="connsiteY5" fmla="*/ 68008 h 133731"/>
                    <a:gd name="connsiteX6" fmla="*/ 33338 w 73914"/>
                    <a:gd name="connsiteY6" fmla="*/ 133731 h 133731"/>
                    <a:gd name="connsiteX7" fmla="*/ 0 w 73914"/>
                    <a:gd name="connsiteY7" fmla="*/ 133731 h 133731"/>
                    <a:gd name="connsiteX8" fmla="*/ 0 w 73914"/>
                    <a:gd name="connsiteY8" fmla="*/ 1810 h 133731"/>
                    <a:gd name="connsiteX9" fmla="*/ 33338 w 73914"/>
                    <a:gd name="connsiteY9" fmla="*/ 1810 h 133731"/>
                    <a:gd name="connsiteX10" fmla="*/ 33338 w 73914"/>
                    <a:gd name="connsiteY10" fmla="*/ 22289 h 133731"/>
                    <a:gd name="connsiteX11" fmla="*/ 50102 w 73914"/>
                    <a:gd name="connsiteY11" fmla="*/ 5905 h 13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3914" h="133731">
                      <a:moveTo>
                        <a:pt x="50197" y="5905"/>
                      </a:moveTo>
                      <a:cubicBezTo>
                        <a:pt x="57055" y="1905"/>
                        <a:pt x="64960" y="0"/>
                        <a:pt x="73914" y="0"/>
                      </a:cubicBezTo>
                      <a:lnTo>
                        <a:pt x="73914" y="34957"/>
                      </a:lnTo>
                      <a:lnTo>
                        <a:pt x="65056" y="34957"/>
                      </a:lnTo>
                      <a:cubicBezTo>
                        <a:pt x="54578" y="34957"/>
                        <a:pt x="46672" y="37433"/>
                        <a:pt x="41339" y="42291"/>
                      </a:cubicBezTo>
                      <a:cubicBezTo>
                        <a:pt x="36005" y="47244"/>
                        <a:pt x="33338" y="55817"/>
                        <a:pt x="33338" y="68008"/>
                      </a:cubicBezTo>
                      <a:lnTo>
                        <a:pt x="33338" y="133731"/>
                      </a:lnTo>
                      <a:lnTo>
                        <a:pt x="0" y="133731"/>
                      </a:lnTo>
                      <a:lnTo>
                        <a:pt x="0" y="1810"/>
                      </a:lnTo>
                      <a:lnTo>
                        <a:pt x="33338" y="1810"/>
                      </a:lnTo>
                      <a:lnTo>
                        <a:pt x="33338" y="22289"/>
                      </a:lnTo>
                      <a:cubicBezTo>
                        <a:pt x="37624" y="15335"/>
                        <a:pt x="43243" y="9811"/>
                        <a:pt x="50102" y="5905"/>
                      </a:cubicBezTo>
                      <a:close/>
                    </a:path>
                  </a:pathLst>
                </a:custGeom>
                <a:solidFill>
                  <a:schemeClr val="bg1"/>
                </a:solidFill>
                <a:ln w="9525" cap="flat">
                  <a:noFill/>
                  <a:prstDash val="solid"/>
                  <a:miter/>
                </a:ln>
              </p:spPr>
              <p:txBody>
                <a:bodyPr rtlCol="0" anchor="ctr"/>
                <a:lstStyle/>
                <a:p>
                  <a:endParaRPr lang="fi-FI" sz="3200"/>
                </a:p>
              </p:txBody>
            </p:sp>
            <p:sp>
              <p:nvSpPr>
                <p:cNvPr id="567" name="Vapaamuotoinen: Muoto 566">
                  <a:extLst>
                    <a:ext uri="{FF2B5EF4-FFF2-40B4-BE49-F238E27FC236}">
                      <a16:creationId xmlns:a16="http://schemas.microsoft.com/office/drawing/2014/main" id="{FAD5C0E1-D7CD-8C24-B1A3-2BA0E597364A}"/>
                    </a:ext>
                  </a:extLst>
                </p:cNvPr>
                <p:cNvSpPr/>
                <p:nvPr/>
              </p:nvSpPr>
              <p:spPr>
                <a:xfrm>
                  <a:off x="4149184" y="2592990"/>
                  <a:ext cx="137350" cy="136112"/>
                </a:xfrm>
                <a:custGeom>
                  <a:avLst/>
                  <a:gdLst>
                    <a:gd name="connsiteX0" fmla="*/ 8096 w 137350"/>
                    <a:gd name="connsiteY0" fmla="*/ 32195 h 136112"/>
                    <a:gd name="connsiteX1" fmla="*/ 29718 w 137350"/>
                    <a:gd name="connsiteY1" fmla="*/ 8382 h 136112"/>
                    <a:gd name="connsiteX2" fmla="*/ 60293 w 137350"/>
                    <a:gd name="connsiteY2" fmla="*/ 0 h 136112"/>
                    <a:gd name="connsiteX3" fmla="*/ 86106 w 137350"/>
                    <a:gd name="connsiteY3" fmla="*/ 5905 h 136112"/>
                    <a:gd name="connsiteX4" fmla="*/ 103822 w 137350"/>
                    <a:gd name="connsiteY4" fmla="*/ 20955 h 136112"/>
                    <a:gd name="connsiteX5" fmla="*/ 103822 w 137350"/>
                    <a:gd name="connsiteY5" fmla="*/ 2096 h 136112"/>
                    <a:gd name="connsiteX6" fmla="*/ 137350 w 137350"/>
                    <a:gd name="connsiteY6" fmla="*/ 2096 h 136112"/>
                    <a:gd name="connsiteX7" fmla="*/ 137350 w 137350"/>
                    <a:gd name="connsiteY7" fmla="*/ 134017 h 136112"/>
                    <a:gd name="connsiteX8" fmla="*/ 103822 w 137350"/>
                    <a:gd name="connsiteY8" fmla="*/ 134017 h 136112"/>
                    <a:gd name="connsiteX9" fmla="*/ 103822 w 137350"/>
                    <a:gd name="connsiteY9" fmla="*/ 114681 h 136112"/>
                    <a:gd name="connsiteX10" fmla="*/ 86106 w 137350"/>
                    <a:gd name="connsiteY10" fmla="*/ 130016 h 136112"/>
                    <a:gd name="connsiteX11" fmla="*/ 60007 w 137350"/>
                    <a:gd name="connsiteY11" fmla="*/ 136112 h 136112"/>
                    <a:gd name="connsiteX12" fmla="*/ 29623 w 137350"/>
                    <a:gd name="connsiteY12" fmla="*/ 127540 h 136112"/>
                    <a:gd name="connsiteX13" fmla="*/ 8001 w 137350"/>
                    <a:gd name="connsiteY13" fmla="*/ 103346 h 136112"/>
                    <a:gd name="connsiteX14" fmla="*/ 0 w 137350"/>
                    <a:gd name="connsiteY14" fmla="*/ 67532 h 136112"/>
                    <a:gd name="connsiteX15" fmla="*/ 8001 w 137350"/>
                    <a:gd name="connsiteY15" fmla="*/ 32099 h 136112"/>
                    <a:gd name="connsiteX16" fmla="*/ 99155 w 137350"/>
                    <a:gd name="connsiteY16" fmla="*/ 47339 h 136112"/>
                    <a:gd name="connsiteX17" fmla="*/ 86296 w 137350"/>
                    <a:gd name="connsiteY17" fmla="*/ 34004 h 136112"/>
                    <a:gd name="connsiteX18" fmla="*/ 68866 w 137350"/>
                    <a:gd name="connsiteY18" fmla="*/ 29337 h 136112"/>
                    <a:gd name="connsiteX19" fmla="*/ 51721 w 137350"/>
                    <a:gd name="connsiteY19" fmla="*/ 33814 h 136112"/>
                    <a:gd name="connsiteX20" fmla="*/ 38957 w 137350"/>
                    <a:gd name="connsiteY20" fmla="*/ 47053 h 136112"/>
                    <a:gd name="connsiteX21" fmla="*/ 34099 w 137350"/>
                    <a:gd name="connsiteY21" fmla="*/ 67628 h 136112"/>
                    <a:gd name="connsiteX22" fmla="*/ 38957 w 137350"/>
                    <a:gd name="connsiteY22" fmla="*/ 88487 h 136112"/>
                    <a:gd name="connsiteX23" fmla="*/ 51816 w 137350"/>
                    <a:gd name="connsiteY23" fmla="*/ 102203 h 136112"/>
                    <a:gd name="connsiteX24" fmla="*/ 68866 w 137350"/>
                    <a:gd name="connsiteY24" fmla="*/ 106966 h 136112"/>
                    <a:gd name="connsiteX25" fmla="*/ 86296 w 137350"/>
                    <a:gd name="connsiteY25" fmla="*/ 102299 h 136112"/>
                    <a:gd name="connsiteX26" fmla="*/ 99155 w 137350"/>
                    <a:gd name="connsiteY26" fmla="*/ 88964 h 136112"/>
                    <a:gd name="connsiteX27" fmla="*/ 103918 w 137350"/>
                    <a:gd name="connsiteY27" fmla="*/ 68104 h 136112"/>
                    <a:gd name="connsiteX28" fmla="*/ 99155 w 137350"/>
                    <a:gd name="connsiteY28" fmla="*/ 47244 h 136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350" h="136112">
                      <a:moveTo>
                        <a:pt x="8096" y="32195"/>
                      </a:moveTo>
                      <a:cubicBezTo>
                        <a:pt x="13430" y="21907"/>
                        <a:pt x="20669" y="13906"/>
                        <a:pt x="29718" y="8382"/>
                      </a:cubicBezTo>
                      <a:cubicBezTo>
                        <a:pt x="38862" y="2857"/>
                        <a:pt x="49054" y="0"/>
                        <a:pt x="60293" y="0"/>
                      </a:cubicBezTo>
                      <a:cubicBezTo>
                        <a:pt x="70104" y="0"/>
                        <a:pt x="78772" y="2000"/>
                        <a:pt x="86106" y="5905"/>
                      </a:cubicBezTo>
                      <a:cubicBezTo>
                        <a:pt x="93536" y="9906"/>
                        <a:pt x="99441" y="14859"/>
                        <a:pt x="103822" y="20955"/>
                      </a:cubicBezTo>
                      <a:lnTo>
                        <a:pt x="103822" y="2096"/>
                      </a:lnTo>
                      <a:lnTo>
                        <a:pt x="137350" y="2096"/>
                      </a:lnTo>
                      <a:lnTo>
                        <a:pt x="137350" y="134017"/>
                      </a:lnTo>
                      <a:lnTo>
                        <a:pt x="103822" y="134017"/>
                      </a:lnTo>
                      <a:lnTo>
                        <a:pt x="103822" y="114681"/>
                      </a:lnTo>
                      <a:cubicBezTo>
                        <a:pt x="99536" y="120872"/>
                        <a:pt x="93631" y="126016"/>
                        <a:pt x="86106" y="130016"/>
                      </a:cubicBezTo>
                      <a:cubicBezTo>
                        <a:pt x="78581" y="134112"/>
                        <a:pt x="69914" y="136112"/>
                        <a:pt x="60007" y="136112"/>
                      </a:cubicBezTo>
                      <a:cubicBezTo>
                        <a:pt x="48863" y="136112"/>
                        <a:pt x="38767" y="133255"/>
                        <a:pt x="29623" y="127540"/>
                      </a:cubicBezTo>
                      <a:cubicBezTo>
                        <a:pt x="20479" y="121825"/>
                        <a:pt x="13240" y="113728"/>
                        <a:pt x="8001" y="103346"/>
                      </a:cubicBezTo>
                      <a:cubicBezTo>
                        <a:pt x="2667" y="92964"/>
                        <a:pt x="0" y="80963"/>
                        <a:pt x="0" y="67532"/>
                      </a:cubicBezTo>
                      <a:cubicBezTo>
                        <a:pt x="0" y="54102"/>
                        <a:pt x="2667" y="42386"/>
                        <a:pt x="8001" y="32099"/>
                      </a:cubicBezTo>
                      <a:close/>
                      <a:moveTo>
                        <a:pt x="99155" y="47339"/>
                      </a:moveTo>
                      <a:cubicBezTo>
                        <a:pt x="96012" y="41529"/>
                        <a:pt x="91726" y="37052"/>
                        <a:pt x="86296" y="34004"/>
                      </a:cubicBezTo>
                      <a:cubicBezTo>
                        <a:pt x="80867" y="30861"/>
                        <a:pt x="75152" y="29337"/>
                        <a:pt x="68866" y="29337"/>
                      </a:cubicBezTo>
                      <a:cubicBezTo>
                        <a:pt x="62579" y="29337"/>
                        <a:pt x="56959" y="30861"/>
                        <a:pt x="51721" y="33814"/>
                      </a:cubicBezTo>
                      <a:cubicBezTo>
                        <a:pt x="46482" y="36862"/>
                        <a:pt x="42196" y="41243"/>
                        <a:pt x="38957" y="47053"/>
                      </a:cubicBezTo>
                      <a:cubicBezTo>
                        <a:pt x="35719" y="52864"/>
                        <a:pt x="34099" y="59722"/>
                        <a:pt x="34099" y="67628"/>
                      </a:cubicBezTo>
                      <a:cubicBezTo>
                        <a:pt x="34099" y="75533"/>
                        <a:pt x="35719" y="82487"/>
                        <a:pt x="38957" y="88487"/>
                      </a:cubicBezTo>
                      <a:cubicBezTo>
                        <a:pt x="42196" y="94393"/>
                        <a:pt x="46482" y="98965"/>
                        <a:pt x="51816" y="102203"/>
                      </a:cubicBezTo>
                      <a:cubicBezTo>
                        <a:pt x="57150" y="105347"/>
                        <a:pt x="62770" y="106966"/>
                        <a:pt x="68866" y="106966"/>
                      </a:cubicBezTo>
                      <a:cubicBezTo>
                        <a:pt x="74962" y="106966"/>
                        <a:pt x="80867" y="105442"/>
                        <a:pt x="86296" y="102299"/>
                      </a:cubicBezTo>
                      <a:cubicBezTo>
                        <a:pt x="91726" y="99155"/>
                        <a:pt x="96012" y="94774"/>
                        <a:pt x="99155" y="88964"/>
                      </a:cubicBezTo>
                      <a:cubicBezTo>
                        <a:pt x="102298" y="83153"/>
                        <a:pt x="103918" y="76200"/>
                        <a:pt x="103918" y="68104"/>
                      </a:cubicBezTo>
                      <a:cubicBezTo>
                        <a:pt x="103918" y="60007"/>
                        <a:pt x="102298" y="53054"/>
                        <a:pt x="99155" y="47244"/>
                      </a:cubicBezTo>
                      <a:close/>
                    </a:path>
                  </a:pathLst>
                </a:custGeom>
                <a:solidFill>
                  <a:schemeClr val="bg1"/>
                </a:solidFill>
                <a:ln w="9525" cap="flat">
                  <a:noFill/>
                  <a:prstDash val="solid"/>
                  <a:miter/>
                </a:ln>
              </p:spPr>
              <p:txBody>
                <a:bodyPr rtlCol="0" anchor="ctr"/>
                <a:lstStyle/>
                <a:p>
                  <a:endParaRPr lang="fi-FI" sz="3200"/>
                </a:p>
              </p:txBody>
            </p:sp>
            <p:sp>
              <p:nvSpPr>
                <p:cNvPr id="568" name="Vapaamuotoinen: Muoto 567">
                  <a:extLst>
                    <a:ext uri="{FF2B5EF4-FFF2-40B4-BE49-F238E27FC236}">
                      <a16:creationId xmlns:a16="http://schemas.microsoft.com/office/drawing/2014/main" id="{1ED10E69-988E-9CA9-18E2-84FC122F8B6D}"/>
                    </a:ext>
                  </a:extLst>
                </p:cNvPr>
                <p:cNvSpPr/>
                <p:nvPr/>
              </p:nvSpPr>
              <p:spPr>
                <a:xfrm>
                  <a:off x="4319205" y="2593371"/>
                  <a:ext cx="125825" cy="133731"/>
                </a:xfrm>
                <a:custGeom>
                  <a:avLst/>
                  <a:gdLst>
                    <a:gd name="connsiteX0" fmla="*/ 111347 w 125825"/>
                    <a:gd name="connsiteY0" fmla="*/ 14859 h 133731"/>
                    <a:gd name="connsiteX1" fmla="*/ 125825 w 125825"/>
                    <a:gd name="connsiteY1" fmla="*/ 56388 h 133731"/>
                    <a:gd name="connsiteX2" fmla="*/ 125825 w 125825"/>
                    <a:gd name="connsiteY2" fmla="*/ 133731 h 133731"/>
                    <a:gd name="connsiteX3" fmla="*/ 92488 w 125825"/>
                    <a:gd name="connsiteY3" fmla="*/ 133731 h 133731"/>
                    <a:gd name="connsiteX4" fmla="*/ 92488 w 125825"/>
                    <a:gd name="connsiteY4" fmla="*/ 60865 h 133731"/>
                    <a:gd name="connsiteX5" fmla="*/ 84582 w 125825"/>
                    <a:gd name="connsiteY5" fmla="*/ 36671 h 133731"/>
                    <a:gd name="connsiteX6" fmla="*/ 63151 w 125825"/>
                    <a:gd name="connsiteY6" fmla="*/ 28194 h 133731"/>
                    <a:gd name="connsiteX7" fmla="*/ 41339 w 125825"/>
                    <a:gd name="connsiteY7" fmla="*/ 36671 h 133731"/>
                    <a:gd name="connsiteX8" fmla="*/ 33338 w 125825"/>
                    <a:gd name="connsiteY8" fmla="*/ 60865 h 133731"/>
                    <a:gd name="connsiteX9" fmla="*/ 33338 w 125825"/>
                    <a:gd name="connsiteY9" fmla="*/ 133731 h 133731"/>
                    <a:gd name="connsiteX10" fmla="*/ 0 w 125825"/>
                    <a:gd name="connsiteY10" fmla="*/ 133731 h 133731"/>
                    <a:gd name="connsiteX11" fmla="*/ 0 w 125825"/>
                    <a:gd name="connsiteY11" fmla="*/ 1810 h 133731"/>
                    <a:gd name="connsiteX12" fmla="*/ 33338 w 125825"/>
                    <a:gd name="connsiteY12" fmla="*/ 1810 h 133731"/>
                    <a:gd name="connsiteX13" fmla="*/ 33338 w 125825"/>
                    <a:gd name="connsiteY13" fmla="*/ 18288 h 133731"/>
                    <a:gd name="connsiteX14" fmla="*/ 50387 w 125825"/>
                    <a:gd name="connsiteY14" fmla="*/ 4858 h 133731"/>
                    <a:gd name="connsiteX15" fmla="*/ 73152 w 125825"/>
                    <a:gd name="connsiteY15" fmla="*/ 0 h 133731"/>
                    <a:gd name="connsiteX16" fmla="*/ 111252 w 125825"/>
                    <a:gd name="connsiteY16" fmla="*/ 14859 h 13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5825" h="133731">
                      <a:moveTo>
                        <a:pt x="111347" y="14859"/>
                      </a:moveTo>
                      <a:cubicBezTo>
                        <a:pt x="121063" y="24765"/>
                        <a:pt x="125825" y="38672"/>
                        <a:pt x="125825" y="56388"/>
                      </a:cubicBezTo>
                      <a:lnTo>
                        <a:pt x="125825" y="133731"/>
                      </a:lnTo>
                      <a:lnTo>
                        <a:pt x="92488" y="133731"/>
                      </a:lnTo>
                      <a:lnTo>
                        <a:pt x="92488" y="60865"/>
                      </a:lnTo>
                      <a:cubicBezTo>
                        <a:pt x="92488" y="50387"/>
                        <a:pt x="89916" y="42291"/>
                        <a:pt x="84582" y="36671"/>
                      </a:cubicBezTo>
                      <a:cubicBezTo>
                        <a:pt x="79343" y="31051"/>
                        <a:pt x="72200" y="28194"/>
                        <a:pt x="63151" y="28194"/>
                      </a:cubicBezTo>
                      <a:cubicBezTo>
                        <a:pt x="54102" y="28194"/>
                        <a:pt x="46673" y="31051"/>
                        <a:pt x="41339" y="36671"/>
                      </a:cubicBezTo>
                      <a:cubicBezTo>
                        <a:pt x="36005" y="42291"/>
                        <a:pt x="33338" y="50387"/>
                        <a:pt x="33338" y="60865"/>
                      </a:cubicBezTo>
                      <a:lnTo>
                        <a:pt x="33338" y="133731"/>
                      </a:lnTo>
                      <a:lnTo>
                        <a:pt x="0" y="133731"/>
                      </a:lnTo>
                      <a:lnTo>
                        <a:pt x="0" y="1810"/>
                      </a:lnTo>
                      <a:lnTo>
                        <a:pt x="33338" y="1810"/>
                      </a:lnTo>
                      <a:lnTo>
                        <a:pt x="33338" y="18288"/>
                      </a:lnTo>
                      <a:cubicBezTo>
                        <a:pt x="37814" y="12573"/>
                        <a:pt x="43434" y="8096"/>
                        <a:pt x="50387" y="4858"/>
                      </a:cubicBezTo>
                      <a:cubicBezTo>
                        <a:pt x="57245" y="1619"/>
                        <a:pt x="64865" y="0"/>
                        <a:pt x="73152" y="0"/>
                      </a:cubicBezTo>
                      <a:cubicBezTo>
                        <a:pt x="88868" y="0"/>
                        <a:pt x="101537" y="4953"/>
                        <a:pt x="111252" y="14859"/>
                      </a:cubicBezTo>
                      <a:close/>
                    </a:path>
                  </a:pathLst>
                </a:custGeom>
                <a:solidFill>
                  <a:schemeClr val="bg1"/>
                </a:solidFill>
                <a:ln w="9525" cap="flat">
                  <a:noFill/>
                  <a:prstDash val="solid"/>
                  <a:miter/>
                </a:ln>
              </p:spPr>
              <p:txBody>
                <a:bodyPr rtlCol="0" anchor="ctr"/>
                <a:lstStyle/>
                <a:p>
                  <a:endParaRPr lang="fi-FI" sz="3200"/>
                </a:p>
              </p:txBody>
            </p:sp>
            <p:sp>
              <p:nvSpPr>
                <p:cNvPr id="569" name="Vapaamuotoinen: Muoto 568">
                  <a:extLst>
                    <a:ext uri="{FF2B5EF4-FFF2-40B4-BE49-F238E27FC236}">
                      <a16:creationId xmlns:a16="http://schemas.microsoft.com/office/drawing/2014/main" id="{E2B5A8C2-95BE-3E15-53FD-148077E9346F}"/>
                    </a:ext>
                  </a:extLst>
                </p:cNvPr>
                <p:cNvSpPr/>
                <p:nvPr/>
              </p:nvSpPr>
              <p:spPr>
                <a:xfrm>
                  <a:off x="4476749" y="2550890"/>
                  <a:ext cx="121443" cy="176212"/>
                </a:xfrm>
                <a:custGeom>
                  <a:avLst/>
                  <a:gdLst>
                    <a:gd name="connsiteX0" fmla="*/ 78105 w 121443"/>
                    <a:gd name="connsiteY0" fmla="*/ 176213 h 176212"/>
                    <a:gd name="connsiteX1" fmla="*/ 33338 w 121443"/>
                    <a:gd name="connsiteY1" fmla="*/ 120015 h 176212"/>
                    <a:gd name="connsiteX2" fmla="*/ 33338 w 121443"/>
                    <a:gd name="connsiteY2" fmla="*/ 176213 h 176212"/>
                    <a:gd name="connsiteX3" fmla="*/ 0 w 121443"/>
                    <a:gd name="connsiteY3" fmla="*/ 176213 h 176212"/>
                    <a:gd name="connsiteX4" fmla="*/ 0 w 121443"/>
                    <a:gd name="connsiteY4" fmla="*/ 0 h 176212"/>
                    <a:gd name="connsiteX5" fmla="*/ 33338 w 121443"/>
                    <a:gd name="connsiteY5" fmla="*/ 0 h 176212"/>
                    <a:gd name="connsiteX6" fmla="*/ 33338 w 121443"/>
                    <a:gd name="connsiteY6" fmla="*/ 100203 h 176212"/>
                    <a:gd name="connsiteX7" fmla="*/ 77629 w 121443"/>
                    <a:gd name="connsiteY7" fmla="*/ 44196 h 176212"/>
                    <a:gd name="connsiteX8" fmla="*/ 120967 w 121443"/>
                    <a:gd name="connsiteY8" fmla="*/ 44196 h 176212"/>
                    <a:gd name="connsiteX9" fmla="*/ 62865 w 121443"/>
                    <a:gd name="connsiteY9" fmla="*/ 110395 h 176212"/>
                    <a:gd name="connsiteX10" fmla="*/ 121444 w 121443"/>
                    <a:gd name="connsiteY10" fmla="*/ 176117 h 176212"/>
                    <a:gd name="connsiteX11" fmla="*/ 78105 w 121443"/>
                    <a:gd name="connsiteY11" fmla="*/ 176117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443" h="176212">
                      <a:moveTo>
                        <a:pt x="78105" y="176213"/>
                      </a:moveTo>
                      <a:lnTo>
                        <a:pt x="33338" y="120015"/>
                      </a:lnTo>
                      <a:lnTo>
                        <a:pt x="33338" y="176213"/>
                      </a:lnTo>
                      <a:lnTo>
                        <a:pt x="0" y="176213"/>
                      </a:lnTo>
                      <a:lnTo>
                        <a:pt x="0" y="0"/>
                      </a:lnTo>
                      <a:lnTo>
                        <a:pt x="33338" y="0"/>
                      </a:lnTo>
                      <a:lnTo>
                        <a:pt x="33338" y="100203"/>
                      </a:lnTo>
                      <a:lnTo>
                        <a:pt x="77629" y="44196"/>
                      </a:lnTo>
                      <a:lnTo>
                        <a:pt x="120967" y="44196"/>
                      </a:lnTo>
                      <a:lnTo>
                        <a:pt x="62865" y="110395"/>
                      </a:lnTo>
                      <a:lnTo>
                        <a:pt x="121444" y="176117"/>
                      </a:lnTo>
                      <a:lnTo>
                        <a:pt x="78105" y="176117"/>
                      </a:lnTo>
                      <a:close/>
                    </a:path>
                  </a:pathLst>
                </a:custGeom>
                <a:solidFill>
                  <a:schemeClr val="bg1"/>
                </a:solidFill>
                <a:ln w="9525" cap="flat">
                  <a:noFill/>
                  <a:prstDash val="solid"/>
                  <a:miter/>
                </a:ln>
              </p:spPr>
              <p:txBody>
                <a:bodyPr rtlCol="0" anchor="ctr"/>
                <a:lstStyle/>
                <a:p>
                  <a:endParaRPr lang="fi-FI" sz="3200"/>
                </a:p>
              </p:txBody>
            </p:sp>
            <p:sp>
              <p:nvSpPr>
                <p:cNvPr id="570" name="Vapaamuotoinen: Muoto 569">
                  <a:extLst>
                    <a:ext uri="{FF2B5EF4-FFF2-40B4-BE49-F238E27FC236}">
                      <a16:creationId xmlns:a16="http://schemas.microsoft.com/office/drawing/2014/main" id="{8A19AEFB-98C9-96D4-3F1F-B69B357FB6AA}"/>
                    </a:ext>
                  </a:extLst>
                </p:cNvPr>
                <p:cNvSpPr/>
                <p:nvPr/>
              </p:nvSpPr>
              <p:spPr>
                <a:xfrm>
                  <a:off x="4614671" y="2595086"/>
                  <a:ext cx="125825" cy="133635"/>
                </a:xfrm>
                <a:custGeom>
                  <a:avLst/>
                  <a:gdLst>
                    <a:gd name="connsiteX0" fmla="*/ 125635 w 125825"/>
                    <a:gd name="connsiteY0" fmla="*/ 95 h 133635"/>
                    <a:gd name="connsiteX1" fmla="*/ 125635 w 125825"/>
                    <a:gd name="connsiteY1" fmla="*/ 132017 h 133635"/>
                    <a:gd name="connsiteX2" fmla="*/ 92107 w 125825"/>
                    <a:gd name="connsiteY2" fmla="*/ 132017 h 133635"/>
                    <a:gd name="connsiteX3" fmla="*/ 92107 w 125825"/>
                    <a:gd name="connsiteY3" fmla="*/ 115348 h 133635"/>
                    <a:gd name="connsiteX4" fmla="*/ 75343 w 125825"/>
                    <a:gd name="connsiteY4" fmla="*/ 128778 h 133635"/>
                    <a:gd name="connsiteX5" fmla="*/ 52864 w 125825"/>
                    <a:gd name="connsiteY5" fmla="*/ 133636 h 133635"/>
                    <a:gd name="connsiteX6" fmla="*/ 25432 w 125825"/>
                    <a:gd name="connsiteY6" fmla="*/ 127064 h 133635"/>
                    <a:gd name="connsiteX7" fmla="*/ 6763 w 125825"/>
                    <a:gd name="connsiteY7" fmla="*/ 107728 h 133635"/>
                    <a:gd name="connsiteX8" fmla="*/ 0 w 125825"/>
                    <a:gd name="connsiteY8" fmla="*/ 77343 h 133635"/>
                    <a:gd name="connsiteX9" fmla="*/ 0 w 125825"/>
                    <a:gd name="connsiteY9" fmla="*/ 0 h 133635"/>
                    <a:gd name="connsiteX10" fmla="*/ 33338 w 125825"/>
                    <a:gd name="connsiteY10" fmla="*/ 0 h 133635"/>
                    <a:gd name="connsiteX11" fmla="*/ 33338 w 125825"/>
                    <a:gd name="connsiteY11" fmla="*/ 72580 h 133635"/>
                    <a:gd name="connsiteX12" fmla="*/ 41243 w 125825"/>
                    <a:gd name="connsiteY12" fmla="*/ 96774 h 133635"/>
                    <a:gd name="connsiteX13" fmla="*/ 62674 w 125825"/>
                    <a:gd name="connsiteY13" fmla="*/ 105251 h 133635"/>
                    <a:gd name="connsiteX14" fmla="*/ 84391 w 125825"/>
                    <a:gd name="connsiteY14" fmla="*/ 96774 h 133635"/>
                    <a:gd name="connsiteX15" fmla="*/ 92297 w 125825"/>
                    <a:gd name="connsiteY15" fmla="*/ 72580 h 133635"/>
                    <a:gd name="connsiteX16" fmla="*/ 92297 w 125825"/>
                    <a:gd name="connsiteY16" fmla="*/ 0 h 133635"/>
                    <a:gd name="connsiteX17" fmla="*/ 125825 w 125825"/>
                    <a:gd name="connsiteY17" fmla="*/ 0 h 133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5825" h="133635">
                      <a:moveTo>
                        <a:pt x="125635" y="95"/>
                      </a:moveTo>
                      <a:lnTo>
                        <a:pt x="125635" y="132017"/>
                      </a:lnTo>
                      <a:lnTo>
                        <a:pt x="92107" y="132017"/>
                      </a:lnTo>
                      <a:lnTo>
                        <a:pt x="92107" y="115348"/>
                      </a:lnTo>
                      <a:cubicBezTo>
                        <a:pt x="87820" y="121063"/>
                        <a:pt x="82201" y="125540"/>
                        <a:pt x="75343" y="128778"/>
                      </a:cubicBezTo>
                      <a:cubicBezTo>
                        <a:pt x="68390" y="132017"/>
                        <a:pt x="60960" y="133636"/>
                        <a:pt x="52864" y="133636"/>
                      </a:cubicBezTo>
                      <a:cubicBezTo>
                        <a:pt x="42577" y="133636"/>
                        <a:pt x="33433" y="131445"/>
                        <a:pt x="25432" y="127064"/>
                      </a:cubicBezTo>
                      <a:cubicBezTo>
                        <a:pt x="17526" y="122682"/>
                        <a:pt x="11240" y="116300"/>
                        <a:pt x="6763" y="107728"/>
                      </a:cubicBezTo>
                      <a:cubicBezTo>
                        <a:pt x="2286" y="99250"/>
                        <a:pt x="0" y="89154"/>
                        <a:pt x="0" y="77343"/>
                      </a:cubicBezTo>
                      <a:lnTo>
                        <a:pt x="0" y="0"/>
                      </a:lnTo>
                      <a:lnTo>
                        <a:pt x="33338" y="0"/>
                      </a:lnTo>
                      <a:lnTo>
                        <a:pt x="33338" y="72580"/>
                      </a:lnTo>
                      <a:cubicBezTo>
                        <a:pt x="33338" y="83058"/>
                        <a:pt x="36004" y="91154"/>
                        <a:pt x="41243" y="96774"/>
                      </a:cubicBezTo>
                      <a:cubicBezTo>
                        <a:pt x="46482" y="102394"/>
                        <a:pt x="53626" y="105251"/>
                        <a:pt x="62674" y="105251"/>
                      </a:cubicBezTo>
                      <a:cubicBezTo>
                        <a:pt x="71723" y="105251"/>
                        <a:pt x="79153" y="102394"/>
                        <a:pt x="84391" y="96774"/>
                      </a:cubicBezTo>
                      <a:cubicBezTo>
                        <a:pt x="89630" y="91154"/>
                        <a:pt x="92297" y="83058"/>
                        <a:pt x="92297" y="72580"/>
                      </a:cubicBezTo>
                      <a:lnTo>
                        <a:pt x="92297" y="0"/>
                      </a:lnTo>
                      <a:lnTo>
                        <a:pt x="125825" y="0"/>
                      </a:lnTo>
                      <a:close/>
                    </a:path>
                  </a:pathLst>
                </a:custGeom>
                <a:solidFill>
                  <a:schemeClr val="bg1"/>
                </a:solidFill>
                <a:ln w="9525" cap="flat">
                  <a:noFill/>
                  <a:prstDash val="solid"/>
                  <a:miter/>
                </a:ln>
              </p:spPr>
              <p:txBody>
                <a:bodyPr rtlCol="0" anchor="ctr"/>
                <a:lstStyle/>
                <a:p>
                  <a:endParaRPr lang="fi-FI" sz="3200"/>
                </a:p>
              </p:txBody>
            </p:sp>
            <p:sp>
              <p:nvSpPr>
                <p:cNvPr id="571" name="Vapaamuotoinen: Muoto 570">
                  <a:extLst>
                    <a:ext uri="{FF2B5EF4-FFF2-40B4-BE49-F238E27FC236}">
                      <a16:creationId xmlns:a16="http://schemas.microsoft.com/office/drawing/2014/main" id="{9FA3FE3E-633E-4617-C357-DB50E2191BE2}"/>
                    </a:ext>
                  </a:extLst>
                </p:cNvPr>
                <p:cNvSpPr/>
                <p:nvPr/>
              </p:nvSpPr>
              <p:spPr>
                <a:xfrm>
                  <a:off x="4773167" y="2550890"/>
                  <a:ext cx="33337" cy="176212"/>
                </a:xfrm>
                <a:custGeom>
                  <a:avLst/>
                  <a:gdLst>
                    <a:gd name="connsiteX0" fmla="*/ 33338 w 33337"/>
                    <a:gd name="connsiteY0" fmla="*/ 0 h 176212"/>
                    <a:gd name="connsiteX1" fmla="*/ 33338 w 33337"/>
                    <a:gd name="connsiteY1" fmla="*/ 176213 h 176212"/>
                    <a:gd name="connsiteX2" fmla="*/ 0 w 33337"/>
                    <a:gd name="connsiteY2" fmla="*/ 176213 h 176212"/>
                    <a:gd name="connsiteX3" fmla="*/ 0 w 33337"/>
                    <a:gd name="connsiteY3" fmla="*/ 0 h 176212"/>
                    <a:gd name="connsiteX4" fmla="*/ 33338 w 33337"/>
                    <a:gd name="connsiteY4" fmla="*/ 0 h 176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37" h="176212">
                      <a:moveTo>
                        <a:pt x="33338" y="0"/>
                      </a:moveTo>
                      <a:lnTo>
                        <a:pt x="33338" y="176213"/>
                      </a:lnTo>
                      <a:lnTo>
                        <a:pt x="0" y="176213"/>
                      </a:lnTo>
                      <a:lnTo>
                        <a:pt x="0" y="0"/>
                      </a:lnTo>
                      <a:lnTo>
                        <a:pt x="33338" y="0"/>
                      </a:lnTo>
                      <a:close/>
                    </a:path>
                  </a:pathLst>
                </a:custGeom>
                <a:solidFill>
                  <a:schemeClr val="bg1"/>
                </a:solidFill>
                <a:ln w="9525" cap="flat">
                  <a:noFill/>
                  <a:prstDash val="solid"/>
                  <a:miter/>
                </a:ln>
              </p:spPr>
              <p:txBody>
                <a:bodyPr rtlCol="0" anchor="ctr"/>
                <a:lstStyle/>
                <a:p>
                  <a:endParaRPr lang="fi-FI" sz="3200"/>
                </a:p>
              </p:txBody>
            </p:sp>
            <p:sp>
              <p:nvSpPr>
                <p:cNvPr id="572" name="Vapaamuotoinen: Muoto 571">
                  <a:extLst>
                    <a:ext uri="{FF2B5EF4-FFF2-40B4-BE49-F238E27FC236}">
                      <a16:creationId xmlns:a16="http://schemas.microsoft.com/office/drawing/2014/main" id="{19B454E2-3E1C-7873-0E97-CC18F21E7149}"/>
                    </a:ext>
                  </a:extLst>
                </p:cNvPr>
                <p:cNvSpPr/>
                <p:nvPr/>
              </p:nvSpPr>
              <p:spPr>
                <a:xfrm>
                  <a:off x="4839366" y="2550890"/>
                  <a:ext cx="33337" cy="176212"/>
                </a:xfrm>
                <a:custGeom>
                  <a:avLst/>
                  <a:gdLst>
                    <a:gd name="connsiteX0" fmla="*/ 33338 w 33337"/>
                    <a:gd name="connsiteY0" fmla="*/ 0 h 176212"/>
                    <a:gd name="connsiteX1" fmla="*/ 33338 w 33337"/>
                    <a:gd name="connsiteY1" fmla="*/ 176213 h 176212"/>
                    <a:gd name="connsiteX2" fmla="*/ 0 w 33337"/>
                    <a:gd name="connsiteY2" fmla="*/ 176213 h 176212"/>
                    <a:gd name="connsiteX3" fmla="*/ 0 w 33337"/>
                    <a:gd name="connsiteY3" fmla="*/ 0 h 176212"/>
                    <a:gd name="connsiteX4" fmla="*/ 33338 w 33337"/>
                    <a:gd name="connsiteY4" fmla="*/ 0 h 176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37" h="176212">
                      <a:moveTo>
                        <a:pt x="33338" y="0"/>
                      </a:moveTo>
                      <a:lnTo>
                        <a:pt x="33338" y="176213"/>
                      </a:lnTo>
                      <a:lnTo>
                        <a:pt x="0" y="176213"/>
                      </a:lnTo>
                      <a:lnTo>
                        <a:pt x="0" y="0"/>
                      </a:lnTo>
                      <a:lnTo>
                        <a:pt x="33338" y="0"/>
                      </a:lnTo>
                      <a:close/>
                    </a:path>
                  </a:pathLst>
                </a:custGeom>
                <a:solidFill>
                  <a:schemeClr val="bg1"/>
                </a:solidFill>
                <a:ln w="9525" cap="flat">
                  <a:noFill/>
                  <a:prstDash val="solid"/>
                  <a:miter/>
                </a:ln>
              </p:spPr>
              <p:txBody>
                <a:bodyPr rtlCol="0" anchor="ctr"/>
                <a:lstStyle/>
                <a:p>
                  <a:endParaRPr lang="fi-FI" sz="3200"/>
                </a:p>
              </p:txBody>
            </p:sp>
            <p:sp>
              <p:nvSpPr>
                <p:cNvPr id="573" name="Vapaamuotoinen: Muoto 572">
                  <a:extLst>
                    <a:ext uri="{FF2B5EF4-FFF2-40B4-BE49-F238E27FC236}">
                      <a16:creationId xmlns:a16="http://schemas.microsoft.com/office/drawing/2014/main" id="{D04D07A7-8B79-1A2A-915F-FE3724D349C4}"/>
                    </a:ext>
                  </a:extLst>
                </p:cNvPr>
                <p:cNvSpPr/>
                <p:nvPr/>
              </p:nvSpPr>
              <p:spPr>
                <a:xfrm>
                  <a:off x="4896897" y="2592990"/>
                  <a:ext cx="137350" cy="136112"/>
                </a:xfrm>
                <a:custGeom>
                  <a:avLst/>
                  <a:gdLst>
                    <a:gd name="connsiteX0" fmla="*/ 8096 w 137350"/>
                    <a:gd name="connsiteY0" fmla="*/ 32195 h 136112"/>
                    <a:gd name="connsiteX1" fmla="*/ 29718 w 137350"/>
                    <a:gd name="connsiteY1" fmla="*/ 8382 h 136112"/>
                    <a:gd name="connsiteX2" fmla="*/ 60293 w 137350"/>
                    <a:gd name="connsiteY2" fmla="*/ 0 h 136112"/>
                    <a:gd name="connsiteX3" fmla="*/ 86106 w 137350"/>
                    <a:gd name="connsiteY3" fmla="*/ 5905 h 136112"/>
                    <a:gd name="connsiteX4" fmla="*/ 103823 w 137350"/>
                    <a:gd name="connsiteY4" fmla="*/ 20955 h 136112"/>
                    <a:gd name="connsiteX5" fmla="*/ 103823 w 137350"/>
                    <a:gd name="connsiteY5" fmla="*/ 2096 h 136112"/>
                    <a:gd name="connsiteX6" fmla="*/ 137350 w 137350"/>
                    <a:gd name="connsiteY6" fmla="*/ 2096 h 136112"/>
                    <a:gd name="connsiteX7" fmla="*/ 137350 w 137350"/>
                    <a:gd name="connsiteY7" fmla="*/ 134017 h 136112"/>
                    <a:gd name="connsiteX8" fmla="*/ 103823 w 137350"/>
                    <a:gd name="connsiteY8" fmla="*/ 134017 h 136112"/>
                    <a:gd name="connsiteX9" fmla="*/ 103823 w 137350"/>
                    <a:gd name="connsiteY9" fmla="*/ 114681 h 136112"/>
                    <a:gd name="connsiteX10" fmla="*/ 86106 w 137350"/>
                    <a:gd name="connsiteY10" fmla="*/ 130016 h 136112"/>
                    <a:gd name="connsiteX11" fmla="*/ 60008 w 137350"/>
                    <a:gd name="connsiteY11" fmla="*/ 136112 h 136112"/>
                    <a:gd name="connsiteX12" fmla="*/ 29623 w 137350"/>
                    <a:gd name="connsiteY12" fmla="*/ 127540 h 136112"/>
                    <a:gd name="connsiteX13" fmla="*/ 8001 w 137350"/>
                    <a:gd name="connsiteY13" fmla="*/ 103346 h 136112"/>
                    <a:gd name="connsiteX14" fmla="*/ 0 w 137350"/>
                    <a:gd name="connsiteY14" fmla="*/ 67532 h 136112"/>
                    <a:gd name="connsiteX15" fmla="*/ 8001 w 137350"/>
                    <a:gd name="connsiteY15" fmla="*/ 32099 h 136112"/>
                    <a:gd name="connsiteX16" fmla="*/ 99155 w 137350"/>
                    <a:gd name="connsiteY16" fmla="*/ 47339 h 136112"/>
                    <a:gd name="connsiteX17" fmla="*/ 86296 w 137350"/>
                    <a:gd name="connsiteY17" fmla="*/ 34004 h 136112"/>
                    <a:gd name="connsiteX18" fmla="*/ 68866 w 137350"/>
                    <a:gd name="connsiteY18" fmla="*/ 29337 h 136112"/>
                    <a:gd name="connsiteX19" fmla="*/ 51721 w 137350"/>
                    <a:gd name="connsiteY19" fmla="*/ 33814 h 136112"/>
                    <a:gd name="connsiteX20" fmla="*/ 38957 w 137350"/>
                    <a:gd name="connsiteY20" fmla="*/ 47053 h 136112"/>
                    <a:gd name="connsiteX21" fmla="*/ 34100 w 137350"/>
                    <a:gd name="connsiteY21" fmla="*/ 67628 h 136112"/>
                    <a:gd name="connsiteX22" fmla="*/ 38957 w 137350"/>
                    <a:gd name="connsiteY22" fmla="*/ 88487 h 136112"/>
                    <a:gd name="connsiteX23" fmla="*/ 51816 w 137350"/>
                    <a:gd name="connsiteY23" fmla="*/ 102203 h 136112"/>
                    <a:gd name="connsiteX24" fmla="*/ 68866 w 137350"/>
                    <a:gd name="connsiteY24" fmla="*/ 106966 h 136112"/>
                    <a:gd name="connsiteX25" fmla="*/ 86296 w 137350"/>
                    <a:gd name="connsiteY25" fmla="*/ 102299 h 136112"/>
                    <a:gd name="connsiteX26" fmla="*/ 99155 w 137350"/>
                    <a:gd name="connsiteY26" fmla="*/ 88964 h 136112"/>
                    <a:gd name="connsiteX27" fmla="*/ 103918 w 137350"/>
                    <a:gd name="connsiteY27" fmla="*/ 68104 h 136112"/>
                    <a:gd name="connsiteX28" fmla="*/ 99155 w 137350"/>
                    <a:gd name="connsiteY28" fmla="*/ 47244 h 136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350" h="136112">
                      <a:moveTo>
                        <a:pt x="8096" y="32195"/>
                      </a:moveTo>
                      <a:cubicBezTo>
                        <a:pt x="13430" y="21907"/>
                        <a:pt x="20669" y="13906"/>
                        <a:pt x="29718" y="8382"/>
                      </a:cubicBezTo>
                      <a:cubicBezTo>
                        <a:pt x="38862" y="2857"/>
                        <a:pt x="49054" y="0"/>
                        <a:pt x="60293" y="0"/>
                      </a:cubicBezTo>
                      <a:cubicBezTo>
                        <a:pt x="70104" y="0"/>
                        <a:pt x="78772" y="2000"/>
                        <a:pt x="86106" y="5905"/>
                      </a:cubicBezTo>
                      <a:cubicBezTo>
                        <a:pt x="93536" y="9906"/>
                        <a:pt x="99441" y="14859"/>
                        <a:pt x="103823" y="20955"/>
                      </a:cubicBezTo>
                      <a:lnTo>
                        <a:pt x="103823" y="2096"/>
                      </a:lnTo>
                      <a:lnTo>
                        <a:pt x="137350" y="2096"/>
                      </a:lnTo>
                      <a:lnTo>
                        <a:pt x="137350" y="134017"/>
                      </a:lnTo>
                      <a:lnTo>
                        <a:pt x="103823" y="134017"/>
                      </a:lnTo>
                      <a:lnTo>
                        <a:pt x="103823" y="114681"/>
                      </a:lnTo>
                      <a:cubicBezTo>
                        <a:pt x="99536" y="120872"/>
                        <a:pt x="93631" y="126016"/>
                        <a:pt x="86106" y="130016"/>
                      </a:cubicBezTo>
                      <a:cubicBezTo>
                        <a:pt x="78581" y="134112"/>
                        <a:pt x="69913" y="136112"/>
                        <a:pt x="60008" y="136112"/>
                      </a:cubicBezTo>
                      <a:cubicBezTo>
                        <a:pt x="48863" y="136112"/>
                        <a:pt x="38767" y="133255"/>
                        <a:pt x="29623" y="127540"/>
                      </a:cubicBezTo>
                      <a:cubicBezTo>
                        <a:pt x="20479" y="121825"/>
                        <a:pt x="13240" y="113728"/>
                        <a:pt x="8001" y="103346"/>
                      </a:cubicBezTo>
                      <a:cubicBezTo>
                        <a:pt x="2667" y="92964"/>
                        <a:pt x="0" y="80963"/>
                        <a:pt x="0" y="67532"/>
                      </a:cubicBezTo>
                      <a:cubicBezTo>
                        <a:pt x="0" y="54102"/>
                        <a:pt x="2667" y="42386"/>
                        <a:pt x="8001" y="32099"/>
                      </a:cubicBezTo>
                      <a:close/>
                      <a:moveTo>
                        <a:pt x="99155" y="47339"/>
                      </a:moveTo>
                      <a:cubicBezTo>
                        <a:pt x="96012" y="41529"/>
                        <a:pt x="91726" y="37052"/>
                        <a:pt x="86296" y="34004"/>
                      </a:cubicBezTo>
                      <a:cubicBezTo>
                        <a:pt x="80867" y="30861"/>
                        <a:pt x="75152" y="29337"/>
                        <a:pt x="68866" y="29337"/>
                      </a:cubicBezTo>
                      <a:cubicBezTo>
                        <a:pt x="62579" y="29337"/>
                        <a:pt x="56959" y="30861"/>
                        <a:pt x="51721" y="33814"/>
                      </a:cubicBezTo>
                      <a:cubicBezTo>
                        <a:pt x="46482" y="36862"/>
                        <a:pt x="42196" y="41243"/>
                        <a:pt x="38957" y="47053"/>
                      </a:cubicBezTo>
                      <a:cubicBezTo>
                        <a:pt x="35719" y="52864"/>
                        <a:pt x="34100" y="59722"/>
                        <a:pt x="34100" y="67628"/>
                      </a:cubicBezTo>
                      <a:cubicBezTo>
                        <a:pt x="34100" y="75533"/>
                        <a:pt x="35719" y="82487"/>
                        <a:pt x="38957" y="88487"/>
                      </a:cubicBezTo>
                      <a:cubicBezTo>
                        <a:pt x="42196" y="94393"/>
                        <a:pt x="46482" y="98965"/>
                        <a:pt x="51816" y="102203"/>
                      </a:cubicBezTo>
                      <a:cubicBezTo>
                        <a:pt x="57150" y="105347"/>
                        <a:pt x="62770" y="106966"/>
                        <a:pt x="68866" y="106966"/>
                      </a:cubicBezTo>
                      <a:cubicBezTo>
                        <a:pt x="74962" y="106966"/>
                        <a:pt x="80867" y="105442"/>
                        <a:pt x="86296" y="102299"/>
                      </a:cubicBezTo>
                      <a:cubicBezTo>
                        <a:pt x="91726" y="99155"/>
                        <a:pt x="96012" y="94774"/>
                        <a:pt x="99155" y="88964"/>
                      </a:cubicBezTo>
                      <a:cubicBezTo>
                        <a:pt x="102298" y="83153"/>
                        <a:pt x="103918" y="76200"/>
                        <a:pt x="103918" y="68104"/>
                      </a:cubicBezTo>
                      <a:cubicBezTo>
                        <a:pt x="103918" y="60007"/>
                        <a:pt x="102298" y="53054"/>
                        <a:pt x="99155" y="47244"/>
                      </a:cubicBezTo>
                      <a:close/>
                    </a:path>
                  </a:pathLst>
                </a:custGeom>
                <a:solidFill>
                  <a:schemeClr val="bg1"/>
                </a:solidFill>
                <a:ln w="9525" cap="flat">
                  <a:noFill/>
                  <a:prstDash val="solid"/>
                  <a:miter/>
                </a:ln>
              </p:spPr>
              <p:txBody>
                <a:bodyPr rtlCol="0" anchor="ctr"/>
                <a:lstStyle/>
                <a:p>
                  <a:endParaRPr lang="fi-FI" sz="3200"/>
                </a:p>
              </p:txBody>
            </p:sp>
          </p:grpSp>
          <p:grpSp>
            <p:nvGrpSpPr>
              <p:cNvPr id="598" name="Ryhmä 597">
                <a:extLst>
                  <a:ext uri="{FF2B5EF4-FFF2-40B4-BE49-F238E27FC236}">
                    <a16:creationId xmlns:a16="http://schemas.microsoft.com/office/drawing/2014/main" id="{6FB9C4C5-99FA-DCEB-7302-C44B2D1E6B73}"/>
                  </a:ext>
                  <a:ext uri="{C183D7F6-B498-43B3-948B-1728B52AA6E4}">
                    <adec:decorative xmlns:adec="http://schemas.microsoft.com/office/drawing/2017/decorative" val="1"/>
                  </a:ext>
                </a:extLst>
              </p:cNvPr>
              <p:cNvGrpSpPr/>
              <p:nvPr userDrawn="1"/>
            </p:nvGrpSpPr>
            <p:grpSpPr>
              <a:xfrm>
                <a:off x="6930944" y="3999574"/>
                <a:ext cx="992951" cy="300601"/>
                <a:chOff x="3748563" y="2288762"/>
                <a:chExt cx="1654016" cy="500729"/>
              </a:xfrm>
              <a:solidFill>
                <a:schemeClr val="bg1"/>
              </a:solidFill>
            </p:grpSpPr>
            <p:sp>
              <p:nvSpPr>
                <p:cNvPr id="578" name="Vapaamuotoinen: Muoto 577">
                  <a:extLst>
                    <a:ext uri="{FF2B5EF4-FFF2-40B4-BE49-F238E27FC236}">
                      <a16:creationId xmlns:a16="http://schemas.microsoft.com/office/drawing/2014/main" id="{9F1AEB22-40F4-6D67-8AB8-C7804D5F8432}"/>
                    </a:ext>
                  </a:extLst>
                </p:cNvPr>
                <p:cNvSpPr/>
                <p:nvPr/>
              </p:nvSpPr>
              <p:spPr>
                <a:xfrm>
                  <a:off x="3748563" y="2312288"/>
                  <a:ext cx="146780" cy="167163"/>
                </a:xfrm>
                <a:custGeom>
                  <a:avLst/>
                  <a:gdLst>
                    <a:gd name="connsiteX0" fmla="*/ 96869 w 146780"/>
                    <a:gd name="connsiteY0" fmla="*/ 167164 h 167163"/>
                    <a:gd name="connsiteX1" fmla="*/ 40672 w 146780"/>
                    <a:gd name="connsiteY1" fmla="*/ 93345 h 167163"/>
                    <a:gd name="connsiteX2" fmla="*/ 40672 w 146780"/>
                    <a:gd name="connsiteY2" fmla="*/ 167164 h 167163"/>
                    <a:gd name="connsiteX3" fmla="*/ 0 w 146780"/>
                    <a:gd name="connsiteY3" fmla="*/ 167164 h 167163"/>
                    <a:gd name="connsiteX4" fmla="*/ 0 w 146780"/>
                    <a:gd name="connsiteY4" fmla="*/ 0 h 167163"/>
                    <a:gd name="connsiteX5" fmla="*/ 40767 w 146780"/>
                    <a:gd name="connsiteY5" fmla="*/ 0 h 167163"/>
                    <a:gd name="connsiteX6" fmla="*/ 40767 w 146780"/>
                    <a:gd name="connsiteY6" fmla="*/ 73343 h 167163"/>
                    <a:gd name="connsiteX7" fmla="*/ 96488 w 146780"/>
                    <a:gd name="connsiteY7" fmla="*/ 0 h 167163"/>
                    <a:gd name="connsiteX8" fmla="*/ 144399 w 146780"/>
                    <a:gd name="connsiteY8" fmla="*/ 0 h 167163"/>
                    <a:gd name="connsiteX9" fmla="*/ 79629 w 146780"/>
                    <a:gd name="connsiteY9" fmla="*/ 81915 h 167163"/>
                    <a:gd name="connsiteX10" fmla="*/ 146780 w 146780"/>
                    <a:gd name="connsiteY10" fmla="*/ 167164 h 167163"/>
                    <a:gd name="connsiteX11" fmla="*/ 97060 w 146780"/>
                    <a:gd name="connsiteY11" fmla="*/ 167164 h 16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6780" h="167163">
                      <a:moveTo>
                        <a:pt x="96869" y="167164"/>
                      </a:moveTo>
                      <a:lnTo>
                        <a:pt x="40672" y="93345"/>
                      </a:lnTo>
                      <a:lnTo>
                        <a:pt x="40672" y="167164"/>
                      </a:lnTo>
                      <a:lnTo>
                        <a:pt x="0" y="167164"/>
                      </a:lnTo>
                      <a:lnTo>
                        <a:pt x="0" y="0"/>
                      </a:lnTo>
                      <a:lnTo>
                        <a:pt x="40767" y="0"/>
                      </a:lnTo>
                      <a:lnTo>
                        <a:pt x="40767" y="73343"/>
                      </a:lnTo>
                      <a:lnTo>
                        <a:pt x="96488" y="0"/>
                      </a:lnTo>
                      <a:lnTo>
                        <a:pt x="144399" y="0"/>
                      </a:lnTo>
                      <a:lnTo>
                        <a:pt x="79629" y="81915"/>
                      </a:lnTo>
                      <a:lnTo>
                        <a:pt x="146780" y="167164"/>
                      </a:lnTo>
                      <a:lnTo>
                        <a:pt x="97060" y="167164"/>
                      </a:lnTo>
                      <a:close/>
                    </a:path>
                  </a:pathLst>
                </a:custGeom>
                <a:solidFill>
                  <a:schemeClr val="bg1"/>
                </a:solidFill>
                <a:ln w="9525" cap="flat">
                  <a:noFill/>
                  <a:prstDash val="solid"/>
                  <a:miter/>
                </a:ln>
              </p:spPr>
              <p:txBody>
                <a:bodyPr rtlCol="0" anchor="ctr"/>
                <a:lstStyle/>
                <a:p>
                  <a:endParaRPr lang="fi-FI" sz="3200"/>
                </a:p>
              </p:txBody>
            </p:sp>
            <p:sp>
              <p:nvSpPr>
                <p:cNvPr id="579" name="Vapaamuotoinen: Muoto 578">
                  <a:extLst>
                    <a:ext uri="{FF2B5EF4-FFF2-40B4-BE49-F238E27FC236}">
                      <a16:creationId xmlns:a16="http://schemas.microsoft.com/office/drawing/2014/main" id="{5A0B4D0F-FF0C-963B-BD65-A8A3F544367A}"/>
                    </a:ext>
                  </a:extLst>
                </p:cNvPr>
                <p:cNvSpPr/>
                <p:nvPr/>
              </p:nvSpPr>
              <p:spPr>
                <a:xfrm>
                  <a:off x="3910774" y="2288762"/>
                  <a:ext cx="48291"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240" y="2096"/>
                        <a:pt x="17145" y="0"/>
                        <a:pt x="24289" y="0"/>
                      </a:cubicBezTo>
                      <a:cubicBezTo>
                        <a:pt x="31432" y="0"/>
                        <a:pt x="37052" y="2096"/>
                        <a:pt x="41529" y="6287"/>
                      </a:cubicBezTo>
                      <a:cubicBezTo>
                        <a:pt x="46006" y="10478"/>
                        <a:pt x="48292" y="15812"/>
                        <a:pt x="48292" y="22098"/>
                      </a:cubicBezTo>
                      <a:cubicBezTo>
                        <a:pt x="48292" y="28385"/>
                        <a:pt x="46006" y="33528"/>
                        <a:pt x="41529" y="37719"/>
                      </a:cubicBezTo>
                      <a:cubicBezTo>
                        <a:pt x="36957"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solidFill>
                  <a:schemeClr val="bg1"/>
                </a:solidFill>
                <a:ln w="9525" cap="flat">
                  <a:noFill/>
                  <a:prstDash val="solid"/>
                  <a:miter/>
                </a:ln>
              </p:spPr>
              <p:txBody>
                <a:bodyPr rtlCol="0" anchor="ctr"/>
                <a:lstStyle/>
                <a:p>
                  <a:endParaRPr lang="fi-FI" sz="3200"/>
                </a:p>
              </p:txBody>
            </p:sp>
            <p:sp>
              <p:nvSpPr>
                <p:cNvPr id="580" name="Vapaamuotoinen: Muoto 579">
                  <a:extLst>
                    <a:ext uri="{FF2B5EF4-FFF2-40B4-BE49-F238E27FC236}">
                      <a16:creationId xmlns:a16="http://schemas.microsoft.com/office/drawing/2014/main" id="{807B1B28-1483-6962-2B7F-52E67671778F}"/>
                    </a:ext>
                  </a:extLst>
                </p:cNvPr>
                <p:cNvSpPr/>
                <p:nvPr/>
              </p:nvSpPr>
              <p:spPr>
                <a:xfrm>
                  <a:off x="3984688" y="2345245"/>
                  <a:ext cx="82486" cy="134397"/>
                </a:xfrm>
                <a:custGeom>
                  <a:avLst/>
                  <a:gdLst>
                    <a:gd name="connsiteX0" fmla="*/ 58674 w 82486"/>
                    <a:gd name="connsiteY0" fmla="*/ 6287 h 134397"/>
                    <a:gd name="connsiteX1" fmla="*/ 82487 w 82486"/>
                    <a:gd name="connsiteY1" fmla="*/ 0 h 134397"/>
                    <a:gd name="connsiteX2" fmla="*/ 82487 w 82486"/>
                    <a:gd name="connsiteY2" fmla="*/ 43148 h 134397"/>
                    <a:gd name="connsiteX3" fmla="*/ 71247 w 82486"/>
                    <a:gd name="connsiteY3" fmla="*/ 43148 h 134397"/>
                    <a:gd name="connsiteX4" fmla="*/ 48387 w 82486"/>
                    <a:gd name="connsiteY4" fmla="*/ 49720 h 134397"/>
                    <a:gd name="connsiteX5" fmla="*/ 40767 w 82486"/>
                    <a:gd name="connsiteY5" fmla="*/ 72676 h 134397"/>
                    <a:gd name="connsiteX6" fmla="*/ 40767 w 82486"/>
                    <a:gd name="connsiteY6" fmla="*/ 134398 h 134397"/>
                    <a:gd name="connsiteX7" fmla="*/ 0 w 82486"/>
                    <a:gd name="connsiteY7" fmla="*/ 134398 h 134397"/>
                    <a:gd name="connsiteX8" fmla="*/ 0 w 82486"/>
                    <a:gd name="connsiteY8" fmla="*/ 1334 h 134397"/>
                    <a:gd name="connsiteX9" fmla="*/ 40767 w 82486"/>
                    <a:gd name="connsiteY9" fmla="*/ 1334 h 134397"/>
                    <a:gd name="connsiteX10" fmla="*/ 40767 w 82486"/>
                    <a:gd name="connsiteY10" fmla="*/ 23527 h 134397"/>
                    <a:gd name="connsiteX11" fmla="*/ 58674 w 82486"/>
                    <a:gd name="connsiteY11" fmla="*/ 6287 h 13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86" h="134397">
                      <a:moveTo>
                        <a:pt x="58674" y="6287"/>
                      </a:moveTo>
                      <a:cubicBezTo>
                        <a:pt x="65818" y="2096"/>
                        <a:pt x="73724" y="0"/>
                        <a:pt x="82487" y="0"/>
                      </a:cubicBezTo>
                      <a:lnTo>
                        <a:pt x="82487" y="43148"/>
                      </a:lnTo>
                      <a:lnTo>
                        <a:pt x="71247" y="43148"/>
                      </a:lnTo>
                      <a:cubicBezTo>
                        <a:pt x="61055" y="43148"/>
                        <a:pt x="53435" y="45339"/>
                        <a:pt x="48387" y="49720"/>
                      </a:cubicBezTo>
                      <a:cubicBezTo>
                        <a:pt x="43339" y="54102"/>
                        <a:pt x="40767" y="61722"/>
                        <a:pt x="40767" y="72676"/>
                      </a:cubicBezTo>
                      <a:lnTo>
                        <a:pt x="40767" y="134398"/>
                      </a:lnTo>
                      <a:lnTo>
                        <a:pt x="0" y="134398"/>
                      </a:lnTo>
                      <a:lnTo>
                        <a:pt x="0" y="1334"/>
                      </a:lnTo>
                      <a:lnTo>
                        <a:pt x="40767" y="1334"/>
                      </a:lnTo>
                      <a:lnTo>
                        <a:pt x="40767" y="23527"/>
                      </a:lnTo>
                      <a:cubicBezTo>
                        <a:pt x="45530" y="16193"/>
                        <a:pt x="51435" y="10477"/>
                        <a:pt x="58674" y="6287"/>
                      </a:cubicBezTo>
                      <a:close/>
                    </a:path>
                  </a:pathLst>
                </a:custGeom>
                <a:solidFill>
                  <a:schemeClr val="bg1"/>
                </a:solidFill>
                <a:ln w="9525" cap="flat">
                  <a:noFill/>
                  <a:prstDash val="solid"/>
                  <a:miter/>
                </a:ln>
              </p:spPr>
              <p:txBody>
                <a:bodyPr rtlCol="0" anchor="ctr"/>
                <a:lstStyle/>
                <a:p>
                  <a:endParaRPr lang="fi-FI" sz="3200"/>
                </a:p>
              </p:txBody>
            </p:sp>
            <p:sp>
              <p:nvSpPr>
                <p:cNvPr id="581" name="Vapaamuotoinen: Muoto 580">
                  <a:extLst>
                    <a:ext uri="{FF2B5EF4-FFF2-40B4-BE49-F238E27FC236}">
                      <a16:creationId xmlns:a16="http://schemas.microsoft.com/office/drawing/2014/main" id="{59B278D6-093F-B99B-0B3A-28C6789BA3B3}"/>
                    </a:ext>
                  </a:extLst>
                </p:cNvPr>
                <p:cNvSpPr/>
                <p:nvPr/>
              </p:nvSpPr>
              <p:spPr>
                <a:xfrm>
                  <a:off x="4086606" y="2303240"/>
                  <a:ext cx="131730" cy="176212"/>
                </a:xfrm>
                <a:custGeom>
                  <a:avLst/>
                  <a:gdLst>
                    <a:gd name="connsiteX0" fmla="*/ 81248 w 131730"/>
                    <a:gd name="connsiteY0" fmla="*/ 176213 h 176212"/>
                    <a:gd name="connsiteX1" fmla="*/ 40767 w 131730"/>
                    <a:gd name="connsiteY1" fmla="*/ 120491 h 176212"/>
                    <a:gd name="connsiteX2" fmla="*/ 40767 w 131730"/>
                    <a:gd name="connsiteY2" fmla="*/ 176213 h 176212"/>
                    <a:gd name="connsiteX3" fmla="*/ 0 w 131730"/>
                    <a:gd name="connsiteY3" fmla="*/ 176213 h 176212"/>
                    <a:gd name="connsiteX4" fmla="*/ 0 w 131730"/>
                    <a:gd name="connsiteY4" fmla="*/ 0 h 176212"/>
                    <a:gd name="connsiteX5" fmla="*/ 40767 w 131730"/>
                    <a:gd name="connsiteY5" fmla="*/ 0 h 176212"/>
                    <a:gd name="connsiteX6" fmla="*/ 40767 w 131730"/>
                    <a:gd name="connsiteY6" fmla="*/ 97441 h 176212"/>
                    <a:gd name="connsiteX7" fmla="*/ 80963 w 131730"/>
                    <a:gd name="connsiteY7" fmla="*/ 43339 h 176212"/>
                    <a:gd name="connsiteX8" fmla="*/ 131254 w 131730"/>
                    <a:gd name="connsiteY8" fmla="*/ 43339 h 176212"/>
                    <a:gd name="connsiteX9" fmla="*/ 76009 w 131730"/>
                    <a:gd name="connsiteY9" fmla="*/ 110014 h 176212"/>
                    <a:gd name="connsiteX10" fmla="*/ 131731 w 131730"/>
                    <a:gd name="connsiteY10" fmla="*/ 176213 h 176212"/>
                    <a:gd name="connsiteX11" fmla="*/ 81248 w 131730"/>
                    <a:gd name="connsiteY11" fmla="*/ 176213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1730" h="176212">
                      <a:moveTo>
                        <a:pt x="81248" y="176213"/>
                      </a:moveTo>
                      <a:lnTo>
                        <a:pt x="40767" y="120491"/>
                      </a:lnTo>
                      <a:lnTo>
                        <a:pt x="40767" y="176213"/>
                      </a:lnTo>
                      <a:lnTo>
                        <a:pt x="0" y="176213"/>
                      </a:lnTo>
                      <a:lnTo>
                        <a:pt x="0" y="0"/>
                      </a:lnTo>
                      <a:lnTo>
                        <a:pt x="40767" y="0"/>
                      </a:lnTo>
                      <a:lnTo>
                        <a:pt x="40767" y="97441"/>
                      </a:lnTo>
                      <a:lnTo>
                        <a:pt x="80963" y="43339"/>
                      </a:lnTo>
                      <a:lnTo>
                        <a:pt x="131254" y="43339"/>
                      </a:lnTo>
                      <a:lnTo>
                        <a:pt x="76009" y="110014"/>
                      </a:lnTo>
                      <a:lnTo>
                        <a:pt x="131731" y="176213"/>
                      </a:lnTo>
                      <a:lnTo>
                        <a:pt x="81248" y="176213"/>
                      </a:lnTo>
                      <a:close/>
                    </a:path>
                  </a:pathLst>
                </a:custGeom>
                <a:solidFill>
                  <a:schemeClr val="bg1"/>
                </a:solidFill>
                <a:ln w="9525" cap="flat">
                  <a:noFill/>
                  <a:prstDash val="solid"/>
                  <a:miter/>
                </a:ln>
              </p:spPr>
              <p:txBody>
                <a:bodyPr rtlCol="0" anchor="ctr"/>
                <a:lstStyle/>
                <a:p>
                  <a:endParaRPr lang="fi-FI" sz="3200"/>
                </a:p>
              </p:txBody>
            </p:sp>
            <p:sp>
              <p:nvSpPr>
                <p:cNvPr id="582" name="Vapaamuotoinen: Muoto 581">
                  <a:extLst>
                    <a:ext uri="{FF2B5EF4-FFF2-40B4-BE49-F238E27FC236}">
                      <a16:creationId xmlns:a16="http://schemas.microsoft.com/office/drawing/2014/main" id="{550EB207-E3BA-1653-C977-378A5912A4D4}"/>
                    </a:ext>
                  </a:extLst>
                </p:cNvPr>
                <p:cNvSpPr/>
                <p:nvPr/>
              </p:nvSpPr>
              <p:spPr>
                <a:xfrm>
                  <a:off x="4233767" y="2303240"/>
                  <a:ext cx="131730" cy="176212"/>
                </a:xfrm>
                <a:custGeom>
                  <a:avLst/>
                  <a:gdLst>
                    <a:gd name="connsiteX0" fmla="*/ 81248 w 131730"/>
                    <a:gd name="connsiteY0" fmla="*/ 176213 h 176212"/>
                    <a:gd name="connsiteX1" fmla="*/ 40767 w 131730"/>
                    <a:gd name="connsiteY1" fmla="*/ 120491 h 176212"/>
                    <a:gd name="connsiteX2" fmla="*/ 40767 w 131730"/>
                    <a:gd name="connsiteY2" fmla="*/ 176213 h 176212"/>
                    <a:gd name="connsiteX3" fmla="*/ 0 w 131730"/>
                    <a:gd name="connsiteY3" fmla="*/ 176213 h 176212"/>
                    <a:gd name="connsiteX4" fmla="*/ 0 w 131730"/>
                    <a:gd name="connsiteY4" fmla="*/ 0 h 176212"/>
                    <a:gd name="connsiteX5" fmla="*/ 40767 w 131730"/>
                    <a:gd name="connsiteY5" fmla="*/ 0 h 176212"/>
                    <a:gd name="connsiteX6" fmla="*/ 40767 w 131730"/>
                    <a:gd name="connsiteY6" fmla="*/ 97441 h 176212"/>
                    <a:gd name="connsiteX7" fmla="*/ 80963 w 131730"/>
                    <a:gd name="connsiteY7" fmla="*/ 43339 h 176212"/>
                    <a:gd name="connsiteX8" fmla="*/ 131254 w 131730"/>
                    <a:gd name="connsiteY8" fmla="*/ 43339 h 176212"/>
                    <a:gd name="connsiteX9" fmla="*/ 76009 w 131730"/>
                    <a:gd name="connsiteY9" fmla="*/ 110014 h 176212"/>
                    <a:gd name="connsiteX10" fmla="*/ 131731 w 131730"/>
                    <a:gd name="connsiteY10" fmla="*/ 176213 h 176212"/>
                    <a:gd name="connsiteX11" fmla="*/ 81248 w 131730"/>
                    <a:gd name="connsiteY11" fmla="*/ 176213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1730" h="176212">
                      <a:moveTo>
                        <a:pt x="81248" y="176213"/>
                      </a:moveTo>
                      <a:lnTo>
                        <a:pt x="40767" y="120491"/>
                      </a:lnTo>
                      <a:lnTo>
                        <a:pt x="40767" y="176213"/>
                      </a:lnTo>
                      <a:lnTo>
                        <a:pt x="0" y="176213"/>
                      </a:lnTo>
                      <a:lnTo>
                        <a:pt x="0" y="0"/>
                      </a:lnTo>
                      <a:lnTo>
                        <a:pt x="40767" y="0"/>
                      </a:lnTo>
                      <a:lnTo>
                        <a:pt x="40767" y="97441"/>
                      </a:lnTo>
                      <a:lnTo>
                        <a:pt x="80963" y="43339"/>
                      </a:lnTo>
                      <a:lnTo>
                        <a:pt x="131254" y="43339"/>
                      </a:lnTo>
                      <a:lnTo>
                        <a:pt x="76009" y="110014"/>
                      </a:lnTo>
                      <a:lnTo>
                        <a:pt x="131731" y="176213"/>
                      </a:lnTo>
                      <a:lnTo>
                        <a:pt x="81248" y="176213"/>
                      </a:lnTo>
                      <a:close/>
                    </a:path>
                  </a:pathLst>
                </a:custGeom>
                <a:solidFill>
                  <a:schemeClr val="bg1"/>
                </a:solidFill>
                <a:ln w="9525" cap="flat">
                  <a:noFill/>
                  <a:prstDash val="solid"/>
                  <a:miter/>
                </a:ln>
              </p:spPr>
              <p:txBody>
                <a:bodyPr rtlCol="0" anchor="ctr"/>
                <a:lstStyle/>
                <a:p>
                  <a:endParaRPr lang="fi-FI" sz="3200"/>
                </a:p>
              </p:txBody>
            </p:sp>
            <p:sp>
              <p:nvSpPr>
                <p:cNvPr id="583" name="Vapaamuotoinen: Muoto 582">
                  <a:extLst>
                    <a:ext uri="{FF2B5EF4-FFF2-40B4-BE49-F238E27FC236}">
                      <a16:creationId xmlns:a16="http://schemas.microsoft.com/office/drawing/2014/main" id="{3D7AD990-8DD3-3806-9ABD-4936DCDA8F60}"/>
                    </a:ext>
                  </a:extLst>
                </p:cNvPr>
                <p:cNvSpPr/>
                <p:nvPr/>
              </p:nvSpPr>
              <p:spPr>
                <a:xfrm>
                  <a:off x="4372927" y="2344673"/>
                  <a:ext cx="138112" cy="136779"/>
                </a:xfrm>
                <a:custGeom>
                  <a:avLst/>
                  <a:gdLst>
                    <a:gd name="connsiteX0" fmla="*/ 33433 w 138112"/>
                    <a:gd name="connsiteY0" fmla="*/ 128397 h 136779"/>
                    <a:gd name="connsiteX1" fmla="*/ 8954 w 138112"/>
                    <a:gd name="connsiteY1" fmla="*/ 104584 h 136779"/>
                    <a:gd name="connsiteX2" fmla="*/ 0 w 138112"/>
                    <a:gd name="connsiteY2" fmla="*/ 68390 h 136779"/>
                    <a:gd name="connsiteX3" fmla="*/ 9049 w 138112"/>
                    <a:gd name="connsiteY3" fmla="*/ 32290 h 136779"/>
                    <a:gd name="connsiteX4" fmla="*/ 33814 w 138112"/>
                    <a:gd name="connsiteY4" fmla="*/ 8382 h 136779"/>
                    <a:gd name="connsiteX5" fmla="*/ 69056 w 138112"/>
                    <a:gd name="connsiteY5" fmla="*/ 0 h 136779"/>
                    <a:gd name="connsiteX6" fmla="*/ 104299 w 138112"/>
                    <a:gd name="connsiteY6" fmla="*/ 8382 h 136779"/>
                    <a:gd name="connsiteX7" fmla="*/ 129064 w 138112"/>
                    <a:gd name="connsiteY7" fmla="*/ 32290 h 136779"/>
                    <a:gd name="connsiteX8" fmla="*/ 138113 w 138112"/>
                    <a:gd name="connsiteY8" fmla="*/ 68390 h 136779"/>
                    <a:gd name="connsiteX9" fmla="*/ 128969 w 138112"/>
                    <a:gd name="connsiteY9" fmla="*/ 104489 h 136779"/>
                    <a:gd name="connsiteX10" fmla="*/ 104013 w 138112"/>
                    <a:gd name="connsiteY10" fmla="*/ 128397 h 136779"/>
                    <a:gd name="connsiteX11" fmla="*/ 68675 w 138112"/>
                    <a:gd name="connsiteY11" fmla="*/ 136779 h 136779"/>
                    <a:gd name="connsiteX12" fmla="*/ 33528 w 138112"/>
                    <a:gd name="connsiteY12" fmla="*/ 128397 h 136779"/>
                    <a:gd name="connsiteX13" fmla="*/ 88487 w 138112"/>
                    <a:gd name="connsiteY13" fmla="*/ 92964 h 136779"/>
                    <a:gd name="connsiteX14" fmla="*/ 96679 w 138112"/>
                    <a:gd name="connsiteY14" fmla="*/ 68390 h 136779"/>
                    <a:gd name="connsiteX15" fmla="*/ 88678 w 138112"/>
                    <a:gd name="connsiteY15" fmla="*/ 43910 h 136779"/>
                    <a:gd name="connsiteX16" fmla="*/ 69056 w 138112"/>
                    <a:gd name="connsiteY16" fmla="*/ 35338 h 136779"/>
                    <a:gd name="connsiteX17" fmla="*/ 49244 w 138112"/>
                    <a:gd name="connsiteY17" fmla="*/ 43815 h 136779"/>
                    <a:gd name="connsiteX18" fmla="*/ 41434 w 138112"/>
                    <a:gd name="connsiteY18" fmla="*/ 68485 h 136779"/>
                    <a:gd name="connsiteX19" fmla="*/ 49149 w 138112"/>
                    <a:gd name="connsiteY19" fmla="*/ 93059 h 136779"/>
                    <a:gd name="connsiteX20" fmla="*/ 68580 w 138112"/>
                    <a:gd name="connsiteY20" fmla="*/ 101632 h 136779"/>
                    <a:gd name="connsiteX21" fmla="*/ 88487 w 138112"/>
                    <a:gd name="connsiteY21" fmla="*/ 93059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8112" h="136779">
                      <a:moveTo>
                        <a:pt x="33433" y="128397"/>
                      </a:moveTo>
                      <a:cubicBezTo>
                        <a:pt x="23050" y="122873"/>
                        <a:pt x="14859" y="114871"/>
                        <a:pt x="8954" y="104584"/>
                      </a:cubicBezTo>
                      <a:cubicBezTo>
                        <a:pt x="3048" y="94298"/>
                        <a:pt x="0" y="82201"/>
                        <a:pt x="0" y="68390"/>
                      </a:cubicBezTo>
                      <a:cubicBezTo>
                        <a:pt x="0" y="54578"/>
                        <a:pt x="3048" y="42672"/>
                        <a:pt x="9049" y="32290"/>
                      </a:cubicBezTo>
                      <a:cubicBezTo>
                        <a:pt x="15050" y="21908"/>
                        <a:pt x="23336" y="13907"/>
                        <a:pt x="33814" y="8382"/>
                      </a:cubicBezTo>
                      <a:cubicBezTo>
                        <a:pt x="44291" y="2858"/>
                        <a:pt x="56007" y="0"/>
                        <a:pt x="69056" y="0"/>
                      </a:cubicBezTo>
                      <a:cubicBezTo>
                        <a:pt x="82106" y="0"/>
                        <a:pt x="93821" y="2762"/>
                        <a:pt x="104299" y="8382"/>
                      </a:cubicBezTo>
                      <a:cubicBezTo>
                        <a:pt x="114776" y="13907"/>
                        <a:pt x="123063" y="21908"/>
                        <a:pt x="129064" y="32290"/>
                      </a:cubicBezTo>
                      <a:cubicBezTo>
                        <a:pt x="135065" y="42672"/>
                        <a:pt x="138113" y="54673"/>
                        <a:pt x="138113" y="68390"/>
                      </a:cubicBezTo>
                      <a:cubicBezTo>
                        <a:pt x="138113" y="82106"/>
                        <a:pt x="135065" y="94107"/>
                        <a:pt x="128969" y="104489"/>
                      </a:cubicBezTo>
                      <a:cubicBezTo>
                        <a:pt x="122873" y="114871"/>
                        <a:pt x="114491" y="122873"/>
                        <a:pt x="104013" y="128397"/>
                      </a:cubicBezTo>
                      <a:cubicBezTo>
                        <a:pt x="93440" y="133922"/>
                        <a:pt x="81629" y="136779"/>
                        <a:pt x="68675" y="136779"/>
                      </a:cubicBezTo>
                      <a:cubicBezTo>
                        <a:pt x="55721" y="136779"/>
                        <a:pt x="43910" y="134017"/>
                        <a:pt x="33528" y="128397"/>
                      </a:cubicBezTo>
                      <a:close/>
                      <a:moveTo>
                        <a:pt x="88487" y="92964"/>
                      </a:moveTo>
                      <a:cubicBezTo>
                        <a:pt x="93917" y="87249"/>
                        <a:pt x="96679" y="79058"/>
                        <a:pt x="96679" y="68390"/>
                      </a:cubicBezTo>
                      <a:cubicBezTo>
                        <a:pt x="96679" y="57722"/>
                        <a:pt x="94012" y="49625"/>
                        <a:pt x="88678" y="43910"/>
                      </a:cubicBezTo>
                      <a:cubicBezTo>
                        <a:pt x="83344" y="38195"/>
                        <a:pt x="76772" y="35338"/>
                        <a:pt x="69056" y="35338"/>
                      </a:cubicBezTo>
                      <a:cubicBezTo>
                        <a:pt x="61341" y="35338"/>
                        <a:pt x="54483" y="38195"/>
                        <a:pt x="49244" y="43815"/>
                      </a:cubicBezTo>
                      <a:cubicBezTo>
                        <a:pt x="44006" y="49435"/>
                        <a:pt x="41434" y="57626"/>
                        <a:pt x="41434" y="68485"/>
                      </a:cubicBezTo>
                      <a:cubicBezTo>
                        <a:pt x="41434" y="79343"/>
                        <a:pt x="44006" y="87344"/>
                        <a:pt x="49149" y="93059"/>
                      </a:cubicBezTo>
                      <a:cubicBezTo>
                        <a:pt x="54293" y="98774"/>
                        <a:pt x="60770" y="101632"/>
                        <a:pt x="68580" y="101632"/>
                      </a:cubicBezTo>
                      <a:cubicBezTo>
                        <a:pt x="76391" y="101632"/>
                        <a:pt x="82963" y="98774"/>
                        <a:pt x="88487" y="93059"/>
                      </a:cubicBezTo>
                      <a:close/>
                    </a:path>
                  </a:pathLst>
                </a:custGeom>
                <a:solidFill>
                  <a:schemeClr val="bg1"/>
                </a:solidFill>
                <a:ln w="9525" cap="flat">
                  <a:noFill/>
                  <a:prstDash val="solid"/>
                  <a:miter/>
                </a:ln>
              </p:spPr>
              <p:txBody>
                <a:bodyPr rtlCol="0" anchor="ctr"/>
                <a:lstStyle/>
                <a:p>
                  <a:endParaRPr lang="fi-FI" sz="3200"/>
                </a:p>
              </p:txBody>
            </p:sp>
            <p:sp>
              <p:nvSpPr>
                <p:cNvPr id="584" name="Vapaamuotoinen: Muoto 583">
                  <a:extLst>
                    <a:ext uri="{FF2B5EF4-FFF2-40B4-BE49-F238E27FC236}">
                      <a16:creationId xmlns:a16="http://schemas.microsoft.com/office/drawing/2014/main" id="{DBCF0BC1-7A57-195E-E7B7-708475FA1FC3}"/>
                    </a:ext>
                  </a:extLst>
                </p:cNvPr>
                <p:cNvSpPr/>
                <p:nvPr/>
              </p:nvSpPr>
              <p:spPr>
                <a:xfrm>
                  <a:off x="4532756" y="2345150"/>
                  <a:ext cx="132111" cy="134302"/>
                </a:xfrm>
                <a:custGeom>
                  <a:avLst/>
                  <a:gdLst>
                    <a:gd name="connsiteX0" fmla="*/ 118205 w 132111"/>
                    <a:gd name="connsiteY0" fmla="*/ 15145 h 134302"/>
                    <a:gd name="connsiteX1" fmla="*/ 132112 w 132111"/>
                    <a:gd name="connsiteY1" fmla="*/ 56674 h 134302"/>
                    <a:gd name="connsiteX2" fmla="*/ 132112 w 132111"/>
                    <a:gd name="connsiteY2" fmla="*/ 134303 h 134302"/>
                    <a:gd name="connsiteX3" fmla="*/ 91631 w 132111"/>
                    <a:gd name="connsiteY3" fmla="*/ 134303 h 134302"/>
                    <a:gd name="connsiteX4" fmla="*/ 91631 w 132111"/>
                    <a:gd name="connsiteY4" fmla="*/ 62103 h 134302"/>
                    <a:gd name="connsiteX5" fmla="*/ 84773 w 132111"/>
                    <a:gd name="connsiteY5" fmla="*/ 41434 h 134302"/>
                    <a:gd name="connsiteX6" fmla="*/ 66199 w 132111"/>
                    <a:gd name="connsiteY6" fmla="*/ 34100 h 134302"/>
                    <a:gd name="connsiteX7" fmla="*/ 47625 w 132111"/>
                    <a:gd name="connsiteY7" fmla="*/ 41434 h 134302"/>
                    <a:gd name="connsiteX8" fmla="*/ 40767 w 132111"/>
                    <a:gd name="connsiteY8" fmla="*/ 62103 h 134302"/>
                    <a:gd name="connsiteX9" fmla="*/ 40767 w 132111"/>
                    <a:gd name="connsiteY9" fmla="*/ 134303 h 134302"/>
                    <a:gd name="connsiteX10" fmla="*/ 0 w 132111"/>
                    <a:gd name="connsiteY10" fmla="*/ 134303 h 134302"/>
                    <a:gd name="connsiteX11" fmla="*/ 0 w 132111"/>
                    <a:gd name="connsiteY11" fmla="*/ 1429 h 134302"/>
                    <a:gd name="connsiteX12" fmla="*/ 40767 w 132111"/>
                    <a:gd name="connsiteY12" fmla="*/ 1429 h 134302"/>
                    <a:gd name="connsiteX13" fmla="*/ 40767 w 132111"/>
                    <a:gd name="connsiteY13" fmla="*/ 19050 h 134302"/>
                    <a:gd name="connsiteX14" fmla="*/ 57436 w 132111"/>
                    <a:gd name="connsiteY14" fmla="*/ 5143 h 134302"/>
                    <a:gd name="connsiteX15" fmla="*/ 80963 w 132111"/>
                    <a:gd name="connsiteY15" fmla="*/ 0 h 134302"/>
                    <a:gd name="connsiteX16" fmla="*/ 118205 w 132111"/>
                    <a:gd name="connsiteY16" fmla="*/ 15145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34302">
                      <a:moveTo>
                        <a:pt x="118205" y="15145"/>
                      </a:moveTo>
                      <a:cubicBezTo>
                        <a:pt x="127540" y="25241"/>
                        <a:pt x="132112" y="39053"/>
                        <a:pt x="132112" y="56674"/>
                      </a:cubicBezTo>
                      <a:lnTo>
                        <a:pt x="132112" y="134303"/>
                      </a:lnTo>
                      <a:lnTo>
                        <a:pt x="91631" y="134303"/>
                      </a:lnTo>
                      <a:lnTo>
                        <a:pt x="91631" y="62103"/>
                      </a:lnTo>
                      <a:cubicBezTo>
                        <a:pt x="91631" y="53245"/>
                        <a:pt x="89345" y="46291"/>
                        <a:pt x="84773" y="41434"/>
                      </a:cubicBezTo>
                      <a:cubicBezTo>
                        <a:pt x="80201" y="36576"/>
                        <a:pt x="74009" y="34100"/>
                        <a:pt x="66199" y="34100"/>
                      </a:cubicBezTo>
                      <a:cubicBezTo>
                        <a:pt x="58388" y="34100"/>
                        <a:pt x="52197" y="36576"/>
                        <a:pt x="47625" y="41434"/>
                      </a:cubicBezTo>
                      <a:cubicBezTo>
                        <a:pt x="43053" y="46387"/>
                        <a:pt x="40767" y="53245"/>
                        <a:pt x="40767" y="62103"/>
                      </a:cubicBezTo>
                      <a:lnTo>
                        <a:pt x="40767" y="134303"/>
                      </a:lnTo>
                      <a:lnTo>
                        <a:pt x="0" y="134303"/>
                      </a:lnTo>
                      <a:lnTo>
                        <a:pt x="0" y="1429"/>
                      </a:lnTo>
                      <a:lnTo>
                        <a:pt x="40767" y="1429"/>
                      </a:lnTo>
                      <a:lnTo>
                        <a:pt x="40767" y="19050"/>
                      </a:lnTo>
                      <a:cubicBezTo>
                        <a:pt x="44863" y="13145"/>
                        <a:pt x="50483" y="8572"/>
                        <a:pt x="57436" y="5143"/>
                      </a:cubicBezTo>
                      <a:cubicBezTo>
                        <a:pt x="64389" y="1714"/>
                        <a:pt x="72295" y="0"/>
                        <a:pt x="80963" y="0"/>
                      </a:cubicBezTo>
                      <a:cubicBezTo>
                        <a:pt x="96488" y="0"/>
                        <a:pt x="108966" y="5048"/>
                        <a:pt x="118205" y="15145"/>
                      </a:cubicBezTo>
                      <a:close/>
                    </a:path>
                  </a:pathLst>
                </a:custGeom>
                <a:solidFill>
                  <a:schemeClr val="bg1"/>
                </a:solidFill>
                <a:ln w="9525" cap="flat">
                  <a:noFill/>
                  <a:prstDash val="solid"/>
                  <a:miter/>
                </a:ln>
              </p:spPr>
              <p:txBody>
                <a:bodyPr rtlCol="0" anchor="ctr"/>
                <a:lstStyle/>
                <a:p>
                  <a:endParaRPr lang="fi-FI" sz="3200"/>
                </a:p>
              </p:txBody>
            </p:sp>
            <p:sp>
              <p:nvSpPr>
                <p:cNvPr id="585" name="Vapaamuotoinen: Muoto 584">
                  <a:extLst>
                    <a:ext uri="{FF2B5EF4-FFF2-40B4-BE49-F238E27FC236}">
                      <a16:creationId xmlns:a16="http://schemas.microsoft.com/office/drawing/2014/main" id="{CD2A15AC-FBFB-81DD-8743-4D5B279E962D}"/>
                    </a:ext>
                  </a:extLst>
                </p:cNvPr>
                <p:cNvSpPr/>
                <p:nvPr/>
              </p:nvSpPr>
              <p:spPr>
                <a:xfrm>
                  <a:off x="4692014" y="2346579"/>
                  <a:ext cx="132492" cy="134302"/>
                </a:xfrm>
                <a:custGeom>
                  <a:avLst/>
                  <a:gdLst>
                    <a:gd name="connsiteX0" fmla="*/ 132398 w 132492"/>
                    <a:gd name="connsiteY0" fmla="*/ 0 h 134302"/>
                    <a:gd name="connsiteX1" fmla="*/ 132398 w 132492"/>
                    <a:gd name="connsiteY1" fmla="*/ 132874 h 134302"/>
                    <a:gd name="connsiteX2" fmla="*/ 91631 w 132492"/>
                    <a:gd name="connsiteY2" fmla="*/ 132874 h 134302"/>
                    <a:gd name="connsiteX3" fmla="*/ 91631 w 132492"/>
                    <a:gd name="connsiteY3" fmla="*/ 114776 h 134302"/>
                    <a:gd name="connsiteX4" fmla="*/ 74867 w 132492"/>
                    <a:gd name="connsiteY4" fmla="*/ 128968 h 134302"/>
                    <a:gd name="connsiteX5" fmla="*/ 51435 w 132492"/>
                    <a:gd name="connsiteY5" fmla="*/ 134302 h 134302"/>
                    <a:gd name="connsiteX6" fmla="*/ 24479 w 132492"/>
                    <a:gd name="connsiteY6" fmla="*/ 127540 h 134302"/>
                    <a:gd name="connsiteX7" fmla="*/ 6382 w 132492"/>
                    <a:gd name="connsiteY7" fmla="*/ 107918 h 134302"/>
                    <a:gd name="connsiteX8" fmla="*/ 0 w 132492"/>
                    <a:gd name="connsiteY8" fmla="*/ 77724 h 134302"/>
                    <a:gd name="connsiteX9" fmla="*/ 0 w 132492"/>
                    <a:gd name="connsiteY9" fmla="*/ 0 h 134302"/>
                    <a:gd name="connsiteX10" fmla="*/ 40481 w 132492"/>
                    <a:gd name="connsiteY10" fmla="*/ 0 h 134302"/>
                    <a:gd name="connsiteX11" fmla="*/ 40481 w 132492"/>
                    <a:gd name="connsiteY11" fmla="*/ 72199 h 134302"/>
                    <a:gd name="connsiteX12" fmla="*/ 47435 w 132492"/>
                    <a:gd name="connsiteY12" fmla="*/ 92869 h 134302"/>
                    <a:gd name="connsiteX13" fmla="*/ 66008 w 132492"/>
                    <a:gd name="connsiteY13" fmla="*/ 100298 h 134302"/>
                    <a:gd name="connsiteX14" fmla="*/ 84868 w 132492"/>
                    <a:gd name="connsiteY14" fmla="*/ 92869 h 134302"/>
                    <a:gd name="connsiteX15" fmla="*/ 91726 w 132492"/>
                    <a:gd name="connsiteY15" fmla="*/ 72199 h 134302"/>
                    <a:gd name="connsiteX16" fmla="*/ 91726 w 132492"/>
                    <a:gd name="connsiteY16" fmla="*/ 0 h 134302"/>
                    <a:gd name="connsiteX17" fmla="*/ 132493 w 132492"/>
                    <a:gd name="connsiteY17" fmla="*/ 0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2492" h="134302">
                      <a:moveTo>
                        <a:pt x="132398" y="0"/>
                      </a:moveTo>
                      <a:lnTo>
                        <a:pt x="132398" y="132874"/>
                      </a:lnTo>
                      <a:lnTo>
                        <a:pt x="91631" y="132874"/>
                      </a:lnTo>
                      <a:lnTo>
                        <a:pt x="91631" y="114776"/>
                      </a:lnTo>
                      <a:cubicBezTo>
                        <a:pt x="87535" y="120682"/>
                        <a:pt x="81915" y="125349"/>
                        <a:pt x="74867" y="128968"/>
                      </a:cubicBezTo>
                      <a:cubicBezTo>
                        <a:pt x="67818" y="132588"/>
                        <a:pt x="60008" y="134302"/>
                        <a:pt x="51435" y="134302"/>
                      </a:cubicBezTo>
                      <a:cubicBezTo>
                        <a:pt x="41243" y="134302"/>
                        <a:pt x="32290" y="132017"/>
                        <a:pt x="24479" y="127540"/>
                      </a:cubicBezTo>
                      <a:cubicBezTo>
                        <a:pt x="16669" y="123063"/>
                        <a:pt x="10668" y="116491"/>
                        <a:pt x="6382" y="107918"/>
                      </a:cubicBezTo>
                      <a:cubicBezTo>
                        <a:pt x="2096" y="99346"/>
                        <a:pt x="0" y="89249"/>
                        <a:pt x="0" y="77724"/>
                      </a:cubicBezTo>
                      <a:lnTo>
                        <a:pt x="0" y="0"/>
                      </a:lnTo>
                      <a:lnTo>
                        <a:pt x="40481" y="0"/>
                      </a:lnTo>
                      <a:lnTo>
                        <a:pt x="40481" y="72199"/>
                      </a:lnTo>
                      <a:cubicBezTo>
                        <a:pt x="40481" y="81058"/>
                        <a:pt x="42767" y="88011"/>
                        <a:pt x="47435" y="92869"/>
                      </a:cubicBezTo>
                      <a:cubicBezTo>
                        <a:pt x="52006" y="97822"/>
                        <a:pt x="58198" y="100298"/>
                        <a:pt x="66008" y="100298"/>
                      </a:cubicBezTo>
                      <a:cubicBezTo>
                        <a:pt x="73819" y="100298"/>
                        <a:pt x="80200" y="97822"/>
                        <a:pt x="84868" y="92869"/>
                      </a:cubicBezTo>
                      <a:cubicBezTo>
                        <a:pt x="89440" y="87916"/>
                        <a:pt x="91726" y="81058"/>
                        <a:pt x="91726" y="72199"/>
                      </a:cubicBezTo>
                      <a:lnTo>
                        <a:pt x="91726" y="0"/>
                      </a:lnTo>
                      <a:lnTo>
                        <a:pt x="132493" y="0"/>
                      </a:lnTo>
                      <a:close/>
                    </a:path>
                  </a:pathLst>
                </a:custGeom>
                <a:solidFill>
                  <a:schemeClr val="bg1"/>
                </a:solidFill>
                <a:ln w="9525" cap="flat">
                  <a:noFill/>
                  <a:prstDash val="solid"/>
                  <a:miter/>
                </a:ln>
              </p:spPr>
              <p:txBody>
                <a:bodyPr rtlCol="0" anchor="ctr"/>
                <a:lstStyle/>
                <a:p>
                  <a:endParaRPr lang="fi-FI" sz="3200"/>
                </a:p>
              </p:txBody>
            </p:sp>
            <p:sp>
              <p:nvSpPr>
                <p:cNvPr id="586" name="Vapaamuotoinen: Muoto 585">
                  <a:extLst>
                    <a:ext uri="{FF2B5EF4-FFF2-40B4-BE49-F238E27FC236}">
                      <a16:creationId xmlns:a16="http://schemas.microsoft.com/office/drawing/2014/main" id="{94DBDCE0-C007-F959-98D7-1AA95778416C}"/>
                    </a:ext>
                  </a:extLst>
                </p:cNvPr>
                <p:cNvSpPr/>
                <p:nvPr/>
              </p:nvSpPr>
              <p:spPr>
                <a:xfrm>
                  <a:off x="4853844" y="2345054"/>
                  <a:ext cx="223456" cy="134492"/>
                </a:xfrm>
                <a:custGeom>
                  <a:avLst/>
                  <a:gdLst>
                    <a:gd name="connsiteX0" fmla="*/ 208788 w 223456"/>
                    <a:gd name="connsiteY0" fmla="*/ 15145 h 134492"/>
                    <a:gd name="connsiteX1" fmla="*/ 223457 w 223456"/>
                    <a:gd name="connsiteY1" fmla="*/ 56864 h 134492"/>
                    <a:gd name="connsiteX2" fmla="*/ 223457 w 223456"/>
                    <a:gd name="connsiteY2" fmla="*/ 134493 h 134492"/>
                    <a:gd name="connsiteX3" fmla="*/ 182975 w 223456"/>
                    <a:gd name="connsiteY3" fmla="*/ 134493 h 134492"/>
                    <a:gd name="connsiteX4" fmla="*/ 182975 w 223456"/>
                    <a:gd name="connsiteY4" fmla="*/ 62294 h 134492"/>
                    <a:gd name="connsiteX5" fmla="*/ 176213 w 223456"/>
                    <a:gd name="connsiteY5" fmla="*/ 42386 h 134492"/>
                    <a:gd name="connsiteX6" fmla="*/ 157544 w 223456"/>
                    <a:gd name="connsiteY6" fmla="*/ 35338 h 134492"/>
                    <a:gd name="connsiteX7" fmla="*/ 138875 w 223456"/>
                    <a:gd name="connsiteY7" fmla="*/ 42386 h 134492"/>
                    <a:gd name="connsiteX8" fmla="*/ 132112 w 223456"/>
                    <a:gd name="connsiteY8" fmla="*/ 62294 h 134492"/>
                    <a:gd name="connsiteX9" fmla="*/ 132112 w 223456"/>
                    <a:gd name="connsiteY9" fmla="*/ 134493 h 134492"/>
                    <a:gd name="connsiteX10" fmla="*/ 91631 w 223456"/>
                    <a:gd name="connsiteY10" fmla="*/ 134493 h 134492"/>
                    <a:gd name="connsiteX11" fmla="*/ 91631 w 223456"/>
                    <a:gd name="connsiteY11" fmla="*/ 62294 h 134492"/>
                    <a:gd name="connsiteX12" fmla="*/ 84868 w 223456"/>
                    <a:gd name="connsiteY12" fmla="*/ 42386 h 134492"/>
                    <a:gd name="connsiteX13" fmla="*/ 66199 w 223456"/>
                    <a:gd name="connsiteY13" fmla="*/ 35338 h 134492"/>
                    <a:gd name="connsiteX14" fmla="*/ 47530 w 223456"/>
                    <a:gd name="connsiteY14" fmla="*/ 42386 h 134492"/>
                    <a:gd name="connsiteX15" fmla="*/ 40767 w 223456"/>
                    <a:gd name="connsiteY15" fmla="*/ 62294 h 134492"/>
                    <a:gd name="connsiteX16" fmla="*/ 40767 w 223456"/>
                    <a:gd name="connsiteY16" fmla="*/ 134493 h 134492"/>
                    <a:gd name="connsiteX17" fmla="*/ 0 w 223456"/>
                    <a:gd name="connsiteY17" fmla="*/ 134493 h 134492"/>
                    <a:gd name="connsiteX18" fmla="*/ 0 w 223456"/>
                    <a:gd name="connsiteY18" fmla="*/ 1524 h 134492"/>
                    <a:gd name="connsiteX19" fmla="*/ 40767 w 223456"/>
                    <a:gd name="connsiteY19" fmla="*/ 1524 h 134492"/>
                    <a:gd name="connsiteX20" fmla="*/ 40767 w 223456"/>
                    <a:gd name="connsiteY20" fmla="*/ 18193 h 134492"/>
                    <a:gd name="connsiteX21" fmla="*/ 56960 w 223456"/>
                    <a:gd name="connsiteY21" fmla="*/ 4953 h 134492"/>
                    <a:gd name="connsiteX22" fmla="*/ 79629 w 223456"/>
                    <a:gd name="connsiteY22" fmla="*/ 95 h 134492"/>
                    <a:gd name="connsiteX23" fmla="*/ 106394 w 223456"/>
                    <a:gd name="connsiteY23" fmla="*/ 6572 h 134492"/>
                    <a:gd name="connsiteX24" fmla="*/ 124873 w 223456"/>
                    <a:gd name="connsiteY24" fmla="*/ 24860 h 134492"/>
                    <a:gd name="connsiteX25" fmla="*/ 143637 w 223456"/>
                    <a:gd name="connsiteY25" fmla="*/ 6953 h 134492"/>
                    <a:gd name="connsiteX26" fmla="*/ 169545 w 223456"/>
                    <a:gd name="connsiteY26" fmla="*/ 0 h 134492"/>
                    <a:gd name="connsiteX27" fmla="*/ 208979 w 223456"/>
                    <a:gd name="connsiteY27" fmla="*/ 15049 h 134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23456" h="134492">
                      <a:moveTo>
                        <a:pt x="208788" y="15145"/>
                      </a:moveTo>
                      <a:cubicBezTo>
                        <a:pt x="218599" y="25146"/>
                        <a:pt x="223457" y="39053"/>
                        <a:pt x="223457" y="56864"/>
                      </a:cubicBezTo>
                      <a:lnTo>
                        <a:pt x="223457" y="134493"/>
                      </a:lnTo>
                      <a:lnTo>
                        <a:pt x="182975" y="134493"/>
                      </a:lnTo>
                      <a:lnTo>
                        <a:pt x="182975" y="62294"/>
                      </a:lnTo>
                      <a:cubicBezTo>
                        <a:pt x="182975" y="53721"/>
                        <a:pt x="180689" y="47054"/>
                        <a:pt x="176213" y="42386"/>
                      </a:cubicBezTo>
                      <a:cubicBezTo>
                        <a:pt x="171736" y="37719"/>
                        <a:pt x="165449" y="35338"/>
                        <a:pt x="157544" y="35338"/>
                      </a:cubicBezTo>
                      <a:cubicBezTo>
                        <a:pt x="149638" y="35338"/>
                        <a:pt x="143351" y="37719"/>
                        <a:pt x="138875" y="42386"/>
                      </a:cubicBezTo>
                      <a:cubicBezTo>
                        <a:pt x="134303" y="47054"/>
                        <a:pt x="132112" y="53721"/>
                        <a:pt x="132112" y="62294"/>
                      </a:cubicBezTo>
                      <a:lnTo>
                        <a:pt x="132112" y="134493"/>
                      </a:lnTo>
                      <a:lnTo>
                        <a:pt x="91631" y="134493"/>
                      </a:lnTo>
                      <a:lnTo>
                        <a:pt x="91631" y="62294"/>
                      </a:lnTo>
                      <a:cubicBezTo>
                        <a:pt x="91631" y="53721"/>
                        <a:pt x="89345" y="47054"/>
                        <a:pt x="84868" y="42386"/>
                      </a:cubicBezTo>
                      <a:cubicBezTo>
                        <a:pt x="80296" y="37719"/>
                        <a:pt x="74105" y="35338"/>
                        <a:pt x="66199" y="35338"/>
                      </a:cubicBezTo>
                      <a:cubicBezTo>
                        <a:pt x="58293" y="35338"/>
                        <a:pt x="52007" y="37719"/>
                        <a:pt x="47530" y="42386"/>
                      </a:cubicBezTo>
                      <a:cubicBezTo>
                        <a:pt x="43053" y="47054"/>
                        <a:pt x="40767" y="53721"/>
                        <a:pt x="40767" y="62294"/>
                      </a:cubicBezTo>
                      <a:lnTo>
                        <a:pt x="40767" y="134493"/>
                      </a:lnTo>
                      <a:lnTo>
                        <a:pt x="0" y="134493"/>
                      </a:lnTo>
                      <a:lnTo>
                        <a:pt x="0" y="1524"/>
                      </a:lnTo>
                      <a:lnTo>
                        <a:pt x="40767" y="1524"/>
                      </a:lnTo>
                      <a:lnTo>
                        <a:pt x="40767" y="18193"/>
                      </a:lnTo>
                      <a:cubicBezTo>
                        <a:pt x="44863" y="12668"/>
                        <a:pt x="50292" y="8287"/>
                        <a:pt x="56960" y="4953"/>
                      </a:cubicBezTo>
                      <a:cubicBezTo>
                        <a:pt x="63627" y="1715"/>
                        <a:pt x="71152" y="95"/>
                        <a:pt x="79629" y="95"/>
                      </a:cubicBezTo>
                      <a:cubicBezTo>
                        <a:pt x="89630" y="95"/>
                        <a:pt x="98584" y="2286"/>
                        <a:pt x="106394" y="6572"/>
                      </a:cubicBezTo>
                      <a:cubicBezTo>
                        <a:pt x="114205" y="10859"/>
                        <a:pt x="120396" y="16954"/>
                        <a:pt x="124873" y="24860"/>
                      </a:cubicBezTo>
                      <a:cubicBezTo>
                        <a:pt x="129445" y="17526"/>
                        <a:pt x="135731" y="11621"/>
                        <a:pt x="143637" y="6953"/>
                      </a:cubicBezTo>
                      <a:cubicBezTo>
                        <a:pt x="151543" y="2381"/>
                        <a:pt x="160211" y="0"/>
                        <a:pt x="169545" y="0"/>
                      </a:cubicBezTo>
                      <a:cubicBezTo>
                        <a:pt x="186023" y="0"/>
                        <a:pt x="199168" y="5048"/>
                        <a:pt x="208979" y="15049"/>
                      </a:cubicBezTo>
                      <a:close/>
                    </a:path>
                  </a:pathLst>
                </a:custGeom>
                <a:solidFill>
                  <a:schemeClr val="bg1"/>
                </a:solidFill>
                <a:ln w="9525" cap="flat">
                  <a:noFill/>
                  <a:prstDash val="solid"/>
                  <a:miter/>
                </a:ln>
              </p:spPr>
              <p:txBody>
                <a:bodyPr rtlCol="0" anchor="ctr"/>
                <a:lstStyle/>
                <a:p>
                  <a:endParaRPr lang="fi-FI" sz="3200"/>
                </a:p>
              </p:txBody>
            </p:sp>
            <p:sp>
              <p:nvSpPr>
                <p:cNvPr id="587" name="Vapaamuotoinen: Muoto 586">
                  <a:extLst>
                    <a:ext uri="{FF2B5EF4-FFF2-40B4-BE49-F238E27FC236}">
                      <a16:creationId xmlns:a16="http://schemas.microsoft.com/office/drawing/2014/main" id="{2220033B-0CB0-7738-B100-43E02D249D20}"/>
                    </a:ext>
                  </a:extLst>
                </p:cNvPr>
                <p:cNvSpPr/>
                <p:nvPr/>
              </p:nvSpPr>
              <p:spPr>
                <a:xfrm>
                  <a:off x="5106066" y="2345054"/>
                  <a:ext cx="223456" cy="134492"/>
                </a:xfrm>
                <a:custGeom>
                  <a:avLst/>
                  <a:gdLst>
                    <a:gd name="connsiteX0" fmla="*/ 208788 w 223456"/>
                    <a:gd name="connsiteY0" fmla="*/ 15145 h 134492"/>
                    <a:gd name="connsiteX1" fmla="*/ 223456 w 223456"/>
                    <a:gd name="connsiteY1" fmla="*/ 56864 h 134492"/>
                    <a:gd name="connsiteX2" fmla="*/ 223456 w 223456"/>
                    <a:gd name="connsiteY2" fmla="*/ 134493 h 134492"/>
                    <a:gd name="connsiteX3" fmla="*/ 182975 w 223456"/>
                    <a:gd name="connsiteY3" fmla="*/ 134493 h 134492"/>
                    <a:gd name="connsiteX4" fmla="*/ 182975 w 223456"/>
                    <a:gd name="connsiteY4" fmla="*/ 62294 h 134492"/>
                    <a:gd name="connsiteX5" fmla="*/ 176213 w 223456"/>
                    <a:gd name="connsiteY5" fmla="*/ 42386 h 134492"/>
                    <a:gd name="connsiteX6" fmla="*/ 157543 w 223456"/>
                    <a:gd name="connsiteY6" fmla="*/ 35338 h 134492"/>
                    <a:gd name="connsiteX7" fmla="*/ 138874 w 223456"/>
                    <a:gd name="connsiteY7" fmla="*/ 42386 h 134492"/>
                    <a:gd name="connsiteX8" fmla="*/ 132112 w 223456"/>
                    <a:gd name="connsiteY8" fmla="*/ 62294 h 134492"/>
                    <a:gd name="connsiteX9" fmla="*/ 132112 w 223456"/>
                    <a:gd name="connsiteY9" fmla="*/ 134493 h 134492"/>
                    <a:gd name="connsiteX10" fmla="*/ 91630 w 223456"/>
                    <a:gd name="connsiteY10" fmla="*/ 134493 h 134492"/>
                    <a:gd name="connsiteX11" fmla="*/ 91630 w 223456"/>
                    <a:gd name="connsiteY11" fmla="*/ 62294 h 134492"/>
                    <a:gd name="connsiteX12" fmla="*/ 84868 w 223456"/>
                    <a:gd name="connsiteY12" fmla="*/ 42386 h 134492"/>
                    <a:gd name="connsiteX13" fmla="*/ 66199 w 223456"/>
                    <a:gd name="connsiteY13" fmla="*/ 35338 h 134492"/>
                    <a:gd name="connsiteX14" fmla="*/ 47530 w 223456"/>
                    <a:gd name="connsiteY14" fmla="*/ 42386 h 134492"/>
                    <a:gd name="connsiteX15" fmla="*/ 40767 w 223456"/>
                    <a:gd name="connsiteY15" fmla="*/ 62294 h 134492"/>
                    <a:gd name="connsiteX16" fmla="*/ 40767 w 223456"/>
                    <a:gd name="connsiteY16" fmla="*/ 134493 h 134492"/>
                    <a:gd name="connsiteX17" fmla="*/ 0 w 223456"/>
                    <a:gd name="connsiteY17" fmla="*/ 134493 h 134492"/>
                    <a:gd name="connsiteX18" fmla="*/ 0 w 223456"/>
                    <a:gd name="connsiteY18" fmla="*/ 1524 h 134492"/>
                    <a:gd name="connsiteX19" fmla="*/ 40767 w 223456"/>
                    <a:gd name="connsiteY19" fmla="*/ 1524 h 134492"/>
                    <a:gd name="connsiteX20" fmla="*/ 40767 w 223456"/>
                    <a:gd name="connsiteY20" fmla="*/ 18193 h 134492"/>
                    <a:gd name="connsiteX21" fmla="*/ 56959 w 223456"/>
                    <a:gd name="connsiteY21" fmla="*/ 4953 h 134492"/>
                    <a:gd name="connsiteX22" fmla="*/ 79629 w 223456"/>
                    <a:gd name="connsiteY22" fmla="*/ 95 h 134492"/>
                    <a:gd name="connsiteX23" fmla="*/ 106394 w 223456"/>
                    <a:gd name="connsiteY23" fmla="*/ 6572 h 134492"/>
                    <a:gd name="connsiteX24" fmla="*/ 124873 w 223456"/>
                    <a:gd name="connsiteY24" fmla="*/ 24860 h 134492"/>
                    <a:gd name="connsiteX25" fmla="*/ 143637 w 223456"/>
                    <a:gd name="connsiteY25" fmla="*/ 6953 h 134492"/>
                    <a:gd name="connsiteX26" fmla="*/ 169545 w 223456"/>
                    <a:gd name="connsiteY26" fmla="*/ 0 h 134492"/>
                    <a:gd name="connsiteX27" fmla="*/ 208978 w 223456"/>
                    <a:gd name="connsiteY27" fmla="*/ 15049 h 134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23456" h="134492">
                      <a:moveTo>
                        <a:pt x="208788" y="15145"/>
                      </a:moveTo>
                      <a:cubicBezTo>
                        <a:pt x="218599" y="25146"/>
                        <a:pt x="223456" y="39053"/>
                        <a:pt x="223456" y="56864"/>
                      </a:cubicBezTo>
                      <a:lnTo>
                        <a:pt x="223456" y="134493"/>
                      </a:lnTo>
                      <a:lnTo>
                        <a:pt x="182975" y="134493"/>
                      </a:lnTo>
                      <a:lnTo>
                        <a:pt x="182975" y="62294"/>
                      </a:lnTo>
                      <a:cubicBezTo>
                        <a:pt x="182975" y="53721"/>
                        <a:pt x="180689" y="47054"/>
                        <a:pt x="176213" y="42386"/>
                      </a:cubicBezTo>
                      <a:cubicBezTo>
                        <a:pt x="171736" y="37719"/>
                        <a:pt x="165449" y="35338"/>
                        <a:pt x="157543" y="35338"/>
                      </a:cubicBezTo>
                      <a:cubicBezTo>
                        <a:pt x="149638" y="35338"/>
                        <a:pt x="143351" y="37719"/>
                        <a:pt x="138874" y="42386"/>
                      </a:cubicBezTo>
                      <a:cubicBezTo>
                        <a:pt x="134302" y="47054"/>
                        <a:pt x="132112" y="53721"/>
                        <a:pt x="132112" y="62294"/>
                      </a:cubicBezTo>
                      <a:lnTo>
                        <a:pt x="132112" y="134493"/>
                      </a:lnTo>
                      <a:lnTo>
                        <a:pt x="91630" y="134493"/>
                      </a:lnTo>
                      <a:lnTo>
                        <a:pt x="91630" y="62294"/>
                      </a:lnTo>
                      <a:cubicBezTo>
                        <a:pt x="91630" y="53721"/>
                        <a:pt x="89344" y="47054"/>
                        <a:pt x="84868" y="42386"/>
                      </a:cubicBezTo>
                      <a:cubicBezTo>
                        <a:pt x="80296" y="37719"/>
                        <a:pt x="74104" y="35338"/>
                        <a:pt x="66199" y="35338"/>
                      </a:cubicBezTo>
                      <a:cubicBezTo>
                        <a:pt x="58293" y="35338"/>
                        <a:pt x="52006" y="37719"/>
                        <a:pt x="47530" y="42386"/>
                      </a:cubicBezTo>
                      <a:cubicBezTo>
                        <a:pt x="43053" y="47054"/>
                        <a:pt x="40767" y="53721"/>
                        <a:pt x="40767" y="62294"/>
                      </a:cubicBezTo>
                      <a:lnTo>
                        <a:pt x="40767" y="134493"/>
                      </a:lnTo>
                      <a:lnTo>
                        <a:pt x="0" y="134493"/>
                      </a:lnTo>
                      <a:lnTo>
                        <a:pt x="0" y="1524"/>
                      </a:lnTo>
                      <a:lnTo>
                        <a:pt x="40767" y="1524"/>
                      </a:lnTo>
                      <a:lnTo>
                        <a:pt x="40767" y="18193"/>
                      </a:lnTo>
                      <a:cubicBezTo>
                        <a:pt x="44863" y="12668"/>
                        <a:pt x="50292" y="8287"/>
                        <a:pt x="56959" y="4953"/>
                      </a:cubicBezTo>
                      <a:cubicBezTo>
                        <a:pt x="63627" y="1715"/>
                        <a:pt x="71152" y="95"/>
                        <a:pt x="79629" y="95"/>
                      </a:cubicBezTo>
                      <a:cubicBezTo>
                        <a:pt x="89630" y="95"/>
                        <a:pt x="98584" y="2286"/>
                        <a:pt x="106394" y="6572"/>
                      </a:cubicBezTo>
                      <a:cubicBezTo>
                        <a:pt x="114205" y="10859"/>
                        <a:pt x="120396" y="16954"/>
                        <a:pt x="124873" y="24860"/>
                      </a:cubicBezTo>
                      <a:cubicBezTo>
                        <a:pt x="129445" y="17526"/>
                        <a:pt x="135731" y="11621"/>
                        <a:pt x="143637" y="6953"/>
                      </a:cubicBezTo>
                      <a:cubicBezTo>
                        <a:pt x="151543" y="2381"/>
                        <a:pt x="160210" y="0"/>
                        <a:pt x="169545" y="0"/>
                      </a:cubicBezTo>
                      <a:cubicBezTo>
                        <a:pt x="186023" y="0"/>
                        <a:pt x="199168" y="5048"/>
                        <a:pt x="208978" y="15049"/>
                      </a:cubicBezTo>
                      <a:close/>
                    </a:path>
                  </a:pathLst>
                </a:custGeom>
                <a:solidFill>
                  <a:schemeClr val="bg1"/>
                </a:solidFill>
                <a:ln w="9525" cap="flat">
                  <a:noFill/>
                  <a:prstDash val="solid"/>
                  <a:miter/>
                </a:ln>
              </p:spPr>
              <p:txBody>
                <a:bodyPr rtlCol="0" anchor="ctr"/>
                <a:lstStyle/>
                <a:p>
                  <a:endParaRPr lang="fi-FI" sz="3200"/>
                </a:p>
              </p:txBody>
            </p:sp>
            <p:sp>
              <p:nvSpPr>
                <p:cNvPr id="588" name="Vapaamuotoinen: Muoto 587">
                  <a:extLst>
                    <a:ext uri="{FF2B5EF4-FFF2-40B4-BE49-F238E27FC236}">
                      <a16:creationId xmlns:a16="http://schemas.microsoft.com/office/drawing/2014/main" id="{18752C50-EE1D-1668-BD43-F964BE946D08}"/>
                    </a:ext>
                  </a:extLst>
                </p:cNvPr>
                <p:cNvSpPr/>
                <p:nvPr/>
              </p:nvSpPr>
              <p:spPr>
                <a:xfrm>
                  <a:off x="5354288" y="2288762"/>
                  <a:ext cx="48291"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239" y="2096"/>
                        <a:pt x="17145" y="0"/>
                        <a:pt x="24289" y="0"/>
                      </a:cubicBezTo>
                      <a:cubicBezTo>
                        <a:pt x="31432" y="0"/>
                        <a:pt x="37052" y="2096"/>
                        <a:pt x="41529" y="6287"/>
                      </a:cubicBezTo>
                      <a:cubicBezTo>
                        <a:pt x="46006" y="10478"/>
                        <a:pt x="48292" y="15812"/>
                        <a:pt x="48292" y="22098"/>
                      </a:cubicBezTo>
                      <a:cubicBezTo>
                        <a:pt x="48292" y="28385"/>
                        <a:pt x="46006" y="33528"/>
                        <a:pt x="41529" y="37719"/>
                      </a:cubicBezTo>
                      <a:cubicBezTo>
                        <a:pt x="36957"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solidFill>
                  <a:schemeClr val="bg1"/>
                </a:solidFill>
                <a:ln w="9525" cap="flat">
                  <a:noFill/>
                  <a:prstDash val="solid"/>
                  <a:miter/>
                </a:ln>
              </p:spPr>
              <p:txBody>
                <a:bodyPr rtlCol="0" anchor="ctr"/>
                <a:lstStyle/>
                <a:p>
                  <a:endParaRPr lang="fi-FI" sz="3200"/>
                </a:p>
              </p:txBody>
            </p:sp>
            <p:sp>
              <p:nvSpPr>
                <p:cNvPr id="589" name="Vapaamuotoinen: Muoto 588">
                  <a:extLst>
                    <a:ext uri="{FF2B5EF4-FFF2-40B4-BE49-F238E27FC236}">
                      <a16:creationId xmlns:a16="http://schemas.microsoft.com/office/drawing/2014/main" id="{39D838EB-9E2B-0CF7-4068-FE5C3A037DDE}"/>
                    </a:ext>
                  </a:extLst>
                </p:cNvPr>
                <p:cNvSpPr/>
                <p:nvPr/>
              </p:nvSpPr>
              <p:spPr>
                <a:xfrm>
                  <a:off x="3750183" y="2560891"/>
                  <a:ext cx="135921" cy="166211"/>
                </a:xfrm>
                <a:custGeom>
                  <a:avLst/>
                  <a:gdLst>
                    <a:gd name="connsiteX0" fmla="*/ 93821 w 135921"/>
                    <a:gd name="connsiteY0" fmla="*/ 166211 h 166211"/>
                    <a:gd name="connsiteX1" fmla="*/ 33337 w 135921"/>
                    <a:gd name="connsiteY1" fmla="*/ 92202 h 166211"/>
                    <a:gd name="connsiteX2" fmla="*/ 33337 w 135921"/>
                    <a:gd name="connsiteY2" fmla="*/ 166211 h 166211"/>
                    <a:gd name="connsiteX3" fmla="*/ 0 w 135921"/>
                    <a:gd name="connsiteY3" fmla="*/ 166211 h 166211"/>
                    <a:gd name="connsiteX4" fmla="*/ 0 w 135921"/>
                    <a:gd name="connsiteY4" fmla="*/ 0 h 166211"/>
                    <a:gd name="connsiteX5" fmla="*/ 33337 w 135921"/>
                    <a:gd name="connsiteY5" fmla="*/ 0 h 166211"/>
                    <a:gd name="connsiteX6" fmla="*/ 33337 w 135921"/>
                    <a:gd name="connsiteY6" fmla="*/ 74581 h 166211"/>
                    <a:gd name="connsiteX7" fmla="*/ 93821 w 135921"/>
                    <a:gd name="connsiteY7" fmla="*/ 0 h 166211"/>
                    <a:gd name="connsiteX8" fmla="*/ 134017 w 135921"/>
                    <a:gd name="connsiteY8" fmla="*/ 0 h 166211"/>
                    <a:gd name="connsiteX9" fmla="*/ 65437 w 135921"/>
                    <a:gd name="connsiteY9" fmla="*/ 82391 h 166211"/>
                    <a:gd name="connsiteX10" fmla="*/ 135922 w 135921"/>
                    <a:gd name="connsiteY10" fmla="*/ 166211 h 166211"/>
                    <a:gd name="connsiteX11" fmla="*/ 93726 w 135921"/>
                    <a:gd name="connsiteY11" fmla="*/ 166211 h 166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5921" h="166211">
                      <a:moveTo>
                        <a:pt x="93821" y="166211"/>
                      </a:moveTo>
                      <a:lnTo>
                        <a:pt x="33337" y="92202"/>
                      </a:lnTo>
                      <a:lnTo>
                        <a:pt x="33337" y="166211"/>
                      </a:lnTo>
                      <a:lnTo>
                        <a:pt x="0" y="166211"/>
                      </a:lnTo>
                      <a:lnTo>
                        <a:pt x="0" y="0"/>
                      </a:lnTo>
                      <a:lnTo>
                        <a:pt x="33337" y="0"/>
                      </a:lnTo>
                      <a:lnTo>
                        <a:pt x="33337" y="74581"/>
                      </a:lnTo>
                      <a:lnTo>
                        <a:pt x="93821" y="0"/>
                      </a:lnTo>
                      <a:lnTo>
                        <a:pt x="134017" y="0"/>
                      </a:lnTo>
                      <a:lnTo>
                        <a:pt x="65437" y="82391"/>
                      </a:lnTo>
                      <a:lnTo>
                        <a:pt x="135922" y="166211"/>
                      </a:lnTo>
                      <a:lnTo>
                        <a:pt x="93726" y="166211"/>
                      </a:lnTo>
                      <a:close/>
                    </a:path>
                  </a:pathLst>
                </a:custGeom>
                <a:solidFill>
                  <a:schemeClr val="bg1"/>
                </a:solidFill>
                <a:ln w="9525" cap="flat">
                  <a:noFill/>
                  <a:prstDash val="solid"/>
                  <a:miter/>
                </a:ln>
              </p:spPr>
              <p:txBody>
                <a:bodyPr rtlCol="0" anchor="ctr"/>
                <a:lstStyle/>
                <a:p>
                  <a:endParaRPr lang="fi-FI" sz="3200"/>
                </a:p>
              </p:txBody>
            </p:sp>
            <p:sp>
              <p:nvSpPr>
                <p:cNvPr id="590" name="Vapaamuotoinen: Muoto 589">
                  <a:extLst>
                    <a:ext uri="{FF2B5EF4-FFF2-40B4-BE49-F238E27FC236}">
                      <a16:creationId xmlns:a16="http://schemas.microsoft.com/office/drawing/2014/main" id="{20CC1C6F-4B94-6376-D48A-10FF75FF9D51}"/>
                    </a:ext>
                  </a:extLst>
                </p:cNvPr>
                <p:cNvSpPr/>
                <p:nvPr/>
              </p:nvSpPr>
              <p:spPr>
                <a:xfrm>
                  <a:off x="3892867" y="2595181"/>
                  <a:ext cx="141446" cy="194310"/>
                </a:xfrm>
                <a:custGeom>
                  <a:avLst/>
                  <a:gdLst>
                    <a:gd name="connsiteX0" fmla="*/ 141446 w 141446"/>
                    <a:gd name="connsiteY0" fmla="*/ 0 h 194310"/>
                    <a:gd name="connsiteX1" fmla="*/ 59817 w 141446"/>
                    <a:gd name="connsiteY1" fmla="*/ 194310 h 194310"/>
                    <a:gd name="connsiteX2" fmla="*/ 24289 w 141446"/>
                    <a:gd name="connsiteY2" fmla="*/ 194310 h 194310"/>
                    <a:gd name="connsiteX3" fmla="*/ 52864 w 141446"/>
                    <a:gd name="connsiteY3" fmla="*/ 128588 h 194310"/>
                    <a:gd name="connsiteX4" fmla="*/ 0 w 141446"/>
                    <a:gd name="connsiteY4" fmla="*/ 0 h 194310"/>
                    <a:gd name="connsiteX5" fmla="*/ 37338 w 141446"/>
                    <a:gd name="connsiteY5" fmla="*/ 0 h 194310"/>
                    <a:gd name="connsiteX6" fmla="*/ 71438 w 141446"/>
                    <a:gd name="connsiteY6" fmla="*/ 92202 h 194310"/>
                    <a:gd name="connsiteX7" fmla="*/ 105918 w 141446"/>
                    <a:gd name="connsiteY7" fmla="*/ 0 h 194310"/>
                    <a:gd name="connsiteX8" fmla="*/ 141351 w 141446"/>
                    <a:gd name="connsiteY8" fmla="*/ 0 h 194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446" h="194310">
                      <a:moveTo>
                        <a:pt x="141446" y="0"/>
                      </a:moveTo>
                      <a:lnTo>
                        <a:pt x="59817" y="194310"/>
                      </a:lnTo>
                      <a:lnTo>
                        <a:pt x="24289" y="194310"/>
                      </a:lnTo>
                      <a:lnTo>
                        <a:pt x="52864" y="128588"/>
                      </a:lnTo>
                      <a:lnTo>
                        <a:pt x="0" y="0"/>
                      </a:lnTo>
                      <a:lnTo>
                        <a:pt x="37338" y="0"/>
                      </a:lnTo>
                      <a:lnTo>
                        <a:pt x="71438" y="92202"/>
                      </a:lnTo>
                      <a:lnTo>
                        <a:pt x="105918" y="0"/>
                      </a:lnTo>
                      <a:lnTo>
                        <a:pt x="141351" y="0"/>
                      </a:lnTo>
                      <a:close/>
                    </a:path>
                  </a:pathLst>
                </a:custGeom>
                <a:solidFill>
                  <a:schemeClr val="bg1"/>
                </a:solidFill>
                <a:ln w="9525" cap="flat">
                  <a:noFill/>
                  <a:prstDash val="solid"/>
                  <a:miter/>
                </a:ln>
              </p:spPr>
              <p:txBody>
                <a:bodyPr rtlCol="0" anchor="ctr"/>
                <a:lstStyle/>
                <a:p>
                  <a:endParaRPr lang="fi-FI" sz="3200"/>
                </a:p>
              </p:txBody>
            </p:sp>
            <p:sp>
              <p:nvSpPr>
                <p:cNvPr id="591" name="Vapaamuotoinen: Muoto 590">
                  <a:extLst>
                    <a:ext uri="{FF2B5EF4-FFF2-40B4-BE49-F238E27FC236}">
                      <a16:creationId xmlns:a16="http://schemas.microsoft.com/office/drawing/2014/main" id="{FD03BCE8-AF71-D3CE-E7E3-1216B63EE7CA}"/>
                    </a:ext>
                  </a:extLst>
                </p:cNvPr>
                <p:cNvSpPr/>
                <p:nvPr/>
              </p:nvSpPr>
              <p:spPr>
                <a:xfrm>
                  <a:off x="4052220" y="2593371"/>
                  <a:ext cx="73818" cy="133731"/>
                </a:xfrm>
                <a:custGeom>
                  <a:avLst/>
                  <a:gdLst>
                    <a:gd name="connsiteX0" fmla="*/ 50101 w 73818"/>
                    <a:gd name="connsiteY0" fmla="*/ 5905 h 133731"/>
                    <a:gd name="connsiteX1" fmla="*/ 73819 w 73818"/>
                    <a:gd name="connsiteY1" fmla="*/ 0 h 133731"/>
                    <a:gd name="connsiteX2" fmla="*/ 73819 w 73818"/>
                    <a:gd name="connsiteY2" fmla="*/ 34957 h 133731"/>
                    <a:gd name="connsiteX3" fmla="*/ 65056 w 73818"/>
                    <a:gd name="connsiteY3" fmla="*/ 34957 h 133731"/>
                    <a:gd name="connsiteX4" fmla="*/ 41339 w 73818"/>
                    <a:gd name="connsiteY4" fmla="*/ 42291 h 133731"/>
                    <a:gd name="connsiteX5" fmla="*/ 33338 w 73818"/>
                    <a:gd name="connsiteY5" fmla="*/ 68008 h 133731"/>
                    <a:gd name="connsiteX6" fmla="*/ 33338 w 73818"/>
                    <a:gd name="connsiteY6" fmla="*/ 133731 h 133731"/>
                    <a:gd name="connsiteX7" fmla="*/ 0 w 73818"/>
                    <a:gd name="connsiteY7" fmla="*/ 133731 h 133731"/>
                    <a:gd name="connsiteX8" fmla="*/ 0 w 73818"/>
                    <a:gd name="connsiteY8" fmla="*/ 1810 h 133731"/>
                    <a:gd name="connsiteX9" fmla="*/ 33338 w 73818"/>
                    <a:gd name="connsiteY9" fmla="*/ 1810 h 133731"/>
                    <a:gd name="connsiteX10" fmla="*/ 33338 w 73818"/>
                    <a:gd name="connsiteY10" fmla="*/ 22289 h 133731"/>
                    <a:gd name="connsiteX11" fmla="*/ 50101 w 73818"/>
                    <a:gd name="connsiteY11" fmla="*/ 5905 h 13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3818" h="133731">
                      <a:moveTo>
                        <a:pt x="50101" y="5905"/>
                      </a:moveTo>
                      <a:cubicBezTo>
                        <a:pt x="57055" y="1905"/>
                        <a:pt x="64865" y="0"/>
                        <a:pt x="73819" y="0"/>
                      </a:cubicBezTo>
                      <a:lnTo>
                        <a:pt x="73819" y="34957"/>
                      </a:lnTo>
                      <a:lnTo>
                        <a:pt x="65056" y="34957"/>
                      </a:lnTo>
                      <a:cubicBezTo>
                        <a:pt x="54578" y="34957"/>
                        <a:pt x="46673" y="37433"/>
                        <a:pt x="41339" y="42291"/>
                      </a:cubicBezTo>
                      <a:cubicBezTo>
                        <a:pt x="36004" y="47244"/>
                        <a:pt x="33338" y="55817"/>
                        <a:pt x="33338" y="68008"/>
                      </a:cubicBezTo>
                      <a:lnTo>
                        <a:pt x="33338" y="133731"/>
                      </a:lnTo>
                      <a:lnTo>
                        <a:pt x="0" y="133731"/>
                      </a:lnTo>
                      <a:lnTo>
                        <a:pt x="0" y="1810"/>
                      </a:lnTo>
                      <a:lnTo>
                        <a:pt x="33338" y="1810"/>
                      </a:lnTo>
                      <a:lnTo>
                        <a:pt x="33338" y="22289"/>
                      </a:lnTo>
                      <a:cubicBezTo>
                        <a:pt x="37624" y="15335"/>
                        <a:pt x="43244" y="9811"/>
                        <a:pt x="50101" y="5905"/>
                      </a:cubicBezTo>
                      <a:close/>
                    </a:path>
                  </a:pathLst>
                </a:custGeom>
                <a:solidFill>
                  <a:schemeClr val="bg1"/>
                </a:solidFill>
                <a:ln w="9525" cap="flat">
                  <a:noFill/>
                  <a:prstDash val="solid"/>
                  <a:miter/>
                </a:ln>
              </p:spPr>
              <p:txBody>
                <a:bodyPr rtlCol="0" anchor="ctr"/>
                <a:lstStyle/>
                <a:p>
                  <a:endParaRPr lang="fi-FI" sz="3200"/>
                </a:p>
              </p:txBody>
            </p:sp>
            <p:sp>
              <p:nvSpPr>
                <p:cNvPr id="592" name="Vapaamuotoinen: Muoto 591">
                  <a:extLst>
                    <a:ext uri="{FF2B5EF4-FFF2-40B4-BE49-F238E27FC236}">
                      <a16:creationId xmlns:a16="http://schemas.microsoft.com/office/drawing/2014/main" id="{5B6DA16F-A0CB-B386-6802-04ED81789122}"/>
                    </a:ext>
                  </a:extLst>
                </p:cNvPr>
                <p:cNvSpPr/>
                <p:nvPr/>
              </p:nvSpPr>
              <p:spPr>
                <a:xfrm>
                  <a:off x="4148328" y="2550890"/>
                  <a:ext cx="121443" cy="176212"/>
                </a:xfrm>
                <a:custGeom>
                  <a:avLst/>
                  <a:gdLst>
                    <a:gd name="connsiteX0" fmla="*/ 78105 w 121443"/>
                    <a:gd name="connsiteY0" fmla="*/ 176213 h 176212"/>
                    <a:gd name="connsiteX1" fmla="*/ 33338 w 121443"/>
                    <a:gd name="connsiteY1" fmla="*/ 120015 h 176212"/>
                    <a:gd name="connsiteX2" fmla="*/ 33338 w 121443"/>
                    <a:gd name="connsiteY2" fmla="*/ 176213 h 176212"/>
                    <a:gd name="connsiteX3" fmla="*/ 0 w 121443"/>
                    <a:gd name="connsiteY3" fmla="*/ 176213 h 176212"/>
                    <a:gd name="connsiteX4" fmla="*/ 0 w 121443"/>
                    <a:gd name="connsiteY4" fmla="*/ 0 h 176212"/>
                    <a:gd name="connsiteX5" fmla="*/ 33338 w 121443"/>
                    <a:gd name="connsiteY5" fmla="*/ 0 h 176212"/>
                    <a:gd name="connsiteX6" fmla="*/ 33338 w 121443"/>
                    <a:gd name="connsiteY6" fmla="*/ 100203 h 176212"/>
                    <a:gd name="connsiteX7" fmla="*/ 77629 w 121443"/>
                    <a:gd name="connsiteY7" fmla="*/ 44196 h 176212"/>
                    <a:gd name="connsiteX8" fmla="*/ 120968 w 121443"/>
                    <a:gd name="connsiteY8" fmla="*/ 44196 h 176212"/>
                    <a:gd name="connsiteX9" fmla="*/ 62865 w 121443"/>
                    <a:gd name="connsiteY9" fmla="*/ 110395 h 176212"/>
                    <a:gd name="connsiteX10" fmla="*/ 121444 w 121443"/>
                    <a:gd name="connsiteY10" fmla="*/ 176117 h 176212"/>
                    <a:gd name="connsiteX11" fmla="*/ 78105 w 121443"/>
                    <a:gd name="connsiteY11" fmla="*/ 176117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443" h="176212">
                      <a:moveTo>
                        <a:pt x="78105" y="176213"/>
                      </a:moveTo>
                      <a:lnTo>
                        <a:pt x="33338" y="120015"/>
                      </a:lnTo>
                      <a:lnTo>
                        <a:pt x="33338" y="176213"/>
                      </a:lnTo>
                      <a:lnTo>
                        <a:pt x="0" y="176213"/>
                      </a:lnTo>
                      <a:lnTo>
                        <a:pt x="0" y="0"/>
                      </a:lnTo>
                      <a:lnTo>
                        <a:pt x="33338" y="0"/>
                      </a:lnTo>
                      <a:lnTo>
                        <a:pt x="33338" y="100203"/>
                      </a:lnTo>
                      <a:lnTo>
                        <a:pt x="77629" y="44196"/>
                      </a:lnTo>
                      <a:lnTo>
                        <a:pt x="120968" y="44196"/>
                      </a:lnTo>
                      <a:lnTo>
                        <a:pt x="62865" y="110395"/>
                      </a:lnTo>
                      <a:lnTo>
                        <a:pt x="121444" y="176117"/>
                      </a:lnTo>
                      <a:lnTo>
                        <a:pt x="78105" y="176117"/>
                      </a:lnTo>
                      <a:close/>
                    </a:path>
                  </a:pathLst>
                </a:custGeom>
                <a:solidFill>
                  <a:schemeClr val="bg1"/>
                </a:solidFill>
                <a:ln w="9525" cap="flat">
                  <a:noFill/>
                  <a:prstDash val="solid"/>
                  <a:miter/>
                </a:ln>
              </p:spPr>
              <p:txBody>
                <a:bodyPr rtlCol="0" anchor="ctr"/>
                <a:lstStyle/>
                <a:p>
                  <a:endParaRPr lang="fi-FI" sz="3200"/>
                </a:p>
              </p:txBody>
            </p:sp>
            <p:sp>
              <p:nvSpPr>
                <p:cNvPr id="593" name="Vapaamuotoinen: Muoto 592">
                  <a:extLst>
                    <a:ext uri="{FF2B5EF4-FFF2-40B4-BE49-F238E27FC236}">
                      <a16:creationId xmlns:a16="http://schemas.microsoft.com/office/drawing/2014/main" id="{809EB763-CFEE-E298-8219-C399322F0897}"/>
                    </a:ext>
                  </a:extLst>
                </p:cNvPr>
                <p:cNvSpPr/>
                <p:nvPr/>
              </p:nvSpPr>
              <p:spPr>
                <a:xfrm>
                  <a:off x="4280249" y="2593086"/>
                  <a:ext cx="109346" cy="136302"/>
                </a:xfrm>
                <a:custGeom>
                  <a:avLst/>
                  <a:gdLst>
                    <a:gd name="connsiteX0" fmla="*/ 28575 w 109346"/>
                    <a:gd name="connsiteY0" fmla="*/ 130302 h 136302"/>
                    <a:gd name="connsiteX1" fmla="*/ 8192 w 109346"/>
                    <a:gd name="connsiteY1" fmla="*/ 114490 h 136302"/>
                    <a:gd name="connsiteX2" fmla="*/ 0 w 109346"/>
                    <a:gd name="connsiteY2" fmla="*/ 92297 h 136302"/>
                    <a:gd name="connsiteX3" fmla="*/ 33528 w 109346"/>
                    <a:gd name="connsiteY3" fmla="*/ 92297 h 136302"/>
                    <a:gd name="connsiteX4" fmla="*/ 41053 w 109346"/>
                    <a:gd name="connsiteY4" fmla="*/ 104965 h 136302"/>
                    <a:gd name="connsiteX5" fmla="*/ 57341 w 109346"/>
                    <a:gd name="connsiteY5" fmla="*/ 110014 h 136302"/>
                    <a:gd name="connsiteX6" fmla="*/ 72199 w 109346"/>
                    <a:gd name="connsiteY6" fmla="*/ 106204 h 136302"/>
                    <a:gd name="connsiteX7" fmla="*/ 77534 w 109346"/>
                    <a:gd name="connsiteY7" fmla="*/ 96393 h 136302"/>
                    <a:gd name="connsiteX8" fmla="*/ 70961 w 109346"/>
                    <a:gd name="connsiteY8" fmla="*/ 86773 h 136302"/>
                    <a:gd name="connsiteX9" fmla="*/ 50102 w 109346"/>
                    <a:gd name="connsiteY9" fmla="*/ 79724 h 136302"/>
                    <a:gd name="connsiteX10" fmla="*/ 25908 w 109346"/>
                    <a:gd name="connsiteY10" fmla="*/ 72295 h 136302"/>
                    <a:gd name="connsiteX11" fmla="*/ 9716 w 109346"/>
                    <a:gd name="connsiteY11" fmla="*/ 60674 h 136302"/>
                    <a:gd name="connsiteX12" fmla="*/ 2953 w 109346"/>
                    <a:gd name="connsiteY12" fmla="*/ 39529 h 136302"/>
                    <a:gd name="connsiteX13" fmla="*/ 9239 w 109346"/>
                    <a:gd name="connsiteY13" fmla="*/ 19526 h 136302"/>
                    <a:gd name="connsiteX14" fmla="*/ 27337 w 109346"/>
                    <a:gd name="connsiteY14" fmla="*/ 5239 h 136302"/>
                    <a:gd name="connsiteX15" fmla="*/ 55055 w 109346"/>
                    <a:gd name="connsiteY15" fmla="*/ 0 h 136302"/>
                    <a:gd name="connsiteX16" fmla="*/ 92678 w 109346"/>
                    <a:gd name="connsiteY16" fmla="*/ 11811 h 136302"/>
                    <a:gd name="connsiteX17" fmla="*/ 108109 w 109346"/>
                    <a:gd name="connsiteY17" fmla="*/ 43624 h 136302"/>
                    <a:gd name="connsiteX18" fmla="*/ 76200 w 109346"/>
                    <a:gd name="connsiteY18" fmla="*/ 43624 h 136302"/>
                    <a:gd name="connsiteX19" fmla="*/ 69628 w 109346"/>
                    <a:gd name="connsiteY19" fmla="*/ 31147 h 136302"/>
                    <a:gd name="connsiteX20" fmla="*/ 54007 w 109346"/>
                    <a:gd name="connsiteY20" fmla="*/ 26479 h 136302"/>
                    <a:gd name="connsiteX21" fmla="*/ 40100 w 109346"/>
                    <a:gd name="connsiteY21" fmla="*/ 29813 h 136302"/>
                    <a:gd name="connsiteX22" fmla="*/ 35243 w 109346"/>
                    <a:gd name="connsiteY22" fmla="*/ 39052 h 136302"/>
                    <a:gd name="connsiteX23" fmla="*/ 41910 w 109346"/>
                    <a:gd name="connsiteY23" fmla="*/ 49149 h 136302"/>
                    <a:gd name="connsiteX24" fmla="*/ 62675 w 109346"/>
                    <a:gd name="connsiteY24" fmla="*/ 56197 h 136302"/>
                    <a:gd name="connsiteX25" fmla="*/ 86201 w 109346"/>
                    <a:gd name="connsiteY25" fmla="*/ 63627 h 136302"/>
                    <a:gd name="connsiteX26" fmla="*/ 102299 w 109346"/>
                    <a:gd name="connsiteY26" fmla="*/ 75438 h 136302"/>
                    <a:gd name="connsiteX27" fmla="*/ 109347 w 109346"/>
                    <a:gd name="connsiteY27" fmla="*/ 96488 h 136302"/>
                    <a:gd name="connsiteX28" fmla="*/ 103061 w 109346"/>
                    <a:gd name="connsiteY28" fmla="*/ 116967 h 136302"/>
                    <a:gd name="connsiteX29" fmla="*/ 84963 w 109346"/>
                    <a:gd name="connsiteY29" fmla="*/ 131159 h 136302"/>
                    <a:gd name="connsiteX30" fmla="*/ 57436 w 109346"/>
                    <a:gd name="connsiteY30" fmla="*/ 136303 h 136302"/>
                    <a:gd name="connsiteX31" fmla="*/ 28384 w 109346"/>
                    <a:gd name="connsiteY31" fmla="*/ 130492 h 13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9346" h="136302">
                      <a:moveTo>
                        <a:pt x="28575" y="130302"/>
                      </a:moveTo>
                      <a:cubicBezTo>
                        <a:pt x="20003" y="126397"/>
                        <a:pt x="13240" y="121158"/>
                        <a:pt x="8192" y="114490"/>
                      </a:cubicBezTo>
                      <a:cubicBezTo>
                        <a:pt x="3143" y="107823"/>
                        <a:pt x="476" y="100489"/>
                        <a:pt x="0" y="92297"/>
                      </a:cubicBezTo>
                      <a:lnTo>
                        <a:pt x="33528" y="92297"/>
                      </a:lnTo>
                      <a:cubicBezTo>
                        <a:pt x="34195" y="97345"/>
                        <a:pt x="36671" y="101632"/>
                        <a:pt x="41053" y="104965"/>
                      </a:cubicBezTo>
                      <a:cubicBezTo>
                        <a:pt x="45434" y="108299"/>
                        <a:pt x="50864" y="110014"/>
                        <a:pt x="57341" y="110014"/>
                      </a:cubicBezTo>
                      <a:cubicBezTo>
                        <a:pt x="63818" y="110014"/>
                        <a:pt x="68675" y="108775"/>
                        <a:pt x="72199" y="106204"/>
                      </a:cubicBezTo>
                      <a:cubicBezTo>
                        <a:pt x="75724" y="103632"/>
                        <a:pt x="77534" y="100393"/>
                        <a:pt x="77534" y="96393"/>
                      </a:cubicBezTo>
                      <a:cubicBezTo>
                        <a:pt x="77534" y="92107"/>
                        <a:pt x="75343" y="88868"/>
                        <a:pt x="70961" y="86773"/>
                      </a:cubicBezTo>
                      <a:cubicBezTo>
                        <a:pt x="66580" y="84582"/>
                        <a:pt x="59627" y="82296"/>
                        <a:pt x="50102" y="79724"/>
                      </a:cubicBezTo>
                      <a:cubicBezTo>
                        <a:pt x="40291" y="77343"/>
                        <a:pt x="32195" y="74866"/>
                        <a:pt x="25908" y="72295"/>
                      </a:cubicBezTo>
                      <a:cubicBezTo>
                        <a:pt x="19622" y="69723"/>
                        <a:pt x="14288" y="65913"/>
                        <a:pt x="9716" y="60674"/>
                      </a:cubicBezTo>
                      <a:cubicBezTo>
                        <a:pt x="5144" y="55435"/>
                        <a:pt x="2953" y="48387"/>
                        <a:pt x="2953" y="39529"/>
                      </a:cubicBezTo>
                      <a:cubicBezTo>
                        <a:pt x="2953" y="32194"/>
                        <a:pt x="5048" y="25527"/>
                        <a:pt x="9239" y="19526"/>
                      </a:cubicBezTo>
                      <a:cubicBezTo>
                        <a:pt x="13430" y="13525"/>
                        <a:pt x="19526" y="8763"/>
                        <a:pt x="27337" y="5239"/>
                      </a:cubicBezTo>
                      <a:cubicBezTo>
                        <a:pt x="35147" y="1714"/>
                        <a:pt x="44387" y="0"/>
                        <a:pt x="55055" y="0"/>
                      </a:cubicBezTo>
                      <a:cubicBezTo>
                        <a:pt x="70771" y="0"/>
                        <a:pt x="83344" y="3905"/>
                        <a:pt x="92678" y="11811"/>
                      </a:cubicBezTo>
                      <a:cubicBezTo>
                        <a:pt x="102013" y="19621"/>
                        <a:pt x="107156" y="30289"/>
                        <a:pt x="108109" y="43624"/>
                      </a:cubicBezTo>
                      <a:lnTo>
                        <a:pt x="76200" y="43624"/>
                      </a:lnTo>
                      <a:cubicBezTo>
                        <a:pt x="75724" y="38386"/>
                        <a:pt x="73533" y="34195"/>
                        <a:pt x="69628" y="31147"/>
                      </a:cubicBezTo>
                      <a:cubicBezTo>
                        <a:pt x="65722" y="28099"/>
                        <a:pt x="60579" y="26479"/>
                        <a:pt x="54007" y="26479"/>
                      </a:cubicBezTo>
                      <a:cubicBezTo>
                        <a:pt x="48006" y="26479"/>
                        <a:pt x="43339" y="27622"/>
                        <a:pt x="40100" y="29813"/>
                      </a:cubicBezTo>
                      <a:cubicBezTo>
                        <a:pt x="36862" y="32004"/>
                        <a:pt x="35243" y="35147"/>
                        <a:pt x="35243" y="39052"/>
                      </a:cubicBezTo>
                      <a:cubicBezTo>
                        <a:pt x="35243" y="43529"/>
                        <a:pt x="37433" y="46863"/>
                        <a:pt x="41910" y="49149"/>
                      </a:cubicBezTo>
                      <a:cubicBezTo>
                        <a:pt x="46387" y="51435"/>
                        <a:pt x="53245" y="53816"/>
                        <a:pt x="62675" y="56197"/>
                      </a:cubicBezTo>
                      <a:cubicBezTo>
                        <a:pt x="72199" y="58579"/>
                        <a:pt x="80010" y="61055"/>
                        <a:pt x="86201" y="63627"/>
                      </a:cubicBezTo>
                      <a:cubicBezTo>
                        <a:pt x="92393" y="66199"/>
                        <a:pt x="97726" y="70104"/>
                        <a:pt x="102299" y="75438"/>
                      </a:cubicBezTo>
                      <a:cubicBezTo>
                        <a:pt x="106775" y="80772"/>
                        <a:pt x="109157" y="87820"/>
                        <a:pt x="109347" y="96488"/>
                      </a:cubicBezTo>
                      <a:cubicBezTo>
                        <a:pt x="109347" y="104108"/>
                        <a:pt x="107251" y="110966"/>
                        <a:pt x="103061" y="116967"/>
                      </a:cubicBezTo>
                      <a:cubicBezTo>
                        <a:pt x="98870" y="122968"/>
                        <a:pt x="92869" y="127730"/>
                        <a:pt x="84963" y="131159"/>
                      </a:cubicBezTo>
                      <a:cubicBezTo>
                        <a:pt x="77057" y="134588"/>
                        <a:pt x="67913" y="136303"/>
                        <a:pt x="57436" y="136303"/>
                      </a:cubicBezTo>
                      <a:cubicBezTo>
                        <a:pt x="46958" y="136303"/>
                        <a:pt x="36957" y="134302"/>
                        <a:pt x="28384" y="130492"/>
                      </a:cubicBezTo>
                      <a:close/>
                    </a:path>
                  </a:pathLst>
                </a:custGeom>
                <a:solidFill>
                  <a:schemeClr val="bg1"/>
                </a:solidFill>
                <a:ln w="9525" cap="flat">
                  <a:noFill/>
                  <a:prstDash val="solid"/>
                  <a:miter/>
                </a:ln>
              </p:spPr>
              <p:txBody>
                <a:bodyPr rtlCol="0" anchor="ctr"/>
                <a:lstStyle/>
                <a:p>
                  <a:endParaRPr lang="fi-FI" sz="3200"/>
                </a:p>
              </p:txBody>
            </p:sp>
            <p:sp>
              <p:nvSpPr>
                <p:cNvPr id="594" name="Vapaamuotoinen: Muoto 593">
                  <a:extLst>
                    <a:ext uri="{FF2B5EF4-FFF2-40B4-BE49-F238E27FC236}">
                      <a16:creationId xmlns:a16="http://schemas.microsoft.com/office/drawing/2014/main" id="{A02473BB-AFEA-AB60-A8E8-611B403FE07D}"/>
                    </a:ext>
                  </a:extLst>
                </p:cNvPr>
                <p:cNvSpPr/>
                <p:nvPr/>
              </p:nvSpPr>
              <p:spPr>
                <a:xfrm>
                  <a:off x="4417218" y="2550890"/>
                  <a:ext cx="33337" cy="176212"/>
                </a:xfrm>
                <a:custGeom>
                  <a:avLst/>
                  <a:gdLst>
                    <a:gd name="connsiteX0" fmla="*/ 33338 w 33337"/>
                    <a:gd name="connsiteY0" fmla="*/ 0 h 176212"/>
                    <a:gd name="connsiteX1" fmla="*/ 33338 w 33337"/>
                    <a:gd name="connsiteY1" fmla="*/ 176213 h 176212"/>
                    <a:gd name="connsiteX2" fmla="*/ 0 w 33337"/>
                    <a:gd name="connsiteY2" fmla="*/ 176213 h 176212"/>
                    <a:gd name="connsiteX3" fmla="*/ 0 w 33337"/>
                    <a:gd name="connsiteY3" fmla="*/ 0 h 176212"/>
                    <a:gd name="connsiteX4" fmla="*/ 33338 w 33337"/>
                    <a:gd name="connsiteY4" fmla="*/ 0 h 176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37" h="176212">
                      <a:moveTo>
                        <a:pt x="33338" y="0"/>
                      </a:moveTo>
                      <a:lnTo>
                        <a:pt x="33338" y="176213"/>
                      </a:lnTo>
                      <a:lnTo>
                        <a:pt x="0" y="176213"/>
                      </a:lnTo>
                      <a:lnTo>
                        <a:pt x="0" y="0"/>
                      </a:lnTo>
                      <a:lnTo>
                        <a:pt x="33338" y="0"/>
                      </a:lnTo>
                      <a:close/>
                    </a:path>
                  </a:pathLst>
                </a:custGeom>
                <a:solidFill>
                  <a:schemeClr val="bg1"/>
                </a:solidFill>
                <a:ln w="9525" cap="flat">
                  <a:noFill/>
                  <a:prstDash val="solid"/>
                  <a:miter/>
                </a:ln>
              </p:spPr>
              <p:txBody>
                <a:bodyPr rtlCol="0" anchor="ctr"/>
                <a:lstStyle/>
                <a:p>
                  <a:endParaRPr lang="fi-FI" sz="3200"/>
                </a:p>
              </p:txBody>
            </p:sp>
            <p:sp>
              <p:nvSpPr>
                <p:cNvPr id="595" name="Vapaamuotoinen: Muoto 594">
                  <a:extLst>
                    <a:ext uri="{FF2B5EF4-FFF2-40B4-BE49-F238E27FC236}">
                      <a16:creationId xmlns:a16="http://schemas.microsoft.com/office/drawing/2014/main" id="{B4B58FE3-E277-F980-E79F-742AE7E1AA7A}"/>
                    </a:ext>
                  </a:extLst>
                </p:cNvPr>
                <p:cNvSpPr/>
                <p:nvPr/>
              </p:nvSpPr>
              <p:spPr>
                <a:xfrm>
                  <a:off x="4474749" y="2547842"/>
                  <a:ext cx="137541" cy="181355"/>
                </a:xfrm>
                <a:custGeom>
                  <a:avLst/>
                  <a:gdLst>
                    <a:gd name="connsiteX0" fmla="*/ 8096 w 137541"/>
                    <a:gd name="connsiteY0" fmla="*/ 77343 h 181355"/>
                    <a:gd name="connsiteX1" fmla="*/ 29813 w 137541"/>
                    <a:gd name="connsiteY1" fmla="*/ 53531 h 181355"/>
                    <a:gd name="connsiteX2" fmla="*/ 60388 w 137541"/>
                    <a:gd name="connsiteY2" fmla="*/ 45148 h 181355"/>
                    <a:gd name="connsiteX3" fmla="*/ 86201 w 137541"/>
                    <a:gd name="connsiteY3" fmla="*/ 51054 h 181355"/>
                    <a:gd name="connsiteX4" fmla="*/ 103918 w 137541"/>
                    <a:gd name="connsiteY4" fmla="*/ 66104 h 181355"/>
                    <a:gd name="connsiteX5" fmla="*/ 103918 w 137541"/>
                    <a:gd name="connsiteY5" fmla="*/ 47244 h 181355"/>
                    <a:gd name="connsiteX6" fmla="*/ 137541 w 137541"/>
                    <a:gd name="connsiteY6" fmla="*/ 47244 h 181355"/>
                    <a:gd name="connsiteX7" fmla="*/ 137541 w 137541"/>
                    <a:gd name="connsiteY7" fmla="*/ 179165 h 181355"/>
                    <a:gd name="connsiteX8" fmla="*/ 103918 w 137541"/>
                    <a:gd name="connsiteY8" fmla="*/ 179165 h 181355"/>
                    <a:gd name="connsiteX9" fmla="*/ 103918 w 137541"/>
                    <a:gd name="connsiteY9" fmla="*/ 159925 h 181355"/>
                    <a:gd name="connsiteX10" fmla="*/ 86201 w 137541"/>
                    <a:gd name="connsiteY10" fmla="*/ 175260 h 181355"/>
                    <a:gd name="connsiteX11" fmla="*/ 60103 w 137541"/>
                    <a:gd name="connsiteY11" fmla="*/ 181356 h 181355"/>
                    <a:gd name="connsiteX12" fmla="*/ 29718 w 137541"/>
                    <a:gd name="connsiteY12" fmla="*/ 172784 h 181355"/>
                    <a:gd name="connsiteX13" fmla="*/ 8001 w 137541"/>
                    <a:gd name="connsiteY13" fmla="*/ 148590 h 181355"/>
                    <a:gd name="connsiteX14" fmla="*/ 0 w 137541"/>
                    <a:gd name="connsiteY14" fmla="*/ 112776 h 181355"/>
                    <a:gd name="connsiteX15" fmla="*/ 8001 w 137541"/>
                    <a:gd name="connsiteY15" fmla="*/ 77343 h 181355"/>
                    <a:gd name="connsiteX16" fmla="*/ 99155 w 137541"/>
                    <a:gd name="connsiteY16" fmla="*/ 92488 h 181355"/>
                    <a:gd name="connsiteX17" fmla="*/ 86296 w 137541"/>
                    <a:gd name="connsiteY17" fmla="*/ 79153 h 181355"/>
                    <a:gd name="connsiteX18" fmla="*/ 68866 w 137541"/>
                    <a:gd name="connsiteY18" fmla="*/ 74486 h 181355"/>
                    <a:gd name="connsiteX19" fmla="*/ 51721 w 137541"/>
                    <a:gd name="connsiteY19" fmla="*/ 79058 h 181355"/>
                    <a:gd name="connsiteX20" fmla="*/ 38957 w 137541"/>
                    <a:gd name="connsiteY20" fmla="*/ 92297 h 181355"/>
                    <a:gd name="connsiteX21" fmla="*/ 34100 w 137541"/>
                    <a:gd name="connsiteY21" fmla="*/ 112871 h 181355"/>
                    <a:gd name="connsiteX22" fmla="*/ 38957 w 137541"/>
                    <a:gd name="connsiteY22" fmla="*/ 133731 h 181355"/>
                    <a:gd name="connsiteX23" fmla="*/ 51816 w 137541"/>
                    <a:gd name="connsiteY23" fmla="*/ 147447 h 181355"/>
                    <a:gd name="connsiteX24" fmla="*/ 68866 w 137541"/>
                    <a:gd name="connsiteY24" fmla="*/ 152210 h 181355"/>
                    <a:gd name="connsiteX25" fmla="*/ 86296 w 137541"/>
                    <a:gd name="connsiteY25" fmla="*/ 147542 h 181355"/>
                    <a:gd name="connsiteX26" fmla="*/ 99155 w 137541"/>
                    <a:gd name="connsiteY26" fmla="*/ 134207 h 181355"/>
                    <a:gd name="connsiteX27" fmla="*/ 103918 w 137541"/>
                    <a:gd name="connsiteY27" fmla="*/ 113348 h 181355"/>
                    <a:gd name="connsiteX28" fmla="*/ 99155 w 137541"/>
                    <a:gd name="connsiteY28" fmla="*/ 92488 h 181355"/>
                    <a:gd name="connsiteX29" fmla="*/ 40100 w 137541"/>
                    <a:gd name="connsiteY29" fmla="*/ 27146 h 181355"/>
                    <a:gd name="connsiteX30" fmla="*/ 35528 w 137541"/>
                    <a:gd name="connsiteY30" fmla="*/ 16002 h 181355"/>
                    <a:gd name="connsiteX31" fmla="*/ 40100 w 137541"/>
                    <a:gd name="connsiteY31" fmla="*/ 4667 h 181355"/>
                    <a:gd name="connsiteX32" fmla="*/ 51244 w 137541"/>
                    <a:gd name="connsiteY32" fmla="*/ 0 h 181355"/>
                    <a:gd name="connsiteX33" fmla="*/ 62579 w 137541"/>
                    <a:gd name="connsiteY33" fmla="*/ 4667 h 181355"/>
                    <a:gd name="connsiteX34" fmla="*/ 67246 w 137541"/>
                    <a:gd name="connsiteY34" fmla="*/ 16002 h 181355"/>
                    <a:gd name="connsiteX35" fmla="*/ 62579 w 137541"/>
                    <a:gd name="connsiteY35" fmla="*/ 27146 h 181355"/>
                    <a:gd name="connsiteX36" fmla="*/ 51244 w 137541"/>
                    <a:gd name="connsiteY36" fmla="*/ 31718 h 181355"/>
                    <a:gd name="connsiteX37" fmla="*/ 40100 w 137541"/>
                    <a:gd name="connsiteY37" fmla="*/ 27146 h 181355"/>
                    <a:gd name="connsiteX38" fmla="*/ 84106 w 137541"/>
                    <a:gd name="connsiteY38" fmla="*/ 27146 h 181355"/>
                    <a:gd name="connsiteX39" fmla="*/ 79534 w 137541"/>
                    <a:gd name="connsiteY39" fmla="*/ 16002 h 181355"/>
                    <a:gd name="connsiteX40" fmla="*/ 84106 w 137541"/>
                    <a:gd name="connsiteY40" fmla="*/ 4667 h 181355"/>
                    <a:gd name="connsiteX41" fmla="*/ 95250 w 137541"/>
                    <a:gd name="connsiteY41" fmla="*/ 0 h 181355"/>
                    <a:gd name="connsiteX42" fmla="*/ 106585 w 137541"/>
                    <a:gd name="connsiteY42" fmla="*/ 4667 h 181355"/>
                    <a:gd name="connsiteX43" fmla="*/ 111252 w 137541"/>
                    <a:gd name="connsiteY43" fmla="*/ 16002 h 181355"/>
                    <a:gd name="connsiteX44" fmla="*/ 106585 w 137541"/>
                    <a:gd name="connsiteY44" fmla="*/ 27146 h 181355"/>
                    <a:gd name="connsiteX45" fmla="*/ 95250 w 137541"/>
                    <a:gd name="connsiteY45" fmla="*/ 31718 h 181355"/>
                    <a:gd name="connsiteX46" fmla="*/ 84106 w 137541"/>
                    <a:gd name="connsiteY46" fmla="*/ 27146 h 181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37541" h="181355">
                      <a:moveTo>
                        <a:pt x="8096" y="77343"/>
                      </a:moveTo>
                      <a:cubicBezTo>
                        <a:pt x="13430" y="67056"/>
                        <a:pt x="20669" y="59055"/>
                        <a:pt x="29813" y="53531"/>
                      </a:cubicBezTo>
                      <a:cubicBezTo>
                        <a:pt x="38957" y="48006"/>
                        <a:pt x="49149" y="45148"/>
                        <a:pt x="60388" y="45148"/>
                      </a:cubicBezTo>
                      <a:cubicBezTo>
                        <a:pt x="70199" y="45148"/>
                        <a:pt x="78867" y="47149"/>
                        <a:pt x="86201" y="51054"/>
                      </a:cubicBezTo>
                      <a:cubicBezTo>
                        <a:pt x="93631" y="55055"/>
                        <a:pt x="99536" y="60008"/>
                        <a:pt x="103918" y="66104"/>
                      </a:cubicBezTo>
                      <a:lnTo>
                        <a:pt x="103918" y="47244"/>
                      </a:lnTo>
                      <a:lnTo>
                        <a:pt x="137541" y="47244"/>
                      </a:lnTo>
                      <a:lnTo>
                        <a:pt x="137541" y="179165"/>
                      </a:lnTo>
                      <a:lnTo>
                        <a:pt x="103918" y="179165"/>
                      </a:lnTo>
                      <a:lnTo>
                        <a:pt x="103918" y="159925"/>
                      </a:lnTo>
                      <a:cubicBezTo>
                        <a:pt x="99631" y="166116"/>
                        <a:pt x="93726" y="171260"/>
                        <a:pt x="86201" y="175260"/>
                      </a:cubicBezTo>
                      <a:cubicBezTo>
                        <a:pt x="78677" y="179356"/>
                        <a:pt x="70009" y="181356"/>
                        <a:pt x="60103" y="181356"/>
                      </a:cubicBezTo>
                      <a:cubicBezTo>
                        <a:pt x="48958" y="181356"/>
                        <a:pt x="38862" y="178499"/>
                        <a:pt x="29718" y="172784"/>
                      </a:cubicBezTo>
                      <a:cubicBezTo>
                        <a:pt x="20574" y="167068"/>
                        <a:pt x="13335" y="158972"/>
                        <a:pt x="8001" y="148590"/>
                      </a:cubicBezTo>
                      <a:cubicBezTo>
                        <a:pt x="2667" y="138208"/>
                        <a:pt x="0" y="126206"/>
                        <a:pt x="0" y="112776"/>
                      </a:cubicBezTo>
                      <a:cubicBezTo>
                        <a:pt x="0" y="99346"/>
                        <a:pt x="2667" y="87630"/>
                        <a:pt x="8001" y="77343"/>
                      </a:cubicBezTo>
                      <a:close/>
                      <a:moveTo>
                        <a:pt x="99155" y="92488"/>
                      </a:moveTo>
                      <a:cubicBezTo>
                        <a:pt x="96012" y="86678"/>
                        <a:pt x="91726" y="82201"/>
                        <a:pt x="86296" y="79153"/>
                      </a:cubicBezTo>
                      <a:cubicBezTo>
                        <a:pt x="80867" y="76105"/>
                        <a:pt x="75057" y="74486"/>
                        <a:pt x="68866" y="74486"/>
                      </a:cubicBezTo>
                      <a:cubicBezTo>
                        <a:pt x="62675" y="74486"/>
                        <a:pt x="56959" y="76010"/>
                        <a:pt x="51721" y="79058"/>
                      </a:cubicBezTo>
                      <a:cubicBezTo>
                        <a:pt x="46482" y="82106"/>
                        <a:pt x="42196" y="86487"/>
                        <a:pt x="38957" y="92297"/>
                      </a:cubicBezTo>
                      <a:cubicBezTo>
                        <a:pt x="35719" y="98108"/>
                        <a:pt x="34100" y="104965"/>
                        <a:pt x="34100" y="112871"/>
                      </a:cubicBezTo>
                      <a:cubicBezTo>
                        <a:pt x="34100" y="120777"/>
                        <a:pt x="35719" y="127730"/>
                        <a:pt x="38957" y="133731"/>
                      </a:cubicBezTo>
                      <a:cubicBezTo>
                        <a:pt x="42196" y="139732"/>
                        <a:pt x="46482" y="144304"/>
                        <a:pt x="51816" y="147447"/>
                      </a:cubicBezTo>
                      <a:cubicBezTo>
                        <a:pt x="57150" y="150590"/>
                        <a:pt x="62770" y="152210"/>
                        <a:pt x="68866" y="152210"/>
                      </a:cubicBezTo>
                      <a:cubicBezTo>
                        <a:pt x="74962" y="152210"/>
                        <a:pt x="80867" y="150686"/>
                        <a:pt x="86296" y="147542"/>
                      </a:cubicBezTo>
                      <a:cubicBezTo>
                        <a:pt x="91726" y="144399"/>
                        <a:pt x="96012" y="140017"/>
                        <a:pt x="99155" y="134207"/>
                      </a:cubicBezTo>
                      <a:cubicBezTo>
                        <a:pt x="102298" y="128397"/>
                        <a:pt x="103918" y="121444"/>
                        <a:pt x="103918" y="113348"/>
                      </a:cubicBezTo>
                      <a:cubicBezTo>
                        <a:pt x="103918" y="105251"/>
                        <a:pt x="102298" y="98298"/>
                        <a:pt x="99155" y="92488"/>
                      </a:cubicBezTo>
                      <a:close/>
                      <a:moveTo>
                        <a:pt x="40100" y="27146"/>
                      </a:moveTo>
                      <a:cubicBezTo>
                        <a:pt x="37052" y="24098"/>
                        <a:pt x="35528" y="20383"/>
                        <a:pt x="35528" y="16002"/>
                      </a:cubicBezTo>
                      <a:cubicBezTo>
                        <a:pt x="35528" y="11620"/>
                        <a:pt x="37052" y="7810"/>
                        <a:pt x="40100" y="4667"/>
                      </a:cubicBezTo>
                      <a:cubicBezTo>
                        <a:pt x="43148" y="1524"/>
                        <a:pt x="46863" y="0"/>
                        <a:pt x="51244" y="0"/>
                      </a:cubicBezTo>
                      <a:cubicBezTo>
                        <a:pt x="55626" y="0"/>
                        <a:pt x="59436" y="1524"/>
                        <a:pt x="62579" y="4667"/>
                      </a:cubicBezTo>
                      <a:cubicBezTo>
                        <a:pt x="65723" y="7715"/>
                        <a:pt x="67246" y="11525"/>
                        <a:pt x="67246" y="16002"/>
                      </a:cubicBezTo>
                      <a:cubicBezTo>
                        <a:pt x="67246" y="20479"/>
                        <a:pt x="65723" y="24194"/>
                        <a:pt x="62579" y="27146"/>
                      </a:cubicBezTo>
                      <a:cubicBezTo>
                        <a:pt x="59531" y="30194"/>
                        <a:pt x="55721" y="31718"/>
                        <a:pt x="51244" y="31718"/>
                      </a:cubicBezTo>
                      <a:cubicBezTo>
                        <a:pt x="46768" y="31718"/>
                        <a:pt x="43053" y="30194"/>
                        <a:pt x="40100" y="27146"/>
                      </a:cubicBezTo>
                      <a:close/>
                      <a:moveTo>
                        <a:pt x="84106" y="27146"/>
                      </a:moveTo>
                      <a:cubicBezTo>
                        <a:pt x="81058" y="24098"/>
                        <a:pt x="79534" y="20383"/>
                        <a:pt x="79534" y="16002"/>
                      </a:cubicBezTo>
                      <a:cubicBezTo>
                        <a:pt x="79534" y="11620"/>
                        <a:pt x="81058" y="7810"/>
                        <a:pt x="84106" y="4667"/>
                      </a:cubicBezTo>
                      <a:cubicBezTo>
                        <a:pt x="87154" y="1524"/>
                        <a:pt x="90869" y="0"/>
                        <a:pt x="95250" y="0"/>
                      </a:cubicBezTo>
                      <a:cubicBezTo>
                        <a:pt x="99631" y="0"/>
                        <a:pt x="103442" y="1524"/>
                        <a:pt x="106585" y="4667"/>
                      </a:cubicBezTo>
                      <a:cubicBezTo>
                        <a:pt x="109728" y="7715"/>
                        <a:pt x="111252" y="11525"/>
                        <a:pt x="111252" y="16002"/>
                      </a:cubicBezTo>
                      <a:cubicBezTo>
                        <a:pt x="111252" y="20479"/>
                        <a:pt x="109728" y="24194"/>
                        <a:pt x="106585" y="27146"/>
                      </a:cubicBezTo>
                      <a:cubicBezTo>
                        <a:pt x="103537" y="30194"/>
                        <a:pt x="99727" y="31718"/>
                        <a:pt x="95250" y="31718"/>
                      </a:cubicBezTo>
                      <a:cubicBezTo>
                        <a:pt x="90773" y="31718"/>
                        <a:pt x="87058" y="30194"/>
                        <a:pt x="84106" y="27146"/>
                      </a:cubicBezTo>
                      <a:close/>
                    </a:path>
                  </a:pathLst>
                </a:custGeom>
                <a:solidFill>
                  <a:schemeClr val="bg1"/>
                </a:solidFill>
                <a:ln w="9525" cap="flat">
                  <a:noFill/>
                  <a:prstDash val="solid"/>
                  <a:miter/>
                </a:ln>
              </p:spPr>
              <p:txBody>
                <a:bodyPr rtlCol="0" anchor="ctr"/>
                <a:lstStyle/>
                <a:p>
                  <a:endParaRPr lang="fi-FI" sz="3200"/>
                </a:p>
              </p:txBody>
            </p:sp>
            <p:sp>
              <p:nvSpPr>
                <p:cNvPr id="596" name="Vapaamuotoinen: Muoto 595">
                  <a:extLst>
                    <a:ext uri="{FF2B5EF4-FFF2-40B4-BE49-F238E27FC236}">
                      <a16:creationId xmlns:a16="http://schemas.microsoft.com/office/drawing/2014/main" id="{F4EE80F3-6064-9CED-52A8-74E1335F3720}"/>
                    </a:ext>
                  </a:extLst>
                </p:cNvPr>
                <p:cNvSpPr/>
                <p:nvPr/>
              </p:nvSpPr>
              <p:spPr>
                <a:xfrm>
                  <a:off x="4634388" y="2562510"/>
                  <a:ext cx="78771" cy="164592"/>
                </a:xfrm>
                <a:custGeom>
                  <a:avLst/>
                  <a:gdLst>
                    <a:gd name="connsiteX0" fmla="*/ 49244 w 78771"/>
                    <a:gd name="connsiteY0" fmla="*/ 60103 h 164592"/>
                    <a:gd name="connsiteX1" fmla="*/ 49244 w 78771"/>
                    <a:gd name="connsiteY1" fmla="*/ 123920 h 164592"/>
                    <a:gd name="connsiteX2" fmla="*/ 52483 w 78771"/>
                    <a:gd name="connsiteY2" fmla="*/ 133540 h 164592"/>
                    <a:gd name="connsiteX3" fmla="*/ 63341 w 78771"/>
                    <a:gd name="connsiteY3" fmla="*/ 136493 h 164592"/>
                    <a:gd name="connsiteX4" fmla="*/ 78772 w 78771"/>
                    <a:gd name="connsiteY4" fmla="*/ 136493 h 164592"/>
                    <a:gd name="connsiteX5" fmla="*/ 78772 w 78771"/>
                    <a:gd name="connsiteY5" fmla="*/ 164592 h 164592"/>
                    <a:gd name="connsiteX6" fmla="*/ 57817 w 78771"/>
                    <a:gd name="connsiteY6" fmla="*/ 164592 h 164592"/>
                    <a:gd name="connsiteX7" fmla="*/ 15716 w 78771"/>
                    <a:gd name="connsiteY7" fmla="*/ 123634 h 164592"/>
                    <a:gd name="connsiteX8" fmla="*/ 15716 w 78771"/>
                    <a:gd name="connsiteY8" fmla="*/ 60008 h 164592"/>
                    <a:gd name="connsiteX9" fmla="*/ 0 w 78771"/>
                    <a:gd name="connsiteY9" fmla="*/ 60008 h 164592"/>
                    <a:gd name="connsiteX10" fmla="*/ 0 w 78771"/>
                    <a:gd name="connsiteY10" fmla="*/ 32576 h 164592"/>
                    <a:gd name="connsiteX11" fmla="*/ 15716 w 78771"/>
                    <a:gd name="connsiteY11" fmla="*/ 32576 h 164592"/>
                    <a:gd name="connsiteX12" fmla="*/ 15716 w 78771"/>
                    <a:gd name="connsiteY12" fmla="*/ 0 h 164592"/>
                    <a:gd name="connsiteX13" fmla="*/ 49244 w 78771"/>
                    <a:gd name="connsiteY13" fmla="*/ 0 h 164592"/>
                    <a:gd name="connsiteX14" fmla="*/ 49244 w 78771"/>
                    <a:gd name="connsiteY14" fmla="*/ 32576 h 164592"/>
                    <a:gd name="connsiteX15" fmla="*/ 78772 w 78771"/>
                    <a:gd name="connsiteY15" fmla="*/ 32576 h 164592"/>
                    <a:gd name="connsiteX16" fmla="*/ 78772 w 78771"/>
                    <a:gd name="connsiteY16" fmla="*/ 60008 h 164592"/>
                    <a:gd name="connsiteX17" fmla="*/ 49244 w 78771"/>
                    <a:gd name="connsiteY17" fmla="*/ 60008 h 164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8771" h="164592">
                      <a:moveTo>
                        <a:pt x="49244" y="60103"/>
                      </a:moveTo>
                      <a:lnTo>
                        <a:pt x="49244" y="123920"/>
                      </a:lnTo>
                      <a:cubicBezTo>
                        <a:pt x="49244" y="128397"/>
                        <a:pt x="50292" y="131540"/>
                        <a:pt x="52483" y="133540"/>
                      </a:cubicBezTo>
                      <a:cubicBezTo>
                        <a:pt x="54578" y="135541"/>
                        <a:pt x="58198" y="136493"/>
                        <a:pt x="63341" y="136493"/>
                      </a:cubicBezTo>
                      <a:lnTo>
                        <a:pt x="78772" y="136493"/>
                      </a:lnTo>
                      <a:lnTo>
                        <a:pt x="78772" y="164592"/>
                      </a:lnTo>
                      <a:lnTo>
                        <a:pt x="57817" y="164592"/>
                      </a:lnTo>
                      <a:cubicBezTo>
                        <a:pt x="29718" y="164592"/>
                        <a:pt x="15716" y="150971"/>
                        <a:pt x="15716" y="123634"/>
                      </a:cubicBezTo>
                      <a:lnTo>
                        <a:pt x="15716" y="60008"/>
                      </a:lnTo>
                      <a:lnTo>
                        <a:pt x="0" y="60008"/>
                      </a:lnTo>
                      <a:lnTo>
                        <a:pt x="0" y="32576"/>
                      </a:lnTo>
                      <a:lnTo>
                        <a:pt x="15716" y="32576"/>
                      </a:lnTo>
                      <a:lnTo>
                        <a:pt x="15716" y="0"/>
                      </a:lnTo>
                      <a:lnTo>
                        <a:pt x="49244" y="0"/>
                      </a:lnTo>
                      <a:lnTo>
                        <a:pt x="49244" y="32576"/>
                      </a:lnTo>
                      <a:lnTo>
                        <a:pt x="78772" y="32576"/>
                      </a:lnTo>
                      <a:lnTo>
                        <a:pt x="78772" y="60008"/>
                      </a:lnTo>
                      <a:lnTo>
                        <a:pt x="49244" y="60008"/>
                      </a:lnTo>
                      <a:close/>
                    </a:path>
                  </a:pathLst>
                </a:custGeom>
                <a:solidFill>
                  <a:schemeClr val="bg1"/>
                </a:solidFill>
                <a:ln w="9525" cap="flat">
                  <a:noFill/>
                  <a:prstDash val="solid"/>
                  <a:miter/>
                </a:ln>
              </p:spPr>
              <p:txBody>
                <a:bodyPr rtlCol="0" anchor="ctr"/>
                <a:lstStyle/>
                <a:p>
                  <a:endParaRPr lang="fi-FI" sz="3200"/>
                </a:p>
              </p:txBody>
            </p:sp>
            <p:sp>
              <p:nvSpPr>
                <p:cNvPr id="597" name="Vapaamuotoinen: Muoto 596">
                  <a:extLst>
                    <a:ext uri="{FF2B5EF4-FFF2-40B4-BE49-F238E27FC236}">
                      <a16:creationId xmlns:a16="http://schemas.microsoft.com/office/drawing/2014/main" id="{D0591CCA-28EF-98DD-4BB7-4BD306C7346C}"/>
                    </a:ext>
                  </a:extLst>
                </p:cNvPr>
                <p:cNvSpPr/>
                <p:nvPr/>
              </p:nvSpPr>
              <p:spPr>
                <a:xfrm>
                  <a:off x="4726685" y="2562510"/>
                  <a:ext cx="78866" cy="164592"/>
                </a:xfrm>
                <a:custGeom>
                  <a:avLst/>
                  <a:gdLst>
                    <a:gd name="connsiteX0" fmla="*/ 49340 w 78866"/>
                    <a:gd name="connsiteY0" fmla="*/ 60103 h 164592"/>
                    <a:gd name="connsiteX1" fmla="*/ 49340 w 78866"/>
                    <a:gd name="connsiteY1" fmla="*/ 123920 h 164592"/>
                    <a:gd name="connsiteX2" fmla="*/ 52578 w 78866"/>
                    <a:gd name="connsiteY2" fmla="*/ 133540 h 164592"/>
                    <a:gd name="connsiteX3" fmla="*/ 63437 w 78866"/>
                    <a:gd name="connsiteY3" fmla="*/ 136493 h 164592"/>
                    <a:gd name="connsiteX4" fmla="*/ 78867 w 78866"/>
                    <a:gd name="connsiteY4" fmla="*/ 136493 h 164592"/>
                    <a:gd name="connsiteX5" fmla="*/ 78867 w 78866"/>
                    <a:gd name="connsiteY5" fmla="*/ 164592 h 164592"/>
                    <a:gd name="connsiteX6" fmla="*/ 57912 w 78866"/>
                    <a:gd name="connsiteY6" fmla="*/ 164592 h 164592"/>
                    <a:gd name="connsiteX7" fmla="*/ 15716 w 78866"/>
                    <a:gd name="connsiteY7" fmla="*/ 123634 h 164592"/>
                    <a:gd name="connsiteX8" fmla="*/ 15716 w 78866"/>
                    <a:gd name="connsiteY8" fmla="*/ 60008 h 164592"/>
                    <a:gd name="connsiteX9" fmla="*/ 0 w 78866"/>
                    <a:gd name="connsiteY9" fmla="*/ 60008 h 164592"/>
                    <a:gd name="connsiteX10" fmla="*/ 0 w 78866"/>
                    <a:gd name="connsiteY10" fmla="*/ 32576 h 164592"/>
                    <a:gd name="connsiteX11" fmla="*/ 15716 w 78866"/>
                    <a:gd name="connsiteY11" fmla="*/ 32576 h 164592"/>
                    <a:gd name="connsiteX12" fmla="*/ 15716 w 78866"/>
                    <a:gd name="connsiteY12" fmla="*/ 0 h 164592"/>
                    <a:gd name="connsiteX13" fmla="*/ 49340 w 78866"/>
                    <a:gd name="connsiteY13" fmla="*/ 0 h 164592"/>
                    <a:gd name="connsiteX14" fmla="*/ 49340 w 78866"/>
                    <a:gd name="connsiteY14" fmla="*/ 32576 h 164592"/>
                    <a:gd name="connsiteX15" fmla="*/ 78867 w 78866"/>
                    <a:gd name="connsiteY15" fmla="*/ 32576 h 164592"/>
                    <a:gd name="connsiteX16" fmla="*/ 78867 w 78866"/>
                    <a:gd name="connsiteY16" fmla="*/ 60008 h 164592"/>
                    <a:gd name="connsiteX17" fmla="*/ 49340 w 78866"/>
                    <a:gd name="connsiteY17" fmla="*/ 60008 h 164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8866" h="164592">
                      <a:moveTo>
                        <a:pt x="49340" y="60103"/>
                      </a:moveTo>
                      <a:lnTo>
                        <a:pt x="49340" y="123920"/>
                      </a:lnTo>
                      <a:cubicBezTo>
                        <a:pt x="49340" y="128397"/>
                        <a:pt x="50387" y="131540"/>
                        <a:pt x="52578" y="133540"/>
                      </a:cubicBezTo>
                      <a:cubicBezTo>
                        <a:pt x="54674" y="135541"/>
                        <a:pt x="58293" y="136493"/>
                        <a:pt x="63437" y="136493"/>
                      </a:cubicBezTo>
                      <a:lnTo>
                        <a:pt x="78867" y="136493"/>
                      </a:lnTo>
                      <a:lnTo>
                        <a:pt x="78867" y="164592"/>
                      </a:lnTo>
                      <a:lnTo>
                        <a:pt x="57912" y="164592"/>
                      </a:lnTo>
                      <a:cubicBezTo>
                        <a:pt x="29813" y="164592"/>
                        <a:pt x="15716" y="150971"/>
                        <a:pt x="15716" y="123634"/>
                      </a:cubicBezTo>
                      <a:lnTo>
                        <a:pt x="15716" y="60008"/>
                      </a:lnTo>
                      <a:lnTo>
                        <a:pt x="0" y="60008"/>
                      </a:lnTo>
                      <a:lnTo>
                        <a:pt x="0" y="32576"/>
                      </a:lnTo>
                      <a:lnTo>
                        <a:pt x="15716" y="32576"/>
                      </a:lnTo>
                      <a:lnTo>
                        <a:pt x="15716" y="0"/>
                      </a:lnTo>
                      <a:lnTo>
                        <a:pt x="49340" y="0"/>
                      </a:lnTo>
                      <a:lnTo>
                        <a:pt x="49340" y="32576"/>
                      </a:lnTo>
                      <a:lnTo>
                        <a:pt x="78867" y="32576"/>
                      </a:lnTo>
                      <a:lnTo>
                        <a:pt x="78867" y="60008"/>
                      </a:lnTo>
                      <a:lnTo>
                        <a:pt x="49340" y="60008"/>
                      </a:lnTo>
                      <a:close/>
                    </a:path>
                  </a:pathLst>
                </a:custGeom>
                <a:solidFill>
                  <a:schemeClr val="bg1"/>
                </a:solidFill>
                <a:ln w="9525" cap="flat">
                  <a:noFill/>
                  <a:prstDash val="solid"/>
                  <a:miter/>
                </a:ln>
              </p:spPr>
              <p:txBody>
                <a:bodyPr rtlCol="0" anchor="ctr"/>
                <a:lstStyle/>
                <a:p>
                  <a:endParaRPr lang="fi-FI" sz="3200"/>
                </a:p>
              </p:txBody>
            </p:sp>
          </p:grpSp>
          <p:grpSp>
            <p:nvGrpSpPr>
              <p:cNvPr id="616" name="Ryhmä 615">
                <a:extLst>
                  <a:ext uri="{FF2B5EF4-FFF2-40B4-BE49-F238E27FC236}">
                    <a16:creationId xmlns:a16="http://schemas.microsoft.com/office/drawing/2014/main" id="{12842C8F-E0AA-36EF-47DD-CABF51202819}"/>
                  </a:ext>
                  <a:ext uri="{C183D7F6-B498-43B3-948B-1728B52AA6E4}">
                    <adec:decorative xmlns:adec="http://schemas.microsoft.com/office/drawing/2017/decorative" val="1"/>
                  </a:ext>
                </a:extLst>
              </p:cNvPr>
              <p:cNvGrpSpPr/>
              <p:nvPr userDrawn="1"/>
            </p:nvGrpSpPr>
            <p:grpSpPr>
              <a:xfrm>
                <a:off x="6372860" y="2767264"/>
                <a:ext cx="581989" cy="300886"/>
                <a:chOff x="4081938" y="2288762"/>
                <a:chExt cx="969454" cy="501204"/>
              </a:xfrm>
              <a:solidFill>
                <a:schemeClr val="accent2"/>
              </a:solidFill>
            </p:grpSpPr>
            <p:sp>
              <p:nvSpPr>
                <p:cNvPr id="602" name="Vapaamuotoinen: Muoto 601">
                  <a:extLst>
                    <a:ext uri="{FF2B5EF4-FFF2-40B4-BE49-F238E27FC236}">
                      <a16:creationId xmlns:a16="http://schemas.microsoft.com/office/drawing/2014/main" id="{A27EF7CA-EF6F-A6B0-53A1-A18E528A6961}"/>
                    </a:ext>
                  </a:extLst>
                </p:cNvPr>
                <p:cNvSpPr/>
                <p:nvPr/>
              </p:nvSpPr>
              <p:spPr>
                <a:xfrm>
                  <a:off x="4081938" y="2309812"/>
                  <a:ext cx="126015" cy="171164"/>
                </a:xfrm>
                <a:custGeom>
                  <a:avLst/>
                  <a:gdLst>
                    <a:gd name="connsiteX0" fmla="*/ 32385 w 126015"/>
                    <a:gd name="connsiteY0" fmla="*/ 165354 h 171164"/>
                    <a:gd name="connsiteX1" fmla="*/ 9144 w 126015"/>
                    <a:gd name="connsiteY1" fmla="*/ 147733 h 171164"/>
                    <a:gd name="connsiteX2" fmla="*/ 0 w 126015"/>
                    <a:gd name="connsiteY2" fmla="*/ 119634 h 171164"/>
                    <a:gd name="connsiteX3" fmla="*/ 43339 w 126015"/>
                    <a:gd name="connsiteY3" fmla="*/ 119634 h 171164"/>
                    <a:gd name="connsiteX4" fmla="*/ 49721 w 126015"/>
                    <a:gd name="connsiteY4" fmla="*/ 133826 h 171164"/>
                    <a:gd name="connsiteX5" fmla="*/ 64008 w 126015"/>
                    <a:gd name="connsiteY5" fmla="*/ 138684 h 171164"/>
                    <a:gd name="connsiteX6" fmla="*/ 78296 w 126015"/>
                    <a:gd name="connsiteY6" fmla="*/ 134493 h 171164"/>
                    <a:gd name="connsiteX7" fmla="*/ 83534 w 126015"/>
                    <a:gd name="connsiteY7" fmla="*/ 122968 h 171164"/>
                    <a:gd name="connsiteX8" fmla="*/ 79343 w 126015"/>
                    <a:gd name="connsiteY8" fmla="*/ 112681 h 171164"/>
                    <a:gd name="connsiteX9" fmla="*/ 69056 w 126015"/>
                    <a:gd name="connsiteY9" fmla="*/ 106013 h 171164"/>
                    <a:gd name="connsiteX10" fmla="*/ 51816 w 126015"/>
                    <a:gd name="connsiteY10" fmla="*/ 100108 h 171164"/>
                    <a:gd name="connsiteX11" fmla="*/ 25432 w 126015"/>
                    <a:gd name="connsiteY11" fmla="*/ 90107 h 171164"/>
                    <a:gd name="connsiteX12" fmla="*/ 7811 w 126015"/>
                    <a:gd name="connsiteY12" fmla="*/ 75343 h 171164"/>
                    <a:gd name="connsiteX13" fmla="*/ 476 w 126015"/>
                    <a:gd name="connsiteY13" fmla="*/ 49816 h 171164"/>
                    <a:gd name="connsiteX14" fmla="*/ 17336 w 126015"/>
                    <a:gd name="connsiteY14" fmla="*/ 13240 h 171164"/>
                    <a:gd name="connsiteX15" fmla="*/ 61341 w 126015"/>
                    <a:gd name="connsiteY15" fmla="*/ 0 h 171164"/>
                    <a:gd name="connsiteX16" fmla="*/ 105823 w 126015"/>
                    <a:gd name="connsiteY16" fmla="*/ 13240 h 171164"/>
                    <a:gd name="connsiteX17" fmla="*/ 123920 w 126015"/>
                    <a:gd name="connsiteY17" fmla="*/ 50006 h 171164"/>
                    <a:gd name="connsiteX18" fmla="*/ 79915 w 126015"/>
                    <a:gd name="connsiteY18" fmla="*/ 50006 h 171164"/>
                    <a:gd name="connsiteX19" fmla="*/ 74009 w 126015"/>
                    <a:gd name="connsiteY19" fmla="*/ 37243 h 171164"/>
                    <a:gd name="connsiteX20" fmla="*/ 59912 w 126015"/>
                    <a:gd name="connsiteY20" fmla="*/ 32576 h 171164"/>
                    <a:gd name="connsiteX21" fmla="*/ 48006 w 126015"/>
                    <a:gd name="connsiteY21" fmla="*/ 36481 h 171164"/>
                    <a:gd name="connsiteX22" fmla="*/ 43434 w 126015"/>
                    <a:gd name="connsiteY22" fmla="*/ 47816 h 171164"/>
                    <a:gd name="connsiteX23" fmla="*/ 51054 w 126015"/>
                    <a:gd name="connsiteY23" fmla="*/ 60389 h 171164"/>
                    <a:gd name="connsiteX24" fmla="*/ 74867 w 126015"/>
                    <a:gd name="connsiteY24" fmla="*/ 70199 h 171164"/>
                    <a:gd name="connsiteX25" fmla="*/ 101156 w 126015"/>
                    <a:gd name="connsiteY25" fmla="*/ 80677 h 171164"/>
                    <a:gd name="connsiteX26" fmla="*/ 118682 w 126015"/>
                    <a:gd name="connsiteY26" fmla="*/ 95250 h 171164"/>
                    <a:gd name="connsiteX27" fmla="*/ 126016 w 126015"/>
                    <a:gd name="connsiteY27" fmla="*/ 119729 h 171164"/>
                    <a:gd name="connsiteX28" fmla="*/ 118777 w 126015"/>
                    <a:gd name="connsiteY28" fmla="*/ 145733 h 171164"/>
                    <a:gd name="connsiteX29" fmla="*/ 97727 w 126015"/>
                    <a:gd name="connsiteY29" fmla="*/ 164306 h 171164"/>
                    <a:gd name="connsiteX30" fmla="*/ 65056 w 126015"/>
                    <a:gd name="connsiteY30" fmla="*/ 171164 h 171164"/>
                    <a:gd name="connsiteX31" fmla="*/ 32194 w 126015"/>
                    <a:gd name="connsiteY31" fmla="*/ 165259 h 171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6015" h="171164">
                      <a:moveTo>
                        <a:pt x="32385" y="165354"/>
                      </a:moveTo>
                      <a:cubicBezTo>
                        <a:pt x="22670" y="161354"/>
                        <a:pt x="14954" y="155543"/>
                        <a:pt x="9144" y="147733"/>
                      </a:cubicBezTo>
                      <a:cubicBezTo>
                        <a:pt x="3334" y="139922"/>
                        <a:pt x="286" y="130588"/>
                        <a:pt x="0" y="119634"/>
                      </a:cubicBezTo>
                      <a:lnTo>
                        <a:pt x="43339" y="119634"/>
                      </a:lnTo>
                      <a:cubicBezTo>
                        <a:pt x="44006" y="125825"/>
                        <a:pt x="46101" y="130588"/>
                        <a:pt x="49721" y="133826"/>
                      </a:cubicBezTo>
                      <a:cubicBezTo>
                        <a:pt x="53340" y="137065"/>
                        <a:pt x="58103" y="138684"/>
                        <a:pt x="64008" y="138684"/>
                      </a:cubicBezTo>
                      <a:cubicBezTo>
                        <a:pt x="69914" y="138684"/>
                        <a:pt x="74771" y="137255"/>
                        <a:pt x="78296" y="134493"/>
                      </a:cubicBezTo>
                      <a:cubicBezTo>
                        <a:pt x="81820" y="131731"/>
                        <a:pt x="83534" y="127826"/>
                        <a:pt x="83534" y="122968"/>
                      </a:cubicBezTo>
                      <a:cubicBezTo>
                        <a:pt x="83534" y="118872"/>
                        <a:pt x="82106" y="115443"/>
                        <a:pt x="79343" y="112681"/>
                      </a:cubicBezTo>
                      <a:cubicBezTo>
                        <a:pt x="76581" y="110014"/>
                        <a:pt x="73152" y="107728"/>
                        <a:pt x="69056" y="106013"/>
                      </a:cubicBezTo>
                      <a:cubicBezTo>
                        <a:pt x="64961" y="104299"/>
                        <a:pt x="59246" y="102299"/>
                        <a:pt x="51816" y="100108"/>
                      </a:cubicBezTo>
                      <a:cubicBezTo>
                        <a:pt x="41053" y="96774"/>
                        <a:pt x="32194" y="93440"/>
                        <a:pt x="25432" y="90107"/>
                      </a:cubicBezTo>
                      <a:cubicBezTo>
                        <a:pt x="18574" y="86773"/>
                        <a:pt x="12764" y="81820"/>
                        <a:pt x="7811" y="75343"/>
                      </a:cubicBezTo>
                      <a:cubicBezTo>
                        <a:pt x="2858" y="68866"/>
                        <a:pt x="476" y="60293"/>
                        <a:pt x="476" y="49816"/>
                      </a:cubicBezTo>
                      <a:cubicBezTo>
                        <a:pt x="476" y="34290"/>
                        <a:pt x="6096" y="22098"/>
                        <a:pt x="17336" y="13240"/>
                      </a:cubicBezTo>
                      <a:cubicBezTo>
                        <a:pt x="28575" y="4477"/>
                        <a:pt x="43339" y="0"/>
                        <a:pt x="61341" y="0"/>
                      </a:cubicBezTo>
                      <a:cubicBezTo>
                        <a:pt x="79343" y="0"/>
                        <a:pt x="94583" y="4382"/>
                        <a:pt x="105823" y="13240"/>
                      </a:cubicBezTo>
                      <a:cubicBezTo>
                        <a:pt x="117062" y="22098"/>
                        <a:pt x="123158" y="34290"/>
                        <a:pt x="123920" y="50006"/>
                      </a:cubicBezTo>
                      <a:lnTo>
                        <a:pt x="79915" y="50006"/>
                      </a:lnTo>
                      <a:cubicBezTo>
                        <a:pt x="79629" y="44577"/>
                        <a:pt x="77629" y="40386"/>
                        <a:pt x="74009" y="37243"/>
                      </a:cubicBezTo>
                      <a:cubicBezTo>
                        <a:pt x="70390" y="34195"/>
                        <a:pt x="65627" y="32576"/>
                        <a:pt x="59912" y="32576"/>
                      </a:cubicBezTo>
                      <a:cubicBezTo>
                        <a:pt x="54959" y="32576"/>
                        <a:pt x="51054" y="33909"/>
                        <a:pt x="48006" y="36481"/>
                      </a:cubicBezTo>
                      <a:cubicBezTo>
                        <a:pt x="44958" y="39053"/>
                        <a:pt x="43434" y="42863"/>
                        <a:pt x="43434" y="47816"/>
                      </a:cubicBezTo>
                      <a:cubicBezTo>
                        <a:pt x="43434" y="53245"/>
                        <a:pt x="46006" y="57436"/>
                        <a:pt x="51054" y="60389"/>
                      </a:cubicBezTo>
                      <a:cubicBezTo>
                        <a:pt x="56102" y="63341"/>
                        <a:pt x="64103" y="66675"/>
                        <a:pt x="74867" y="70199"/>
                      </a:cubicBezTo>
                      <a:cubicBezTo>
                        <a:pt x="85630" y="73819"/>
                        <a:pt x="94393" y="77343"/>
                        <a:pt x="101156" y="80677"/>
                      </a:cubicBezTo>
                      <a:cubicBezTo>
                        <a:pt x="107918" y="84011"/>
                        <a:pt x="113729" y="88868"/>
                        <a:pt x="118682" y="95250"/>
                      </a:cubicBezTo>
                      <a:cubicBezTo>
                        <a:pt x="123635" y="101632"/>
                        <a:pt x="126016" y="109823"/>
                        <a:pt x="126016" y="119729"/>
                      </a:cubicBezTo>
                      <a:cubicBezTo>
                        <a:pt x="126016" y="129635"/>
                        <a:pt x="123635" y="137922"/>
                        <a:pt x="118777" y="145733"/>
                      </a:cubicBezTo>
                      <a:cubicBezTo>
                        <a:pt x="113919" y="153543"/>
                        <a:pt x="106871" y="159734"/>
                        <a:pt x="97727" y="164306"/>
                      </a:cubicBezTo>
                      <a:cubicBezTo>
                        <a:pt x="88487" y="168878"/>
                        <a:pt x="77629" y="171164"/>
                        <a:pt x="65056" y="171164"/>
                      </a:cubicBezTo>
                      <a:cubicBezTo>
                        <a:pt x="52483" y="171164"/>
                        <a:pt x="41910" y="169164"/>
                        <a:pt x="32194" y="165259"/>
                      </a:cubicBezTo>
                      <a:close/>
                    </a:path>
                  </a:pathLst>
                </a:custGeom>
                <a:solidFill>
                  <a:schemeClr val="accent5"/>
                </a:solidFill>
                <a:ln w="9525" cap="flat">
                  <a:noFill/>
                  <a:prstDash val="solid"/>
                  <a:miter/>
                </a:ln>
              </p:spPr>
              <p:txBody>
                <a:bodyPr rtlCol="0" anchor="ctr"/>
                <a:lstStyle/>
                <a:p>
                  <a:endParaRPr lang="fi-FI" sz="3200"/>
                </a:p>
              </p:txBody>
            </p:sp>
            <p:sp>
              <p:nvSpPr>
                <p:cNvPr id="603" name="Vapaamuotoinen: Muoto 602">
                  <a:extLst>
                    <a:ext uri="{FF2B5EF4-FFF2-40B4-BE49-F238E27FC236}">
                      <a16:creationId xmlns:a16="http://schemas.microsoft.com/office/drawing/2014/main" id="{A46FD513-53A3-3853-D7E0-589726BBB44E}"/>
                    </a:ext>
                  </a:extLst>
                </p:cNvPr>
                <p:cNvSpPr/>
                <p:nvPr/>
              </p:nvSpPr>
              <p:spPr>
                <a:xfrm>
                  <a:off x="4229385" y="2288762"/>
                  <a:ext cx="48291"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335" y="2096"/>
                        <a:pt x="17145" y="0"/>
                        <a:pt x="24289" y="0"/>
                      </a:cubicBezTo>
                      <a:cubicBezTo>
                        <a:pt x="31432" y="0"/>
                        <a:pt x="37052" y="2096"/>
                        <a:pt x="41529" y="6287"/>
                      </a:cubicBezTo>
                      <a:cubicBezTo>
                        <a:pt x="46006" y="10478"/>
                        <a:pt x="48292" y="15812"/>
                        <a:pt x="48292" y="22098"/>
                      </a:cubicBezTo>
                      <a:cubicBezTo>
                        <a:pt x="48292" y="28385"/>
                        <a:pt x="46006" y="33528"/>
                        <a:pt x="41529" y="37719"/>
                      </a:cubicBezTo>
                      <a:cubicBezTo>
                        <a:pt x="36957"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solidFill>
                  <a:schemeClr val="accent5"/>
                </a:solidFill>
                <a:ln w="9525" cap="flat">
                  <a:noFill/>
                  <a:prstDash val="solid"/>
                  <a:miter/>
                </a:ln>
              </p:spPr>
              <p:txBody>
                <a:bodyPr rtlCol="0" anchor="ctr"/>
                <a:lstStyle/>
                <a:p>
                  <a:endParaRPr lang="fi-FI" sz="3200"/>
                </a:p>
              </p:txBody>
            </p:sp>
            <p:sp>
              <p:nvSpPr>
                <p:cNvPr id="604" name="Vapaamuotoinen: Muoto 603">
                  <a:extLst>
                    <a:ext uri="{FF2B5EF4-FFF2-40B4-BE49-F238E27FC236}">
                      <a16:creationId xmlns:a16="http://schemas.microsoft.com/office/drawing/2014/main" id="{CA75F7FD-D391-5935-1A7D-72F1EB6770B6}"/>
                    </a:ext>
                  </a:extLst>
                </p:cNvPr>
                <p:cNvSpPr/>
                <p:nvPr/>
              </p:nvSpPr>
              <p:spPr>
                <a:xfrm>
                  <a:off x="4302060" y="2346579"/>
                  <a:ext cx="132492" cy="134302"/>
                </a:xfrm>
                <a:custGeom>
                  <a:avLst/>
                  <a:gdLst>
                    <a:gd name="connsiteX0" fmla="*/ 132493 w 132492"/>
                    <a:gd name="connsiteY0" fmla="*/ 0 h 134302"/>
                    <a:gd name="connsiteX1" fmla="*/ 132493 w 132492"/>
                    <a:gd name="connsiteY1" fmla="*/ 132874 h 134302"/>
                    <a:gd name="connsiteX2" fmla="*/ 91726 w 132492"/>
                    <a:gd name="connsiteY2" fmla="*/ 132874 h 134302"/>
                    <a:gd name="connsiteX3" fmla="*/ 91726 w 132492"/>
                    <a:gd name="connsiteY3" fmla="*/ 114776 h 134302"/>
                    <a:gd name="connsiteX4" fmla="*/ 74962 w 132492"/>
                    <a:gd name="connsiteY4" fmla="*/ 128968 h 134302"/>
                    <a:gd name="connsiteX5" fmla="*/ 51530 w 132492"/>
                    <a:gd name="connsiteY5" fmla="*/ 134302 h 134302"/>
                    <a:gd name="connsiteX6" fmla="*/ 24575 w 132492"/>
                    <a:gd name="connsiteY6" fmla="*/ 127540 h 134302"/>
                    <a:gd name="connsiteX7" fmla="*/ 6477 w 132492"/>
                    <a:gd name="connsiteY7" fmla="*/ 107918 h 134302"/>
                    <a:gd name="connsiteX8" fmla="*/ 0 w 132492"/>
                    <a:gd name="connsiteY8" fmla="*/ 77724 h 134302"/>
                    <a:gd name="connsiteX9" fmla="*/ 0 w 132492"/>
                    <a:gd name="connsiteY9" fmla="*/ 0 h 134302"/>
                    <a:gd name="connsiteX10" fmla="*/ 40481 w 132492"/>
                    <a:gd name="connsiteY10" fmla="*/ 0 h 134302"/>
                    <a:gd name="connsiteX11" fmla="*/ 40481 w 132492"/>
                    <a:gd name="connsiteY11" fmla="*/ 72199 h 134302"/>
                    <a:gd name="connsiteX12" fmla="*/ 47434 w 132492"/>
                    <a:gd name="connsiteY12" fmla="*/ 92869 h 134302"/>
                    <a:gd name="connsiteX13" fmla="*/ 66008 w 132492"/>
                    <a:gd name="connsiteY13" fmla="*/ 100298 h 134302"/>
                    <a:gd name="connsiteX14" fmla="*/ 84868 w 132492"/>
                    <a:gd name="connsiteY14" fmla="*/ 92869 h 134302"/>
                    <a:gd name="connsiteX15" fmla="*/ 91726 w 132492"/>
                    <a:gd name="connsiteY15" fmla="*/ 72199 h 134302"/>
                    <a:gd name="connsiteX16" fmla="*/ 91726 w 132492"/>
                    <a:gd name="connsiteY16" fmla="*/ 0 h 134302"/>
                    <a:gd name="connsiteX17" fmla="*/ 132493 w 132492"/>
                    <a:gd name="connsiteY17" fmla="*/ 0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2492" h="134302">
                      <a:moveTo>
                        <a:pt x="132493" y="0"/>
                      </a:moveTo>
                      <a:lnTo>
                        <a:pt x="132493" y="132874"/>
                      </a:lnTo>
                      <a:lnTo>
                        <a:pt x="91726" y="132874"/>
                      </a:lnTo>
                      <a:lnTo>
                        <a:pt x="91726" y="114776"/>
                      </a:lnTo>
                      <a:cubicBezTo>
                        <a:pt x="87630" y="120682"/>
                        <a:pt x="82010" y="125349"/>
                        <a:pt x="74962" y="128968"/>
                      </a:cubicBezTo>
                      <a:cubicBezTo>
                        <a:pt x="67913" y="132588"/>
                        <a:pt x="60103" y="134302"/>
                        <a:pt x="51530" y="134302"/>
                      </a:cubicBezTo>
                      <a:cubicBezTo>
                        <a:pt x="41339" y="134302"/>
                        <a:pt x="32385" y="132017"/>
                        <a:pt x="24575" y="127540"/>
                      </a:cubicBezTo>
                      <a:cubicBezTo>
                        <a:pt x="16764" y="122968"/>
                        <a:pt x="10763" y="116491"/>
                        <a:pt x="6477" y="107918"/>
                      </a:cubicBezTo>
                      <a:cubicBezTo>
                        <a:pt x="2191" y="99346"/>
                        <a:pt x="0" y="89249"/>
                        <a:pt x="0" y="77724"/>
                      </a:cubicBezTo>
                      <a:lnTo>
                        <a:pt x="0" y="0"/>
                      </a:lnTo>
                      <a:lnTo>
                        <a:pt x="40481" y="0"/>
                      </a:lnTo>
                      <a:lnTo>
                        <a:pt x="40481" y="72199"/>
                      </a:lnTo>
                      <a:cubicBezTo>
                        <a:pt x="40481" y="81058"/>
                        <a:pt x="42767" y="88011"/>
                        <a:pt x="47434" y="92869"/>
                      </a:cubicBezTo>
                      <a:cubicBezTo>
                        <a:pt x="52007" y="97822"/>
                        <a:pt x="58198" y="100298"/>
                        <a:pt x="66008" y="100298"/>
                      </a:cubicBezTo>
                      <a:cubicBezTo>
                        <a:pt x="73819" y="100298"/>
                        <a:pt x="80201" y="97822"/>
                        <a:pt x="84868" y="92869"/>
                      </a:cubicBezTo>
                      <a:cubicBezTo>
                        <a:pt x="89440" y="87916"/>
                        <a:pt x="91726" y="81058"/>
                        <a:pt x="91726" y="72199"/>
                      </a:cubicBezTo>
                      <a:lnTo>
                        <a:pt x="91726" y="0"/>
                      </a:lnTo>
                      <a:lnTo>
                        <a:pt x="132493" y="0"/>
                      </a:lnTo>
                      <a:close/>
                    </a:path>
                  </a:pathLst>
                </a:custGeom>
                <a:solidFill>
                  <a:schemeClr val="accent5"/>
                </a:solidFill>
                <a:ln w="9525" cap="flat">
                  <a:noFill/>
                  <a:prstDash val="solid"/>
                  <a:miter/>
                </a:ln>
              </p:spPr>
              <p:txBody>
                <a:bodyPr rtlCol="0" anchor="ctr"/>
                <a:lstStyle/>
                <a:p>
                  <a:endParaRPr lang="fi-FI" sz="3200"/>
                </a:p>
              </p:txBody>
            </p:sp>
            <p:sp>
              <p:nvSpPr>
                <p:cNvPr id="605" name="Vapaamuotoinen: Muoto 604">
                  <a:extLst>
                    <a:ext uri="{FF2B5EF4-FFF2-40B4-BE49-F238E27FC236}">
                      <a16:creationId xmlns:a16="http://schemas.microsoft.com/office/drawing/2014/main" id="{AB561057-81B4-3512-8F48-91B0B8CF1469}"/>
                    </a:ext>
                  </a:extLst>
                </p:cNvPr>
                <p:cNvSpPr/>
                <p:nvPr/>
              </p:nvSpPr>
              <p:spPr>
                <a:xfrm>
                  <a:off x="4463890" y="2345150"/>
                  <a:ext cx="132111" cy="134302"/>
                </a:xfrm>
                <a:custGeom>
                  <a:avLst/>
                  <a:gdLst>
                    <a:gd name="connsiteX0" fmla="*/ 118205 w 132111"/>
                    <a:gd name="connsiteY0" fmla="*/ 15145 h 134302"/>
                    <a:gd name="connsiteX1" fmla="*/ 132112 w 132111"/>
                    <a:gd name="connsiteY1" fmla="*/ 56674 h 134302"/>
                    <a:gd name="connsiteX2" fmla="*/ 132112 w 132111"/>
                    <a:gd name="connsiteY2" fmla="*/ 134303 h 134302"/>
                    <a:gd name="connsiteX3" fmla="*/ 91630 w 132111"/>
                    <a:gd name="connsiteY3" fmla="*/ 134303 h 134302"/>
                    <a:gd name="connsiteX4" fmla="*/ 91630 w 132111"/>
                    <a:gd name="connsiteY4" fmla="*/ 62103 h 134302"/>
                    <a:gd name="connsiteX5" fmla="*/ 84772 w 132111"/>
                    <a:gd name="connsiteY5" fmla="*/ 41434 h 134302"/>
                    <a:gd name="connsiteX6" fmla="*/ 66199 w 132111"/>
                    <a:gd name="connsiteY6" fmla="*/ 34100 h 134302"/>
                    <a:gd name="connsiteX7" fmla="*/ 47625 w 132111"/>
                    <a:gd name="connsiteY7" fmla="*/ 41434 h 134302"/>
                    <a:gd name="connsiteX8" fmla="*/ 40767 w 132111"/>
                    <a:gd name="connsiteY8" fmla="*/ 62103 h 134302"/>
                    <a:gd name="connsiteX9" fmla="*/ 40767 w 132111"/>
                    <a:gd name="connsiteY9" fmla="*/ 134303 h 134302"/>
                    <a:gd name="connsiteX10" fmla="*/ 0 w 132111"/>
                    <a:gd name="connsiteY10" fmla="*/ 134303 h 134302"/>
                    <a:gd name="connsiteX11" fmla="*/ 0 w 132111"/>
                    <a:gd name="connsiteY11" fmla="*/ 1429 h 134302"/>
                    <a:gd name="connsiteX12" fmla="*/ 40767 w 132111"/>
                    <a:gd name="connsiteY12" fmla="*/ 1429 h 134302"/>
                    <a:gd name="connsiteX13" fmla="*/ 40767 w 132111"/>
                    <a:gd name="connsiteY13" fmla="*/ 19050 h 134302"/>
                    <a:gd name="connsiteX14" fmla="*/ 57436 w 132111"/>
                    <a:gd name="connsiteY14" fmla="*/ 5143 h 134302"/>
                    <a:gd name="connsiteX15" fmla="*/ 80963 w 132111"/>
                    <a:gd name="connsiteY15" fmla="*/ 0 h 134302"/>
                    <a:gd name="connsiteX16" fmla="*/ 118205 w 132111"/>
                    <a:gd name="connsiteY16" fmla="*/ 15145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34302">
                      <a:moveTo>
                        <a:pt x="118205" y="15145"/>
                      </a:moveTo>
                      <a:cubicBezTo>
                        <a:pt x="127540" y="25241"/>
                        <a:pt x="132112" y="39053"/>
                        <a:pt x="132112" y="56674"/>
                      </a:cubicBezTo>
                      <a:lnTo>
                        <a:pt x="132112" y="134303"/>
                      </a:lnTo>
                      <a:lnTo>
                        <a:pt x="91630" y="134303"/>
                      </a:lnTo>
                      <a:lnTo>
                        <a:pt x="91630" y="62103"/>
                      </a:lnTo>
                      <a:cubicBezTo>
                        <a:pt x="91630" y="53245"/>
                        <a:pt x="89344" y="46291"/>
                        <a:pt x="84772" y="41434"/>
                      </a:cubicBezTo>
                      <a:cubicBezTo>
                        <a:pt x="80200" y="36481"/>
                        <a:pt x="74009" y="34100"/>
                        <a:pt x="66199" y="34100"/>
                      </a:cubicBezTo>
                      <a:cubicBezTo>
                        <a:pt x="58388" y="34100"/>
                        <a:pt x="52197" y="36576"/>
                        <a:pt x="47625" y="41434"/>
                      </a:cubicBezTo>
                      <a:cubicBezTo>
                        <a:pt x="43053" y="46291"/>
                        <a:pt x="40767" y="53245"/>
                        <a:pt x="40767" y="62103"/>
                      </a:cubicBezTo>
                      <a:lnTo>
                        <a:pt x="40767" y="134303"/>
                      </a:lnTo>
                      <a:lnTo>
                        <a:pt x="0" y="134303"/>
                      </a:lnTo>
                      <a:lnTo>
                        <a:pt x="0" y="1429"/>
                      </a:lnTo>
                      <a:lnTo>
                        <a:pt x="40767" y="1429"/>
                      </a:lnTo>
                      <a:lnTo>
                        <a:pt x="40767" y="19050"/>
                      </a:lnTo>
                      <a:cubicBezTo>
                        <a:pt x="44863" y="13145"/>
                        <a:pt x="50482" y="8572"/>
                        <a:pt x="57436" y="5143"/>
                      </a:cubicBezTo>
                      <a:cubicBezTo>
                        <a:pt x="64389" y="1714"/>
                        <a:pt x="72295" y="0"/>
                        <a:pt x="80963" y="0"/>
                      </a:cubicBezTo>
                      <a:cubicBezTo>
                        <a:pt x="96488" y="0"/>
                        <a:pt x="108966" y="5048"/>
                        <a:pt x="118205" y="15145"/>
                      </a:cubicBezTo>
                      <a:close/>
                    </a:path>
                  </a:pathLst>
                </a:custGeom>
                <a:solidFill>
                  <a:schemeClr val="accent5"/>
                </a:solidFill>
                <a:ln w="9525" cap="flat">
                  <a:noFill/>
                  <a:prstDash val="solid"/>
                  <a:miter/>
                </a:ln>
              </p:spPr>
              <p:txBody>
                <a:bodyPr rtlCol="0" anchor="ctr"/>
                <a:lstStyle/>
                <a:p>
                  <a:endParaRPr lang="fi-FI" sz="3200"/>
                </a:p>
              </p:txBody>
            </p:sp>
            <p:sp>
              <p:nvSpPr>
                <p:cNvPr id="606" name="Vapaamuotoinen: Muoto 605">
                  <a:extLst>
                    <a:ext uri="{FF2B5EF4-FFF2-40B4-BE49-F238E27FC236}">
                      <a16:creationId xmlns:a16="http://schemas.microsoft.com/office/drawing/2014/main" id="{D593F7B1-75DA-69F1-EAE1-79DA16AFA413}"/>
                    </a:ext>
                  </a:extLst>
                </p:cNvPr>
                <p:cNvSpPr/>
                <p:nvPr/>
              </p:nvSpPr>
              <p:spPr>
                <a:xfrm>
                  <a:off x="4614576" y="2314194"/>
                  <a:ext cx="83819" cy="165258"/>
                </a:xfrm>
                <a:custGeom>
                  <a:avLst/>
                  <a:gdLst>
                    <a:gd name="connsiteX0" fmla="*/ 83820 w 83819"/>
                    <a:gd name="connsiteY0" fmla="*/ 130778 h 165258"/>
                    <a:gd name="connsiteX1" fmla="*/ 83820 w 83819"/>
                    <a:gd name="connsiteY1" fmla="*/ 165259 h 165258"/>
                    <a:gd name="connsiteX2" fmla="*/ 63055 w 83819"/>
                    <a:gd name="connsiteY2" fmla="*/ 165259 h 165258"/>
                    <a:gd name="connsiteX3" fmla="*/ 28575 w 83819"/>
                    <a:gd name="connsiteY3" fmla="*/ 154400 h 165258"/>
                    <a:gd name="connsiteX4" fmla="*/ 16192 w 83819"/>
                    <a:gd name="connsiteY4" fmla="*/ 119062 h 165258"/>
                    <a:gd name="connsiteX5" fmla="*/ 16192 w 83819"/>
                    <a:gd name="connsiteY5" fmla="*/ 66199 h 165258"/>
                    <a:gd name="connsiteX6" fmla="*/ 0 w 83819"/>
                    <a:gd name="connsiteY6" fmla="*/ 66199 h 165258"/>
                    <a:gd name="connsiteX7" fmla="*/ 0 w 83819"/>
                    <a:gd name="connsiteY7" fmla="*/ 32385 h 165258"/>
                    <a:gd name="connsiteX8" fmla="*/ 16192 w 83819"/>
                    <a:gd name="connsiteY8" fmla="*/ 32385 h 165258"/>
                    <a:gd name="connsiteX9" fmla="*/ 16192 w 83819"/>
                    <a:gd name="connsiteY9" fmla="*/ 0 h 165258"/>
                    <a:gd name="connsiteX10" fmla="*/ 56864 w 83819"/>
                    <a:gd name="connsiteY10" fmla="*/ 0 h 165258"/>
                    <a:gd name="connsiteX11" fmla="*/ 56864 w 83819"/>
                    <a:gd name="connsiteY11" fmla="*/ 32385 h 165258"/>
                    <a:gd name="connsiteX12" fmla="*/ 83534 w 83819"/>
                    <a:gd name="connsiteY12" fmla="*/ 32385 h 165258"/>
                    <a:gd name="connsiteX13" fmla="*/ 83534 w 83819"/>
                    <a:gd name="connsiteY13" fmla="*/ 66199 h 165258"/>
                    <a:gd name="connsiteX14" fmla="*/ 56864 w 83819"/>
                    <a:gd name="connsiteY14" fmla="*/ 66199 h 165258"/>
                    <a:gd name="connsiteX15" fmla="*/ 56864 w 83819"/>
                    <a:gd name="connsiteY15" fmla="*/ 119539 h 165258"/>
                    <a:gd name="connsiteX16" fmla="*/ 59722 w 83819"/>
                    <a:gd name="connsiteY16" fmla="*/ 128111 h 165258"/>
                    <a:gd name="connsiteX17" fmla="*/ 69247 w 83819"/>
                    <a:gd name="connsiteY17" fmla="*/ 130683 h 165258"/>
                    <a:gd name="connsiteX18" fmla="*/ 83820 w 83819"/>
                    <a:gd name="connsiteY18" fmla="*/ 130683 h 16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3819" h="165258">
                      <a:moveTo>
                        <a:pt x="83820" y="130778"/>
                      </a:moveTo>
                      <a:lnTo>
                        <a:pt x="83820" y="165259"/>
                      </a:lnTo>
                      <a:lnTo>
                        <a:pt x="63055" y="165259"/>
                      </a:lnTo>
                      <a:cubicBezTo>
                        <a:pt x="48292" y="165259"/>
                        <a:pt x="36767" y="161639"/>
                        <a:pt x="28575" y="154400"/>
                      </a:cubicBezTo>
                      <a:cubicBezTo>
                        <a:pt x="20288" y="147161"/>
                        <a:pt x="16192" y="135350"/>
                        <a:pt x="16192" y="119062"/>
                      </a:cubicBezTo>
                      <a:lnTo>
                        <a:pt x="16192" y="66199"/>
                      </a:lnTo>
                      <a:lnTo>
                        <a:pt x="0" y="66199"/>
                      </a:lnTo>
                      <a:lnTo>
                        <a:pt x="0" y="32385"/>
                      </a:lnTo>
                      <a:lnTo>
                        <a:pt x="16192" y="32385"/>
                      </a:lnTo>
                      <a:lnTo>
                        <a:pt x="16192" y="0"/>
                      </a:lnTo>
                      <a:lnTo>
                        <a:pt x="56864" y="0"/>
                      </a:lnTo>
                      <a:lnTo>
                        <a:pt x="56864" y="32385"/>
                      </a:lnTo>
                      <a:lnTo>
                        <a:pt x="83534" y="32385"/>
                      </a:lnTo>
                      <a:lnTo>
                        <a:pt x="83534" y="66199"/>
                      </a:lnTo>
                      <a:lnTo>
                        <a:pt x="56864" y="66199"/>
                      </a:lnTo>
                      <a:lnTo>
                        <a:pt x="56864" y="119539"/>
                      </a:lnTo>
                      <a:cubicBezTo>
                        <a:pt x="56864" y="123539"/>
                        <a:pt x="57817" y="126397"/>
                        <a:pt x="59722" y="128111"/>
                      </a:cubicBezTo>
                      <a:cubicBezTo>
                        <a:pt x="61627" y="129826"/>
                        <a:pt x="64770" y="130683"/>
                        <a:pt x="69247" y="130683"/>
                      </a:cubicBezTo>
                      <a:lnTo>
                        <a:pt x="83820" y="130683"/>
                      </a:lnTo>
                      <a:close/>
                    </a:path>
                  </a:pathLst>
                </a:custGeom>
                <a:solidFill>
                  <a:schemeClr val="accent5"/>
                </a:solidFill>
                <a:ln w="9525" cap="flat">
                  <a:noFill/>
                  <a:prstDash val="solid"/>
                  <a:miter/>
                </a:ln>
              </p:spPr>
              <p:txBody>
                <a:bodyPr rtlCol="0" anchor="ctr"/>
                <a:lstStyle/>
                <a:p>
                  <a:endParaRPr lang="fi-FI" sz="3200"/>
                </a:p>
              </p:txBody>
            </p:sp>
            <p:sp>
              <p:nvSpPr>
                <p:cNvPr id="607" name="Vapaamuotoinen: Muoto 606">
                  <a:extLst>
                    <a:ext uri="{FF2B5EF4-FFF2-40B4-BE49-F238E27FC236}">
                      <a16:creationId xmlns:a16="http://schemas.microsoft.com/office/drawing/2014/main" id="{6DEF0427-DA91-680C-DAB7-46901C140818}"/>
                    </a:ext>
                  </a:extLst>
                </p:cNvPr>
                <p:cNvSpPr/>
                <p:nvPr/>
              </p:nvSpPr>
              <p:spPr>
                <a:xfrm>
                  <a:off x="4717255" y="2288762"/>
                  <a:ext cx="48291"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335" y="2096"/>
                        <a:pt x="17145" y="0"/>
                        <a:pt x="24289" y="0"/>
                      </a:cubicBezTo>
                      <a:cubicBezTo>
                        <a:pt x="31433" y="0"/>
                        <a:pt x="37052" y="2096"/>
                        <a:pt x="41529" y="6287"/>
                      </a:cubicBezTo>
                      <a:cubicBezTo>
                        <a:pt x="46006" y="10478"/>
                        <a:pt x="48292" y="15812"/>
                        <a:pt x="48292" y="22098"/>
                      </a:cubicBezTo>
                      <a:cubicBezTo>
                        <a:pt x="48292" y="28385"/>
                        <a:pt x="46006" y="33528"/>
                        <a:pt x="41529" y="37719"/>
                      </a:cubicBezTo>
                      <a:cubicBezTo>
                        <a:pt x="36957"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solidFill>
                  <a:schemeClr val="accent5"/>
                </a:solidFill>
                <a:ln w="9525" cap="flat">
                  <a:noFill/>
                  <a:prstDash val="solid"/>
                  <a:miter/>
                </a:ln>
              </p:spPr>
              <p:txBody>
                <a:bodyPr rtlCol="0" anchor="ctr"/>
                <a:lstStyle/>
                <a:p>
                  <a:endParaRPr lang="fi-FI" sz="3200"/>
                </a:p>
              </p:txBody>
            </p:sp>
            <p:sp>
              <p:nvSpPr>
                <p:cNvPr id="608" name="Vapaamuotoinen: Muoto 607">
                  <a:extLst>
                    <a:ext uri="{FF2B5EF4-FFF2-40B4-BE49-F238E27FC236}">
                      <a16:creationId xmlns:a16="http://schemas.microsoft.com/office/drawing/2014/main" id="{138E4C1A-9BAA-4246-D5DE-3953198A137C}"/>
                    </a:ext>
                  </a:extLst>
                </p:cNvPr>
                <p:cNvSpPr/>
                <p:nvPr/>
              </p:nvSpPr>
              <p:spPr>
                <a:xfrm>
                  <a:off x="4783264" y="2344673"/>
                  <a:ext cx="138112" cy="136779"/>
                </a:xfrm>
                <a:custGeom>
                  <a:avLst/>
                  <a:gdLst>
                    <a:gd name="connsiteX0" fmla="*/ 33433 w 138112"/>
                    <a:gd name="connsiteY0" fmla="*/ 128397 h 136779"/>
                    <a:gd name="connsiteX1" fmla="*/ 8954 w 138112"/>
                    <a:gd name="connsiteY1" fmla="*/ 104584 h 136779"/>
                    <a:gd name="connsiteX2" fmla="*/ 0 w 138112"/>
                    <a:gd name="connsiteY2" fmla="*/ 68390 h 136779"/>
                    <a:gd name="connsiteX3" fmla="*/ 9049 w 138112"/>
                    <a:gd name="connsiteY3" fmla="*/ 32290 h 136779"/>
                    <a:gd name="connsiteX4" fmla="*/ 33814 w 138112"/>
                    <a:gd name="connsiteY4" fmla="*/ 8382 h 136779"/>
                    <a:gd name="connsiteX5" fmla="*/ 69056 w 138112"/>
                    <a:gd name="connsiteY5" fmla="*/ 0 h 136779"/>
                    <a:gd name="connsiteX6" fmla="*/ 104299 w 138112"/>
                    <a:gd name="connsiteY6" fmla="*/ 8382 h 136779"/>
                    <a:gd name="connsiteX7" fmla="*/ 129064 w 138112"/>
                    <a:gd name="connsiteY7" fmla="*/ 32290 h 136779"/>
                    <a:gd name="connsiteX8" fmla="*/ 138113 w 138112"/>
                    <a:gd name="connsiteY8" fmla="*/ 68390 h 136779"/>
                    <a:gd name="connsiteX9" fmla="*/ 128969 w 138112"/>
                    <a:gd name="connsiteY9" fmla="*/ 104489 h 136779"/>
                    <a:gd name="connsiteX10" fmla="*/ 104013 w 138112"/>
                    <a:gd name="connsiteY10" fmla="*/ 128397 h 136779"/>
                    <a:gd name="connsiteX11" fmla="*/ 68675 w 138112"/>
                    <a:gd name="connsiteY11" fmla="*/ 136779 h 136779"/>
                    <a:gd name="connsiteX12" fmla="*/ 33528 w 138112"/>
                    <a:gd name="connsiteY12" fmla="*/ 128397 h 136779"/>
                    <a:gd name="connsiteX13" fmla="*/ 88392 w 138112"/>
                    <a:gd name="connsiteY13" fmla="*/ 92964 h 136779"/>
                    <a:gd name="connsiteX14" fmla="*/ 96583 w 138112"/>
                    <a:gd name="connsiteY14" fmla="*/ 68390 h 136779"/>
                    <a:gd name="connsiteX15" fmla="*/ 88583 w 138112"/>
                    <a:gd name="connsiteY15" fmla="*/ 43910 h 136779"/>
                    <a:gd name="connsiteX16" fmla="*/ 68961 w 138112"/>
                    <a:gd name="connsiteY16" fmla="*/ 35338 h 136779"/>
                    <a:gd name="connsiteX17" fmla="*/ 49149 w 138112"/>
                    <a:gd name="connsiteY17" fmla="*/ 43815 h 136779"/>
                    <a:gd name="connsiteX18" fmla="*/ 41243 w 138112"/>
                    <a:gd name="connsiteY18" fmla="*/ 68485 h 136779"/>
                    <a:gd name="connsiteX19" fmla="*/ 48958 w 138112"/>
                    <a:gd name="connsiteY19" fmla="*/ 93059 h 136779"/>
                    <a:gd name="connsiteX20" fmla="*/ 68390 w 138112"/>
                    <a:gd name="connsiteY20" fmla="*/ 101632 h 136779"/>
                    <a:gd name="connsiteX21" fmla="*/ 88297 w 138112"/>
                    <a:gd name="connsiteY21" fmla="*/ 93059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8112" h="136779">
                      <a:moveTo>
                        <a:pt x="33433" y="128397"/>
                      </a:moveTo>
                      <a:cubicBezTo>
                        <a:pt x="23050" y="122873"/>
                        <a:pt x="14859" y="114871"/>
                        <a:pt x="8954" y="104584"/>
                      </a:cubicBezTo>
                      <a:cubicBezTo>
                        <a:pt x="3048" y="94298"/>
                        <a:pt x="0" y="82201"/>
                        <a:pt x="0" y="68390"/>
                      </a:cubicBezTo>
                      <a:cubicBezTo>
                        <a:pt x="0" y="54578"/>
                        <a:pt x="3048" y="42672"/>
                        <a:pt x="9049" y="32290"/>
                      </a:cubicBezTo>
                      <a:cubicBezTo>
                        <a:pt x="15050" y="21908"/>
                        <a:pt x="23336" y="13907"/>
                        <a:pt x="33814" y="8382"/>
                      </a:cubicBezTo>
                      <a:cubicBezTo>
                        <a:pt x="44291" y="2858"/>
                        <a:pt x="56007" y="0"/>
                        <a:pt x="69056" y="0"/>
                      </a:cubicBezTo>
                      <a:cubicBezTo>
                        <a:pt x="82106" y="0"/>
                        <a:pt x="93821" y="2762"/>
                        <a:pt x="104299" y="8382"/>
                      </a:cubicBezTo>
                      <a:cubicBezTo>
                        <a:pt x="114776" y="13907"/>
                        <a:pt x="123063" y="21908"/>
                        <a:pt x="129064" y="32290"/>
                      </a:cubicBezTo>
                      <a:cubicBezTo>
                        <a:pt x="135065" y="42672"/>
                        <a:pt x="138113" y="54673"/>
                        <a:pt x="138113" y="68390"/>
                      </a:cubicBezTo>
                      <a:cubicBezTo>
                        <a:pt x="138113" y="82106"/>
                        <a:pt x="135065" y="94107"/>
                        <a:pt x="128969" y="104489"/>
                      </a:cubicBezTo>
                      <a:cubicBezTo>
                        <a:pt x="122873" y="114871"/>
                        <a:pt x="114490" y="122873"/>
                        <a:pt x="104013" y="128397"/>
                      </a:cubicBezTo>
                      <a:cubicBezTo>
                        <a:pt x="93536" y="133922"/>
                        <a:pt x="81629" y="136779"/>
                        <a:pt x="68675" y="136779"/>
                      </a:cubicBezTo>
                      <a:cubicBezTo>
                        <a:pt x="55721" y="136779"/>
                        <a:pt x="43910" y="134017"/>
                        <a:pt x="33528" y="128397"/>
                      </a:cubicBezTo>
                      <a:close/>
                      <a:moveTo>
                        <a:pt x="88392" y="92964"/>
                      </a:moveTo>
                      <a:cubicBezTo>
                        <a:pt x="93917" y="87249"/>
                        <a:pt x="96583" y="79058"/>
                        <a:pt x="96583" y="68390"/>
                      </a:cubicBezTo>
                      <a:cubicBezTo>
                        <a:pt x="96583" y="57722"/>
                        <a:pt x="93917" y="49625"/>
                        <a:pt x="88583" y="43910"/>
                      </a:cubicBezTo>
                      <a:cubicBezTo>
                        <a:pt x="83248" y="38195"/>
                        <a:pt x="76676" y="35338"/>
                        <a:pt x="68961" y="35338"/>
                      </a:cubicBezTo>
                      <a:cubicBezTo>
                        <a:pt x="61246" y="35338"/>
                        <a:pt x="54388" y="38195"/>
                        <a:pt x="49149" y="43815"/>
                      </a:cubicBezTo>
                      <a:cubicBezTo>
                        <a:pt x="43910" y="49435"/>
                        <a:pt x="41243" y="57626"/>
                        <a:pt x="41243" y="68485"/>
                      </a:cubicBezTo>
                      <a:cubicBezTo>
                        <a:pt x="41243" y="79343"/>
                        <a:pt x="43815" y="87344"/>
                        <a:pt x="48958" y="93059"/>
                      </a:cubicBezTo>
                      <a:cubicBezTo>
                        <a:pt x="54102" y="98774"/>
                        <a:pt x="60579" y="101632"/>
                        <a:pt x="68390" y="101632"/>
                      </a:cubicBezTo>
                      <a:cubicBezTo>
                        <a:pt x="76200" y="101632"/>
                        <a:pt x="82772" y="98774"/>
                        <a:pt x="88297" y="93059"/>
                      </a:cubicBezTo>
                      <a:close/>
                    </a:path>
                  </a:pathLst>
                </a:custGeom>
                <a:solidFill>
                  <a:schemeClr val="accent5"/>
                </a:solidFill>
                <a:ln w="9525" cap="flat">
                  <a:noFill/>
                  <a:prstDash val="solid"/>
                  <a:miter/>
                </a:ln>
              </p:spPr>
              <p:txBody>
                <a:bodyPr rtlCol="0" anchor="ctr"/>
                <a:lstStyle/>
                <a:p>
                  <a:endParaRPr lang="fi-FI" sz="3200"/>
                </a:p>
              </p:txBody>
            </p:sp>
            <p:sp>
              <p:nvSpPr>
                <p:cNvPr id="609" name="Vapaamuotoinen: Muoto 608">
                  <a:extLst>
                    <a:ext uri="{FF2B5EF4-FFF2-40B4-BE49-F238E27FC236}">
                      <a16:creationId xmlns:a16="http://schemas.microsoft.com/office/drawing/2014/main" id="{82B9DF45-2801-684D-D135-CDB6599596DA}"/>
                    </a:ext>
                  </a:extLst>
                </p:cNvPr>
                <p:cNvSpPr/>
                <p:nvPr/>
              </p:nvSpPr>
              <p:spPr>
                <a:xfrm>
                  <a:off x="4084033" y="2558415"/>
                  <a:ext cx="120395" cy="170021"/>
                </a:xfrm>
                <a:custGeom>
                  <a:avLst/>
                  <a:gdLst>
                    <a:gd name="connsiteX0" fmla="*/ 30385 w 120395"/>
                    <a:gd name="connsiteY0" fmla="*/ 164402 h 170021"/>
                    <a:gd name="connsiteX1" fmla="*/ 8382 w 120395"/>
                    <a:gd name="connsiteY1" fmla="*/ 147257 h 170021"/>
                    <a:gd name="connsiteX2" fmla="*/ 0 w 120395"/>
                    <a:gd name="connsiteY2" fmla="*/ 120872 h 170021"/>
                    <a:gd name="connsiteX3" fmla="*/ 35719 w 120395"/>
                    <a:gd name="connsiteY3" fmla="*/ 120872 h 170021"/>
                    <a:gd name="connsiteX4" fmla="*/ 42958 w 120395"/>
                    <a:gd name="connsiteY4" fmla="*/ 137065 h 170021"/>
                    <a:gd name="connsiteX5" fmla="*/ 60960 w 120395"/>
                    <a:gd name="connsiteY5" fmla="*/ 142970 h 170021"/>
                    <a:gd name="connsiteX6" fmla="*/ 79343 w 120395"/>
                    <a:gd name="connsiteY6" fmla="*/ 137351 h 170021"/>
                    <a:gd name="connsiteX7" fmla="*/ 86011 w 120395"/>
                    <a:gd name="connsiteY7" fmla="*/ 122682 h 170021"/>
                    <a:gd name="connsiteX8" fmla="*/ 81534 w 120395"/>
                    <a:gd name="connsiteY8" fmla="*/ 110490 h 170021"/>
                    <a:gd name="connsiteX9" fmla="*/ 70199 w 120395"/>
                    <a:gd name="connsiteY9" fmla="*/ 102965 h 170021"/>
                    <a:gd name="connsiteX10" fmla="*/ 51530 w 120395"/>
                    <a:gd name="connsiteY10" fmla="*/ 96869 h 170021"/>
                    <a:gd name="connsiteX11" fmla="*/ 25241 w 120395"/>
                    <a:gd name="connsiteY11" fmla="*/ 87439 h 170021"/>
                    <a:gd name="connsiteX12" fmla="*/ 7810 w 120395"/>
                    <a:gd name="connsiteY12" fmla="*/ 73438 h 170021"/>
                    <a:gd name="connsiteX13" fmla="*/ 572 w 120395"/>
                    <a:gd name="connsiteY13" fmla="*/ 48292 h 170021"/>
                    <a:gd name="connsiteX14" fmla="*/ 7906 w 120395"/>
                    <a:gd name="connsiteY14" fmla="*/ 22574 h 170021"/>
                    <a:gd name="connsiteX15" fmla="*/ 28575 w 120395"/>
                    <a:gd name="connsiteY15" fmla="*/ 5810 h 170021"/>
                    <a:gd name="connsiteX16" fmla="*/ 59055 w 120395"/>
                    <a:gd name="connsiteY16" fmla="*/ 0 h 170021"/>
                    <a:gd name="connsiteX17" fmla="*/ 100870 w 120395"/>
                    <a:gd name="connsiteY17" fmla="*/ 12478 h 170021"/>
                    <a:gd name="connsiteX18" fmla="*/ 118586 w 120395"/>
                    <a:gd name="connsiteY18" fmla="*/ 47339 h 170021"/>
                    <a:gd name="connsiteX19" fmla="*/ 81915 w 120395"/>
                    <a:gd name="connsiteY19" fmla="*/ 47339 h 170021"/>
                    <a:gd name="connsiteX20" fmla="*/ 74676 w 120395"/>
                    <a:gd name="connsiteY20" fmla="*/ 33147 h 170021"/>
                    <a:gd name="connsiteX21" fmla="*/ 56674 w 120395"/>
                    <a:gd name="connsiteY21" fmla="*/ 27527 h 170021"/>
                    <a:gd name="connsiteX22" fmla="*/ 41053 w 120395"/>
                    <a:gd name="connsiteY22" fmla="*/ 32576 h 170021"/>
                    <a:gd name="connsiteX23" fmla="*/ 35243 w 120395"/>
                    <a:gd name="connsiteY23" fmla="*/ 47054 h 170021"/>
                    <a:gd name="connsiteX24" fmla="*/ 39624 w 120395"/>
                    <a:gd name="connsiteY24" fmla="*/ 58103 h 170021"/>
                    <a:gd name="connsiteX25" fmla="*/ 50578 w 120395"/>
                    <a:gd name="connsiteY25" fmla="*/ 65246 h 170021"/>
                    <a:gd name="connsiteX26" fmla="*/ 69056 w 120395"/>
                    <a:gd name="connsiteY26" fmla="*/ 71533 h 170021"/>
                    <a:gd name="connsiteX27" fmla="*/ 95441 w 120395"/>
                    <a:gd name="connsiteY27" fmla="*/ 81058 h 170021"/>
                    <a:gd name="connsiteX28" fmla="*/ 113062 w 120395"/>
                    <a:gd name="connsiteY28" fmla="*/ 95345 h 170021"/>
                    <a:gd name="connsiteX29" fmla="*/ 120396 w 120395"/>
                    <a:gd name="connsiteY29" fmla="*/ 120301 h 170021"/>
                    <a:gd name="connsiteX30" fmla="*/ 113538 w 120395"/>
                    <a:gd name="connsiteY30" fmla="*/ 145066 h 170021"/>
                    <a:gd name="connsiteX31" fmla="*/ 93345 w 120395"/>
                    <a:gd name="connsiteY31" fmla="*/ 163259 h 170021"/>
                    <a:gd name="connsiteX32" fmla="*/ 61627 w 120395"/>
                    <a:gd name="connsiteY32" fmla="*/ 170021 h 170021"/>
                    <a:gd name="connsiteX33" fmla="*/ 30289 w 120395"/>
                    <a:gd name="connsiteY33" fmla="*/ 164116 h 170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20395" h="170021">
                      <a:moveTo>
                        <a:pt x="30385" y="164402"/>
                      </a:moveTo>
                      <a:cubicBezTo>
                        <a:pt x="21050" y="160401"/>
                        <a:pt x="13716" y="154686"/>
                        <a:pt x="8382" y="147257"/>
                      </a:cubicBezTo>
                      <a:cubicBezTo>
                        <a:pt x="2953" y="139827"/>
                        <a:pt x="190" y="130969"/>
                        <a:pt x="0" y="120872"/>
                      </a:cubicBezTo>
                      <a:lnTo>
                        <a:pt x="35719" y="120872"/>
                      </a:lnTo>
                      <a:cubicBezTo>
                        <a:pt x="36195" y="127730"/>
                        <a:pt x="38576" y="133064"/>
                        <a:pt x="42958" y="137065"/>
                      </a:cubicBezTo>
                      <a:cubicBezTo>
                        <a:pt x="47339" y="141065"/>
                        <a:pt x="53340" y="142970"/>
                        <a:pt x="60960" y="142970"/>
                      </a:cubicBezTo>
                      <a:cubicBezTo>
                        <a:pt x="68580" y="142970"/>
                        <a:pt x="74867" y="141065"/>
                        <a:pt x="79343" y="137351"/>
                      </a:cubicBezTo>
                      <a:cubicBezTo>
                        <a:pt x="83820" y="133636"/>
                        <a:pt x="86011" y="128778"/>
                        <a:pt x="86011" y="122682"/>
                      </a:cubicBezTo>
                      <a:cubicBezTo>
                        <a:pt x="86011" y="117729"/>
                        <a:pt x="84487" y="113729"/>
                        <a:pt x="81534" y="110490"/>
                      </a:cubicBezTo>
                      <a:cubicBezTo>
                        <a:pt x="78486" y="107347"/>
                        <a:pt x="74771" y="104775"/>
                        <a:pt x="70199" y="102965"/>
                      </a:cubicBezTo>
                      <a:cubicBezTo>
                        <a:pt x="65627" y="101156"/>
                        <a:pt x="59436" y="99155"/>
                        <a:pt x="51530" y="96869"/>
                      </a:cubicBezTo>
                      <a:cubicBezTo>
                        <a:pt x="40767" y="93726"/>
                        <a:pt x="32004" y="90583"/>
                        <a:pt x="25241" y="87439"/>
                      </a:cubicBezTo>
                      <a:cubicBezTo>
                        <a:pt x="18479" y="84391"/>
                        <a:pt x="12668" y="79629"/>
                        <a:pt x="7810" y="73438"/>
                      </a:cubicBezTo>
                      <a:cubicBezTo>
                        <a:pt x="2953" y="67246"/>
                        <a:pt x="572" y="58769"/>
                        <a:pt x="572" y="48292"/>
                      </a:cubicBezTo>
                      <a:cubicBezTo>
                        <a:pt x="572" y="38481"/>
                        <a:pt x="3048" y="29909"/>
                        <a:pt x="7906" y="22574"/>
                      </a:cubicBezTo>
                      <a:cubicBezTo>
                        <a:pt x="12859" y="15240"/>
                        <a:pt x="19717" y="9716"/>
                        <a:pt x="28575" y="5810"/>
                      </a:cubicBezTo>
                      <a:cubicBezTo>
                        <a:pt x="37433" y="1905"/>
                        <a:pt x="47625" y="0"/>
                        <a:pt x="59055" y="0"/>
                      </a:cubicBezTo>
                      <a:cubicBezTo>
                        <a:pt x="76200" y="0"/>
                        <a:pt x="90106" y="4191"/>
                        <a:pt x="100870" y="12478"/>
                      </a:cubicBezTo>
                      <a:cubicBezTo>
                        <a:pt x="111633" y="20765"/>
                        <a:pt x="117539" y="32480"/>
                        <a:pt x="118586" y="47339"/>
                      </a:cubicBezTo>
                      <a:lnTo>
                        <a:pt x="81915" y="47339"/>
                      </a:lnTo>
                      <a:cubicBezTo>
                        <a:pt x="81629" y="41624"/>
                        <a:pt x="79153" y="36862"/>
                        <a:pt x="74676" y="33147"/>
                      </a:cubicBezTo>
                      <a:cubicBezTo>
                        <a:pt x="70199" y="29432"/>
                        <a:pt x="64199" y="27527"/>
                        <a:pt x="56674" y="27527"/>
                      </a:cubicBezTo>
                      <a:cubicBezTo>
                        <a:pt x="50197" y="27527"/>
                        <a:pt x="44958" y="29146"/>
                        <a:pt x="41053" y="32576"/>
                      </a:cubicBezTo>
                      <a:cubicBezTo>
                        <a:pt x="37148" y="35909"/>
                        <a:pt x="35243" y="40767"/>
                        <a:pt x="35243" y="47054"/>
                      </a:cubicBezTo>
                      <a:cubicBezTo>
                        <a:pt x="35243" y="51530"/>
                        <a:pt x="36671" y="55150"/>
                        <a:pt x="39624" y="58103"/>
                      </a:cubicBezTo>
                      <a:cubicBezTo>
                        <a:pt x="42577" y="61055"/>
                        <a:pt x="46196" y="63436"/>
                        <a:pt x="50578" y="65246"/>
                      </a:cubicBezTo>
                      <a:cubicBezTo>
                        <a:pt x="54959" y="67056"/>
                        <a:pt x="61055" y="69152"/>
                        <a:pt x="69056" y="71533"/>
                      </a:cubicBezTo>
                      <a:cubicBezTo>
                        <a:pt x="79820" y="74676"/>
                        <a:pt x="88678" y="77914"/>
                        <a:pt x="95441" y="81058"/>
                      </a:cubicBezTo>
                      <a:cubicBezTo>
                        <a:pt x="102203" y="84201"/>
                        <a:pt x="108109" y="88963"/>
                        <a:pt x="113062" y="95345"/>
                      </a:cubicBezTo>
                      <a:cubicBezTo>
                        <a:pt x="118015" y="101727"/>
                        <a:pt x="120396" y="110014"/>
                        <a:pt x="120396" y="120301"/>
                      </a:cubicBezTo>
                      <a:cubicBezTo>
                        <a:pt x="120396" y="129159"/>
                        <a:pt x="118110" y="137446"/>
                        <a:pt x="113538" y="145066"/>
                      </a:cubicBezTo>
                      <a:cubicBezTo>
                        <a:pt x="108966" y="152686"/>
                        <a:pt x="102203" y="158782"/>
                        <a:pt x="93345" y="163259"/>
                      </a:cubicBezTo>
                      <a:cubicBezTo>
                        <a:pt x="84487" y="167831"/>
                        <a:pt x="73914" y="170021"/>
                        <a:pt x="61627" y="170021"/>
                      </a:cubicBezTo>
                      <a:cubicBezTo>
                        <a:pt x="50006" y="170021"/>
                        <a:pt x="39624" y="168021"/>
                        <a:pt x="30289" y="164116"/>
                      </a:cubicBezTo>
                      <a:close/>
                    </a:path>
                  </a:pathLst>
                </a:custGeom>
                <a:solidFill>
                  <a:schemeClr val="accent5"/>
                </a:solidFill>
                <a:ln w="9525" cap="flat">
                  <a:noFill/>
                  <a:prstDash val="solid"/>
                  <a:miter/>
                </a:ln>
              </p:spPr>
              <p:txBody>
                <a:bodyPr rtlCol="0" anchor="ctr"/>
                <a:lstStyle/>
                <a:p>
                  <a:endParaRPr lang="fi-FI" sz="3200"/>
                </a:p>
              </p:txBody>
            </p:sp>
            <p:sp>
              <p:nvSpPr>
                <p:cNvPr id="610" name="Vapaamuotoinen: Muoto 609">
                  <a:extLst>
                    <a:ext uri="{FF2B5EF4-FFF2-40B4-BE49-F238E27FC236}">
                      <a16:creationId xmlns:a16="http://schemas.microsoft.com/office/drawing/2014/main" id="{7F13E29F-6BDA-FEFB-6E00-FDB93E772C1F}"/>
                    </a:ext>
                  </a:extLst>
                </p:cNvPr>
                <p:cNvSpPr/>
                <p:nvPr/>
              </p:nvSpPr>
              <p:spPr>
                <a:xfrm>
                  <a:off x="4210049" y="2540507"/>
                  <a:ext cx="60388" cy="249459"/>
                </a:xfrm>
                <a:custGeom>
                  <a:avLst/>
                  <a:gdLst>
                    <a:gd name="connsiteX0" fmla="*/ 56674 w 60388"/>
                    <a:gd name="connsiteY0" fmla="*/ 208312 h 249459"/>
                    <a:gd name="connsiteX1" fmla="*/ 45815 w 60388"/>
                    <a:gd name="connsiteY1" fmla="*/ 239840 h 249459"/>
                    <a:gd name="connsiteX2" fmla="*/ 14764 w 60388"/>
                    <a:gd name="connsiteY2" fmla="*/ 249460 h 249459"/>
                    <a:gd name="connsiteX3" fmla="*/ 0 w 60388"/>
                    <a:gd name="connsiteY3" fmla="*/ 249460 h 249459"/>
                    <a:gd name="connsiteX4" fmla="*/ 0 w 60388"/>
                    <a:gd name="connsiteY4" fmla="*/ 221075 h 249459"/>
                    <a:gd name="connsiteX5" fmla="*/ 9525 w 60388"/>
                    <a:gd name="connsiteY5" fmla="*/ 221075 h 249459"/>
                    <a:gd name="connsiteX6" fmla="*/ 20193 w 60388"/>
                    <a:gd name="connsiteY6" fmla="*/ 218123 h 249459"/>
                    <a:gd name="connsiteX7" fmla="*/ 23336 w 60388"/>
                    <a:gd name="connsiteY7" fmla="*/ 208502 h 249459"/>
                    <a:gd name="connsiteX8" fmla="*/ 23336 w 60388"/>
                    <a:gd name="connsiteY8" fmla="*/ 54673 h 249459"/>
                    <a:gd name="connsiteX9" fmla="*/ 56674 w 60388"/>
                    <a:gd name="connsiteY9" fmla="*/ 54673 h 249459"/>
                    <a:gd name="connsiteX10" fmla="*/ 56674 w 60388"/>
                    <a:gd name="connsiteY10" fmla="*/ 208217 h 249459"/>
                    <a:gd name="connsiteX11" fmla="*/ 25336 w 60388"/>
                    <a:gd name="connsiteY11" fmla="*/ 33433 h 249459"/>
                    <a:gd name="connsiteX12" fmla="*/ 19526 w 60388"/>
                    <a:gd name="connsiteY12" fmla="*/ 19526 h 249459"/>
                    <a:gd name="connsiteX13" fmla="*/ 25336 w 60388"/>
                    <a:gd name="connsiteY13" fmla="*/ 5620 h 249459"/>
                    <a:gd name="connsiteX14" fmla="*/ 40195 w 60388"/>
                    <a:gd name="connsiteY14" fmla="*/ 0 h 249459"/>
                    <a:gd name="connsiteX15" fmla="*/ 54673 w 60388"/>
                    <a:gd name="connsiteY15" fmla="*/ 5620 h 249459"/>
                    <a:gd name="connsiteX16" fmla="*/ 60389 w 60388"/>
                    <a:gd name="connsiteY16" fmla="*/ 19526 h 249459"/>
                    <a:gd name="connsiteX17" fmla="*/ 54673 w 60388"/>
                    <a:gd name="connsiteY17" fmla="*/ 33433 h 249459"/>
                    <a:gd name="connsiteX18" fmla="*/ 40195 w 60388"/>
                    <a:gd name="connsiteY18" fmla="*/ 39053 h 249459"/>
                    <a:gd name="connsiteX19" fmla="*/ 25336 w 60388"/>
                    <a:gd name="connsiteY19" fmla="*/ 33433 h 249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388" h="249459">
                      <a:moveTo>
                        <a:pt x="56674" y="208312"/>
                      </a:moveTo>
                      <a:cubicBezTo>
                        <a:pt x="56674" y="222885"/>
                        <a:pt x="53054" y="233458"/>
                        <a:pt x="45815" y="239840"/>
                      </a:cubicBezTo>
                      <a:cubicBezTo>
                        <a:pt x="38576" y="246317"/>
                        <a:pt x="28194" y="249460"/>
                        <a:pt x="14764" y="249460"/>
                      </a:cubicBezTo>
                      <a:lnTo>
                        <a:pt x="0" y="249460"/>
                      </a:lnTo>
                      <a:lnTo>
                        <a:pt x="0" y="221075"/>
                      </a:lnTo>
                      <a:lnTo>
                        <a:pt x="9525" y="221075"/>
                      </a:lnTo>
                      <a:cubicBezTo>
                        <a:pt x="14573" y="221075"/>
                        <a:pt x="18193" y="220123"/>
                        <a:pt x="20193" y="218123"/>
                      </a:cubicBezTo>
                      <a:cubicBezTo>
                        <a:pt x="22289" y="216122"/>
                        <a:pt x="23336" y="212884"/>
                        <a:pt x="23336" y="208502"/>
                      </a:cubicBezTo>
                      <a:lnTo>
                        <a:pt x="23336" y="54673"/>
                      </a:lnTo>
                      <a:lnTo>
                        <a:pt x="56674" y="54673"/>
                      </a:lnTo>
                      <a:lnTo>
                        <a:pt x="56674" y="208217"/>
                      </a:lnTo>
                      <a:close/>
                      <a:moveTo>
                        <a:pt x="25336" y="33433"/>
                      </a:moveTo>
                      <a:cubicBezTo>
                        <a:pt x="21431" y="29718"/>
                        <a:pt x="19526" y="25051"/>
                        <a:pt x="19526" y="19526"/>
                      </a:cubicBezTo>
                      <a:cubicBezTo>
                        <a:pt x="19526" y="14002"/>
                        <a:pt x="21431" y="9335"/>
                        <a:pt x="25336" y="5620"/>
                      </a:cubicBezTo>
                      <a:cubicBezTo>
                        <a:pt x="29242" y="1905"/>
                        <a:pt x="34195" y="0"/>
                        <a:pt x="40195" y="0"/>
                      </a:cubicBezTo>
                      <a:cubicBezTo>
                        <a:pt x="46196" y="0"/>
                        <a:pt x="50864" y="1905"/>
                        <a:pt x="54673" y="5620"/>
                      </a:cubicBezTo>
                      <a:cubicBezTo>
                        <a:pt x="58483" y="9335"/>
                        <a:pt x="60389" y="14002"/>
                        <a:pt x="60389" y="19526"/>
                      </a:cubicBezTo>
                      <a:cubicBezTo>
                        <a:pt x="60389" y="25051"/>
                        <a:pt x="58483" y="29718"/>
                        <a:pt x="54673" y="33433"/>
                      </a:cubicBezTo>
                      <a:cubicBezTo>
                        <a:pt x="50864" y="37148"/>
                        <a:pt x="46006" y="39053"/>
                        <a:pt x="40195" y="39053"/>
                      </a:cubicBezTo>
                      <a:cubicBezTo>
                        <a:pt x="34385" y="39053"/>
                        <a:pt x="29242" y="37148"/>
                        <a:pt x="25336" y="33433"/>
                      </a:cubicBezTo>
                      <a:close/>
                    </a:path>
                  </a:pathLst>
                </a:custGeom>
                <a:solidFill>
                  <a:schemeClr val="accent5"/>
                </a:solidFill>
                <a:ln w="9525" cap="flat">
                  <a:noFill/>
                  <a:prstDash val="solid"/>
                  <a:miter/>
                </a:ln>
              </p:spPr>
              <p:txBody>
                <a:bodyPr rtlCol="0" anchor="ctr"/>
                <a:lstStyle/>
                <a:p>
                  <a:endParaRPr lang="fi-FI" sz="3200"/>
                </a:p>
              </p:txBody>
            </p:sp>
            <p:sp>
              <p:nvSpPr>
                <p:cNvPr id="611" name="Vapaamuotoinen: Muoto 610">
                  <a:extLst>
                    <a:ext uri="{FF2B5EF4-FFF2-40B4-BE49-F238E27FC236}">
                      <a16:creationId xmlns:a16="http://schemas.microsoft.com/office/drawing/2014/main" id="{D454B89E-3A2B-C8F0-CE17-C45EE942D3AE}"/>
                    </a:ext>
                  </a:extLst>
                </p:cNvPr>
                <p:cNvSpPr/>
                <p:nvPr/>
              </p:nvSpPr>
              <p:spPr>
                <a:xfrm>
                  <a:off x="4298441" y="2595086"/>
                  <a:ext cx="125634" cy="133635"/>
                </a:xfrm>
                <a:custGeom>
                  <a:avLst/>
                  <a:gdLst>
                    <a:gd name="connsiteX0" fmla="*/ 125635 w 125634"/>
                    <a:gd name="connsiteY0" fmla="*/ 95 h 133635"/>
                    <a:gd name="connsiteX1" fmla="*/ 125635 w 125634"/>
                    <a:gd name="connsiteY1" fmla="*/ 132017 h 133635"/>
                    <a:gd name="connsiteX2" fmla="*/ 92107 w 125634"/>
                    <a:gd name="connsiteY2" fmla="*/ 132017 h 133635"/>
                    <a:gd name="connsiteX3" fmla="*/ 92107 w 125634"/>
                    <a:gd name="connsiteY3" fmla="*/ 115348 h 133635"/>
                    <a:gd name="connsiteX4" fmla="*/ 75343 w 125634"/>
                    <a:gd name="connsiteY4" fmla="*/ 128778 h 133635"/>
                    <a:gd name="connsiteX5" fmla="*/ 52864 w 125634"/>
                    <a:gd name="connsiteY5" fmla="*/ 133636 h 133635"/>
                    <a:gd name="connsiteX6" fmla="*/ 25432 w 125634"/>
                    <a:gd name="connsiteY6" fmla="*/ 127064 h 133635"/>
                    <a:gd name="connsiteX7" fmla="*/ 6763 w 125634"/>
                    <a:gd name="connsiteY7" fmla="*/ 107728 h 133635"/>
                    <a:gd name="connsiteX8" fmla="*/ 0 w 125634"/>
                    <a:gd name="connsiteY8" fmla="*/ 77343 h 133635"/>
                    <a:gd name="connsiteX9" fmla="*/ 0 w 125634"/>
                    <a:gd name="connsiteY9" fmla="*/ 0 h 133635"/>
                    <a:gd name="connsiteX10" fmla="*/ 33338 w 125634"/>
                    <a:gd name="connsiteY10" fmla="*/ 0 h 133635"/>
                    <a:gd name="connsiteX11" fmla="*/ 33338 w 125634"/>
                    <a:gd name="connsiteY11" fmla="*/ 72580 h 133635"/>
                    <a:gd name="connsiteX12" fmla="*/ 41148 w 125634"/>
                    <a:gd name="connsiteY12" fmla="*/ 96774 h 133635"/>
                    <a:gd name="connsiteX13" fmla="*/ 62579 w 125634"/>
                    <a:gd name="connsiteY13" fmla="*/ 105251 h 133635"/>
                    <a:gd name="connsiteX14" fmla="*/ 84296 w 125634"/>
                    <a:gd name="connsiteY14" fmla="*/ 96774 h 133635"/>
                    <a:gd name="connsiteX15" fmla="*/ 92107 w 125634"/>
                    <a:gd name="connsiteY15" fmla="*/ 72580 h 133635"/>
                    <a:gd name="connsiteX16" fmla="*/ 92107 w 125634"/>
                    <a:gd name="connsiteY16" fmla="*/ 0 h 133635"/>
                    <a:gd name="connsiteX17" fmla="*/ 125635 w 125634"/>
                    <a:gd name="connsiteY17" fmla="*/ 0 h 133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5634" h="133635">
                      <a:moveTo>
                        <a:pt x="125635" y="95"/>
                      </a:moveTo>
                      <a:lnTo>
                        <a:pt x="125635" y="132017"/>
                      </a:lnTo>
                      <a:lnTo>
                        <a:pt x="92107" y="132017"/>
                      </a:lnTo>
                      <a:lnTo>
                        <a:pt x="92107" y="115348"/>
                      </a:lnTo>
                      <a:cubicBezTo>
                        <a:pt x="87820" y="121063"/>
                        <a:pt x="82201" y="125540"/>
                        <a:pt x="75343" y="128778"/>
                      </a:cubicBezTo>
                      <a:cubicBezTo>
                        <a:pt x="68389" y="132017"/>
                        <a:pt x="60960" y="133636"/>
                        <a:pt x="52864" y="133636"/>
                      </a:cubicBezTo>
                      <a:cubicBezTo>
                        <a:pt x="42577" y="133636"/>
                        <a:pt x="33433" y="131445"/>
                        <a:pt x="25432" y="127064"/>
                      </a:cubicBezTo>
                      <a:cubicBezTo>
                        <a:pt x="17526" y="122682"/>
                        <a:pt x="11239" y="116300"/>
                        <a:pt x="6763" y="107728"/>
                      </a:cubicBezTo>
                      <a:cubicBezTo>
                        <a:pt x="2191" y="99250"/>
                        <a:pt x="0" y="89154"/>
                        <a:pt x="0" y="77343"/>
                      </a:cubicBezTo>
                      <a:lnTo>
                        <a:pt x="0" y="0"/>
                      </a:lnTo>
                      <a:lnTo>
                        <a:pt x="33338" y="0"/>
                      </a:lnTo>
                      <a:lnTo>
                        <a:pt x="33338" y="72580"/>
                      </a:lnTo>
                      <a:cubicBezTo>
                        <a:pt x="33338" y="83058"/>
                        <a:pt x="35909" y="91154"/>
                        <a:pt x="41148" y="96774"/>
                      </a:cubicBezTo>
                      <a:cubicBezTo>
                        <a:pt x="46387" y="102394"/>
                        <a:pt x="53530" y="105251"/>
                        <a:pt x="62579" y="105251"/>
                      </a:cubicBezTo>
                      <a:cubicBezTo>
                        <a:pt x="71628" y="105251"/>
                        <a:pt x="79058" y="102394"/>
                        <a:pt x="84296" y="96774"/>
                      </a:cubicBezTo>
                      <a:cubicBezTo>
                        <a:pt x="89535" y="91154"/>
                        <a:pt x="92107" y="83058"/>
                        <a:pt x="92107" y="72580"/>
                      </a:cubicBezTo>
                      <a:lnTo>
                        <a:pt x="92107" y="0"/>
                      </a:lnTo>
                      <a:lnTo>
                        <a:pt x="125635" y="0"/>
                      </a:lnTo>
                      <a:close/>
                    </a:path>
                  </a:pathLst>
                </a:custGeom>
                <a:solidFill>
                  <a:schemeClr val="accent5"/>
                </a:solidFill>
                <a:ln w="9525" cap="flat">
                  <a:noFill/>
                  <a:prstDash val="solid"/>
                  <a:miter/>
                </a:ln>
              </p:spPr>
              <p:txBody>
                <a:bodyPr rtlCol="0" anchor="ctr"/>
                <a:lstStyle/>
                <a:p>
                  <a:endParaRPr lang="fi-FI" sz="3200"/>
                </a:p>
              </p:txBody>
            </p:sp>
            <p:sp>
              <p:nvSpPr>
                <p:cNvPr id="612" name="Vapaamuotoinen: Muoto 611">
                  <a:extLst>
                    <a:ext uri="{FF2B5EF4-FFF2-40B4-BE49-F238E27FC236}">
                      <a16:creationId xmlns:a16="http://schemas.microsoft.com/office/drawing/2014/main" id="{F8D600D0-301D-97F2-B9C1-FE2A43D36225}"/>
                    </a:ext>
                  </a:extLst>
                </p:cNvPr>
                <p:cNvSpPr/>
                <p:nvPr/>
              </p:nvSpPr>
              <p:spPr>
                <a:xfrm>
                  <a:off x="4456937" y="2593371"/>
                  <a:ext cx="125730" cy="133731"/>
                </a:xfrm>
                <a:custGeom>
                  <a:avLst/>
                  <a:gdLst>
                    <a:gd name="connsiteX0" fmla="*/ 111252 w 125730"/>
                    <a:gd name="connsiteY0" fmla="*/ 14859 h 133731"/>
                    <a:gd name="connsiteX1" fmla="*/ 125730 w 125730"/>
                    <a:gd name="connsiteY1" fmla="*/ 56388 h 133731"/>
                    <a:gd name="connsiteX2" fmla="*/ 125730 w 125730"/>
                    <a:gd name="connsiteY2" fmla="*/ 133731 h 133731"/>
                    <a:gd name="connsiteX3" fmla="*/ 92393 w 125730"/>
                    <a:gd name="connsiteY3" fmla="*/ 133731 h 133731"/>
                    <a:gd name="connsiteX4" fmla="*/ 92393 w 125730"/>
                    <a:gd name="connsiteY4" fmla="*/ 60865 h 133731"/>
                    <a:gd name="connsiteX5" fmla="*/ 84582 w 125730"/>
                    <a:gd name="connsiteY5" fmla="*/ 36671 h 133731"/>
                    <a:gd name="connsiteX6" fmla="*/ 63151 w 125730"/>
                    <a:gd name="connsiteY6" fmla="*/ 28194 h 133731"/>
                    <a:gd name="connsiteX7" fmla="*/ 41339 w 125730"/>
                    <a:gd name="connsiteY7" fmla="*/ 36671 h 133731"/>
                    <a:gd name="connsiteX8" fmla="*/ 33338 w 125730"/>
                    <a:gd name="connsiteY8" fmla="*/ 60865 h 133731"/>
                    <a:gd name="connsiteX9" fmla="*/ 33338 w 125730"/>
                    <a:gd name="connsiteY9" fmla="*/ 133731 h 133731"/>
                    <a:gd name="connsiteX10" fmla="*/ 0 w 125730"/>
                    <a:gd name="connsiteY10" fmla="*/ 133731 h 133731"/>
                    <a:gd name="connsiteX11" fmla="*/ 0 w 125730"/>
                    <a:gd name="connsiteY11" fmla="*/ 1810 h 133731"/>
                    <a:gd name="connsiteX12" fmla="*/ 33338 w 125730"/>
                    <a:gd name="connsiteY12" fmla="*/ 1810 h 133731"/>
                    <a:gd name="connsiteX13" fmla="*/ 33338 w 125730"/>
                    <a:gd name="connsiteY13" fmla="*/ 18288 h 133731"/>
                    <a:gd name="connsiteX14" fmla="*/ 50387 w 125730"/>
                    <a:gd name="connsiteY14" fmla="*/ 4858 h 133731"/>
                    <a:gd name="connsiteX15" fmla="*/ 73152 w 125730"/>
                    <a:gd name="connsiteY15" fmla="*/ 0 h 133731"/>
                    <a:gd name="connsiteX16" fmla="*/ 111252 w 125730"/>
                    <a:gd name="connsiteY16" fmla="*/ 14859 h 13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5730" h="133731">
                      <a:moveTo>
                        <a:pt x="111252" y="14859"/>
                      </a:moveTo>
                      <a:cubicBezTo>
                        <a:pt x="120968" y="24765"/>
                        <a:pt x="125730" y="38672"/>
                        <a:pt x="125730" y="56388"/>
                      </a:cubicBezTo>
                      <a:lnTo>
                        <a:pt x="125730" y="133731"/>
                      </a:lnTo>
                      <a:lnTo>
                        <a:pt x="92393" y="133731"/>
                      </a:lnTo>
                      <a:lnTo>
                        <a:pt x="92393" y="60865"/>
                      </a:lnTo>
                      <a:cubicBezTo>
                        <a:pt x="92393" y="50387"/>
                        <a:pt x="89821" y="42291"/>
                        <a:pt x="84582" y="36671"/>
                      </a:cubicBezTo>
                      <a:cubicBezTo>
                        <a:pt x="79343" y="31051"/>
                        <a:pt x="72200" y="28194"/>
                        <a:pt x="63151" y="28194"/>
                      </a:cubicBezTo>
                      <a:cubicBezTo>
                        <a:pt x="54102" y="28194"/>
                        <a:pt x="46673" y="31051"/>
                        <a:pt x="41339" y="36671"/>
                      </a:cubicBezTo>
                      <a:cubicBezTo>
                        <a:pt x="36005" y="42291"/>
                        <a:pt x="33338" y="50387"/>
                        <a:pt x="33338" y="60865"/>
                      </a:cubicBezTo>
                      <a:lnTo>
                        <a:pt x="33338" y="133731"/>
                      </a:lnTo>
                      <a:lnTo>
                        <a:pt x="0" y="133731"/>
                      </a:lnTo>
                      <a:lnTo>
                        <a:pt x="0" y="1810"/>
                      </a:lnTo>
                      <a:lnTo>
                        <a:pt x="33338" y="1810"/>
                      </a:lnTo>
                      <a:lnTo>
                        <a:pt x="33338" y="18288"/>
                      </a:lnTo>
                      <a:cubicBezTo>
                        <a:pt x="37814" y="12573"/>
                        <a:pt x="43434" y="8096"/>
                        <a:pt x="50387" y="4858"/>
                      </a:cubicBezTo>
                      <a:cubicBezTo>
                        <a:pt x="57245" y="1619"/>
                        <a:pt x="64865" y="0"/>
                        <a:pt x="73152" y="0"/>
                      </a:cubicBezTo>
                      <a:cubicBezTo>
                        <a:pt x="88868" y="0"/>
                        <a:pt x="101537" y="4953"/>
                        <a:pt x="111252" y="14859"/>
                      </a:cubicBezTo>
                      <a:close/>
                    </a:path>
                  </a:pathLst>
                </a:custGeom>
                <a:solidFill>
                  <a:schemeClr val="accent5"/>
                </a:solidFill>
                <a:ln w="9525" cap="flat">
                  <a:noFill/>
                  <a:prstDash val="solid"/>
                  <a:miter/>
                </a:ln>
              </p:spPr>
              <p:txBody>
                <a:bodyPr rtlCol="0" anchor="ctr"/>
                <a:lstStyle/>
                <a:p>
                  <a:endParaRPr lang="fi-FI" sz="3200"/>
                </a:p>
              </p:txBody>
            </p:sp>
            <p:sp>
              <p:nvSpPr>
                <p:cNvPr id="613" name="Vapaamuotoinen: Muoto 612">
                  <a:extLst>
                    <a:ext uri="{FF2B5EF4-FFF2-40B4-BE49-F238E27FC236}">
                      <a16:creationId xmlns:a16="http://schemas.microsoft.com/office/drawing/2014/main" id="{4240AA44-CC3E-340E-D21E-4111E3269770}"/>
                    </a:ext>
                  </a:extLst>
                </p:cNvPr>
                <p:cNvSpPr/>
                <p:nvPr/>
              </p:nvSpPr>
              <p:spPr>
                <a:xfrm>
                  <a:off x="4605718" y="2550794"/>
                  <a:ext cx="137541" cy="178308"/>
                </a:xfrm>
                <a:custGeom>
                  <a:avLst/>
                  <a:gdLst>
                    <a:gd name="connsiteX0" fmla="*/ 8096 w 137541"/>
                    <a:gd name="connsiteY0" fmla="*/ 74390 h 178308"/>
                    <a:gd name="connsiteX1" fmla="*/ 29908 w 137541"/>
                    <a:gd name="connsiteY1" fmla="*/ 50578 h 178308"/>
                    <a:gd name="connsiteX2" fmla="*/ 60579 w 137541"/>
                    <a:gd name="connsiteY2" fmla="*/ 42196 h 178308"/>
                    <a:gd name="connsiteX3" fmla="*/ 85154 w 137541"/>
                    <a:gd name="connsiteY3" fmla="*/ 47816 h 178308"/>
                    <a:gd name="connsiteX4" fmla="*/ 103727 w 137541"/>
                    <a:gd name="connsiteY4" fmla="*/ 62675 h 178308"/>
                    <a:gd name="connsiteX5" fmla="*/ 103727 w 137541"/>
                    <a:gd name="connsiteY5" fmla="*/ 0 h 178308"/>
                    <a:gd name="connsiteX6" fmla="*/ 137541 w 137541"/>
                    <a:gd name="connsiteY6" fmla="*/ 0 h 178308"/>
                    <a:gd name="connsiteX7" fmla="*/ 137541 w 137541"/>
                    <a:gd name="connsiteY7" fmla="*/ 176213 h 178308"/>
                    <a:gd name="connsiteX8" fmla="*/ 103727 w 137541"/>
                    <a:gd name="connsiteY8" fmla="*/ 176213 h 178308"/>
                    <a:gd name="connsiteX9" fmla="*/ 103727 w 137541"/>
                    <a:gd name="connsiteY9" fmla="*/ 156686 h 178308"/>
                    <a:gd name="connsiteX10" fmla="*/ 86296 w 137541"/>
                    <a:gd name="connsiteY10" fmla="*/ 172403 h 178308"/>
                    <a:gd name="connsiteX11" fmla="*/ 60293 w 137541"/>
                    <a:gd name="connsiteY11" fmla="*/ 178308 h 178308"/>
                    <a:gd name="connsiteX12" fmla="*/ 29813 w 137541"/>
                    <a:gd name="connsiteY12" fmla="*/ 169736 h 178308"/>
                    <a:gd name="connsiteX13" fmla="*/ 8001 w 137541"/>
                    <a:gd name="connsiteY13" fmla="*/ 145542 h 178308"/>
                    <a:gd name="connsiteX14" fmla="*/ 0 w 137541"/>
                    <a:gd name="connsiteY14" fmla="*/ 109728 h 178308"/>
                    <a:gd name="connsiteX15" fmla="*/ 8001 w 137541"/>
                    <a:gd name="connsiteY15" fmla="*/ 74295 h 178308"/>
                    <a:gd name="connsiteX16" fmla="*/ 99155 w 137541"/>
                    <a:gd name="connsiteY16" fmla="*/ 89535 h 178308"/>
                    <a:gd name="connsiteX17" fmla="*/ 86296 w 137541"/>
                    <a:gd name="connsiteY17" fmla="*/ 76200 h 178308"/>
                    <a:gd name="connsiteX18" fmla="*/ 68866 w 137541"/>
                    <a:gd name="connsiteY18" fmla="*/ 71533 h 178308"/>
                    <a:gd name="connsiteX19" fmla="*/ 51721 w 137541"/>
                    <a:gd name="connsiteY19" fmla="*/ 76105 h 178308"/>
                    <a:gd name="connsiteX20" fmla="*/ 38957 w 137541"/>
                    <a:gd name="connsiteY20" fmla="*/ 89345 h 178308"/>
                    <a:gd name="connsiteX21" fmla="*/ 34099 w 137541"/>
                    <a:gd name="connsiteY21" fmla="*/ 109919 h 178308"/>
                    <a:gd name="connsiteX22" fmla="*/ 38957 w 137541"/>
                    <a:gd name="connsiteY22" fmla="*/ 130778 h 178308"/>
                    <a:gd name="connsiteX23" fmla="*/ 51816 w 137541"/>
                    <a:gd name="connsiteY23" fmla="*/ 144494 h 178308"/>
                    <a:gd name="connsiteX24" fmla="*/ 68866 w 137541"/>
                    <a:gd name="connsiteY24" fmla="*/ 149257 h 178308"/>
                    <a:gd name="connsiteX25" fmla="*/ 86296 w 137541"/>
                    <a:gd name="connsiteY25" fmla="*/ 144590 h 178308"/>
                    <a:gd name="connsiteX26" fmla="*/ 99155 w 137541"/>
                    <a:gd name="connsiteY26" fmla="*/ 131255 h 178308"/>
                    <a:gd name="connsiteX27" fmla="*/ 103918 w 137541"/>
                    <a:gd name="connsiteY27" fmla="*/ 110395 h 178308"/>
                    <a:gd name="connsiteX28" fmla="*/ 99155 w 137541"/>
                    <a:gd name="connsiteY28" fmla="*/ 89535 h 178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541" h="178308">
                      <a:moveTo>
                        <a:pt x="8096" y="74390"/>
                      </a:moveTo>
                      <a:cubicBezTo>
                        <a:pt x="13430" y="64103"/>
                        <a:pt x="20669" y="56102"/>
                        <a:pt x="29908" y="50578"/>
                      </a:cubicBezTo>
                      <a:cubicBezTo>
                        <a:pt x="39148" y="45053"/>
                        <a:pt x="49340" y="42196"/>
                        <a:pt x="60579" y="42196"/>
                      </a:cubicBezTo>
                      <a:cubicBezTo>
                        <a:pt x="69151" y="42196"/>
                        <a:pt x="77343" y="44101"/>
                        <a:pt x="85154" y="47816"/>
                      </a:cubicBezTo>
                      <a:cubicBezTo>
                        <a:pt x="92964" y="51530"/>
                        <a:pt x="99155" y="56483"/>
                        <a:pt x="103727" y="62675"/>
                      </a:cubicBezTo>
                      <a:lnTo>
                        <a:pt x="103727" y="0"/>
                      </a:lnTo>
                      <a:lnTo>
                        <a:pt x="137541" y="0"/>
                      </a:lnTo>
                      <a:lnTo>
                        <a:pt x="137541" y="176213"/>
                      </a:lnTo>
                      <a:lnTo>
                        <a:pt x="103727" y="176213"/>
                      </a:lnTo>
                      <a:lnTo>
                        <a:pt x="103727" y="156686"/>
                      </a:lnTo>
                      <a:cubicBezTo>
                        <a:pt x="99631" y="163163"/>
                        <a:pt x="93821" y="168402"/>
                        <a:pt x="86296" y="172403"/>
                      </a:cubicBezTo>
                      <a:cubicBezTo>
                        <a:pt x="78867" y="176403"/>
                        <a:pt x="70199" y="178308"/>
                        <a:pt x="60293" y="178308"/>
                      </a:cubicBezTo>
                      <a:cubicBezTo>
                        <a:pt x="49149" y="178308"/>
                        <a:pt x="39052" y="175451"/>
                        <a:pt x="29813" y="169736"/>
                      </a:cubicBezTo>
                      <a:cubicBezTo>
                        <a:pt x="20574" y="164021"/>
                        <a:pt x="13335" y="155924"/>
                        <a:pt x="8001" y="145542"/>
                      </a:cubicBezTo>
                      <a:cubicBezTo>
                        <a:pt x="2667" y="135160"/>
                        <a:pt x="0" y="123158"/>
                        <a:pt x="0" y="109728"/>
                      </a:cubicBezTo>
                      <a:cubicBezTo>
                        <a:pt x="0" y="96298"/>
                        <a:pt x="2667" y="84582"/>
                        <a:pt x="8001" y="74295"/>
                      </a:cubicBezTo>
                      <a:close/>
                      <a:moveTo>
                        <a:pt x="99155" y="89535"/>
                      </a:moveTo>
                      <a:cubicBezTo>
                        <a:pt x="96012" y="83725"/>
                        <a:pt x="91726" y="79248"/>
                        <a:pt x="86296" y="76200"/>
                      </a:cubicBezTo>
                      <a:cubicBezTo>
                        <a:pt x="80867" y="73152"/>
                        <a:pt x="75152" y="71533"/>
                        <a:pt x="68866" y="71533"/>
                      </a:cubicBezTo>
                      <a:cubicBezTo>
                        <a:pt x="62579" y="71533"/>
                        <a:pt x="56959" y="73057"/>
                        <a:pt x="51721" y="76105"/>
                      </a:cubicBezTo>
                      <a:cubicBezTo>
                        <a:pt x="46482" y="79153"/>
                        <a:pt x="42196" y="83534"/>
                        <a:pt x="38957" y="89345"/>
                      </a:cubicBezTo>
                      <a:cubicBezTo>
                        <a:pt x="35719" y="95155"/>
                        <a:pt x="34099" y="102013"/>
                        <a:pt x="34099" y="109919"/>
                      </a:cubicBezTo>
                      <a:cubicBezTo>
                        <a:pt x="34099" y="117824"/>
                        <a:pt x="35719" y="124778"/>
                        <a:pt x="38957" y="130778"/>
                      </a:cubicBezTo>
                      <a:cubicBezTo>
                        <a:pt x="42196" y="136684"/>
                        <a:pt x="46482" y="141351"/>
                        <a:pt x="51816" y="144494"/>
                      </a:cubicBezTo>
                      <a:cubicBezTo>
                        <a:pt x="57150" y="147638"/>
                        <a:pt x="62770" y="149257"/>
                        <a:pt x="68866" y="149257"/>
                      </a:cubicBezTo>
                      <a:cubicBezTo>
                        <a:pt x="74962" y="149257"/>
                        <a:pt x="80867" y="147733"/>
                        <a:pt x="86296" y="144590"/>
                      </a:cubicBezTo>
                      <a:cubicBezTo>
                        <a:pt x="91726" y="141446"/>
                        <a:pt x="96012" y="137065"/>
                        <a:pt x="99155" y="131255"/>
                      </a:cubicBezTo>
                      <a:cubicBezTo>
                        <a:pt x="102298" y="125444"/>
                        <a:pt x="103918" y="118491"/>
                        <a:pt x="103918" y="110395"/>
                      </a:cubicBezTo>
                      <a:cubicBezTo>
                        <a:pt x="103918" y="102299"/>
                        <a:pt x="102298" y="95345"/>
                        <a:pt x="99155" y="89535"/>
                      </a:cubicBezTo>
                      <a:close/>
                    </a:path>
                  </a:pathLst>
                </a:custGeom>
                <a:solidFill>
                  <a:schemeClr val="accent5"/>
                </a:solidFill>
                <a:ln w="9525" cap="flat">
                  <a:noFill/>
                  <a:prstDash val="solid"/>
                  <a:miter/>
                </a:ln>
              </p:spPr>
              <p:txBody>
                <a:bodyPr rtlCol="0" anchor="ctr"/>
                <a:lstStyle/>
                <a:p>
                  <a:endParaRPr lang="fi-FI" sz="3200"/>
                </a:p>
              </p:txBody>
            </p:sp>
            <p:sp>
              <p:nvSpPr>
                <p:cNvPr id="614" name="Vapaamuotoinen: Muoto 613">
                  <a:extLst>
                    <a:ext uri="{FF2B5EF4-FFF2-40B4-BE49-F238E27FC236}">
                      <a16:creationId xmlns:a16="http://schemas.microsoft.com/office/drawing/2014/main" id="{CCEF18DA-E1F7-F7B1-20A8-7F50BAE45875}"/>
                    </a:ext>
                  </a:extLst>
                </p:cNvPr>
                <p:cNvSpPr/>
                <p:nvPr/>
              </p:nvSpPr>
              <p:spPr>
                <a:xfrm>
                  <a:off x="4767071" y="2592990"/>
                  <a:ext cx="131159" cy="136302"/>
                </a:xfrm>
                <a:custGeom>
                  <a:avLst/>
                  <a:gdLst>
                    <a:gd name="connsiteX0" fmla="*/ 130397 w 131159"/>
                    <a:gd name="connsiteY0" fmla="*/ 78200 h 136302"/>
                    <a:gd name="connsiteX1" fmla="*/ 34004 w 131159"/>
                    <a:gd name="connsiteY1" fmla="*/ 78200 h 136302"/>
                    <a:gd name="connsiteX2" fmla="*/ 44005 w 131159"/>
                    <a:gd name="connsiteY2" fmla="*/ 100584 h 136302"/>
                    <a:gd name="connsiteX3" fmla="*/ 65722 w 131159"/>
                    <a:gd name="connsiteY3" fmla="*/ 108680 h 136302"/>
                    <a:gd name="connsiteX4" fmla="*/ 92107 w 131159"/>
                    <a:gd name="connsiteY4" fmla="*/ 92678 h 136302"/>
                    <a:gd name="connsiteX5" fmla="*/ 128016 w 131159"/>
                    <a:gd name="connsiteY5" fmla="*/ 92678 h 136302"/>
                    <a:gd name="connsiteX6" fmla="*/ 106108 w 131159"/>
                    <a:gd name="connsiteY6" fmla="*/ 124016 h 136302"/>
                    <a:gd name="connsiteX7" fmla="*/ 66294 w 131159"/>
                    <a:gd name="connsiteY7" fmla="*/ 136303 h 136302"/>
                    <a:gd name="connsiteX8" fmla="*/ 32099 w 131159"/>
                    <a:gd name="connsiteY8" fmla="*/ 127826 h 136302"/>
                    <a:gd name="connsiteX9" fmla="*/ 8477 w 131159"/>
                    <a:gd name="connsiteY9" fmla="*/ 103918 h 136302"/>
                    <a:gd name="connsiteX10" fmla="*/ 0 w 131159"/>
                    <a:gd name="connsiteY10" fmla="*/ 68199 h 136302"/>
                    <a:gd name="connsiteX11" fmla="*/ 8382 w 131159"/>
                    <a:gd name="connsiteY11" fmla="*/ 32195 h 136302"/>
                    <a:gd name="connsiteX12" fmla="*/ 31718 w 131159"/>
                    <a:gd name="connsiteY12" fmla="*/ 8382 h 136302"/>
                    <a:gd name="connsiteX13" fmla="*/ 66199 w 131159"/>
                    <a:gd name="connsiteY13" fmla="*/ 0 h 136302"/>
                    <a:gd name="connsiteX14" fmla="*/ 99917 w 131159"/>
                    <a:gd name="connsiteY14" fmla="*/ 8096 h 136302"/>
                    <a:gd name="connsiteX15" fmla="*/ 122968 w 131159"/>
                    <a:gd name="connsiteY15" fmla="*/ 31052 h 136302"/>
                    <a:gd name="connsiteX16" fmla="*/ 131159 w 131159"/>
                    <a:gd name="connsiteY16" fmla="*/ 65246 h 136302"/>
                    <a:gd name="connsiteX17" fmla="*/ 130207 w 131159"/>
                    <a:gd name="connsiteY17" fmla="*/ 78105 h 136302"/>
                    <a:gd name="connsiteX18" fmla="*/ 96869 w 131159"/>
                    <a:gd name="connsiteY18" fmla="*/ 55817 h 136302"/>
                    <a:gd name="connsiteX19" fmla="*/ 87535 w 131159"/>
                    <a:gd name="connsiteY19" fmla="*/ 35243 h 136302"/>
                    <a:gd name="connsiteX20" fmla="*/ 65341 w 131159"/>
                    <a:gd name="connsiteY20" fmla="*/ 27527 h 136302"/>
                    <a:gd name="connsiteX21" fmla="*/ 44482 w 131159"/>
                    <a:gd name="connsiteY21" fmla="*/ 35052 h 136302"/>
                    <a:gd name="connsiteX22" fmla="*/ 34099 w 131159"/>
                    <a:gd name="connsiteY22" fmla="*/ 55912 h 136302"/>
                    <a:gd name="connsiteX23" fmla="*/ 96774 w 131159"/>
                    <a:gd name="connsiteY23" fmla="*/ 55912 h 13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1159" h="136302">
                      <a:moveTo>
                        <a:pt x="130397" y="78200"/>
                      </a:moveTo>
                      <a:lnTo>
                        <a:pt x="34004" y="78200"/>
                      </a:lnTo>
                      <a:cubicBezTo>
                        <a:pt x="34766" y="87725"/>
                        <a:pt x="38100" y="95155"/>
                        <a:pt x="44005" y="100584"/>
                      </a:cubicBezTo>
                      <a:cubicBezTo>
                        <a:pt x="49911" y="106013"/>
                        <a:pt x="57150" y="108680"/>
                        <a:pt x="65722" y="108680"/>
                      </a:cubicBezTo>
                      <a:cubicBezTo>
                        <a:pt x="78105" y="108680"/>
                        <a:pt x="86868" y="103346"/>
                        <a:pt x="92107" y="92678"/>
                      </a:cubicBezTo>
                      <a:lnTo>
                        <a:pt x="128016" y="92678"/>
                      </a:lnTo>
                      <a:cubicBezTo>
                        <a:pt x="124206" y="105347"/>
                        <a:pt x="116872" y="115824"/>
                        <a:pt x="106108" y="124016"/>
                      </a:cubicBezTo>
                      <a:cubicBezTo>
                        <a:pt x="95345" y="132207"/>
                        <a:pt x="82010" y="136303"/>
                        <a:pt x="66294" y="136303"/>
                      </a:cubicBezTo>
                      <a:cubicBezTo>
                        <a:pt x="53626" y="136303"/>
                        <a:pt x="42196" y="133445"/>
                        <a:pt x="32099" y="127826"/>
                      </a:cubicBezTo>
                      <a:cubicBezTo>
                        <a:pt x="22003" y="122206"/>
                        <a:pt x="14192" y="114205"/>
                        <a:pt x="8477" y="103918"/>
                      </a:cubicBezTo>
                      <a:cubicBezTo>
                        <a:pt x="2857" y="93631"/>
                        <a:pt x="0" y="81725"/>
                        <a:pt x="0" y="68199"/>
                      </a:cubicBezTo>
                      <a:cubicBezTo>
                        <a:pt x="0" y="54674"/>
                        <a:pt x="2762" y="42577"/>
                        <a:pt x="8382" y="32195"/>
                      </a:cubicBezTo>
                      <a:cubicBezTo>
                        <a:pt x="13906" y="21907"/>
                        <a:pt x="21717" y="13906"/>
                        <a:pt x="31718" y="8382"/>
                      </a:cubicBezTo>
                      <a:cubicBezTo>
                        <a:pt x="41719" y="2857"/>
                        <a:pt x="53245" y="0"/>
                        <a:pt x="66199" y="0"/>
                      </a:cubicBezTo>
                      <a:cubicBezTo>
                        <a:pt x="79153" y="0"/>
                        <a:pt x="90011" y="2667"/>
                        <a:pt x="99917" y="8096"/>
                      </a:cubicBezTo>
                      <a:cubicBezTo>
                        <a:pt x="109823" y="13526"/>
                        <a:pt x="117538" y="21146"/>
                        <a:pt x="122968" y="31052"/>
                      </a:cubicBezTo>
                      <a:cubicBezTo>
                        <a:pt x="128492" y="40957"/>
                        <a:pt x="131159" y="52388"/>
                        <a:pt x="131159" y="65246"/>
                      </a:cubicBezTo>
                      <a:cubicBezTo>
                        <a:pt x="131159" y="70009"/>
                        <a:pt x="130873" y="74295"/>
                        <a:pt x="130207" y="78105"/>
                      </a:cubicBezTo>
                      <a:close/>
                      <a:moveTo>
                        <a:pt x="96869" y="55817"/>
                      </a:moveTo>
                      <a:cubicBezTo>
                        <a:pt x="96679" y="47244"/>
                        <a:pt x="93631" y="40386"/>
                        <a:pt x="87535" y="35243"/>
                      </a:cubicBezTo>
                      <a:cubicBezTo>
                        <a:pt x="81534" y="30099"/>
                        <a:pt x="74104" y="27527"/>
                        <a:pt x="65341" y="27527"/>
                      </a:cubicBezTo>
                      <a:cubicBezTo>
                        <a:pt x="57055" y="27527"/>
                        <a:pt x="50101" y="30004"/>
                        <a:pt x="44482" y="35052"/>
                      </a:cubicBezTo>
                      <a:cubicBezTo>
                        <a:pt x="38862" y="40100"/>
                        <a:pt x="35433" y="46958"/>
                        <a:pt x="34099" y="55912"/>
                      </a:cubicBezTo>
                      <a:lnTo>
                        <a:pt x="96774" y="55912"/>
                      </a:lnTo>
                      <a:close/>
                    </a:path>
                  </a:pathLst>
                </a:custGeom>
                <a:solidFill>
                  <a:schemeClr val="accent5"/>
                </a:solidFill>
                <a:ln w="9525" cap="flat">
                  <a:noFill/>
                  <a:prstDash val="solid"/>
                  <a:miter/>
                </a:ln>
              </p:spPr>
              <p:txBody>
                <a:bodyPr rtlCol="0" anchor="ctr"/>
                <a:lstStyle/>
                <a:p>
                  <a:endParaRPr lang="fi-FI" sz="3200"/>
                </a:p>
              </p:txBody>
            </p:sp>
            <p:sp>
              <p:nvSpPr>
                <p:cNvPr id="615" name="Vapaamuotoinen: Muoto 614">
                  <a:extLst>
                    <a:ext uri="{FF2B5EF4-FFF2-40B4-BE49-F238E27FC236}">
                      <a16:creationId xmlns:a16="http://schemas.microsoft.com/office/drawing/2014/main" id="{CD57FB60-7E64-D9F1-D5F4-916A282F0F0D}"/>
                    </a:ext>
                  </a:extLst>
                </p:cNvPr>
                <p:cNvSpPr/>
                <p:nvPr/>
              </p:nvSpPr>
              <p:spPr>
                <a:xfrm>
                  <a:off x="4914042" y="2528982"/>
                  <a:ext cx="137350" cy="200215"/>
                </a:xfrm>
                <a:custGeom>
                  <a:avLst/>
                  <a:gdLst>
                    <a:gd name="connsiteX0" fmla="*/ 8096 w 137350"/>
                    <a:gd name="connsiteY0" fmla="*/ 96203 h 200215"/>
                    <a:gd name="connsiteX1" fmla="*/ 29718 w 137350"/>
                    <a:gd name="connsiteY1" fmla="*/ 72390 h 200215"/>
                    <a:gd name="connsiteX2" fmla="*/ 60293 w 137350"/>
                    <a:gd name="connsiteY2" fmla="*/ 64008 h 200215"/>
                    <a:gd name="connsiteX3" fmla="*/ 86106 w 137350"/>
                    <a:gd name="connsiteY3" fmla="*/ 69913 h 200215"/>
                    <a:gd name="connsiteX4" fmla="*/ 103822 w 137350"/>
                    <a:gd name="connsiteY4" fmla="*/ 84963 h 200215"/>
                    <a:gd name="connsiteX5" fmla="*/ 103822 w 137350"/>
                    <a:gd name="connsiteY5" fmla="*/ 66104 h 200215"/>
                    <a:gd name="connsiteX6" fmla="*/ 137350 w 137350"/>
                    <a:gd name="connsiteY6" fmla="*/ 66104 h 200215"/>
                    <a:gd name="connsiteX7" fmla="*/ 137350 w 137350"/>
                    <a:gd name="connsiteY7" fmla="*/ 198025 h 200215"/>
                    <a:gd name="connsiteX8" fmla="*/ 103822 w 137350"/>
                    <a:gd name="connsiteY8" fmla="*/ 198025 h 200215"/>
                    <a:gd name="connsiteX9" fmla="*/ 103822 w 137350"/>
                    <a:gd name="connsiteY9" fmla="*/ 178784 h 200215"/>
                    <a:gd name="connsiteX10" fmla="*/ 86106 w 137350"/>
                    <a:gd name="connsiteY10" fmla="*/ 194119 h 200215"/>
                    <a:gd name="connsiteX11" fmla="*/ 60007 w 137350"/>
                    <a:gd name="connsiteY11" fmla="*/ 200215 h 200215"/>
                    <a:gd name="connsiteX12" fmla="*/ 29623 w 137350"/>
                    <a:gd name="connsiteY12" fmla="*/ 191643 h 200215"/>
                    <a:gd name="connsiteX13" fmla="*/ 8001 w 137350"/>
                    <a:gd name="connsiteY13" fmla="*/ 167450 h 200215"/>
                    <a:gd name="connsiteX14" fmla="*/ 0 w 137350"/>
                    <a:gd name="connsiteY14" fmla="*/ 131636 h 200215"/>
                    <a:gd name="connsiteX15" fmla="*/ 8001 w 137350"/>
                    <a:gd name="connsiteY15" fmla="*/ 96203 h 200215"/>
                    <a:gd name="connsiteX16" fmla="*/ 99155 w 137350"/>
                    <a:gd name="connsiteY16" fmla="*/ 111347 h 200215"/>
                    <a:gd name="connsiteX17" fmla="*/ 86296 w 137350"/>
                    <a:gd name="connsiteY17" fmla="*/ 98012 h 200215"/>
                    <a:gd name="connsiteX18" fmla="*/ 68866 w 137350"/>
                    <a:gd name="connsiteY18" fmla="*/ 93345 h 200215"/>
                    <a:gd name="connsiteX19" fmla="*/ 51721 w 137350"/>
                    <a:gd name="connsiteY19" fmla="*/ 97917 h 200215"/>
                    <a:gd name="connsiteX20" fmla="*/ 38957 w 137350"/>
                    <a:gd name="connsiteY20" fmla="*/ 111157 h 200215"/>
                    <a:gd name="connsiteX21" fmla="*/ 34099 w 137350"/>
                    <a:gd name="connsiteY21" fmla="*/ 131731 h 200215"/>
                    <a:gd name="connsiteX22" fmla="*/ 38957 w 137350"/>
                    <a:gd name="connsiteY22" fmla="*/ 152590 h 200215"/>
                    <a:gd name="connsiteX23" fmla="*/ 51816 w 137350"/>
                    <a:gd name="connsiteY23" fmla="*/ 166307 h 200215"/>
                    <a:gd name="connsiteX24" fmla="*/ 68866 w 137350"/>
                    <a:gd name="connsiteY24" fmla="*/ 171069 h 200215"/>
                    <a:gd name="connsiteX25" fmla="*/ 86296 w 137350"/>
                    <a:gd name="connsiteY25" fmla="*/ 166402 h 200215"/>
                    <a:gd name="connsiteX26" fmla="*/ 99155 w 137350"/>
                    <a:gd name="connsiteY26" fmla="*/ 153067 h 200215"/>
                    <a:gd name="connsiteX27" fmla="*/ 103918 w 137350"/>
                    <a:gd name="connsiteY27" fmla="*/ 132207 h 200215"/>
                    <a:gd name="connsiteX28" fmla="*/ 99155 w 137350"/>
                    <a:gd name="connsiteY28" fmla="*/ 111347 h 200215"/>
                    <a:gd name="connsiteX29" fmla="*/ 93345 w 137350"/>
                    <a:gd name="connsiteY29" fmla="*/ 47339 h 200215"/>
                    <a:gd name="connsiteX30" fmla="*/ 73438 w 137350"/>
                    <a:gd name="connsiteY30" fmla="*/ 54864 h 200215"/>
                    <a:gd name="connsiteX31" fmla="*/ 53721 w 137350"/>
                    <a:gd name="connsiteY31" fmla="*/ 47339 h 200215"/>
                    <a:gd name="connsiteX32" fmla="*/ 45625 w 137350"/>
                    <a:gd name="connsiteY32" fmla="*/ 27432 h 200215"/>
                    <a:gd name="connsiteX33" fmla="*/ 53721 w 137350"/>
                    <a:gd name="connsiteY33" fmla="*/ 7525 h 200215"/>
                    <a:gd name="connsiteX34" fmla="*/ 73438 w 137350"/>
                    <a:gd name="connsiteY34" fmla="*/ 0 h 200215"/>
                    <a:gd name="connsiteX35" fmla="*/ 93345 w 137350"/>
                    <a:gd name="connsiteY35" fmla="*/ 7525 h 200215"/>
                    <a:gd name="connsiteX36" fmla="*/ 101346 w 137350"/>
                    <a:gd name="connsiteY36" fmla="*/ 27432 h 200215"/>
                    <a:gd name="connsiteX37" fmla="*/ 93345 w 137350"/>
                    <a:gd name="connsiteY37" fmla="*/ 47339 h 200215"/>
                    <a:gd name="connsiteX38" fmla="*/ 81534 w 137350"/>
                    <a:gd name="connsiteY38" fmla="*/ 18764 h 200215"/>
                    <a:gd name="connsiteX39" fmla="*/ 73438 w 137350"/>
                    <a:gd name="connsiteY39" fmla="*/ 15526 h 200215"/>
                    <a:gd name="connsiteX40" fmla="*/ 65341 w 137350"/>
                    <a:gd name="connsiteY40" fmla="*/ 18764 h 200215"/>
                    <a:gd name="connsiteX41" fmla="*/ 62008 w 137350"/>
                    <a:gd name="connsiteY41" fmla="*/ 27432 h 200215"/>
                    <a:gd name="connsiteX42" fmla="*/ 65341 w 137350"/>
                    <a:gd name="connsiteY42" fmla="*/ 35909 h 200215"/>
                    <a:gd name="connsiteX43" fmla="*/ 73438 w 137350"/>
                    <a:gd name="connsiteY43" fmla="*/ 39338 h 200215"/>
                    <a:gd name="connsiteX44" fmla="*/ 81534 w 137350"/>
                    <a:gd name="connsiteY44" fmla="*/ 35909 h 200215"/>
                    <a:gd name="connsiteX45" fmla="*/ 84868 w 137350"/>
                    <a:gd name="connsiteY45" fmla="*/ 27432 h 200215"/>
                    <a:gd name="connsiteX46" fmla="*/ 81534 w 137350"/>
                    <a:gd name="connsiteY46" fmla="*/ 18764 h 200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37350" h="200215">
                      <a:moveTo>
                        <a:pt x="8096" y="96203"/>
                      </a:moveTo>
                      <a:cubicBezTo>
                        <a:pt x="13430" y="85915"/>
                        <a:pt x="20669" y="77914"/>
                        <a:pt x="29718" y="72390"/>
                      </a:cubicBezTo>
                      <a:cubicBezTo>
                        <a:pt x="38862" y="66865"/>
                        <a:pt x="49054" y="64008"/>
                        <a:pt x="60293" y="64008"/>
                      </a:cubicBezTo>
                      <a:cubicBezTo>
                        <a:pt x="70104" y="64008"/>
                        <a:pt x="78772" y="66008"/>
                        <a:pt x="86106" y="69913"/>
                      </a:cubicBezTo>
                      <a:cubicBezTo>
                        <a:pt x="93536" y="73914"/>
                        <a:pt x="99441" y="78867"/>
                        <a:pt x="103822" y="84963"/>
                      </a:cubicBezTo>
                      <a:lnTo>
                        <a:pt x="103822" y="66104"/>
                      </a:lnTo>
                      <a:lnTo>
                        <a:pt x="137350" y="66104"/>
                      </a:lnTo>
                      <a:lnTo>
                        <a:pt x="137350" y="198025"/>
                      </a:lnTo>
                      <a:lnTo>
                        <a:pt x="103822" y="198025"/>
                      </a:lnTo>
                      <a:lnTo>
                        <a:pt x="103822" y="178784"/>
                      </a:lnTo>
                      <a:cubicBezTo>
                        <a:pt x="99536" y="184976"/>
                        <a:pt x="93631" y="190119"/>
                        <a:pt x="86106" y="194119"/>
                      </a:cubicBezTo>
                      <a:cubicBezTo>
                        <a:pt x="78581" y="198215"/>
                        <a:pt x="69913" y="200215"/>
                        <a:pt x="60007" y="200215"/>
                      </a:cubicBezTo>
                      <a:cubicBezTo>
                        <a:pt x="48863" y="200215"/>
                        <a:pt x="38767" y="197358"/>
                        <a:pt x="29623" y="191643"/>
                      </a:cubicBezTo>
                      <a:cubicBezTo>
                        <a:pt x="20479" y="185928"/>
                        <a:pt x="13240" y="177832"/>
                        <a:pt x="8001" y="167450"/>
                      </a:cubicBezTo>
                      <a:cubicBezTo>
                        <a:pt x="2667" y="157067"/>
                        <a:pt x="0" y="145066"/>
                        <a:pt x="0" y="131636"/>
                      </a:cubicBezTo>
                      <a:cubicBezTo>
                        <a:pt x="0" y="118205"/>
                        <a:pt x="2667" y="106489"/>
                        <a:pt x="8001" y="96203"/>
                      </a:cubicBezTo>
                      <a:close/>
                      <a:moveTo>
                        <a:pt x="99155" y="111347"/>
                      </a:moveTo>
                      <a:cubicBezTo>
                        <a:pt x="96012" y="105537"/>
                        <a:pt x="91726" y="101060"/>
                        <a:pt x="86296" y="98012"/>
                      </a:cubicBezTo>
                      <a:cubicBezTo>
                        <a:pt x="80867" y="94964"/>
                        <a:pt x="75152" y="93345"/>
                        <a:pt x="68866" y="93345"/>
                      </a:cubicBezTo>
                      <a:cubicBezTo>
                        <a:pt x="62579" y="93345"/>
                        <a:pt x="56959" y="94869"/>
                        <a:pt x="51721" y="97917"/>
                      </a:cubicBezTo>
                      <a:cubicBezTo>
                        <a:pt x="46482" y="100965"/>
                        <a:pt x="42196" y="105346"/>
                        <a:pt x="38957" y="111157"/>
                      </a:cubicBezTo>
                      <a:cubicBezTo>
                        <a:pt x="35719" y="116967"/>
                        <a:pt x="34099" y="123825"/>
                        <a:pt x="34099" y="131731"/>
                      </a:cubicBezTo>
                      <a:cubicBezTo>
                        <a:pt x="34099" y="139636"/>
                        <a:pt x="35719" y="146590"/>
                        <a:pt x="38957" y="152590"/>
                      </a:cubicBezTo>
                      <a:cubicBezTo>
                        <a:pt x="42196" y="158496"/>
                        <a:pt x="46482" y="163163"/>
                        <a:pt x="51816" y="166307"/>
                      </a:cubicBezTo>
                      <a:cubicBezTo>
                        <a:pt x="57150" y="169450"/>
                        <a:pt x="62770" y="171069"/>
                        <a:pt x="68866" y="171069"/>
                      </a:cubicBezTo>
                      <a:cubicBezTo>
                        <a:pt x="74962" y="171069"/>
                        <a:pt x="80867" y="169545"/>
                        <a:pt x="86296" y="166402"/>
                      </a:cubicBezTo>
                      <a:cubicBezTo>
                        <a:pt x="91726" y="163259"/>
                        <a:pt x="96012" y="158877"/>
                        <a:pt x="99155" y="153067"/>
                      </a:cubicBezTo>
                      <a:cubicBezTo>
                        <a:pt x="102298" y="147257"/>
                        <a:pt x="103918" y="140303"/>
                        <a:pt x="103918" y="132207"/>
                      </a:cubicBezTo>
                      <a:cubicBezTo>
                        <a:pt x="103918" y="124111"/>
                        <a:pt x="102298" y="117158"/>
                        <a:pt x="99155" y="111347"/>
                      </a:cubicBezTo>
                      <a:close/>
                      <a:moveTo>
                        <a:pt x="93345" y="47339"/>
                      </a:moveTo>
                      <a:cubicBezTo>
                        <a:pt x="88011" y="52292"/>
                        <a:pt x="81439" y="54864"/>
                        <a:pt x="73438" y="54864"/>
                      </a:cubicBezTo>
                      <a:cubicBezTo>
                        <a:pt x="65437" y="54864"/>
                        <a:pt x="59055" y="52387"/>
                        <a:pt x="53721" y="47339"/>
                      </a:cubicBezTo>
                      <a:cubicBezTo>
                        <a:pt x="48292" y="42291"/>
                        <a:pt x="45625" y="35719"/>
                        <a:pt x="45625" y="27432"/>
                      </a:cubicBezTo>
                      <a:cubicBezTo>
                        <a:pt x="45625" y="19145"/>
                        <a:pt x="48292" y="12573"/>
                        <a:pt x="53721" y="7525"/>
                      </a:cubicBezTo>
                      <a:cubicBezTo>
                        <a:pt x="59150" y="2477"/>
                        <a:pt x="65722" y="0"/>
                        <a:pt x="73438" y="0"/>
                      </a:cubicBezTo>
                      <a:cubicBezTo>
                        <a:pt x="81153" y="0"/>
                        <a:pt x="88011" y="2477"/>
                        <a:pt x="93345" y="7525"/>
                      </a:cubicBezTo>
                      <a:cubicBezTo>
                        <a:pt x="98679" y="12573"/>
                        <a:pt x="101346" y="19145"/>
                        <a:pt x="101346" y="27432"/>
                      </a:cubicBezTo>
                      <a:cubicBezTo>
                        <a:pt x="101346" y="35719"/>
                        <a:pt x="98679" y="42291"/>
                        <a:pt x="93345" y="47339"/>
                      </a:cubicBezTo>
                      <a:close/>
                      <a:moveTo>
                        <a:pt x="81534" y="18764"/>
                      </a:moveTo>
                      <a:cubicBezTo>
                        <a:pt x="79343" y="16573"/>
                        <a:pt x="76581" y="15526"/>
                        <a:pt x="73438" y="15526"/>
                      </a:cubicBezTo>
                      <a:cubicBezTo>
                        <a:pt x="70294" y="15526"/>
                        <a:pt x="67532" y="16573"/>
                        <a:pt x="65341" y="18764"/>
                      </a:cubicBezTo>
                      <a:cubicBezTo>
                        <a:pt x="63151" y="20860"/>
                        <a:pt x="62008" y="23813"/>
                        <a:pt x="62008" y="27432"/>
                      </a:cubicBezTo>
                      <a:cubicBezTo>
                        <a:pt x="62008" y="30766"/>
                        <a:pt x="63151" y="33623"/>
                        <a:pt x="65341" y="35909"/>
                      </a:cubicBezTo>
                      <a:cubicBezTo>
                        <a:pt x="67532" y="38195"/>
                        <a:pt x="70294" y="39338"/>
                        <a:pt x="73438" y="39338"/>
                      </a:cubicBezTo>
                      <a:cubicBezTo>
                        <a:pt x="76581" y="39338"/>
                        <a:pt x="79343" y="38195"/>
                        <a:pt x="81534" y="35909"/>
                      </a:cubicBezTo>
                      <a:cubicBezTo>
                        <a:pt x="83725" y="33623"/>
                        <a:pt x="84868" y="30766"/>
                        <a:pt x="84868" y="27432"/>
                      </a:cubicBezTo>
                      <a:cubicBezTo>
                        <a:pt x="84868" y="23813"/>
                        <a:pt x="83725" y="20860"/>
                        <a:pt x="81534" y="18764"/>
                      </a:cubicBezTo>
                      <a:close/>
                    </a:path>
                  </a:pathLst>
                </a:custGeom>
                <a:solidFill>
                  <a:schemeClr val="accent5"/>
                </a:solidFill>
                <a:ln w="9525" cap="flat">
                  <a:noFill/>
                  <a:prstDash val="solid"/>
                  <a:miter/>
                </a:ln>
              </p:spPr>
              <p:txBody>
                <a:bodyPr rtlCol="0" anchor="ctr"/>
                <a:lstStyle/>
                <a:p>
                  <a:endParaRPr lang="fi-FI" sz="3200"/>
                </a:p>
              </p:txBody>
            </p:sp>
          </p:grpSp>
          <p:grpSp>
            <p:nvGrpSpPr>
              <p:cNvPr id="629" name="Ryhmä 628">
                <a:extLst>
                  <a:ext uri="{FF2B5EF4-FFF2-40B4-BE49-F238E27FC236}">
                    <a16:creationId xmlns:a16="http://schemas.microsoft.com/office/drawing/2014/main" id="{3745DDD3-99F6-AD71-A083-DE1D7BC8D0C7}"/>
                  </a:ext>
                  <a:ext uri="{C183D7F6-B498-43B3-948B-1728B52AA6E4}">
                    <adec:decorative xmlns:adec="http://schemas.microsoft.com/office/drawing/2017/decorative" val="1"/>
                  </a:ext>
                </a:extLst>
              </p:cNvPr>
              <p:cNvGrpSpPr/>
              <p:nvPr userDrawn="1"/>
            </p:nvGrpSpPr>
            <p:grpSpPr>
              <a:xfrm>
                <a:off x="6055975" y="3278754"/>
                <a:ext cx="386375" cy="270238"/>
                <a:chOff x="4253388" y="2279142"/>
                <a:chExt cx="643605" cy="450151"/>
              </a:xfrm>
              <a:solidFill>
                <a:schemeClr val="accent2"/>
              </a:solidFill>
            </p:grpSpPr>
            <p:sp>
              <p:nvSpPr>
                <p:cNvPr id="620" name="Vapaamuotoinen: Muoto 619">
                  <a:extLst>
                    <a:ext uri="{FF2B5EF4-FFF2-40B4-BE49-F238E27FC236}">
                      <a16:creationId xmlns:a16="http://schemas.microsoft.com/office/drawing/2014/main" id="{6965343F-4D1C-38C5-3C2F-A3C407BDDC67}"/>
                    </a:ext>
                  </a:extLst>
                </p:cNvPr>
                <p:cNvSpPr/>
                <p:nvPr/>
              </p:nvSpPr>
              <p:spPr>
                <a:xfrm>
                  <a:off x="4253388" y="2312288"/>
                  <a:ext cx="40766" cy="167163"/>
                </a:xfrm>
                <a:custGeom>
                  <a:avLst/>
                  <a:gdLst>
                    <a:gd name="connsiteX0" fmla="*/ 40767 w 40766"/>
                    <a:gd name="connsiteY0" fmla="*/ 0 h 167163"/>
                    <a:gd name="connsiteX1" fmla="*/ 40767 w 40766"/>
                    <a:gd name="connsiteY1" fmla="*/ 167164 h 167163"/>
                    <a:gd name="connsiteX2" fmla="*/ 0 w 40766"/>
                    <a:gd name="connsiteY2" fmla="*/ 167164 h 167163"/>
                    <a:gd name="connsiteX3" fmla="*/ 0 w 40766"/>
                    <a:gd name="connsiteY3" fmla="*/ 0 h 167163"/>
                    <a:gd name="connsiteX4" fmla="*/ 40767 w 40766"/>
                    <a:gd name="connsiteY4" fmla="*/ 0 h 1671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66" h="167163">
                      <a:moveTo>
                        <a:pt x="40767" y="0"/>
                      </a:moveTo>
                      <a:lnTo>
                        <a:pt x="40767" y="167164"/>
                      </a:lnTo>
                      <a:lnTo>
                        <a:pt x="0" y="167164"/>
                      </a:lnTo>
                      <a:lnTo>
                        <a:pt x="0" y="0"/>
                      </a:lnTo>
                      <a:lnTo>
                        <a:pt x="40767" y="0"/>
                      </a:lnTo>
                      <a:close/>
                    </a:path>
                  </a:pathLst>
                </a:custGeom>
                <a:solidFill>
                  <a:schemeClr val="accent5"/>
                </a:solidFill>
                <a:ln w="9525" cap="flat">
                  <a:noFill/>
                  <a:prstDash val="solid"/>
                  <a:miter/>
                </a:ln>
              </p:spPr>
              <p:txBody>
                <a:bodyPr rtlCol="0" anchor="ctr"/>
                <a:lstStyle/>
                <a:p>
                  <a:endParaRPr lang="fi-FI" sz="3200"/>
                </a:p>
              </p:txBody>
            </p:sp>
            <p:sp>
              <p:nvSpPr>
                <p:cNvPr id="621" name="Vapaamuotoinen: Muoto 620">
                  <a:extLst>
                    <a:ext uri="{FF2B5EF4-FFF2-40B4-BE49-F238E27FC236}">
                      <a16:creationId xmlns:a16="http://schemas.microsoft.com/office/drawing/2014/main" id="{A8D08A68-AE03-4246-0F3F-ECB2B68B1041}"/>
                    </a:ext>
                  </a:extLst>
                </p:cNvPr>
                <p:cNvSpPr/>
                <p:nvPr/>
              </p:nvSpPr>
              <p:spPr>
                <a:xfrm>
                  <a:off x="4323683" y="2345150"/>
                  <a:ext cx="132111" cy="134302"/>
                </a:xfrm>
                <a:custGeom>
                  <a:avLst/>
                  <a:gdLst>
                    <a:gd name="connsiteX0" fmla="*/ 118205 w 132111"/>
                    <a:gd name="connsiteY0" fmla="*/ 15145 h 134302"/>
                    <a:gd name="connsiteX1" fmla="*/ 132112 w 132111"/>
                    <a:gd name="connsiteY1" fmla="*/ 56674 h 134302"/>
                    <a:gd name="connsiteX2" fmla="*/ 132112 w 132111"/>
                    <a:gd name="connsiteY2" fmla="*/ 134303 h 134302"/>
                    <a:gd name="connsiteX3" fmla="*/ 91630 w 132111"/>
                    <a:gd name="connsiteY3" fmla="*/ 134303 h 134302"/>
                    <a:gd name="connsiteX4" fmla="*/ 91630 w 132111"/>
                    <a:gd name="connsiteY4" fmla="*/ 62198 h 134302"/>
                    <a:gd name="connsiteX5" fmla="*/ 84773 w 132111"/>
                    <a:gd name="connsiteY5" fmla="*/ 41434 h 134302"/>
                    <a:gd name="connsiteX6" fmla="*/ 66199 w 132111"/>
                    <a:gd name="connsiteY6" fmla="*/ 34100 h 134302"/>
                    <a:gd name="connsiteX7" fmla="*/ 47625 w 132111"/>
                    <a:gd name="connsiteY7" fmla="*/ 41434 h 134302"/>
                    <a:gd name="connsiteX8" fmla="*/ 40767 w 132111"/>
                    <a:gd name="connsiteY8" fmla="*/ 62198 h 134302"/>
                    <a:gd name="connsiteX9" fmla="*/ 40767 w 132111"/>
                    <a:gd name="connsiteY9" fmla="*/ 134303 h 134302"/>
                    <a:gd name="connsiteX10" fmla="*/ 0 w 132111"/>
                    <a:gd name="connsiteY10" fmla="*/ 134303 h 134302"/>
                    <a:gd name="connsiteX11" fmla="*/ 0 w 132111"/>
                    <a:gd name="connsiteY11" fmla="*/ 1429 h 134302"/>
                    <a:gd name="connsiteX12" fmla="*/ 40767 w 132111"/>
                    <a:gd name="connsiteY12" fmla="*/ 1429 h 134302"/>
                    <a:gd name="connsiteX13" fmla="*/ 40767 w 132111"/>
                    <a:gd name="connsiteY13" fmla="*/ 19050 h 134302"/>
                    <a:gd name="connsiteX14" fmla="*/ 57436 w 132111"/>
                    <a:gd name="connsiteY14" fmla="*/ 5143 h 134302"/>
                    <a:gd name="connsiteX15" fmla="*/ 80963 w 132111"/>
                    <a:gd name="connsiteY15" fmla="*/ 0 h 134302"/>
                    <a:gd name="connsiteX16" fmla="*/ 118205 w 132111"/>
                    <a:gd name="connsiteY16" fmla="*/ 15145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34302">
                      <a:moveTo>
                        <a:pt x="118205" y="15145"/>
                      </a:moveTo>
                      <a:cubicBezTo>
                        <a:pt x="127540" y="25241"/>
                        <a:pt x="132112" y="39053"/>
                        <a:pt x="132112" y="56674"/>
                      </a:cubicBezTo>
                      <a:lnTo>
                        <a:pt x="132112" y="134303"/>
                      </a:lnTo>
                      <a:lnTo>
                        <a:pt x="91630" y="134303"/>
                      </a:lnTo>
                      <a:lnTo>
                        <a:pt x="91630" y="62198"/>
                      </a:lnTo>
                      <a:cubicBezTo>
                        <a:pt x="91630" y="53340"/>
                        <a:pt x="89344" y="46387"/>
                        <a:pt x="84773" y="41434"/>
                      </a:cubicBezTo>
                      <a:cubicBezTo>
                        <a:pt x="80201" y="36481"/>
                        <a:pt x="74009" y="34100"/>
                        <a:pt x="66199" y="34100"/>
                      </a:cubicBezTo>
                      <a:cubicBezTo>
                        <a:pt x="58388" y="34100"/>
                        <a:pt x="52197" y="36576"/>
                        <a:pt x="47625" y="41434"/>
                      </a:cubicBezTo>
                      <a:cubicBezTo>
                        <a:pt x="43053" y="46387"/>
                        <a:pt x="40767" y="53245"/>
                        <a:pt x="40767" y="62198"/>
                      </a:cubicBezTo>
                      <a:lnTo>
                        <a:pt x="40767" y="134303"/>
                      </a:lnTo>
                      <a:lnTo>
                        <a:pt x="0" y="134303"/>
                      </a:lnTo>
                      <a:lnTo>
                        <a:pt x="0" y="1429"/>
                      </a:lnTo>
                      <a:lnTo>
                        <a:pt x="40767" y="1429"/>
                      </a:lnTo>
                      <a:lnTo>
                        <a:pt x="40767" y="19050"/>
                      </a:lnTo>
                      <a:cubicBezTo>
                        <a:pt x="44863" y="13145"/>
                        <a:pt x="50482" y="8572"/>
                        <a:pt x="57436" y="5143"/>
                      </a:cubicBezTo>
                      <a:cubicBezTo>
                        <a:pt x="64389" y="1714"/>
                        <a:pt x="72295" y="0"/>
                        <a:pt x="80963" y="0"/>
                      </a:cubicBezTo>
                      <a:cubicBezTo>
                        <a:pt x="96488" y="0"/>
                        <a:pt x="108966" y="5048"/>
                        <a:pt x="118205" y="15145"/>
                      </a:cubicBezTo>
                      <a:close/>
                    </a:path>
                  </a:pathLst>
                </a:custGeom>
                <a:solidFill>
                  <a:schemeClr val="accent5"/>
                </a:solidFill>
                <a:ln w="9525" cap="flat">
                  <a:noFill/>
                  <a:prstDash val="solid"/>
                  <a:miter/>
                </a:ln>
              </p:spPr>
              <p:txBody>
                <a:bodyPr rtlCol="0" anchor="ctr"/>
                <a:lstStyle/>
                <a:p>
                  <a:endParaRPr lang="fi-FI" sz="3200"/>
                </a:p>
              </p:txBody>
            </p:sp>
            <p:sp>
              <p:nvSpPr>
                <p:cNvPr id="622" name="Vapaamuotoinen: Muoto 621">
                  <a:extLst>
                    <a:ext uri="{FF2B5EF4-FFF2-40B4-BE49-F238E27FC236}">
                      <a16:creationId xmlns:a16="http://schemas.microsoft.com/office/drawing/2014/main" id="{CE7790EF-5CEE-8130-9399-119049F95645}"/>
                    </a:ext>
                  </a:extLst>
                </p:cNvPr>
                <p:cNvSpPr/>
                <p:nvPr/>
              </p:nvSpPr>
              <p:spPr>
                <a:xfrm>
                  <a:off x="4475988" y="2344578"/>
                  <a:ext cx="140207" cy="200310"/>
                </a:xfrm>
                <a:custGeom>
                  <a:avLst/>
                  <a:gdLst>
                    <a:gd name="connsiteX0" fmla="*/ 83249 w 140207"/>
                    <a:gd name="connsiteY0" fmla="*/ 5810 h 200310"/>
                    <a:gd name="connsiteX1" fmla="*/ 99536 w 140207"/>
                    <a:gd name="connsiteY1" fmla="*/ 20764 h 200310"/>
                    <a:gd name="connsiteX2" fmla="*/ 99536 w 140207"/>
                    <a:gd name="connsiteY2" fmla="*/ 2000 h 200310"/>
                    <a:gd name="connsiteX3" fmla="*/ 140208 w 140207"/>
                    <a:gd name="connsiteY3" fmla="*/ 2000 h 200310"/>
                    <a:gd name="connsiteX4" fmla="*/ 140208 w 140207"/>
                    <a:gd name="connsiteY4" fmla="*/ 134588 h 200310"/>
                    <a:gd name="connsiteX5" fmla="*/ 132969 w 140207"/>
                    <a:gd name="connsiteY5" fmla="*/ 167831 h 200310"/>
                    <a:gd name="connsiteX6" fmla="*/ 110776 w 140207"/>
                    <a:gd name="connsiteY6" fmla="*/ 191548 h 200310"/>
                    <a:gd name="connsiteX7" fmla="*/ 73724 w 140207"/>
                    <a:gd name="connsiteY7" fmla="*/ 200311 h 200310"/>
                    <a:gd name="connsiteX8" fmla="*/ 25813 w 140207"/>
                    <a:gd name="connsiteY8" fmla="*/ 186404 h 200310"/>
                    <a:gd name="connsiteX9" fmla="*/ 4858 w 140207"/>
                    <a:gd name="connsiteY9" fmla="*/ 148685 h 200310"/>
                    <a:gd name="connsiteX10" fmla="*/ 45148 w 140207"/>
                    <a:gd name="connsiteY10" fmla="*/ 148685 h 200310"/>
                    <a:gd name="connsiteX11" fmla="*/ 54197 w 140207"/>
                    <a:gd name="connsiteY11" fmla="*/ 160687 h 200310"/>
                    <a:gd name="connsiteX12" fmla="*/ 71818 w 140207"/>
                    <a:gd name="connsiteY12" fmla="*/ 165068 h 200310"/>
                    <a:gd name="connsiteX13" fmla="*/ 91916 w 140207"/>
                    <a:gd name="connsiteY13" fmla="*/ 157829 h 200310"/>
                    <a:gd name="connsiteX14" fmla="*/ 99441 w 140207"/>
                    <a:gd name="connsiteY14" fmla="*/ 134588 h 200310"/>
                    <a:gd name="connsiteX15" fmla="*/ 99441 w 140207"/>
                    <a:gd name="connsiteY15" fmla="*/ 115729 h 200310"/>
                    <a:gd name="connsiteX16" fmla="*/ 82963 w 140207"/>
                    <a:gd name="connsiteY16" fmla="*/ 130873 h 200310"/>
                    <a:gd name="connsiteX17" fmla="*/ 58483 w 140207"/>
                    <a:gd name="connsiteY17" fmla="*/ 136684 h 200310"/>
                    <a:gd name="connsiteX18" fmla="*/ 28766 w 140207"/>
                    <a:gd name="connsiteY18" fmla="*/ 128207 h 200310"/>
                    <a:gd name="connsiteX19" fmla="*/ 7715 w 140207"/>
                    <a:gd name="connsiteY19" fmla="*/ 104204 h 200310"/>
                    <a:gd name="connsiteX20" fmla="*/ 0 w 140207"/>
                    <a:gd name="connsiteY20" fmla="*/ 68104 h 200310"/>
                    <a:gd name="connsiteX21" fmla="*/ 7715 w 140207"/>
                    <a:gd name="connsiteY21" fmla="*/ 32194 h 200310"/>
                    <a:gd name="connsiteX22" fmla="*/ 28766 w 140207"/>
                    <a:gd name="connsiteY22" fmla="*/ 8382 h 200310"/>
                    <a:gd name="connsiteX23" fmla="*/ 58483 w 140207"/>
                    <a:gd name="connsiteY23" fmla="*/ 0 h 200310"/>
                    <a:gd name="connsiteX24" fmla="*/ 83153 w 140207"/>
                    <a:gd name="connsiteY24" fmla="*/ 5715 h 200310"/>
                    <a:gd name="connsiteX25" fmla="*/ 91154 w 140207"/>
                    <a:gd name="connsiteY25" fmla="*/ 44387 h 200310"/>
                    <a:gd name="connsiteX26" fmla="*/ 70580 w 140207"/>
                    <a:gd name="connsiteY26" fmla="*/ 35624 h 200310"/>
                    <a:gd name="connsiteX27" fmla="*/ 50006 w 140207"/>
                    <a:gd name="connsiteY27" fmla="*/ 44291 h 200310"/>
                    <a:gd name="connsiteX28" fmla="*/ 41529 w 140207"/>
                    <a:gd name="connsiteY28" fmla="*/ 68199 h 200310"/>
                    <a:gd name="connsiteX29" fmla="*/ 50006 w 140207"/>
                    <a:gd name="connsiteY29" fmla="*/ 92393 h 200310"/>
                    <a:gd name="connsiteX30" fmla="*/ 70580 w 140207"/>
                    <a:gd name="connsiteY30" fmla="*/ 101346 h 200310"/>
                    <a:gd name="connsiteX31" fmla="*/ 91154 w 140207"/>
                    <a:gd name="connsiteY31" fmla="*/ 92583 h 200310"/>
                    <a:gd name="connsiteX32" fmla="*/ 99632 w 140207"/>
                    <a:gd name="connsiteY32" fmla="*/ 68485 h 200310"/>
                    <a:gd name="connsiteX33" fmla="*/ 91154 w 140207"/>
                    <a:gd name="connsiteY33" fmla="*/ 44387 h 200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0207" h="200310">
                      <a:moveTo>
                        <a:pt x="83249" y="5810"/>
                      </a:moveTo>
                      <a:cubicBezTo>
                        <a:pt x="90297" y="9620"/>
                        <a:pt x="95726" y="14573"/>
                        <a:pt x="99536" y="20764"/>
                      </a:cubicBezTo>
                      <a:lnTo>
                        <a:pt x="99536" y="2000"/>
                      </a:lnTo>
                      <a:lnTo>
                        <a:pt x="140208" y="2000"/>
                      </a:lnTo>
                      <a:lnTo>
                        <a:pt x="140208" y="134588"/>
                      </a:lnTo>
                      <a:cubicBezTo>
                        <a:pt x="140208" y="146780"/>
                        <a:pt x="137827" y="157925"/>
                        <a:pt x="132969" y="167831"/>
                      </a:cubicBezTo>
                      <a:cubicBezTo>
                        <a:pt x="128111" y="177737"/>
                        <a:pt x="120777" y="185642"/>
                        <a:pt x="110776" y="191548"/>
                      </a:cubicBezTo>
                      <a:cubicBezTo>
                        <a:pt x="100870" y="197453"/>
                        <a:pt x="88487" y="200311"/>
                        <a:pt x="73724" y="200311"/>
                      </a:cubicBezTo>
                      <a:cubicBezTo>
                        <a:pt x="54007" y="200311"/>
                        <a:pt x="38100" y="195644"/>
                        <a:pt x="25813" y="186404"/>
                      </a:cubicBezTo>
                      <a:cubicBezTo>
                        <a:pt x="13526" y="177165"/>
                        <a:pt x="6572" y="164497"/>
                        <a:pt x="4858" y="148685"/>
                      </a:cubicBezTo>
                      <a:lnTo>
                        <a:pt x="45148" y="148685"/>
                      </a:lnTo>
                      <a:cubicBezTo>
                        <a:pt x="46387" y="153734"/>
                        <a:pt x="49435" y="157734"/>
                        <a:pt x="54197" y="160687"/>
                      </a:cubicBezTo>
                      <a:cubicBezTo>
                        <a:pt x="58960" y="163640"/>
                        <a:pt x="64865" y="165068"/>
                        <a:pt x="71818" y="165068"/>
                      </a:cubicBezTo>
                      <a:cubicBezTo>
                        <a:pt x="80201" y="165068"/>
                        <a:pt x="86963" y="162687"/>
                        <a:pt x="91916" y="157829"/>
                      </a:cubicBezTo>
                      <a:cubicBezTo>
                        <a:pt x="96964" y="152971"/>
                        <a:pt x="99441" y="145256"/>
                        <a:pt x="99441" y="134588"/>
                      </a:cubicBezTo>
                      <a:lnTo>
                        <a:pt x="99441" y="115729"/>
                      </a:lnTo>
                      <a:cubicBezTo>
                        <a:pt x="95440" y="121920"/>
                        <a:pt x="90011" y="126968"/>
                        <a:pt x="82963" y="130873"/>
                      </a:cubicBezTo>
                      <a:cubicBezTo>
                        <a:pt x="75914" y="134779"/>
                        <a:pt x="67818" y="136684"/>
                        <a:pt x="58483" y="136684"/>
                      </a:cubicBezTo>
                      <a:cubicBezTo>
                        <a:pt x="47530" y="136684"/>
                        <a:pt x="37624" y="133826"/>
                        <a:pt x="28766" y="128207"/>
                      </a:cubicBezTo>
                      <a:cubicBezTo>
                        <a:pt x="19907" y="122587"/>
                        <a:pt x="12859" y="114586"/>
                        <a:pt x="7715" y="104204"/>
                      </a:cubicBezTo>
                      <a:cubicBezTo>
                        <a:pt x="2572" y="93821"/>
                        <a:pt x="0" y="81820"/>
                        <a:pt x="0" y="68104"/>
                      </a:cubicBezTo>
                      <a:cubicBezTo>
                        <a:pt x="0" y="54388"/>
                        <a:pt x="2572" y="42481"/>
                        <a:pt x="7715" y="32194"/>
                      </a:cubicBezTo>
                      <a:cubicBezTo>
                        <a:pt x="12859" y="21907"/>
                        <a:pt x="19907" y="13906"/>
                        <a:pt x="28766" y="8382"/>
                      </a:cubicBezTo>
                      <a:cubicBezTo>
                        <a:pt x="37624" y="2857"/>
                        <a:pt x="47625" y="0"/>
                        <a:pt x="58483" y="0"/>
                      </a:cubicBezTo>
                      <a:cubicBezTo>
                        <a:pt x="67818" y="0"/>
                        <a:pt x="76105" y="1905"/>
                        <a:pt x="83153" y="5715"/>
                      </a:cubicBezTo>
                      <a:close/>
                      <a:moveTo>
                        <a:pt x="91154" y="44387"/>
                      </a:moveTo>
                      <a:cubicBezTo>
                        <a:pt x="85535" y="38481"/>
                        <a:pt x="78677" y="35624"/>
                        <a:pt x="70580" y="35624"/>
                      </a:cubicBezTo>
                      <a:cubicBezTo>
                        <a:pt x="62484" y="35624"/>
                        <a:pt x="55626" y="38481"/>
                        <a:pt x="50006" y="44291"/>
                      </a:cubicBezTo>
                      <a:cubicBezTo>
                        <a:pt x="44387" y="50101"/>
                        <a:pt x="41529" y="58103"/>
                        <a:pt x="41529" y="68199"/>
                      </a:cubicBezTo>
                      <a:cubicBezTo>
                        <a:pt x="41529" y="78296"/>
                        <a:pt x="44387" y="86392"/>
                        <a:pt x="50006" y="92393"/>
                      </a:cubicBezTo>
                      <a:cubicBezTo>
                        <a:pt x="55626" y="98298"/>
                        <a:pt x="62484" y="101346"/>
                        <a:pt x="70580" y="101346"/>
                      </a:cubicBezTo>
                      <a:cubicBezTo>
                        <a:pt x="78677" y="101346"/>
                        <a:pt x="85535" y="98393"/>
                        <a:pt x="91154" y="92583"/>
                      </a:cubicBezTo>
                      <a:cubicBezTo>
                        <a:pt x="96774" y="86678"/>
                        <a:pt x="99632" y="78677"/>
                        <a:pt x="99632" y="68485"/>
                      </a:cubicBezTo>
                      <a:cubicBezTo>
                        <a:pt x="99632" y="58293"/>
                        <a:pt x="96774" y="50292"/>
                        <a:pt x="91154" y="44387"/>
                      </a:cubicBezTo>
                      <a:close/>
                    </a:path>
                  </a:pathLst>
                </a:custGeom>
                <a:solidFill>
                  <a:schemeClr val="accent5"/>
                </a:solidFill>
                <a:ln w="9525" cap="flat">
                  <a:noFill/>
                  <a:prstDash val="solid"/>
                  <a:miter/>
                </a:ln>
              </p:spPr>
              <p:txBody>
                <a:bodyPr rtlCol="0" anchor="ctr"/>
                <a:lstStyle/>
                <a:p>
                  <a:endParaRPr lang="fi-FI" sz="3200"/>
                </a:p>
              </p:txBody>
            </p:sp>
            <p:sp>
              <p:nvSpPr>
                <p:cNvPr id="623" name="Vapaamuotoinen: Muoto 622">
                  <a:extLst>
                    <a:ext uri="{FF2B5EF4-FFF2-40B4-BE49-F238E27FC236}">
                      <a16:creationId xmlns:a16="http://schemas.microsoft.com/office/drawing/2014/main" id="{C51030FA-447B-1765-DDB5-F75BA535910F}"/>
                    </a:ext>
                  </a:extLst>
                </p:cNvPr>
                <p:cNvSpPr/>
                <p:nvPr/>
              </p:nvSpPr>
              <p:spPr>
                <a:xfrm>
                  <a:off x="4637627" y="2279142"/>
                  <a:ext cx="140208" cy="202311"/>
                </a:xfrm>
                <a:custGeom>
                  <a:avLst/>
                  <a:gdLst>
                    <a:gd name="connsiteX0" fmla="*/ 7810 w 140208"/>
                    <a:gd name="connsiteY0" fmla="*/ 97727 h 202311"/>
                    <a:gd name="connsiteX1" fmla="*/ 28861 w 140208"/>
                    <a:gd name="connsiteY1" fmla="*/ 73914 h 202311"/>
                    <a:gd name="connsiteX2" fmla="*/ 58579 w 140208"/>
                    <a:gd name="connsiteY2" fmla="*/ 65532 h 202311"/>
                    <a:gd name="connsiteX3" fmla="*/ 83249 w 140208"/>
                    <a:gd name="connsiteY3" fmla="*/ 71247 h 202311"/>
                    <a:gd name="connsiteX4" fmla="*/ 99536 w 140208"/>
                    <a:gd name="connsiteY4" fmla="*/ 86201 h 202311"/>
                    <a:gd name="connsiteX5" fmla="*/ 99536 w 140208"/>
                    <a:gd name="connsiteY5" fmla="*/ 67437 h 202311"/>
                    <a:gd name="connsiteX6" fmla="*/ 140208 w 140208"/>
                    <a:gd name="connsiteY6" fmla="*/ 67437 h 202311"/>
                    <a:gd name="connsiteX7" fmla="*/ 140208 w 140208"/>
                    <a:gd name="connsiteY7" fmla="*/ 200311 h 202311"/>
                    <a:gd name="connsiteX8" fmla="*/ 99536 w 140208"/>
                    <a:gd name="connsiteY8" fmla="*/ 200311 h 202311"/>
                    <a:gd name="connsiteX9" fmla="*/ 99536 w 140208"/>
                    <a:gd name="connsiteY9" fmla="*/ 181547 h 202311"/>
                    <a:gd name="connsiteX10" fmla="*/ 82963 w 140208"/>
                    <a:gd name="connsiteY10" fmla="*/ 196596 h 202311"/>
                    <a:gd name="connsiteX11" fmla="*/ 58293 w 140208"/>
                    <a:gd name="connsiteY11" fmla="*/ 202311 h 202311"/>
                    <a:gd name="connsiteX12" fmla="*/ 28766 w 140208"/>
                    <a:gd name="connsiteY12" fmla="*/ 193834 h 202311"/>
                    <a:gd name="connsiteX13" fmla="*/ 7715 w 140208"/>
                    <a:gd name="connsiteY13" fmla="*/ 169831 h 202311"/>
                    <a:gd name="connsiteX14" fmla="*/ 0 w 140208"/>
                    <a:gd name="connsiteY14" fmla="*/ 133731 h 202311"/>
                    <a:gd name="connsiteX15" fmla="*/ 7715 w 140208"/>
                    <a:gd name="connsiteY15" fmla="*/ 97822 h 202311"/>
                    <a:gd name="connsiteX16" fmla="*/ 91154 w 140208"/>
                    <a:gd name="connsiteY16" fmla="*/ 109823 h 202311"/>
                    <a:gd name="connsiteX17" fmla="*/ 70580 w 140208"/>
                    <a:gd name="connsiteY17" fmla="*/ 101060 h 202311"/>
                    <a:gd name="connsiteX18" fmla="*/ 50006 w 140208"/>
                    <a:gd name="connsiteY18" fmla="*/ 109728 h 202311"/>
                    <a:gd name="connsiteX19" fmla="*/ 41529 w 140208"/>
                    <a:gd name="connsiteY19" fmla="*/ 133636 h 202311"/>
                    <a:gd name="connsiteX20" fmla="*/ 50006 w 140208"/>
                    <a:gd name="connsiteY20" fmla="*/ 157829 h 202311"/>
                    <a:gd name="connsiteX21" fmla="*/ 70580 w 140208"/>
                    <a:gd name="connsiteY21" fmla="*/ 166783 h 202311"/>
                    <a:gd name="connsiteX22" fmla="*/ 91154 w 140208"/>
                    <a:gd name="connsiteY22" fmla="*/ 158020 h 202311"/>
                    <a:gd name="connsiteX23" fmla="*/ 99631 w 140208"/>
                    <a:gd name="connsiteY23" fmla="*/ 133922 h 202311"/>
                    <a:gd name="connsiteX24" fmla="*/ 91154 w 140208"/>
                    <a:gd name="connsiteY24" fmla="*/ 109823 h 202311"/>
                    <a:gd name="connsiteX25" fmla="*/ 95917 w 140208"/>
                    <a:gd name="connsiteY25" fmla="*/ 49816 h 202311"/>
                    <a:gd name="connsiteX26" fmla="*/ 75057 w 140208"/>
                    <a:gd name="connsiteY26" fmla="*/ 57626 h 202311"/>
                    <a:gd name="connsiteX27" fmla="*/ 54293 w 140208"/>
                    <a:gd name="connsiteY27" fmla="*/ 49816 h 202311"/>
                    <a:gd name="connsiteX28" fmla="*/ 45910 w 140208"/>
                    <a:gd name="connsiteY28" fmla="*/ 28861 h 202311"/>
                    <a:gd name="connsiteX29" fmla="*/ 54293 w 140208"/>
                    <a:gd name="connsiteY29" fmla="*/ 7906 h 202311"/>
                    <a:gd name="connsiteX30" fmla="*/ 75057 w 140208"/>
                    <a:gd name="connsiteY30" fmla="*/ 0 h 202311"/>
                    <a:gd name="connsiteX31" fmla="*/ 95917 w 140208"/>
                    <a:gd name="connsiteY31" fmla="*/ 7906 h 202311"/>
                    <a:gd name="connsiteX32" fmla="*/ 104394 w 140208"/>
                    <a:gd name="connsiteY32" fmla="*/ 28861 h 202311"/>
                    <a:gd name="connsiteX33" fmla="*/ 95917 w 140208"/>
                    <a:gd name="connsiteY33" fmla="*/ 49816 h 202311"/>
                    <a:gd name="connsiteX34" fmla="*/ 83249 w 140208"/>
                    <a:gd name="connsiteY34" fmla="*/ 20384 h 202311"/>
                    <a:gd name="connsiteX35" fmla="*/ 75057 w 140208"/>
                    <a:gd name="connsiteY35" fmla="*/ 17145 h 202311"/>
                    <a:gd name="connsiteX36" fmla="*/ 67056 w 140208"/>
                    <a:gd name="connsiteY36" fmla="*/ 20384 h 202311"/>
                    <a:gd name="connsiteX37" fmla="*/ 63818 w 140208"/>
                    <a:gd name="connsiteY37" fmla="*/ 28861 h 202311"/>
                    <a:gd name="connsiteX38" fmla="*/ 67056 w 140208"/>
                    <a:gd name="connsiteY38" fmla="*/ 37243 h 202311"/>
                    <a:gd name="connsiteX39" fmla="*/ 75057 w 140208"/>
                    <a:gd name="connsiteY39" fmla="*/ 40577 h 202311"/>
                    <a:gd name="connsiteX40" fmla="*/ 83249 w 140208"/>
                    <a:gd name="connsiteY40" fmla="*/ 37243 h 202311"/>
                    <a:gd name="connsiteX41" fmla="*/ 86487 w 140208"/>
                    <a:gd name="connsiteY41" fmla="*/ 28861 h 202311"/>
                    <a:gd name="connsiteX42" fmla="*/ 83249 w 140208"/>
                    <a:gd name="connsiteY42" fmla="*/ 20384 h 202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40208" h="202311">
                      <a:moveTo>
                        <a:pt x="7810" y="97727"/>
                      </a:moveTo>
                      <a:cubicBezTo>
                        <a:pt x="12954" y="87440"/>
                        <a:pt x="20003" y="79439"/>
                        <a:pt x="28861" y="73914"/>
                      </a:cubicBezTo>
                      <a:cubicBezTo>
                        <a:pt x="37719" y="68390"/>
                        <a:pt x="47720" y="65532"/>
                        <a:pt x="58579" y="65532"/>
                      </a:cubicBezTo>
                      <a:cubicBezTo>
                        <a:pt x="67913" y="65532"/>
                        <a:pt x="76200" y="67437"/>
                        <a:pt x="83249" y="71247"/>
                      </a:cubicBezTo>
                      <a:cubicBezTo>
                        <a:pt x="90297" y="75057"/>
                        <a:pt x="95726" y="80010"/>
                        <a:pt x="99536" y="86201"/>
                      </a:cubicBezTo>
                      <a:lnTo>
                        <a:pt x="99536" y="67437"/>
                      </a:lnTo>
                      <a:lnTo>
                        <a:pt x="140208" y="67437"/>
                      </a:lnTo>
                      <a:lnTo>
                        <a:pt x="140208" y="200311"/>
                      </a:lnTo>
                      <a:lnTo>
                        <a:pt x="99536" y="200311"/>
                      </a:lnTo>
                      <a:lnTo>
                        <a:pt x="99536" y="181547"/>
                      </a:lnTo>
                      <a:cubicBezTo>
                        <a:pt x="95536" y="187738"/>
                        <a:pt x="90011" y="192786"/>
                        <a:pt x="82963" y="196596"/>
                      </a:cubicBezTo>
                      <a:cubicBezTo>
                        <a:pt x="75914" y="200406"/>
                        <a:pt x="67723" y="202311"/>
                        <a:pt x="58293" y="202311"/>
                      </a:cubicBezTo>
                      <a:cubicBezTo>
                        <a:pt x="47530" y="202311"/>
                        <a:pt x="37624" y="199454"/>
                        <a:pt x="28766" y="193834"/>
                      </a:cubicBezTo>
                      <a:cubicBezTo>
                        <a:pt x="19907" y="188214"/>
                        <a:pt x="12859" y="180213"/>
                        <a:pt x="7715" y="169831"/>
                      </a:cubicBezTo>
                      <a:cubicBezTo>
                        <a:pt x="2572" y="159449"/>
                        <a:pt x="0" y="147447"/>
                        <a:pt x="0" y="133731"/>
                      </a:cubicBezTo>
                      <a:cubicBezTo>
                        <a:pt x="0" y="120015"/>
                        <a:pt x="2572" y="108109"/>
                        <a:pt x="7715" y="97822"/>
                      </a:cubicBezTo>
                      <a:close/>
                      <a:moveTo>
                        <a:pt x="91154" y="109823"/>
                      </a:moveTo>
                      <a:cubicBezTo>
                        <a:pt x="85534" y="103918"/>
                        <a:pt x="78677" y="101060"/>
                        <a:pt x="70580" y="101060"/>
                      </a:cubicBezTo>
                      <a:cubicBezTo>
                        <a:pt x="62484" y="101060"/>
                        <a:pt x="55626" y="103918"/>
                        <a:pt x="50006" y="109728"/>
                      </a:cubicBezTo>
                      <a:cubicBezTo>
                        <a:pt x="44387" y="115538"/>
                        <a:pt x="41529" y="123539"/>
                        <a:pt x="41529" y="133636"/>
                      </a:cubicBezTo>
                      <a:cubicBezTo>
                        <a:pt x="41529" y="143732"/>
                        <a:pt x="44387" y="151829"/>
                        <a:pt x="50006" y="157829"/>
                      </a:cubicBezTo>
                      <a:cubicBezTo>
                        <a:pt x="55626" y="163735"/>
                        <a:pt x="62484" y="166783"/>
                        <a:pt x="70580" y="166783"/>
                      </a:cubicBezTo>
                      <a:cubicBezTo>
                        <a:pt x="78677" y="166783"/>
                        <a:pt x="85534" y="163830"/>
                        <a:pt x="91154" y="158020"/>
                      </a:cubicBezTo>
                      <a:cubicBezTo>
                        <a:pt x="96774" y="152114"/>
                        <a:pt x="99631" y="144113"/>
                        <a:pt x="99631" y="133922"/>
                      </a:cubicBezTo>
                      <a:cubicBezTo>
                        <a:pt x="99631" y="123730"/>
                        <a:pt x="96774" y="115729"/>
                        <a:pt x="91154" y="109823"/>
                      </a:cubicBezTo>
                      <a:close/>
                      <a:moveTo>
                        <a:pt x="95917" y="49816"/>
                      </a:moveTo>
                      <a:cubicBezTo>
                        <a:pt x="90297" y="55055"/>
                        <a:pt x="83344" y="57626"/>
                        <a:pt x="75057" y="57626"/>
                      </a:cubicBezTo>
                      <a:cubicBezTo>
                        <a:pt x="66770" y="57626"/>
                        <a:pt x="59912" y="54959"/>
                        <a:pt x="54293" y="49816"/>
                      </a:cubicBezTo>
                      <a:cubicBezTo>
                        <a:pt x="48768" y="44577"/>
                        <a:pt x="45910" y="37624"/>
                        <a:pt x="45910" y="28861"/>
                      </a:cubicBezTo>
                      <a:cubicBezTo>
                        <a:pt x="45910" y="20098"/>
                        <a:pt x="48673" y="13145"/>
                        <a:pt x="54293" y="7906"/>
                      </a:cubicBezTo>
                      <a:cubicBezTo>
                        <a:pt x="59817" y="2667"/>
                        <a:pt x="66770" y="0"/>
                        <a:pt x="75057" y="0"/>
                      </a:cubicBezTo>
                      <a:cubicBezTo>
                        <a:pt x="83344" y="0"/>
                        <a:pt x="90297" y="2572"/>
                        <a:pt x="95917" y="7906"/>
                      </a:cubicBezTo>
                      <a:cubicBezTo>
                        <a:pt x="101537" y="13145"/>
                        <a:pt x="104394" y="20098"/>
                        <a:pt x="104394" y="28861"/>
                      </a:cubicBezTo>
                      <a:cubicBezTo>
                        <a:pt x="104394" y="37624"/>
                        <a:pt x="101537" y="44577"/>
                        <a:pt x="95917" y="49816"/>
                      </a:cubicBezTo>
                      <a:close/>
                      <a:moveTo>
                        <a:pt x="83249" y="20384"/>
                      </a:moveTo>
                      <a:cubicBezTo>
                        <a:pt x="81058" y="18288"/>
                        <a:pt x="78391" y="17145"/>
                        <a:pt x="75057" y="17145"/>
                      </a:cubicBezTo>
                      <a:cubicBezTo>
                        <a:pt x="71723" y="17145"/>
                        <a:pt x="69247" y="18193"/>
                        <a:pt x="67056" y="20384"/>
                      </a:cubicBezTo>
                      <a:cubicBezTo>
                        <a:pt x="64960" y="22479"/>
                        <a:pt x="63818" y="25337"/>
                        <a:pt x="63818" y="28861"/>
                      </a:cubicBezTo>
                      <a:cubicBezTo>
                        <a:pt x="63818" y="32385"/>
                        <a:pt x="64865" y="34957"/>
                        <a:pt x="67056" y="37243"/>
                      </a:cubicBezTo>
                      <a:cubicBezTo>
                        <a:pt x="69247" y="39434"/>
                        <a:pt x="71819" y="40577"/>
                        <a:pt x="75057" y="40577"/>
                      </a:cubicBezTo>
                      <a:cubicBezTo>
                        <a:pt x="78296" y="40577"/>
                        <a:pt x="81153" y="39434"/>
                        <a:pt x="83249" y="37243"/>
                      </a:cubicBezTo>
                      <a:cubicBezTo>
                        <a:pt x="85439" y="35052"/>
                        <a:pt x="86487" y="32290"/>
                        <a:pt x="86487" y="28861"/>
                      </a:cubicBezTo>
                      <a:cubicBezTo>
                        <a:pt x="86487" y="25432"/>
                        <a:pt x="85439" y="22574"/>
                        <a:pt x="83249" y="20384"/>
                      </a:cubicBezTo>
                      <a:close/>
                    </a:path>
                  </a:pathLst>
                </a:custGeom>
                <a:solidFill>
                  <a:schemeClr val="accent5"/>
                </a:solidFill>
                <a:ln w="9525" cap="flat">
                  <a:noFill/>
                  <a:prstDash val="solid"/>
                  <a:miter/>
                </a:ln>
              </p:spPr>
              <p:txBody>
                <a:bodyPr rtlCol="0" anchor="ctr"/>
                <a:lstStyle/>
                <a:p>
                  <a:endParaRPr lang="fi-FI" sz="3200"/>
                </a:p>
              </p:txBody>
            </p:sp>
            <p:sp>
              <p:nvSpPr>
                <p:cNvPr id="624" name="Vapaamuotoinen: Muoto 623">
                  <a:extLst>
                    <a:ext uri="{FF2B5EF4-FFF2-40B4-BE49-F238E27FC236}">
                      <a16:creationId xmlns:a16="http://schemas.microsoft.com/office/drawing/2014/main" id="{5D71B556-E465-171F-1E2D-67DE1A09DCC5}"/>
                    </a:ext>
                  </a:extLst>
                </p:cNvPr>
                <p:cNvSpPr/>
                <p:nvPr/>
              </p:nvSpPr>
              <p:spPr>
                <a:xfrm>
                  <a:off x="4255103" y="2560891"/>
                  <a:ext cx="33337" cy="166211"/>
                </a:xfrm>
                <a:custGeom>
                  <a:avLst/>
                  <a:gdLst>
                    <a:gd name="connsiteX0" fmla="*/ 33338 w 33337"/>
                    <a:gd name="connsiteY0" fmla="*/ 0 h 166211"/>
                    <a:gd name="connsiteX1" fmla="*/ 33338 w 33337"/>
                    <a:gd name="connsiteY1" fmla="*/ 166211 h 166211"/>
                    <a:gd name="connsiteX2" fmla="*/ 0 w 33337"/>
                    <a:gd name="connsiteY2" fmla="*/ 166211 h 166211"/>
                    <a:gd name="connsiteX3" fmla="*/ 0 w 33337"/>
                    <a:gd name="connsiteY3" fmla="*/ 0 h 166211"/>
                    <a:gd name="connsiteX4" fmla="*/ 33338 w 33337"/>
                    <a:gd name="connsiteY4" fmla="*/ 0 h 1662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37" h="166211">
                      <a:moveTo>
                        <a:pt x="33338" y="0"/>
                      </a:moveTo>
                      <a:lnTo>
                        <a:pt x="33338" y="166211"/>
                      </a:lnTo>
                      <a:lnTo>
                        <a:pt x="0" y="166211"/>
                      </a:lnTo>
                      <a:lnTo>
                        <a:pt x="0" y="0"/>
                      </a:lnTo>
                      <a:lnTo>
                        <a:pt x="33338" y="0"/>
                      </a:lnTo>
                      <a:close/>
                    </a:path>
                  </a:pathLst>
                </a:custGeom>
                <a:solidFill>
                  <a:schemeClr val="accent5"/>
                </a:solidFill>
                <a:ln w="9525" cap="flat">
                  <a:noFill/>
                  <a:prstDash val="solid"/>
                  <a:miter/>
                </a:ln>
              </p:spPr>
              <p:txBody>
                <a:bodyPr rtlCol="0" anchor="ctr"/>
                <a:lstStyle/>
                <a:p>
                  <a:endParaRPr lang="fi-FI" sz="3200"/>
                </a:p>
              </p:txBody>
            </p:sp>
            <p:sp>
              <p:nvSpPr>
                <p:cNvPr id="625" name="Vapaamuotoinen: Muoto 624">
                  <a:extLst>
                    <a:ext uri="{FF2B5EF4-FFF2-40B4-BE49-F238E27FC236}">
                      <a16:creationId xmlns:a16="http://schemas.microsoft.com/office/drawing/2014/main" id="{92D41075-A966-12AC-3BCE-853F20B2AC45}"/>
                    </a:ext>
                  </a:extLst>
                </p:cNvPr>
                <p:cNvSpPr/>
                <p:nvPr/>
              </p:nvSpPr>
              <p:spPr>
                <a:xfrm>
                  <a:off x="4321206" y="2593276"/>
                  <a:ext cx="125730" cy="133826"/>
                </a:xfrm>
                <a:custGeom>
                  <a:avLst/>
                  <a:gdLst>
                    <a:gd name="connsiteX0" fmla="*/ 111252 w 125730"/>
                    <a:gd name="connsiteY0" fmla="*/ 14954 h 133826"/>
                    <a:gd name="connsiteX1" fmla="*/ 125730 w 125730"/>
                    <a:gd name="connsiteY1" fmla="*/ 56483 h 133826"/>
                    <a:gd name="connsiteX2" fmla="*/ 125730 w 125730"/>
                    <a:gd name="connsiteY2" fmla="*/ 133826 h 133826"/>
                    <a:gd name="connsiteX3" fmla="*/ 92393 w 125730"/>
                    <a:gd name="connsiteY3" fmla="*/ 133826 h 133826"/>
                    <a:gd name="connsiteX4" fmla="*/ 92393 w 125730"/>
                    <a:gd name="connsiteY4" fmla="*/ 60960 h 133826"/>
                    <a:gd name="connsiteX5" fmla="*/ 84582 w 125730"/>
                    <a:gd name="connsiteY5" fmla="*/ 36767 h 133826"/>
                    <a:gd name="connsiteX6" fmla="*/ 63151 w 125730"/>
                    <a:gd name="connsiteY6" fmla="*/ 28289 h 133826"/>
                    <a:gd name="connsiteX7" fmla="*/ 41339 w 125730"/>
                    <a:gd name="connsiteY7" fmla="*/ 36767 h 133826"/>
                    <a:gd name="connsiteX8" fmla="*/ 33338 w 125730"/>
                    <a:gd name="connsiteY8" fmla="*/ 60960 h 133826"/>
                    <a:gd name="connsiteX9" fmla="*/ 33338 w 125730"/>
                    <a:gd name="connsiteY9" fmla="*/ 133826 h 133826"/>
                    <a:gd name="connsiteX10" fmla="*/ 0 w 125730"/>
                    <a:gd name="connsiteY10" fmla="*/ 133826 h 133826"/>
                    <a:gd name="connsiteX11" fmla="*/ 0 w 125730"/>
                    <a:gd name="connsiteY11" fmla="*/ 1905 h 133826"/>
                    <a:gd name="connsiteX12" fmla="*/ 33338 w 125730"/>
                    <a:gd name="connsiteY12" fmla="*/ 1905 h 133826"/>
                    <a:gd name="connsiteX13" fmla="*/ 33338 w 125730"/>
                    <a:gd name="connsiteY13" fmla="*/ 18288 h 133826"/>
                    <a:gd name="connsiteX14" fmla="*/ 50387 w 125730"/>
                    <a:gd name="connsiteY14" fmla="*/ 4858 h 133826"/>
                    <a:gd name="connsiteX15" fmla="*/ 73152 w 125730"/>
                    <a:gd name="connsiteY15" fmla="*/ 0 h 133826"/>
                    <a:gd name="connsiteX16" fmla="*/ 111252 w 125730"/>
                    <a:gd name="connsiteY16" fmla="*/ 14859 h 133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5730" h="133826">
                      <a:moveTo>
                        <a:pt x="111252" y="14954"/>
                      </a:moveTo>
                      <a:cubicBezTo>
                        <a:pt x="120968" y="24860"/>
                        <a:pt x="125730" y="38767"/>
                        <a:pt x="125730" y="56483"/>
                      </a:cubicBezTo>
                      <a:lnTo>
                        <a:pt x="125730" y="133826"/>
                      </a:lnTo>
                      <a:lnTo>
                        <a:pt x="92393" y="133826"/>
                      </a:lnTo>
                      <a:lnTo>
                        <a:pt x="92393" y="60960"/>
                      </a:lnTo>
                      <a:cubicBezTo>
                        <a:pt x="92393" y="50483"/>
                        <a:pt x="89821" y="42386"/>
                        <a:pt x="84582" y="36767"/>
                      </a:cubicBezTo>
                      <a:cubicBezTo>
                        <a:pt x="79343" y="31147"/>
                        <a:pt x="72200" y="28289"/>
                        <a:pt x="63151" y="28289"/>
                      </a:cubicBezTo>
                      <a:cubicBezTo>
                        <a:pt x="54102" y="28289"/>
                        <a:pt x="46672" y="31147"/>
                        <a:pt x="41339" y="36767"/>
                      </a:cubicBezTo>
                      <a:cubicBezTo>
                        <a:pt x="36004" y="42386"/>
                        <a:pt x="33338" y="50483"/>
                        <a:pt x="33338" y="60960"/>
                      </a:cubicBezTo>
                      <a:lnTo>
                        <a:pt x="33338" y="133826"/>
                      </a:lnTo>
                      <a:lnTo>
                        <a:pt x="0" y="133826"/>
                      </a:lnTo>
                      <a:lnTo>
                        <a:pt x="0" y="1905"/>
                      </a:lnTo>
                      <a:lnTo>
                        <a:pt x="33338" y="1905"/>
                      </a:lnTo>
                      <a:lnTo>
                        <a:pt x="33338" y="18288"/>
                      </a:lnTo>
                      <a:cubicBezTo>
                        <a:pt x="37814" y="12573"/>
                        <a:pt x="43434" y="8096"/>
                        <a:pt x="50387" y="4858"/>
                      </a:cubicBezTo>
                      <a:cubicBezTo>
                        <a:pt x="57245" y="1619"/>
                        <a:pt x="64865" y="0"/>
                        <a:pt x="73152" y="0"/>
                      </a:cubicBezTo>
                      <a:cubicBezTo>
                        <a:pt x="88868" y="0"/>
                        <a:pt x="101537" y="4953"/>
                        <a:pt x="111252" y="14859"/>
                      </a:cubicBezTo>
                      <a:close/>
                    </a:path>
                  </a:pathLst>
                </a:custGeom>
                <a:solidFill>
                  <a:schemeClr val="accent5"/>
                </a:solidFill>
                <a:ln w="9525" cap="flat">
                  <a:noFill/>
                  <a:prstDash val="solid"/>
                  <a:miter/>
                </a:ln>
              </p:spPr>
              <p:txBody>
                <a:bodyPr rtlCol="0" anchor="ctr"/>
                <a:lstStyle/>
                <a:p>
                  <a:endParaRPr lang="fi-FI" sz="3200"/>
                </a:p>
              </p:txBody>
            </p:sp>
            <p:sp>
              <p:nvSpPr>
                <p:cNvPr id="626" name="Vapaamuotoinen: Muoto 625">
                  <a:extLst>
                    <a:ext uri="{FF2B5EF4-FFF2-40B4-BE49-F238E27FC236}">
                      <a16:creationId xmlns:a16="http://schemas.microsoft.com/office/drawing/2014/main" id="{BBBC53FE-0237-5278-04FB-AD74D47C6170}"/>
                    </a:ext>
                  </a:extLst>
                </p:cNvPr>
                <p:cNvSpPr/>
                <p:nvPr/>
              </p:nvSpPr>
              <p:spPr>
                <a:xfrm>
                  <a:off x="4478655" y="2550890"/>
                  <a:ext cx="121443" cy="176212"/>
                </a:xfrm>
                <a:custGeom>
                  <a:avLst/>
                  <a:gdLst>
                    <a:gd name="connsiteX0" fmla="*/ 78105 w 121443"/>
                    <a:gd name="connsiteY0" fmla="*/ 176213 h 176212"/>
                    <a:gd name="connsiteX1" fmla="*/ 33338 w 121443"/>
                    <a:gd name="connsiteY1" fmla="*/ 120015 h 176212"/>
                    <a:gd name="connsiteX2" fmla="*/ 33338 w 121443"/>
                    <a:gd name="connsiteY2" fmla="*/ 176213 h 176212"/>
                    <a:gd name="connsiteX3" fmla="*/ 0 w 121443"/>
                    <a:gd name="connsiteY3" fmla="*/ 176213 h 176212"/>
                    <a:gd name="connsiteX4" fmla="*/ 0 w 121443"/>
                    <a:gd name="connsiteY4" fmla="*/ 0 h 176212"/>
                    <a:gd name="connsiteX5" fmla="*/ 33338 w 121443"/>
                    <a:gd name="connsiteY5" fmla="*/ 0 h 176212"/>
                    <a:gd name="connsiteX6" fmla="*/ 33338 w 121443"/>
                    <a:gd name="connsiteY6" fmla="*/ 100298 h 176212"/>
                    <a:gd name="connsiteX7" fmla="*/ 77629 w 121443"/>
                    <a:gd name="connsiteY7" fmla="*/ 44291 h 176212"/>
                    <a:gd name="connsiteX8" fmla="*/ 120968 w 121443"/>
                    <a:gd name="connsiteY8" fmla="*/ 44291 h 176212"/>
                    <a:gd name="connsiteX9" fmla="*/ 62865 w 121443"/>
                    <a:gd name="connsiteY9" fmla="*/ 110490 h 176212"/>
                    <a:gd name="connsiteX10" fmla="*/ 121444 w 121443"/>
                    <a:gd name="connsiteY10" fmla="*/ 176213 h 176212"/>
                    <a:gd name="connsiteX11" fmla="*/ 78105 w 121443"/>
                    <a:gd name="connsiteY11" fmla="*/ 176213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443" h="176212">
                      <a:moveTo>
                        <a:pt x="78105" y="176213"/>
                      </a:moveTo>
                      <a:lnTo>
                        <a:pt x="33338" y="120015"/>
                      </a:lnTo>
                      <a:lnTo>
                        <a:pt x="33338" y="176213"/>
                      </a:lnTo>
                      <a:lnTo>
                        <a:pt x="0" y="176213"/>
                      </a:lnTo>
                      <a:lnTo>
                        <a:pt x="0" y="0"/>
                      </a:lnTo>
                      <a:lnTo>
                        <a:pt x="33338" y="0"/>
                      </a:lnTo>
                      <a:lnTo>
                        <a:pt x="33338" y="100298"/>
                      </a:lnTo>
                      <a:lnTo>
                        <a:pt x="77629" y="44291"/>
                      </a:lnTo>
                      <a:lnTo>
                        <a:pt x="120968" y="44291"/>
                      </a:lnTo>
                      <a:lnTo>
                        <a:pt x="62865" y="110490"/>
                      </a:lnTo>
                      <a:lnTo>
                        <a:pt x="121444" y="176213"/>
                      </a:lnTo>
                      <a:lnTo>
                        <a:pt x="78105" y="176213"/>
                      </a:lnTo>
                      <a:close/>
                    </a:path>
                  </a:pathLst>
                </a:custGeom>
                <a:solidFill>
                  <a:schemeClr val="accent5"/>
                </a:solidFill>
                <a:ln w="9525" cap="flat">
                  <a:noFill/>
                  <a:prstDash val="solid"/>
                  <a:miter/>
                </a:ln>
              </p:spPr>
              <p:txBody>
                <a:bodyPr rtlCol="0" anchor="ctr"/>
                <a:lstStyle/>
                <a:p>
                  <a:endParaRPr lang="fi-FI" sz="3200"/>
                </a:p>
              </p:txBody>
            </p:sp>
            <p:sp>
              <p:nvSpPr>
                <p:cNvPr id="627" name="Vapaamuotoinen: Muoto 626">
                  <a:extLst>
                    <a:ext uri="{FF2B5EF4-FFF2-40B4-BE49-F238E27FC236}">
                      <a16:creationId xmlns:a16="http://schemas.microsoft.com/office/drawing/2014/main" id="{028B14F1-EB63-2FC3-2F73-1AB75D2E09E5}"/>
                    </a:ext>
                  </a:extLst>
                </p:cNvPr>
                <p:cNvSpPr/>
                <p:nvPr/>
              </p:nvSpPr>
              <p:spPr>
                <a:xfrm>
                  <a:off x="4609433" y="2593086"/>
                  <a:ext cx="135635" cy="136207"/>
                </a:xfrm>
                <a:custGeom>
                  <a:avLst/>
                  <a:gdLst>
                    <a:gd name="connsiteX0" fmla="*/ 32575 w 135635"/>
                    <a:gd name="connsiteY0" fmla="*/ 127730 h 136207"/>
                    <a:gd name="connsiteX1" fmla="*/ 8668 w 135635"/>
                    <a:gd name="connsiteY1" fmla="*/ 103822 h 136207"/>
                    <a:gd name="connsiteX2" fmla="*/ 0 w 135635"/>
                    <a:gd name="connsiteY2" fmla="*/ 68104 h 136207"/>
                    <a:gd name="connsiteX3" fmla="*/ 8953 w 135635"/>
                    <a:gd name="connsiteY3" fmla="*/ 32385 h 136207"/>
                    <a:gd name="connsiteX4" fmla="*/ 33338 w 135635"/>
                    <a:gd name="connsiteY4" fmla="*/ 8477 h 136207"/>
                    <a:gd name="connsiteX5" fmla="*/ 67818 w 135635"/>
                    <a:gd name="connsiteY5" fmla="*/ 0 h 136207"/>
                    <a:gd name="connsiteX6" fmla="*/ 102298 w 135635"/>
                    <a:gd name="connsiteY6" fmla="*/ 8477 h 136207"/>
                    <a:gd name="connsiteX7" fmla="*/ 126682 w 135635"/>
                    <a:gd name="connsiteY7" fmla="*/ 32385 h 136207"/>
                    <a:gd name="connsiteX8" fmla="*/ 135636 w 135635"/>
                    <a:gd name="connsiteY8" fmla="*/ 68104 h 136207"/>
                    <a:gd name="connsiteX9" fmla="*/ 126492 w 135635"/>
                    <a:gd name="connsiteY9" fmla="*/ 103822 h 136207"/>
                    <a:gd name="connsiteX10" fmla="*/ 101727 w 135635"/>
                    <a:gd name="connsiteY10" fmla="*/ 127730 h 136207"/>
                    <a:gd name="connsiteX11" fmla="*/ 66866 w 135635"/>
                    <a:gd name="connsiteY11" fmla="*/ 136208 h 136207"/>
                    <a:gd name="connsiteX12" fmla="*/ 32575 w 135635"/>
                    <a:gd name="connsiteY12" fmla="*/ 127730 h 136207"/>
                    <a:gd name="connsiteX13" fmla="*/ 83915 w 135635"/>
                    <a:gd name="connsiteY13" fmla="*/ 102775 h 136207"/>
                    <a:gd name="connsiteX14" fmla="*/ 96679 w 135635"/>
                    <a:gd name="connsiteY14" fmla="*/ 89535 h 136207"/>
                    <a:gd name="connsiteX15" fmla="*/ 101441 w 135635"/>
                    <a:gd name="connsiteY15" fmla="*/ 68104 h 136207"/>
                    <a:gd name="connsiteX16" fmla="*/ 91535 w 135635"/>
                    <a:gd name="connsiteY16" fmla="*/ 39148 h 136207"/>
                    <a:gd name="connsiteX17" fmla="*/ 67342 w 135635"/>
                    <a:gd name="connsiteY17" fmla="*/ 29051 h 136207"/>
                    <a:gd name="connsiteX18" fmla="*/ 43434 w 135635"/>
                    <a:gd name="connsiteY18" fmla="*/ 39148 h 136207"/>
                    <a:gd name="connsiteX19" fmla="*/ 33814 w 135635"/>
                    <a:gd name="connsiteY19" fmla="*/ 68104 h 136207"/>
                    <a:gd name="connsiteX20" fmla="*/ 43244 w 135635"/>
                    <a:gd name="connsiteY20" fmla="*/ 97060 h 136207"/>
                    <a:gd name="connsiteX21" fmla="*/ 66961 w 135635"/>
                    <a:gd name="connsiteY21" fmla="*/ 107156 h 136207"/>
                    <a:gd name="connsiteX22" fmla="*/ 84011 w 135635"/>
                    <a:gd name="connsiteY22" fmla="*/ 102775 h 1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5635" h="136207">
                      <a:moveTo>
                        <a:pt x="32575" y="127730"/>
                      </a:moveTo>
                      <a:cubicBezTo>
                        <a:pt x="22384" y="122111"/>
                        <a:pt x="14478" y="114109"/>
                        <a:pt x="8668" y="103822"/>
                      </a:cubicBezTo>
                      <a:cubicBezTo>
                        <a:pt x="2857" y="93536"/>
                        <a:pt x="0" y="81629"/>
                        <a:pt x="0" y="68104"/>
                      </a:cubicBezTo>
                      <a:cubicBezTo>
                        <a:pt x="0" y="54578"/>
                        <a:pt x="2953" y="42672"/>
                        <a:pt x="8953" y="32385"/>
                      </a:cubicBezTo>
                      <a:cubicBezTo>
                        <a:pt x="14859" y="22098"/>
                        <a:pt x="23050" y="14097"/>
                        <a:pt x="33338" y="8477"/>
                      </a:cubicBezTo>
                      <a:cubicBezTo>
                        <a:pt x="43624" y="2857"/>
                        <a:pt x="55150" y="0"/>
                        <a:pt x="67818" y="0"/>
                      </a:cubicBezTo>
                      <a:cubicBezTo>
                        <a:pt x="80486" y="0"/>
                        <a:pt x="92012" y="2857"/>
                        <a:pt x="102298" y="8477"/>
                      </a:cubicBezTo>
                      <a:cubicBezTo>
                        <a:pt x="112586" y="14097"/>
                        <a:pt x="120777" y="22098"/>
                        <a:pt x="126682" y="32385"/>
                      </a:cubicBezTo>
                      <a:cubicBezTo>
                        <a:pt x="132588" y="42672"/>
                        <a:pt x="135636" y="54578"/>
                        <a:pt x="135636" y="68104"/>
                      </a:cubicBezTo>
                      <a:cubicBezTo>
                        <a:pt x="135636" y="81629"/>
                        <a:pt x="132588" y="93536"/>
                        <a:pt x="126492" y="103822"/>
                      </a:cubicBezTo>
                      <a:cubicBezTo>
                        <a:pt x="120396" y="114109"/>
                        <a:pt x="112109" y="122111"/>
                        <a:pt x="101727" y="127730"/>
                      </a:cubicBezTo>
                      <a:cubicBezTo>
                        <a:pt x="91345" y="133350"/>
                        <a:pt x="79724" y="136208"/>
                        <a:pt x="66866" y="136208"/>
                      </a:cubicBezTo>
                      <a:cubicBezTo>
                        <a:pt x="54007" y="136208"/>
                        <a:pt x="42767" y="133350"/>
                        <a:pt x="32575" y="127730"/>
                      </a:cubicBezTo>
                      <a:close/>
                      <a:moveTo>
                        <a:pt x="83915" y="102775"/>
                      </a:moveTo>
                      <a:cubicBezTo>
                        <a:pt x="89249" y="99822"/>
                        <a:pt x="93440" y="95440"/>
                        <a:pt x="96679" y="89535"/>
                      </a:cubicBezTo>
                      <a:cubicBezTo>
                        <a:pt x="99822" y="83629"/>
                        <a:pt x="101441" y="76486"/>
                        <a:pt x="101441" y="68104"/>
                      </a:cubicBezTo>
                      <a:cubicBezTo>
                        <a:pt x="101441" y="55531"/>
                        <a:pt x="98107" y="45910"/>
                        <a:pt x="91535" y="39148"/>
                      </a:cubicBezTo>
                      <a:cubicBezTo>
                        <a:pt x="84963" y="32385"/>
                        <a:pt x="76867" y="29051"/>
                        <a:pt x="67342" y="29051"/>
                      </a:cubicBezTo>
                      <a:cubicBezTo>
                        <a:pt x="57817" y="29051"/>
                        <a:pt x="49816" y="32385"/>
                        <a:pt x="43434" y="39148"/>
                      </a:cubicBezTo>
                      <a:cubicBezTo>
                        <a:pt x="36957" y="45910"/>
                        <a:pt x="33814" y="55531"/>
                        <a:pt x="33814" y="68104"/>
                      </a:cubicBezTo>
                      <a:cubicBezTo>
                        <a:pt x="33814" y="80677"/>
                        <a:pt x="36957" y="90297"/>
                        <a:pt x="43244" y="97060"/>
                      </a:cubicBezTo>
                      <a:cubicBezTo>
                        <a:pt x="49530" y="103822"/>
                        <a:pt x="57436" y="107156"/>
                        <a:pt x="66961" y="107156"/>
                      </a:cubicBezTo>
                      <a:cubicBezTo>
                        <a:pt x="72962" y="107156"/>
                        <a:pt x="78676" y="105727"/>
                        <a:pt x="84011" y="102775"/>
                      </a:cubicBezTo>
                      <a:close/>
                    </a:path>
                  </a:pathLst>
                </a:custGeom>
                <a:solidFill>
                  <a:schemeClr val="accent5"/>
                </a:solidFill>
                <a:ln w="9525" cap="flat">
                  <a:noFill/>
                  <a:prstDash val="solid"/>
                  <a:miter/>
                </a:ln>
              </p:spPr>
              <p:txBody>
                <a:bodyPr rtlCol="0" anchor="ctr"/>
                <a:lstStyle/>
                <a:p>
                  <a:endParaRPr lang="fi-FI" sz="3200"/>
                </a:p>
              </p:txBody>
            </p:sp>
            <p:sp>
              <p:nvSpPr>
                <p:cNvPr id="628" name="Vapaamuotoinen: Muoto 627">
                  <a:extLst>
                    <a:ext uri="{FF2B5EF4-FFF2-40B4-BE49-F238E27FC236}">
                      <a16:creationId xmlns:a16="http://schemas.microsoft.com/office/drawing/2014/main" id="{5BF6D395-A251-13F9-CBC2-EAB6080A16D4}"/>
                    </a:ext>
                  </a:extLst>
                </p:cNvPr>
                <p:cNvSpPr/>
                <p:nvPr/>
              </p:nvSpPr>
              <p:spPr>
                <a:xfrm>
                  <a:off x="4761357" y="2593086"/>
                  <a:ext cx="135636" cy="136207"/>
                </a:xfrm>
                <a:custGeom>
                  <a:avLst/>
                  <a:gdLst>
                    <a:gd name="connsiteX0" fmla="*/ 32575 w 135636"/>
                    <a:gd name="connsiteY0" fmla="*/ 127730 h 136207"/>
                    <a:gd name="connsiteX1" fmla="*/ 8668 w 135636"/>
                    <a:gd name="connsiteY1" fmla="*/ 103822 h 136207"/>
                    <a:gd name="connsiteX2" fmla="*/ 0 w 135636"/>
                    <a:gd name="connsiteY2" fmla="*/ 68104 h 136207"/>
                    <a:gd name="connsiteX3" fmla="*/ 8953 w 135636"/>
                    <a:gd name="connsiteY3" fmla="*/ 32385 h 136207"/>
                    <a:gd name="connsiteX4" fmla="*/ 33338 w 135636"/>
                    <a:gd name="connsiteY4" fmla="*/ 8477 h 136207"/>
                    <a:gd name="connsiteX5" fmla="*/ 67818 w 135636"/>
                    <a:gd name="connsiteY5" fmla="*/ 0 h 136207"/>
                    <a:gd name="connsiteX6" fmla="*/ 102299 w 135636"/>
                    <a:gd name="connsiteY6" fmla="*/ 8477 h 136207"/>
                    <a:gd name="connsiteX7" fmla="*/ 126682 w 135636"/>
                    <a:gd name="connsiteY7" fmla="*/ 32385 h 136207"/>
                    <a:gd name="connsiteX8" fmla="*/ 135636 w 135636"/>
                    <a:gd name="connsiteY8" fmla="*/ 68104 h 136207"/>
                    <a:gd name="connsiteX9" fmla="*/ 126492 w 135636"/>
                    <a:gd name="connsiteY9" fmla="*/ 103822 h 136207"/>
                    <a:gd name="connsiteX10" fmla="*/ 101727 w 135636"/>
                    <a:gd name="connsiteY10" fmla="*/ 127730 h 136207"/>
                    <a:gd name="connsiteX11" fmla="*/ 66866 w 135636"/>
                    <a:gd name="connsiteY11" fmla="*/ 136208 h 136207"/>
                    <a:gd name="connsiteX12" fmla="*/ 32575 w 135636"/>
                    <a:gd name="connsiteY12" fmla="*/ 127730 h 136207"/>
                    <a:gd name="connsiteX13" fmla="*/ 83915 w 135636"/>
                    <a:gd name="connsiteY13" fmla="*/ 102775 h 136207"/>
                    <a:gd name="connsiteX14" fmla="*/ 96679 w 135636"/>
                    <a:gd name="connsiteY14" fmla="*/ 89535 h 136207"/>
                    <a:gd name="connsiteX15" fmla="*/ 101441 w 135636"/>
                    <a:gd name="connsiteY15" fmla="*/ 68104 h 136207"/>
                    <a:gd name="connsiteX16" fmla="*/ 91535 w 135636"/>
                    <a:gd name="connsiteY16" fmla="*/ 39148 h 136207"/>
                    <a:gd name="connsiteX17" fmla="*/ 67342 w 135636"/>
                    <a:gd name="connsiteY17" fmla="*/ 29051 h 136207"/>
                    <a:gd name="connsiteX18" fmla="*/ 43434 w 135636"/>
                    <a:gd name="connsiteY18" fmla="*/ 39148 h 136207"/>
                    <a:gd name="connsiteX19" fmla="*/ 33814 w 135636"/>
                    <a:gd name="connsiteY19" fmla="*/ 68104 h 136207"/>
                    <a:gd name="connsiteX20" fmla="*/ 43243 w 135636"/>
                    <a:gd name="connsiteY20" fmla="*/ 97060 h 136207"/>
                    <a:gd name="connsiteX21" fmla="*/ 66961 w 135636"/>
                    <a:gd name="connsiteY21" fmla="*/ 107156 h 136207"/>
                    <a:gd name="connsiteX22" fmla="*/ 84011 w 135636"/>
                    <a:gd name="connsiteY22" fmla="*/ 102775 h 1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5636" h="136207">
                      <a:moveTo>
                        <a:pt x="32575" y="127730"/>
                      </a:moveTo>
                      <a:cubicBezTo>
                        <a:pt x="22384" y="122111"/>
                        <a:pt x="14478" y="114109"/>
                        <a:pt x="8668" y="103822"/>
                      </a:cubicBezTo>
                      <a:cubicBezTo>
                        <a:pt x="2857" y="93536"/>
                        <a:pt x="0" y="81629"/>
                        <a:pt x="0" y="68104"/>
                      </a:cubicBezTo>
                      <a:cubicBezTo>
                        <a:pt x="0" y="54578"/>
                        <a:pt x="2953" y="42672"/>
                        <a:pt x="8953" y="32385"/>
                      </a:cubicBezTo>
                      <a:cubicBezTo>
                        <a:pt x="14859" y="22098"/>
                        <a:pt x="23050" y="14097"/>
                        <a:pt x="33338" y="8477"/>
                      </a:cubicBezTo>
                      <a:cubicBezTo>
                        <a:pt x="43624" y="2857"/>
                        <a:pt x="55150" y="0"/>
                        <a:pt x="67818" y="0"/>
                      </a:cubicBezTo>
                      <a:cubicBezTo>
                        <a:pt x="80486" y="0"/>
                        <a:pt x="92012" y="2857"/>
                        <a:pt x="102299" y="8477"/>
                      </a:cubicBezTo>
                      <a:cubicBezTo>
                        <a:pt x="112585" y="14097"/>
                        <a:pt x="120777" y="22098"/>
                        <a:pt x="126682" y="32385"/>
                      </a:cubicBezTo>
                      <a:cubicBezTo>
                        <a:pt x="132588" y="42672"/>
                        <a:pt x="135636" y="54578"/>
                        <a:pt x="135636" y="68104"/>
                      </a:cubicBezTo>
                      <a:cubicBezTo>
                        <a:pt x="135636" y="81629"/>
                        <a:pt x="132588" y="93536"/>
                        <a:pt x="126492" y="103822"/>
                      </a:cubicBezTo>
                      <a:cubicBezTo>
                        <a:pt x="120396" y="114109"/>
                        <a:pt x="112109" y="122111"/>
                        <a:pt x="101727" y="127730"/>
                      </a:cubicBezTo>
                      <a:cubicBezTo>
                        <a:pt x="91345" y="133350"/>
                        <a:pt x="79724" y="136208"/>
                        <a:pt x="66866" y="136208"/>
                      </a:cubicBezTo>
                      <a:cubicBezTo>
                        <a:pt x="54007" y="136208"/>
                        <a:pt x="42767" y="133350"/>
                        <a:pt x="32575" y="127730"/>
                      </a:cubicBezTo>
                      <a:close/>
                      <a:moveTo>
                        <a:pt x="83915" y="102775"/>
                      </a:moveTo>
                      <a:cubicBezTo>
                        <a:pt x="89249" y="99822"/>
                        <a:pt x="93440" y="95440"/>
                        <a:pt x="96679" y="89535"/>
                      </a:cubicBezTo>
                      <a:cubicBezTo>
                        <a:pt x="99822" y="83629"/>
                        <a:pt x="101441" y="76486"/>
                        <a:pt x="101441" y="68104"/>
                      </a:cubicBezTo>
                      <a:cubicBezTo>
                        <a:pt x="101441" y="55531"/>
                        <a:pt x="98107" y="45910"/>
                        <a:pt x="91535" y="39148"/>
                      </a:cubicBezTo>
                      <a:cubicBezTo>
                        <a:pt x="84963" y="32385"/>
                        <a:pt x="76867" y="29051"/>
                        <a:pt x="67342" y="29051"/>
                      </a:cubicBezTo>
                      <a:cubicBezTo>
                        <a:pt x="57817" y="29051"/>
                        <a:pt x="49816" y="32385"/>
                        <a:pt x="43434" y="39148"/>
                      </a:cubicBezTo>
                      <a:cubicBezTo>
                        <a:pt x="36957" y="45910"/>
                        <a:pt x="33814" y="55531"/>
                        <a:pt x="33814" y="68104"/>
                      </a:cubicBezTo>
                      <a:cubicBezTo>
                        <a:pt x="33814" y="80677"/>
                        <a:pt x="36957" y="90297"/>
                        <a:pt x="43243" y="97060"/>
                      </a:cubicBezTo>
                      <a:cubicBezTo>
                        <a:pt x="49530" y="103822"/>
                        <a:pt x="57436" y="107156"/>
                        <a:pt x="66961" y="107156"/>
                      </a:cubicBezTo>
                      <a:cubicBezTo>
                        <a:pt x="72962" y="107156"/>
                        <a:pt x="78676" y="105727"/>
                        <a:pt x="84011" y="102775"/>
                      </a:cubicBezTo>
                      <a:close/>
                    </a:path>
                  </a:pathLst>
                </a:custGeom>
                <a:solidFill>
                  <a:schemeClr val="accent5"/>
                </a:solidFill>
                <a:ln w="9525" cap="flat">
                  <a:noFill/>
                  <a:prstDash val="solid"/>
                  <a:miter/>
                </a:ln>
              </p:spPr>
              <p:txBody>
                <a:bodyPr rtlCol="0" anchor="ctr"/>
                <a:lstStyle/>
                <a:p>
                  <a:endParaRPr lang="fi-FI" sz="3200"/>
                </a:p>
              </p:txBody>
            </p:sp>
          </p:grpSp>
          <p:grpSp>
            <p:nvGrpSpPr>
              <p:cNvPr id="650" name="Ryhmä 649">
                <a:extLst>
                  <a:ext uri="{FF2B5EF4-FFF2-40B4-BE49-F238E27FC236}">
                    <a16:creationId xmlns:a16="http://schemas.microsoft.com/office/drawing/2014/main" id="{262BAD73-F51C-B7AA-9F81-2E7B00FF2319}"/>
                  </a:ext>
                  <a:ext uri="{C183D7F6-B498-43B3-948B-1728B52AA6E4}">
                    <adec:decorative xmlns:adec="http://schemas.microsoft.com/office/drawing/2017/decorative" val="1"/>
                  </a:ext>
                </a:extLst>
              </p:cNvPr>
              <p:cNvGrpSpPr/>
              <p:nvPr userDrawn="1"/>
            </p:nvGrpSpPr>
            <p:grpSpPr>
              <a:xfrm>
                <a:off x="4536120" y="3165200"/>
                <a:ext cx="720941" cy="292310"/>
                <a:chOff x="3972400" y="2303240"/>
                <a:chExt cx="1200912" cy="486918"/>
              </a:xfrm>
              <a:solidFill>
                <a:schemeClr val="accent2"/>
              </a:solidFill>
            </p:grpSpPr>
            <p:sp>
              <p:nvSpPr>
                <p:cNvPr id="633" name="Vapaamuotoinen: Muoto 632">
                  <a:extLst>
                    <a:ext uri="{FF2B5EF4-FFF2-40B4-BE49-F238E27FC236}">
                      <a16:creationId xmlns:a16="http://schemas.microsoft.com/office/drawing/2014/main" id="{B056FF2F-6EF8-F087-4C0A-3B7C3D82F2C7}"/>
                    </a:ext>
                  </a:extLst>
                </p:cNvPr>
                <p:cNvSpPr/>
                <p:nvPr/>
              </p:nvSpPr>
              <p:spPr>
                <a:xfrm>
                  <a:off x="3972400" y="2312288"/>
                  <a:ext cx="131254" cy="167163"/>
                </a:xfrm>
                <a:custGeom>
                  <a:avLst/>
                  <a:gdLst>
                    <a:gd name="connsiteX0" fmla="*/ 85249 w 131254"/>
                    <a:gd name="connsiteY0" fmla="*/ 167164 h 167163"/>
                    <a:gd name="connsiteX1" fmla="*/ 50483 w 131254"/>
                    <a:gd name="connsiteY1" fmla="*/ 104108 h 167163"/>
                    <a:gd name="connsiteX2" fmla="*/ 40672 w 131254"/>
                    <a:gd name="connsiteY2" fmla="*/ 104108 h 167163"/>
                    <a:gd name="connsiteX3" fmla="*/ 40672 w 131254"/>
                    <a:gd name="connsiteY3" fmla="*/ 167164 h 167163"/>
                    <a:gd name="connsiteX4" fmla="*/ 0 w 131254"/>
                    <a:gd name="connsiteY4" fmla="*/ 167164 h 167163"/>
                    <a:gd name="connsiteX5" fmla="*/ 0 w 131254"/>
                    <a:gd name="connsiteY5" fmla="*/ 0 h 167163"/>
                    <a:gd name="connsiteX6" fmla="*/ 68390 w 131254"/>
                    <a:gd name="connsiteY6" fmla="*/ 0 h 167163"/>
                    <a:gd name="connsiteX7" fmla="*/ 102108 w 131254"/>
                    <a:gd name="connsiteY7" fmla="*/ 6858 h 167163"/>
                    <a:gd name="connsiteX8" fmla="*/ 122968 w 131254"/>
                    <a:gd name="connsiteY8" fmla="*/ 25813 h 167163"/>
                    <a:gd name="connsiteX9" fmla="*/ 129826 w 131254"/>
                    <a:gd name="connsiteY9" fmla="*/ 52578 h 167163"/>
                    <a:gd name="connsiteX10" fmla="*/ 120396 w 131254"/>
                    <a:gd name="connsiteY10" fmla="*/ 82296 h 167163"/>
                    <a:gd name="connsiteX11" fmla="*/ 92678 w 131254"/>
                    <a:gd name="connsiteY11" fmla="*/ 100870 h 167163"/>
                    <a:gd name="connsiteX12" fmla="*/ 131255 w 131254"/>
                    <a:gd name="connsiteY12" fmla="*/ 167069 h 167163"/>
                    <a:gd name="connsiteX13" fmla="*/ 85249 w 131254"/>
                    <a:gd name="connsiteY13" fmla="*/ 167069 h 167163"/>
                    <a:gd name="connsiteX14" fmla="*/ 40767 w 131254"/>
                    <a:gd name="connsiteY14" fmla="*/ 75248 h 167163"/>
                    <a:gd name="connsiteX15" fmla="*/ 66008 w 131254"/>
                    <a:gd name="connsiteY15" fmla="*/ 75248 h 167163"/>
                    <a:gd name="connsiteX16" fmla="*/ 82772 w 131254"/>
                    <a:gd name="connsiteY16" fmla="*/ 69723 h 167163"/>
                    <a:gd name="connsiteX17" fmla="*/ 88392 w 131254"/>
                    <a:gd name="connsiteY17" fmla="*/ 54293 h 167163"/>
                    <a:gd name="connsiteX18" fmla="*/ 82772 w 131254"/>
                    <a:gd name="connsiteY18" fmla="*/ 39243 h 167163"/>
                    <a:gd name="connsiteX19" fmla="*/ 66008 w 131254"/>
                    <a:gd name="connsiteY19" fmla="*/ 33719 h 167163"/>
                    <a:gd name="connsiteX20" fmla="*/ 40767 w 131254"/>
                    <a:gd name="connsiteY20" fmla="*/ 33719 h 167163"/>
                    <a:gd name="connsiteX21" fmla="*/ 40767 w 131254"/>
                    <a:gd name="connsiteY21" fmla="*/ 75152 h 16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1254" h="167163">
                      <a:moveTo>
                        <a:pt x="85249" y="167164"/>
                      </a:moveTo>
                      <a:lnTo>
                        <a:pt x="50483" y="104108"/>
                      </a:lnTo>
                      <a:lnTo>
                        <a:pt x="40672" y="104108"/>
                      </a:lnTo>
                      <a:lnTo>
                        <a:pt x="40672" y="167164"/>
                      </a:lnTo>
                      <a:lnTo>
                        <a:pt x="0" y="167164"/>
                      </a:lnTo>
                      <a:lnTo>
                        <a:pt x="0" y="0"/>
                      </a:lnTo>
                      <a:lnTo>
                        <a:pt x="68390" y="0"/>
                      </a:lnTo>
                      <a:cubicBezTo>
                        <a:pt x="81534" y="0"/>
                        <a:pt x="92774" y="2286"/>
                        <a:pt x="102108" y="6858"/>
                      </a:cubicBezTo>
                      <a:cubicBezTo>
                        <a:pt x="111347" y="11430"/>
                        <a:pt x="118301" y="17812"/>
                        <a:pt x="122968" y="25813"/>
                      </a:cubicBezTo>
                      <a:cubicBezTo>
                        <a:pt x="127635" y="33814"/>
                        <a:pt x="129826" y="42767"/>
                        <a:pt x="129826" y="52578"/>
                      </a:cubicBezTo>
                      <a:cubicBezTo>
                        <a:pt x="129826" y="63722"/>
                        <a:pt x="126683" y="73628"/>
                        <a:pt x="120396" y="82296"/>
                      </a:cubicBezTo>
                      <a:cubicBezTo>
                        <a:pt x="114110" y="91059"/>
                        <a:pt x="104870" y="97250"/>
                        <a:pt x="92678" y="100870"/>
                      </a:cubicBezTo>
                      <a:lnTo>
                        <a:pt x="131255" y="167069"/>
                      </a:lnTo>
                      <a:lnTo>
                        <a:pt x="85249" y="167069"/>
                      </a:lnTo>
                      <a:close/>
                      <a:moveTo>
                        <a:pt x="40767" y="75248"/>
                      </a:moveTo>
                      <a:lnTo>
                        <a:pt x="66008" y="75248"/>
                      </a:lnTo>
                      <a:cubicBezTo>
                        <a:pt x="73438" y="75248"/>
                        <a:pt x="79058" y="73438"/>
                        <a:pt x="82772" y="69723"/>
                      </a:cubicBezTo>
                      <a:cubicBezTo>
                        <a:pt x="86487" y="66008"/>
                        <a:pt x="88392" y="60960"/>
                        <a:pt x="88392" y="54293"/>
                      </a:cubicBezTo>
                      <a:cubicBezTo>
                        <a:pt x="88392" y="47625"/>
                        <a:pt x="86487" y="42958"/>
                        <a:pt x="82772" y="39243"/>
                      </a:cubicBezTo>
                      <a:cubicBezTo>
                        <a:pt x="79058" y="35624"/>
                        <a:pt x="73438" y="33719"/>
                        <a:pt x="66008" y="33719"/>
                      </a:cubicBezTo>
                      <a:lnTo>
                        <a:pt x="40767" y="33719"/>
                      </a:lnTo>
                      <a:lnTo>
                        <a:pt x="40767" y="75152"/>
                      </a:lnTo>
                      <a:close/>
                    </a:path>
                  </a:pathLst>
                </a:custGeom>
                <a:solidFill>
                  <a:schemeClr val="accent5"/>
                </a:solidFill>
                <a:ln w="9525" cap="flat">
                  <a:noFill/>
                  <a:prstDash val="solid"/>
                  <a:miter/>
                </a:ln>
              </p:spPr>
              <p:txBody>
                <a:bodyPr rtlCol="0" anchor="ctr"/>
                <a:lstStyle/>
                <a:p>
                  <a:endParaRPr lang="fi-FI" sz="3200"/>
                </a:p>
              </p:txBody>
            </p:sp>
            <p:sp>
              <p:nvSpPr>
                <p:cNvPr id="634" name="Vapaamuotoinen: Muoto 633">
                  <a:extLst>
                    <a:ext uri="{FF2B5EF4-FFF2-40B4-BE49-F238E27FC236}">
                      <a16:creationId xmlns:a16="http://schemas.microsoft.com/office/drawing/2014/main" id="{869BFCA4-530C-2181-9CD8-8327B3982E95}"/>
                    </a:ext>
                  </a:extLst>
                </p:cNvPr>
                <p:cNvSpPr/>
                <p:nvPr/>
              </p:nvSpPr>
              <p:spPr>
                <a:xfrm>
                  <a:off x="4119466" y="2344673"/>
                  <a:ext cx="140207" cy="136779"/>
                </a:xfrm>
                <a:custGeom>
                  <a:avLst/>
                  <a:gdLst>
                    <a:gd name="connsiteX0" fmla="*/ 7810 w 140207"/>
                    <a:gd name="connsiteY0" fmla="*/ 32195 h 136779"/>
                    <a:gd name="connsiteX1" fmla="*/ 28861 w 140207"/>
                    <a:gd name="connsiteY1" fmla="*/ 8382 h 136779"/>
                    <a:gd name="connsiteX2" fmla="*/ 58579 w 140207"/>
                    <a:gd name="connsiteY2" fmla="*/ 0 h 136779"/>
                    <a:gd name="connsiteX3" fmla="*/ 83249 w 140207"/>
                    <a:gd name="connsiteY3" fmla="*/ 5715 h 136779"/>
                    <a:gd name="connsiteX4" fmla="*/ 99536 w 140207"/>
                    <a:gd name="connsiteY4" fmla="*/ 20765 h 136779"/>
                    <a:gd name="connsiteX5" fmla="*/ 99536 w 140207"/>
                    <a:gd name="connsiteY5" fmla="*/ 1905 h 136779"/>
                    <a:gd name="connsiteX6" fmla="*/ 140208 w 140207"/>
                    <a:gd name="connsiteY6" fmla="*/ 1905 h 136779"/>
                    <a:gd name="connsiteX7" fmla="*/ 140208 w 140207"/>
                    <a:gd name="connsiteY7" fmla="*/ 134779 h 136779"/>
                    <a:gd name="connsiteX8" fmla="*/ 99536 w 140207"/>
                    <a:gd name="connsiteY8" fmla="*/ 134779 h 136779"/>
                    <a:gd name="connsiteX9" fmla="*/ 99536 w 140207"/>
                    <a:gd name="connsiteY9" fmla="*/ 116015 h 136779"/>
                    <a:gd name="connsiteX10" fmla="*/ 82963 w 140207"/>
                    <a:gd name="connsiteY10" fmla="*/ 131064 h 136779"/>
                    <a:gd name="connsiteX11" fmla="*/ 58293 w 140207"/>
                    <a:gd name="connsiteY11" fmla="*/ 136779 h 136779"/>
                    <a:gd name="connsiteX12" fmla="*/ 28766 w 140207"/>
                    <a:gd name="connsiteY12" fmla="*/ 128302 h 136779"/>
                    <a:gd name="connsiteX13" fmla="*/ 7715 w 140207"/>
                    <a:gd name="connsiteY13" fmla="*/ 104299 h 136779"/>
                    <a:gd name="connsiteX14" fmla="*/ 0 w 140207"/>
                    <a:gd name="connsiteY14" fmla="*/ 68199 h 136779"/>
                    <a:gd name="connsiteX15" fmla="*/ 7715 w 140207"/>
                    <a:gd name="connsiteY15" fmla="*/ 32290 h 136779"/>
                    <a:gd name="connsiteX16" fmla="*/ 91154 w 140207"/>
                    <a:gd name="connsiteY16" fmla="*/ 44291 h 136779"/>
                    <a:gd name="connsiteX17" fmla="*/ 70580 w 140207"/>
                    <a:gd name="connsiteY17" fmla="*/ 35528 h 136779"/>
                    <a:gd name="connsiteX18" fmla="*/ 50006 w 140207"/>
                    <a:gd name="connsiteY18" fmla="*/ 44196 h 136779"/>
                    <a:gd name="connsiteX19" fmla="*/ 41529 w 140207"/>
                    <a:gd name="connsiteY19" fmla="*/ 68104 h 136779"/>
                    <a:gd name="connsiteX20" fmla="*/ 50006 w 140207"/>
                    <a:gd name="connsiteY20" fmla="*/ 92297 h 136779"/>
                    <a:gd name="connsiteX21" fmla="*/ 70580 w 140207"/>
                    <a:gd name="connsiteY21" fmla="*/ 101251 h 136779"/>
                    <a:gd name="connsiteX22" fmla="*/ 91154 w 140207"/>
                    <a:gd name="connsiteY22" fmla="*/ 92393 h 136779"/>
                    <a:gd name="connsiteX23" fmla="*/ 99632 w 140207"/>
                    <a:gd name="connsiteY23" fmla="*/ 68390 h 136779"/>
                    <a:gd name="connsiteX24" fmla="*/ 91154 w 140207"/>
                    <a:gd name="connsiteY24" fmla="*/ 44291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7" h="136779">
                      <a:moveTo>
                        <a:pt x="7810" y="32195"/>
                      </a:moveTo>
                      <a:cubicBezTo>
                        <a:pt x="12954" y="21908"/>
                        <a:pt x="20003" y="13907"/>
                        <a:pt x="28861" y="8382"/>
                      </a:cubicBezTo>
                      <a:cubicBezTo>
                        <a:pt x="37719" y="2858"/>
                        <a:pt x="47625" y="0"/>
                        <a:pt x="58579" y="0"/>
                      </a:cubicBezTo>
                      <a:cubicBezTo>
                        <a:pt x="67913" y="0"/>
                        <a:pt x="76200" y="1905"/>
                        <a:pt x="83249" y="5715"/>
                      </a:cubicBezTo>
                      <a:cubicBezTo>
                        <a:pt x="90297" y="9525"/>
                        <a:pt x="95726" y="14478"/>
                        <a:pt x="99536" y="20765"/>
                      </a:cubicBezTo>
                      <a:lnTo>
                        <a:pt x="99536" y="1905"/>
                      </a:lnTo>
                      <a:lnTo>
                        <a:pt x="140208" y="1905"/>
                      </a:lnTo>
                      <a:lnTo>
                        <a:pt x="140208" y="134779"/>
                      </a:lnTo>
                      <a:lnTo>
                        <a:pt x="99536" y="134779"/>
                      </a:lnTo>
                      <a:lnTo>
                        <a:pt x="99536" y="116015"/>
                      </a:lnTo>
                      <a:cubicBezTo>
                        <a:pt x="95536" y="122206"/>
                        <a:pt x="90011" y="127159"/>
                        <a:pt x="82963" y="131064"/>
                      </a:cubicBezTo>
                      <a:cubicBezTo>
                        <a:pt x="75914" y="134874"/>
                        <a:pt x="67723" y="136779"/>
                        <a:pt x="58293" y="136779"/>
                      </a:cubicBezTo>
                      <a:cubicBezTo>
                        <a:pt x="47530" y="136779"/>
                        <a:pt x="37624" y="133922"/>
                        <a:pt x="28766" y="128302"/>
                      </a:cubicBezTo>
                      <a:cubicBezTo>
                        <a:pt x="19907" y="122682"/>
                        <a:pt x="12859" y="114681"/>
                        <a:pt x="7715" y="104299"/>
                      </a:cubicBezTo>
                      <a:cubicBezTo>
                        <a:pt x="2572" y="93917"/>
                        <a:pt x="0" y="81915"/>
                        <a:pt x="0" y="68199"/>
                      </a:cubicBezTo>
                      <a:cubicBezTo>
                        <a:pt x="0" y="54483"/>
                        <a:pt x="2572" y="42577"/>
                        <a:pt x="7715" y="32290"/>
                      </a:cubicBezTo>
                      <a:close/>
                      <a:moveTo>
                        <a:pt x="91154" y="44291"/>
                      </a:moveTo>
                      <a:cubicBezTo>
                        <a:pt x="85534" y="38386"/>
                        <a:pt x="78677" y="35528"/>
                        <a:pt x="70580" y="35528"/>
                      </a:cubicBezTo>
                      <a:cubicBezTo>
                        <a:pt x="62484" y="35528"/>
                        <a:pt x="55626" y="38386"/>
                        <a:pt x="50006" y="44196"/>
                      </a:cubicBezTo>
                      <a:cubicBezTo>
                        <a:pt x="44387" y="50006"/>
                        <a:pt x="41529" y="58007"/>
                        <a:pt x="41529" y="68104"/>
                      </a:cubicBezTo>
                      <a:cubicBezTo>
                        <a:pt x="41529" y="78200"/>
                        <a:pt x="44387" y="86296"/>
                        <a:pt x="50006" y="92297"/>
                      </a:cubicBezTo>
                      <a:cubicBezTo>
                        <a:pt x="55626" y="98298"/>
                        <a:pt x="62484" y="101251"/>
                        <a:pt x="70580" y="101251"/>
                      </a:cubicBezTo>
                      <a:cubicBezTo>
                        <a:pt x="78677" y="101251"/>
                        <a:pt x="85534" y="98298"/>
                        <a:pt x="91154" y="92393"/>
                      </a:cubicBezTo>
                      <a:cubicBezTo>
                        <a:pt x="96774" y="86487"/>
                        <a:pt x="99632" y="78486"/>
                        <a:pt x="99632" y="68390"/>
                      </a:cubicBezTo>
                      <a:cubicBezTo>
                        <a:pt x="99632" y="58293"/>
                        <a:pt x="96774" y="50197"/>
                        <a:pt x="91154" y="44291"/>
                      </a:cubicBezTo>
                      <a:close/>
                    </a:path>
                  </a:pathLst>
                </a:custGeom>
                <a:solidFill>
                  <a:schemeClr val="accent5"/>
                </a:solidFill>
                <a:ln w="9525" cap="flat">
                  <a:noFill/>
                  <a:prstDash val="solid"/>
                  <a:miter/>
                </a:ln>
              </p:spPr>
              <p:txBody>
                <a:bodyPr rtlCol="0" anchor="ctr"/>
                <a:lstStyle/>
                <a:p>
                  <a:endParaRPr lang="fi-FI" sz="3200"/>
                </a:p>
              </p:txBody>
            </p:sp>
            <p:sp>
              <p:nvSpPr>
                <p:cNvPr id="635" name="Vapaamuotoinen: Muoto 634">
                  <a:extLst>
                    <a:ext uri="{FF2B5EF4-FFF2-40B4-BE49-F238E27FC236}">
                      <a16:creationId xmlns:a16="http://schemas.microsoft.com/office/drawing/2014/main" id="{A38AFEA9-F61A-2744-E0E6-E55719C27D71}"/>
                    </a:ext>
                  </a:extLst>
                </p:cNvPr>
                <p:cNvSpPr/>
                <p:nvPr/>
              </p:nvSpPr>
              <p:spPr>
                <a:xfrm>
                  <a:off x="4282153" y="2344769"/>
                  <a:ext cx="115062" cy="136779"/>
                </a:xfrm>
                <a:custGeom>
                  <a:avLst/>
                  <a:gdLst>
                    <a:gd name="connsiteX0" fmla="*/ 30290 w 115062"/>
                    <a:gd name="connsiteY0" fmla="*/ 130683 h 136779"/>
                    <a:gd name="connsiteX1" fmla="*/ 8858 w 115062"/>
                    <a:gd name="connsiteY1" fmla="*/ 114395 h 136779"/>
                    <a:gd name="connsiteX2" fmla="*/ 0 w 115062"/>
                    <a:gd name="connsiteY2" fmla="*/ 91154 h 136779"/>
                    <a:gd name="connsiteX3" fmla="*/ 40291 w 115062"/>
                    <a:gd name="connsiteY3" fmla="*/ 91154 h 136779"/>
                    <a:gd name="connsiteX4" fmla="*/ 46673 w 115062"/>
                    <a:gd name="connsiteY4" fmla="*/ 102394 h 136779"/>
                    <a:gd name="connsiteX5" fmla="*/ 60674 w 115062"/>
                    <a:gd name="connsiteY5" fmla="*/ 106680 h 136779"/>
                    <a:gd name="connsiteX6" fmla="*/ 72485 w 115062"/>
                    <a:gd name="connsiteY6" fmla="*/ 103727 h 136779"/>
                    <a:gd name="connsiteX7" fmla="*/ 76676 w 115062"/>
                    <a:gd name="connsiteY7" fmla="*/ 96012 h 136779"/>
                    <a:gd name="connsiteX8" fmla="*/ 70771 w 115062"/>
                    <a:gd name="connsiteY8" fmla="*/ 87535 h 136779"/>
                    <a:gd name="connsiteX9" fmla="*/ 51435 w 115062"/>
                    <a:gd name="connsiteY9" fmla="*/ 81439 h 136779"/>
                    <a:gd name="connsiteX10" fmla="*/ 27623 w 115062"/>
                    <a:gd name="connsiteY10" fmla="*/ 74390 h 136779"/>
                    <a:gd name="connsiteX11" fmla="*/ 11240 w 115062"/>
                    <a:gd name="connsiteY11" fmla="*/ 62675 h 136779"/>
                    <a:gd name="connsiteX12" fmla="*/ 4286 w 115062"/>
                    <a:gd name="connsiteY12" fmla="*/ 41148 h 136779"/>
                    <a:gd name="connsiteX13" fmla="*/ 10573 w 115062"/>
                    <a:gd name="connsiteY13" fmla="*/ 20288 h 136779"/>
                    <a:gd name="connsiteX14" fmla="*/ 29147 w 115062"/>
                    <a:gd name="connsiteY14" fmla="*/ 5429 h 136779"/>
                    <a:gd name="connsiteX15" fmla="*/ 58293 w 115062"/>
                    <a:gd name="connsiteY15" fmla="*/ 0 h 136779"/>
                    <a:gd name="connsiteX16" fmla="*/ 97727 w 115062"/>
                    <a:gd name="connsiteY16" fmla="*/ 12383 h 136779"/>
                    <a:gd name="connsiteX17" fmla="*/ 114300 w 115062"/>
                    <a:gd name="connsiteY17" fmla="*/ 45244 h 136779"/>
                    <a:gd name="connsiteX18" fmla="*/ 76676 w 115062"/>
                    <a:gd name="connsiteY18" fmla="*/ 45244 h 136779"/>
                    <a:gd name="connsiteX19" fmla="*/ 70580 w 115062"/>
                    <a:gd name="connsiteY19" fmla="*/ 34290 h 136779"/>
                    <a:gd name="connsiteX20" fmla="*/ 57150 w 115062"/>
                    <a:gd name="connsiteY20" fmla="*/ 30290 h 136779"/>
                    <a:gd name="connsiteX21" fmla="*/ 46196 w 115062"/>
                    <a:gd name="connsiteY21" fmla="*/ 33052 h 136779"/>
                    <a:gd name="connsiteX22" fmla="*/ 42386 w 115062"/>
                    <a:gd name="connsiteY22" fmla="*/ 40577 h 136779"/>
                    <a:gd name="connsiteX23" fmla="*/ 48482 w 115062"/>
                    <a:gd name="connsiteY23" fmla="*/ 49149 h 136779"/>
                    <a:gd name="connsiteX24" fmla="*/ 67437 w 115062"/>
                    <a:gd name="connsiteY24" fmla="*/ 54864 h 136779"/>
                    <a:gd name="connsiteX25" fmla="*/ 91535 w 115062"/>
                    <a:gd name="connsiteY25" fmla="*/ 62389 h 136779"/>
                    <a:gd name="connsiteX26" fmla="*/ 107823 w 115062"/>
                    <a:gd name="connsiteY26" fmla="*/ 74295 h 136779"/>
                    <a:gd name="connsiteX27" fmla="*/ 115062 w 115062"/>
                    <a:gd name="connsiteY27" fmla="*/ 96298 h 136779"/>
                    <a:gd name="connsiteX28" fmla="*/ 108490 w 115062"/>
                    <a:gd name="connsiteY28" fmla="*/ 117157 h 136779"/>
                    <a:gd name="connsiteX29" fmla="*/ 89726 w 115062"/>
                    <a:gd name="connsiteY29" fmla="*/ 131540 h 136779"/>
                    <a:gd name="connsiteX30" fmla="*/ 61246 w 115062"/>
                    <a:gd name="connsiteY30" fmla="*/ 136779 h 136779"/>
                    <a:gd name="connsiteX31" fmla="*/ 30290 w 115062"/>
                    <a:gd name="connsiteY31" fmla="*/ 130874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15062" h="136779">
                      <a:moveTo>
                        <a:pt x="30290" y="130683"/>
                      </a:moveTo>
                      <a:cubicBezTo>
                        <a:pt x="21241" y="126682"/>
                        <a:pt x="14097" y="121253"/>
                        <a:pt x="8858" y="114395"/>
                      </a:cubicBezTo>
                      <a:cubicBezTo>
                        <a:pt x="3620" y="107537"/>
                        <a:pt x="667" y="99727"/>
                        <a:pt x="0" y="91154"/>
                      </a:cubicBezTo>
                      <a:lnTo>
                        <a:pt x="40291" y="91154"/>
                      </a:lnTo>
                      <a:cubicBezTo>
                        <a:pt x="40767" y="95726"/>
                        <a:pt x="42863" y="99536"/>
                        <a:pt x="46673" y="102394"/>
                      </a:cubicBezTo>
                      <a:cubicBezTo>
                        <a:pt x="50482" y="105251"/>
                        <a:pt x="55150" y="106680"/>
                        <a:pt x="60674" y="106680"/>
                      </a:cubicBezTo>
                      <a:cubicBezTo>
                        <a:pt x="65723" y="106680"/>
                        <a:pt x="69723" y="105728"/>
                        <a:pt x="72485" y="103727"/>
                      </a:cubicBezTo>
                      <a:cubicBezTo>
                        <a:pt x="75248" y="101727"/>
                        <a:pt x="76676" y="99155"/>
                        <a:pt x="76676" y="96012"/>
                      </a:cubicBezTo>
                      <a:cubicBezTo>
                        <a:pt x="76676" y="92202"/>
                        <a:pt x="74676" y="89344"/>
                        <a:pt x="70771" y="87535"/>
                      </a:cubicBezTo>
                      <a:cubicBezTo>
                        <a:pt x="66770" y="85725"/>
                        <a:pt x="60389" y="83725"/>
                        <a:pt x="51435" y="81439"/>
                      </a:cubicBezTo>
                      <a:cubicBezTo>
                        <a:pt x="41910" y="79248"/>
                        <a:pt x="34004" y="76867"/>
                        <a:pt x="27623" y="74390"/>
                      </a:cubicBezTo>
                      <a:cubicBezTo>
                        <a:pt x="21241" y="71914"/>
                        <a:pt x="15811" y="68009"/>
                        <a:pt x="11240" y="62675"/>
                      </a:cubicBezTo>
                      <a:cubicBezTo>
                        <a:pt x="6668" y="57340"/>
                        <a:pt x="4286" y="50197"/>
                        <a:pt x="4286" y="41148"/>
                      </a:cubicBezTo>
                      <a:cubicBezTo>
                        <a:pt x="4286" y="33528"/>
                        <a:pt x="6382" y="26575"/>
                        <a:pt x="10573" y="20288"/>
                      </a:cubicBezTo>
                      <a:cubicBezTo>
                        <a:pt x="14764" y="14002"/>
                        <a:pt x="20955" y="9049"/>
                        <a:pt x="29147" y="5429"/>
                      </a:cubicBezTo>
                      <a:cubicBezTo>
                        <a:pt x="37338" y="1810"/>
                        <a:pt x="47053" y="0"/>
                        <a:pt x="58293" y="0"/>
                      </a:cubicBezTo>
                      <a:cubicBezTo>
                        <a:pt x="74962" y="0"/>
                        <a:pt x="88106" y="4096"/>
                        <a:pt x="97727" y="12383"/>
                      </a:cubicBezTo>
                      <a:cubicBezTo>
                        <a:pt x="107347" y="20669"/>
                        <a:pt x="112871" y="31623"/>
                        <a:pt x="114300" y="45244"/>
                      </a:cubicBezTo>
                      <a:lnTo>
                        <a:pt x="76676" y="45244"/>
                      </a:lnTo>
                      <a:cubicBezTo>
                        <a:pt x="76009" y="40672"/>
                        <a:pt x="74009" y="36957"/>
                        <a:pt x="70580" y="34290"/>
                      </a:cubicBezTo>
                      <a:cubicBezTo>
                        <a:pt x="67151" y="31623"/>
                        <a:pt x="62675" y="30290"/>
                        <a:pt x="57150" y="30290"/>
                      </a:cubicBezTo>
                      <a:cubicBezTo>
                        <a:pt x="52388" y="30290"/>
                        <a:pt x="48768" y="31242"/>
                        <a:pt x="46196" y="33052"/>
                      </a:cubicBezTo>
                      <a:cubicBezTo>
                        <a:pt x="43625" y="34862"/>
                        <a:pt x="42386" y="37338"/>
                        <a:pt x="42386" y="40577"/>
                      </a:cubicBezTo>
                      <a:cubicBezTo>
                        <a:pt x="42386" y="44387"/>
                        <a:pt x="44387" y="47244"/>
                        <a:pt x="48482" y="49149"/>
                      </a:cubicBezTo>
                      <a:cubicBezTo>
                        <a:pt x="52578" y="51054"/>
                        <a:pt x="58865" y="52959"/>
                        <a:pt x="67437" y="54864"/>
                      </a:cubicBezTo>
                      <a:cubicBezTo>
                        <a:pt x="77248" y="57436"/>
                        <a:pt x="85344" y="59912"/>
                        <a:pt x="91535" y="62389"/>
                      </a:cubicBezTo>
                      <a:cubicBezTo>
                        <a:pt x="97727" y="64865"/>
                        <a:pt x="103156" y="68771"/>
                        <a:pt x="107823" y="74295"/>
                      </a:cubicBezTo>
                      <a:cubicBezTo>
                        <a:pt x="112490" y="79820"/>
                        <a:pt x="114967" y="87154"/>
                        <a:pt x="115062" y="96298"/>
                      </a:cubicBezTo>
                      <a:cubicBezTo>
                        <a:pt x="115062" y="104108"/>
                        <a:pt x="112871" y="111062"/>
                        <a:pt x="108490" y="117157"/>
                      </a:cubicBezTo>
                      <a:cubicBezTo>
                        <a:pt x="104108" y="123254"/>
                        <a:pt x="97822" y="128111"/>
                        <a:pt x="89726" y="131540"/>
                      </a:cubicBezTo>
                      <a:cubicBezTo>
                        <a:pt x="81629" y="134969"/>
                        <a:pt x="72104" y="136779"/>
                        <a:pt x="61246" y="136779"/>
                      </a:cubicBezTo>
                      <a:cubicBezTo>
                        <a:pt x="49625" y="136779"/>
                        <a:pt x="39338" y="134779"/>
                        <a:pt x="30290" y="130874"/>
                      </a:cubicBezTo>
                      <a:close/>
                    </a:path>
                  </a:pathLst>
                </a:custGeom>
                <a:solidFill>
                  <a:schemeClr val="accent5"/>
                </a:solidFill>
                <a:ln w="9525" cap="flat">
                  <a:noFill/>
                  <a:prstDash val="solid"/>
                  <a:miter/>
                </a:ln>
              </p:spPr>
              <p:txBody>
                <a:bodyPr rtlCol="0" anchor="ctr"/>
                <a:lstStyle/>
                <a:p>
                  <a:endParaRPr lang="fi-FI" sz="3200"/>
                </a:p>
              </p:txBody>
            </p:sp>
            <p:sp>
              <p:nvSpPr>
                <p:cNvPr id="636" name="Vapaamuotoinen: Muoto 635">
                  <a:extLst>
                    <a:ext uri="{FF2B5EF4-FFF2-40B4-BE49-F238E27FC236}">
                      <a16:creationId xmlns:a16="http://schemas.microsoft.com/office/drawing/2014/main" id="{A99917AF-4B6C-661A-2826-951B2383F1D9}"/>
                    </a:ext>
                  </a:extLst>
                </p:cNvPr>
                <p:cNvSpPr/>
                <p:nvPr/>
              </p:nvSpPr>
              <p:spPr>
                <a:xfrm>
                  <a:off x="4414074" y="2344578"/>
                  <a:ext cx="133350" cy="136779"/>
                </a:xfrm>
                <a:custGeom>
                  <a:avLst/>
                  <a:gdLst>
                    <a:gd name="connsiteX0" fmla="*/ 132683 w 133350"/>
                    <a:gd name="connsiteY0" fmla="*/ 78200 h 136779"/>
                    <a:gd name="connsiteX1" fmla="*/ 40577 w 133350"/>
                    <a:gd name="connsiteY1" fmla="*/ 78200 h 136779"/>
                    <a:gd name="connsiteX2" fmla="*/ 48578 w 133350"/>
                    <a:gd name="connsiteY2" fmla="*/ 97155 h 136779"/>
                    <a:gd name="connsiteX3" fmla="*/ 65818 w 133350"/>
                    <a:gd name="connsiteY3" fmla="*/ 103727 h 136779"/>
                    <a:gd name="connsiteX4" fmla="*/ 86963 w 133350"/>
                    <a:gd name="connsiteY4" fmla="*/ 90869 h 136779"/>
                    <a:gd name="connsiteX5" fmla="*/ 130302 w 133350"/>
                    <a:gd name="connsiteY5" fmla="*/ 90869 h 136779"/>
                    <a:gd name="connsiteX6" fmla="*/ 118301 w 133350"/>
                    <a:gd name="connsiteY6" fmla="*/ 114491 h 136779"/>
                    <a:gd name="connsiteX7" fmla="*/ 96488 w 133350"/>
                    <a:gd name="connsiteY7" fmla="*/ 130873 h 136779"/>
                    <a:gd name="connsiteX8" fmla="*/ 67151 w 133350"/>
                    <a:gd name="connsiteY8" fmla="*/ 136779 h 136779"/>
                    <a:gd name="connsiteX9" fmla="*/ 32385 w 133350"/>
                    <a:gd name="connsiteY9" fmla="*/ 128397 h 136779"/>
                    <a:gd name="connsiteX10" fmla="*/ 8573 w 133350"/>
                    <a:gd name="connsiteY10" fmla="*/ 104584 h 136779"/>
                    <a:gd name="connsiteX11" fmla="*/ 0 w 133350"/>
                    <a:gd name="connsiteY11" fmla="*/ 68390 h 136779"/>
                    <a:gd name="connsiteX12" fmla="*/ 8477 w 133350"/>
                    <a:gd name="connsiteY12" fmla="*/ 32194 h 136779"/>
                    <a:gd name="connsiteX13" fmla="*/ 32195 w 133350"/>
                    <a:gd name="connsiteY13" fmla="*/ 8382 h 136779"/>
                    <a:gd name="connsiteX14" fmla="*/ 67151 w 133350"/>
                    <a:gd name="connsiteY14" fmla="*/ 0 h 136779"/>
                    <a:gd name="connsiteX15" fmla="*/ 101441 w 133350"/>
                    <a:gd name="connsiteY15" fmla="*/ 8096 h 136779"/>
                    <a:gd name="connsiteX16" fmla="*/ 124873 w 133350"/>
                    <a:gd name="connsiteY16" fmla="*/ 31147 h 136779"/>
                    <a:gd name="connsiteX17" fmla="*/ 133350 w 133350"/>
                    <a:gd name="connsiteY17" fmla="*/ 66104 h 136779"/>
                    <a:gd name="connsiteX18" fmla="*/ 132588 w 133350"/>
                    <a:gd name="connsiteY18" fmla="*/ 78010 h 136779"/>
                    <a:gd name="connsiteX19" fmla="*/ 91726 w 133350"/>
                    <a:gd name="connsiteY19" fmla="*/ 55531 h 136779"/>
                    <a:gd name="connsiteX20" fmla="*/ 84582 w 133350"/>
                    <a:gd name="connsiteY20" fmla="*/ 38862 h 136779"/>
                    <a:gd name="connsiteX21" fmla="*/ 66675 w 133350"/>
                    <a:gd name="connsiteY21" fmla="*/ 32671 h 136779"/>
                    <a:gd name="connsiteX22" fmla="*/ 49435 w 133350"/>
                    <a:gd name="connsiteY22" fmla="*/ 38576 h 136779"/>
                    <a:gd name="connsiteX23" fmla="*/ 40767 w 133350"/>
                    <a:gd name="connsiteY23" fmla="*/ 55436 h 136779"/>
                    <a:gd name="connsiteX24" fmla="*/ 91726 w 133350"/>
                    <a:gd name="connsiteY24" fmla="*/ 55436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3350" h="136779">
                      <a:moveTo>
                        <a:pt x="132683" y="78200"/>
                      </a:moveTo>
                      <a:lnTo>
                        <a:pt x="40577" y="78200"/>
                      </a:lnTo>
                      <a:cubicBezTo>
                        <a:pt x="41243" y="86487"/>
                        <a:pt x="43910" y="92773"/>
                        <a:pt x="48578" y="97155"/>
                      </a:cubicBezTo>
                      <a:cubicBezTo>
                        <a:pt x="53245" y="101536"/>
                        <a:pt x="59055" y="103727"/>
                        <a:pt x="65818" y="103727"/>
                      </a:cubicBezTo>
                      <a:cubicBezTo>
                        <a:pt x="76010" y="103727"/>
                        <a:pt x="83058" y="99441"/>
                        <a:pt x="86963" y="90869"/>
                      </a:cubicBezTo>
                      <a:lnTo>
                        <a:pt x="130302" y="90869"/>
                      </a:lnTo>
                      <a:cubicBezTo>
                        <a:pt x="128111" y="99632"/>
                        <a:pt x="124111" y="107442"/>
                        <a:pt x="118301" y="114491"/>
                      </a:cubicBezTo>
                      <a:cubicBezTo>
                        <a:pt x="112490" y="121539"/>
                        <a:pt x="105251" y="126968"/>
                        <a:pt x="96488" y="130873"/>
                      </a:cubicBezTo>
                      <a:cubicBezTo>
                        <a:pt x="87725" y="134874"/>
                        <a:pt x="78010" y="136779"/>
                        <a:pt x="67151" y="136779"/>
                      </a:cubicBezTo>
                      <a:cubicBezTo>
                        <a:pt x="54102" y="136779"/>
                        <a:pt x="42577" y="134017"/>
                        <a:pt x="32385" y="128397"/>
                      </a:cubicBezTo>
                      <a:cubicBezTo>
                        <a:pt x="22193" y="122872"/>
                        <a:pt x="14288" y="114871"/>
                        <a:pt x="8573" y="104584"/>
                      </a:cubicBezTo>
                      <a:cubicBezTo>
                        <a:pt x="2858" y="94297"/>
                        <a:pt x="0" y="82201"/>
                        <a:pt x="0" y="68390"/>
                      </a:cubicBezTo>
                      <a:cubicBezTo>
                        <a:pt x="0" y="54578"/>
                        <a:pt x="2858" y="42481"/>
                        <a:pt x="8477" y="32194"/>
                      </a:cubicBezTo>
                      <a:cubicBezTo>
                        <a:pt x="14097" y="21907"/>
                        <a:pt x="22003" y="13906"/>
                        <a:pt x="32195" y="8382"/>
                      </a:cubicBezTo>
                      <a:cubicBezTo>
                        <a:pt x="42386" y="2857"/>
                        <a:pt x="54007" y="0"/>
                        <a:pt x="67151" y="0"/>
                      </a:cubicBezTo>
                      <a:cubicBezTo>
                        <a:pt x="80296" y="0"/>
                        <a:pt x="91440" y="2667"/>
                        <a:pt x="101441" y="8096"/>
                      </a:cubicBezTo>
                      <a:cubicBezTo>
                        <a:pt x="111443" y="13525"/>
                        <a:pt x="119253" y="21241"/>
                        <a:pt x="124873" y="31147"/>
                      </a:cubicBezTo>
                      <a:cubicBezTo>
                        <a:pt x="130493" y="41053"/>
                        <a:pt x="133350" y="52864"/>
                        <a:pt x="133350" y="66104"/>
                      </a:cubicBezTo>
                      <a:cubicBezTo>
                        <a:pt x="133350" y="69914"/>
                        <a:pt x="133064" y="73914"/>
                        <a:pt x="132588" y="78010"/>
                      </a:cubicBezTo>
                      <a:close/>
                      <a:moveTo>
                        <a:pt x="91726" y="55531"/>
                      </a:moveTo>
                      <a:cubicBezTo>
                        <a:pt x="91726" y="48578"/>
                        <a:pt x="89345" y="42958"/>
                        <a:pt x="84582" y="38862"/>
                      </a:cubicBezTo>
                      <a:cubicBezTo>
                        <a:pt x="79820" y="34766"/>
                        <a:pt x="73914" y="32671"/>
                        <a:pt x="66675" y="32671"/>
                      </a:cubicBezTo>
                      <a:cubicBezTo>
                        <a:pt x="59436" y="32671"/>
                        <a:pt x="54102" y="34671"/>
                        <a:pt x="49435" y="38576"/>
                      </a:cubicBezTo>
                      <a:cubicBezTo>
                        <a:pt x="44768" y="42577"/>
                        <a:pt x="41815" y="48197"/>
                        <a:pt x="40767" y="55436"/>
                      </a:cubicBezTo>
                      <a:lnTo>
                        <a:pt x="91726" y="55436"/>
                      </a:lnTo>
                      <a:close/>
                    </a:path>
                  </a:pathLst>
                </a:custGeom>
                <a:solidFill>
                  <a:schemeClr val="accent5"/>
                </a:solidFill>
                <a:ln w="9525" cap="flat">
                  <a:noFill/>
                  <a:prstDash val="solid"/>
                  <a:miter/>
                </a:ln>
              </p:spPr>
              <p:txBody>
                <a:bodyPr rtlCol="0" anchor="ctr"/>
                <a:lstStyle/>
                <a:p>
                  <a:endParaRPr lang="fi-FI" sz="3200"/>
                </a:p>
              </p:txBody>
            </p:sp>
            <p:sp>
              <p:nvSpPr>
                <p:cNvPr id="637" name="Vapaamuotoinen: Muoto 636">
                  <a:extLst>
                    <a:ext uri="{FF2B5EF4-FFF2-40B4-BE49-F238E27FC236}">
                      <a16:creationId xmlns:a16="http://schemas.microsoft.com/office/drawing/2014/main" id="{0AE16067-8A77-8A33-5D21-96D92D1A21CF}"/>
                    </a:ext>
                  </a:extLst>
                </p:cNvPr>
                <p:cNvSpPr/>
                <p:nvPr/>
              </p:nvSpPr>
              <p:spPr>
                <a:xfrm>
                  <a:off x="4568856" y="2303240"/>
                  <a:ext cx="140208" cy="178117"/>
                </a:xfrm>
                <a:custGeom>
                  <a:avLst/>
                  <a:gdLst>
                    <a:gd name="connsiteX0" fmla="*/ 57150 w 140208"/>
                    <a:gd name="connsiteY0" fmla="*/ 47149 h 178117"/>
                    <a:gd name="connsiteX1" fmla="*/ 81725 w 140208"/>
                    <a:gd name="connsiteY1" fmla="*/ 41434 h 178117"/>
                    <a:gd name="connsiteX2" fmla="*/ 111443 w 140208"/>
                    <a:gd name="connsiteY2" fmla="*/ 49816 h 178117"/>
                    <a:gd name="connsiteX3" fmla="*/ 132493 w 140208"/>
                    <a:gd name="connsiteY3" fmla="*/ 73628 h 178117"/>
                    <a:gd name="connsiteX4" fmla="*/ 140208 w 140208"/>
                    <a:gd name="connsiteY4" fmla="*/ 109538 h 178117"/>
                    <a:gd name="connsiteX5" fmla="*/ 132493 w 140208"/>
                    <a:gd name="connsiteY5" fmla="*/ 145637 h 178117"/>
                    <a:gd name="connsiteX6" fmla="*/ 111443 w 140208"/>
                    <a:gd name="connsiteY6" fmla="*/ 169640 h 178117"/>
                    <a:gd name="connsiteX7" fmla="*/ 81725 w 140208"/>
                    <a:gd name="connsiteY7" fmla="*/ 178118 h 178117"/>
                    <a:gd name="connsiteX8" fmla="*/ 57150 w 140208"/>
                    <a:gd name="connsiteY8" fmla="*/ 172498 h 178117"/>
                    <a:gd name="connsiteX9" fmla="*/ 40767 w 140208"/>
                    <a:gd name="connsiteY9" fmla="*/ 157639 h 178117"/>
                    <a:gd name="connsiteX10" fmla="*/ 40767 w 140208"/>
                    <a:gd name="connsiteY10" fmla="*/ 176213 h 178117"/>
                    <a:gd name="connsiteX11" fmla="*/ 0 w 140208"/>
                    <a:gd name="connsiteY11" fmla="*/ 176213 h 178117"/>
                    <a:gd name="connsiteX12" fmla="*/ 0 w 140208"/>
                    <a:gd name="connsiteY12" fmla="*/ 0 h 178117"/>
                    <a:gd name="connsiteX13" fmla="*/ 40767 w 140208"/>
                    <a:gd name="connsiteY13" fmla="*/ 0 h 178117"/>
                    <a:gd name="connsiteX14" fmla="*/ 40767 w 140208"/>
                    <a:gd name="connsiteY14" fmla="*/ 62198 h 178117"/>
                    <a:gd name="connsiteX15" fmla="*/ 57150 w 140208"/>
                    <a:gd name="connsiteY15" fmla="*/ 47149 h 178117"/>
                    <a:gd name="connsiteX16" fmla="*/ 90392 w 140208"/>
                    <a:gd name="connsiteY16" fmla="*/ 85630 h 178117"/>
                    <a:gd name="connsiteX17" fmla="*/ 69533 w 140208"/>
                    <a:gd name="connsiteY17" fmla="*/ 76962 h 178117"/>
                    <a:gd name="connsiteX18" fmla="*/ 48958 w 140208"/>
                    <a:gd name="connsiteY18" fmla="*/ 85725 h 178117"/>
                    <a:gd name="connsiteX19" fmla="*/ 40481 w 140208"/>
                    <a:gd name="connsiteY19" fmla="*/ 109823 h 178117"/>
                    <a:gd name="connsiteX20" fmla="*/ 48958 w 140208"/>
                    <a:gd name="connsiteY20" fmla="*/ 133826 h 178117"/>
                    <a:gd name="connsiteX21" fmla="*/ 69533 w 140208"/>
                    <a:gd name="connsiteY21" fmla="*/ 142685 h 178117"/>
                    <a:gd name="connsiteX22" fmla="*/ 90202 w 140208"/>
                    <a:gd name="connsiteY22" fmla="*/ 133731 h 178117"/>
                    <a:gd name="connsiteX23" fmla="*/ 98774 w 140208"/>
                    <a:gd name="connsiteY23" fmla="*/ 109538 h 178117"/>
                    <a:gd name="connsiteX24" fmla="*/ 90297 w 140208"/>
                    <a:gd name="connsiteY24" fmla="*/ 85630 h 178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8" h="178117">
                      <a:moveTo>
                        <a:pt x="57150" y="47149"/>
                      </a:moveTo>
                      <a:cubicBezTo>
                        <a:pt x="64294" y="43339"/>
                        <a:pt x="72485" y="41434"/>
                        <a:pt x="81725" y="41434"/>
                      </a:cubicBezTo>
                      <a:cubicBezTo>
                        <a:pt x="92678" y="41434"/>
                        <a:pt x="102584" y="44196"/>
                        <a:pt x="111443" y="49816"/>
                      </a:cubicBezTo>
                      <a:cubicBezTo>
                        <a:pt x="120301" y="55340"/>
                        <a:pt x="127349" y="63341"/>
                        <a:pt x="132493" y="73628"/>
                      </a:cubicBezTo>
                      <a:cubicBezTo>
                        <a:pt x="137636" y="83915"/>
                        <a:pt x="140208" y="95917"/>
                        <a:pt x="140208" y="109538"/>
                      </a:cubicBezTo>
                      <a:cubicBezTo>
                        <a:pt x="140208" y="123158"/>
                        <a:pt x="137636" y="135255"/>
                        <a:pt x="132493" y="145637"/>
                      </a:cubicBezTo>
                      <a:cubicBezTo>
                        <a:pt x="127349" y="156020"/>
                        <a:pt x="120301" y="164021"/>
                        <a:pt x="111443" y="169640"/>
                      </a:cubicBezTo>
                      <a:cubicBezTo>
                        <a:pt x="102584" y="175260"/>
                        <a:pt x="92583" y="178118"/>
                        <a:pt x="81725" y="178118"/>
                      </a:cubicBezTo>
                      <a:cubicBezTo>
                        <a:pt x="72390" y="178118"/>
                        <a:pt x="64199" y="176213"/>
                        <a:pt x="57150" y="172498"/>
                      </a:cubicBezTo>
                      <a:cubicBezTo>
                        <a:pt x="50197" y="168783"/>
                        <a:pt x="44672" y="163830"/>
                        <a:pt x="40767" y="157639"/>
                      </a:cubicBezTo>
                      <a:lnTo>
                        <a:pt x="40767" y="176213"/>
                      </a:lnTo>
                      <a:lnTo>
                        <a:pt x="0" y="176213"/>
                      </a:lnTo>
                      <a:lnTo>
                        <a:pt x="0" y="0"/>
                      </a:lnTo>
                      <a:lnTo>
                        <a:pt x="40767" y="0"/>
                      </a:lnTo>
                      <a:lnTo>
                        <a:pt x="40767" y="62198"/>
                      </a:lnTo>
                      <a:cubicBezTo>
                        <a:pt x="44577" y="56007"/>
                        <a:pt x="50006" y="51054"/>
                        <a:pt x="57150" y="47149"/>
                      </a:cubicBezTo>
                      <a:close/>
                      <a:moveTo>
                        <a:pt x="90392" y="85630"/>
                      </a:moveTo>
                      <a:cubicBezTo>
                        <a:pt x="84773" y="79820"/>
                        <a:pt x="77819" y="76962"/>
                        <a:pt x="69533" y="76962"/>
                      </a:cubicBezTo>
                      <a:cubicBezTo>
                        <a:pt x="61246" y="76962"/>
                        <a:pt x="54578" y="79915"/>
                        <a:pt x="48958" y="85725"/>
                      </a:cubicBezTo>
                      <a:cubicBezTo>
                        <a:pt x="43339" y="91631"/>
                        <a:pt x="40481" y="99632"/>
                        <a:pt x="40481" y="109823"/>
                      </a:cubicBezTo>
                      <a:cubicBezTo>
                        <a:pt x="40481" y="120015"/>
                        <a:pt x="43339" y="128016"/>
                        <a:pt x="48958" y="133826"/>
                      </a:cubicBezTo>
                      <a:cubicBezTo>
                        <a:pt x="54578" y="139732"/>
                        <a:pt x="61436" y="142685"/>
                        <a:pt x="69533" y="142685"/>
                      </a:cubicBezTo>
                      <a:cubicBezTo>
                        <a:pt x="77629" y="142685"/>
                        <a:pt x="84582" y="139732"/>
                        <a:pt x="90202" y="133731"/>
                      </a:cubicBezTo>
                      <a:cubicBezTo>
                        <a:pt x="95917" y="127826"/>
                        <a:pt x="98774" y="119729"/>
                        <a:pt x="98774" y="109538"/>
                      </a:cubicBezTo>
                      <a:cubicBezTo>
                        <a:pt x="98774" y="99346"/>
                        <a:pt x="95917" y="91440"/>
                        <a:pt x="90297" y="85630"/>
                      </a:cubicBezTo>
                      <a:close/>
                    </a:path>
                  </a:pathLst>
                </a:custGeom>
                <a:solidFill>
                  <a:schemeClr val="accent5"/>
                </a:solidFill>
                <a:ln w="9525" cap="flat">
                  <a:noFill/>
                  <a:prstDash val="solid"/>
                  <a:miter/>
                </a:ln>
              </p:spPr>
              <p:txBody>
                <a:bodyPr rtlCol="0" anchor="ctr"/>
                <a:lstStyle/>
                <a:p>
                  <a:endParaRPr lang="fi-FI" sz="3200"/>
                </a:p>
              </p:txBody>
            </p:sp>
            <p:sp>
              <p:nvSpPr>
                <p:cNvPr id="638" name="Vapaamuotoinen: Muoto 637">
                  <a:extLst>
                    <a:ext uri="{FF2B5EF4-FFF2-40B4-BE49-F238E27FC236}">
                      <a16:creationId xmlns:a16="http://schemas.microsoft.com/office/drawing/2014/main" id="{C6D556F8-7010-345D-87EE-78B6C8CFD7EE}"/>
                    </a:ext>
                  </a:extLst>
                </p:cNvPr>
                <p:cNvSpPr/>
                <p:nvPr/>
              </p:nvSpPr>
              <p:spPr>
                <a:xfrm>
                  <a:off x="4722494" y="2344673"/>
                  <a:ext cx="138112" cy="136779"/>
                </a:xfrm>
                <a:custGeom>
                  <a:avLst/>
                  <a:gdLst>
                    <a:gd name="connsiteX0" fmla="*/ 33433 w 138112"/>
                    <a:gd name="connsiteY0" fmla="*/ 128397 h 136779"/>
                    <a:gd name="connsiteX1" fmla="*/ 8953 w 138112"/>
                    <a:gd name="connsiteY1" fmla="*/ 104584 h 136779"/>
                    <a:gd name="connsiteX2" fmla="*/ 0 w 138112"/>
                    <a:gd name="connsiteY2" fmla="*/ 68390 h 136779"/>
                    <a:gd name="connsiteX3" fmla="*/ 9049 w 138112"/>
                    <a:gd name="connsiteY3" fmla="*/ 32290 h 136779"/>
                    <a:gd name="connsiteX4" fmla="*/ 33814 w 138112"/>
                    <a:gd name="connsiteY4" fmla="*/ 8382 h 136779"/>
                    <a:gd name="connsiteX5" fmla="*/ 69056 w 138112"/>
                    <a:gd name="connsiteY5" fmla="*/ 0 h 136779"/>
                    <a:gd name="connsiteX6" fmla="*/ 104299 w 138112"/>
                    <a:gd name="connsiteY6" fmla="*/ 8382 h 136779"/>
                    <a:gd name="connsiteX7" fmla="*/ 129064 w 138112"/>
                    <a:gd name="connsiteY7" fmla="*/ 32290 h 136779"/>
                    <a:gd name="connsiteX8" fmla="*/ 138113 w 138112"/>
                    <a:gd name="connsiteY8" fmla="*/ 68390 h 136779"/>
                    <a:gd name="connsiteX9" fmla="*/ 128968 w 138112"/>
                    <a:gd name="connsiteY9" fmla="*/ 104489 h 136779"/>
                    <a:gd name="connsiteX10" fmla="*/ 104013 w 138112"/>
                    <a:gd name="connsiteY10" fmla="*/ 128397 h 136779"/>
                    <a:gd name="connsiteX11" fmla="*/ 68675 w 138112"/>
                    <a:gd name="connsiteY11" fmla="*/ 136779 h 136779"/>
                    <a:gd name="connsiteX12" fmla="*/ 33528 w 138112"/>
                    <a:gd name="connsiteY12" fmla="*/ 128397 h 136779"/>
                    <a:gd name="connsiteX13" fmla="*/ 88487 w 138112"/>
                    <a:gd name="connsiteY13" fmla="*/ 92964 h 136779"/>
                    <a:gd name="connsiteX14" fmla="*/ 96679 w 138112"/>
                    <a:gd name="connsiteY14" fmla="*/ 68390 h 136779"/>
                    <a:gd name="connsiteX15" fmla="*/ 88678 w 138112"/>
                    <a:gd name="connsiteY15" fmla="*/ 43815 h 136779"/>
                    <a:gd name="connsiteX16" fmla="*/ 69056 w 138112"/>
                    <a:gd name="connsiteY16" fmla="*/ 35243 h 136779"/>
                    <a:gd name="connsiteX17" fmla="*/ 49244 w 138112"/>
                    <a:gd name="connsiteY17" fmla="*/ 43720 h 136779"/>
                    <a:gd name="connsiteX18" fmla="*/ 41338 w 138112"/>
                    <a:gd name="connsiteY18" fmla="*/ 68390 h 136779"/>
                    <a:gd name="connsiteX19" fmla="*/ 49054 w 138112"/>
                    <a:gd name="connsiteY19" fmla="*/ 92964 h 136779"/>
                    <a:gd name="connsiteX20" fmla="*/ 68485 w 138112"/>
                    <a:gd name="connsiteY20" fmla="*/ 101537 h 136779"/>
                    <a:gd name="connsiteX21" fmla="*/ 88392 w 138112"/>
                    <a:gd name="connsiteY21" fmla="*/ 92964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8112" h="136779">
                      <a:moveTo>
                        <a:pt x="33433" y="128397"/>
                      </a:moveTo>
                      <a:cubicBezTo>
                        <a:pt x="23050" y="122873"/>
                        <a:pt x="14859" y="114871"/>
                        <a:pt x="8953" y="104584"/>
                      </a:cubicBezTo>
                      <a:cubicBezTo>
                        <a:pt x="3048" y="94298"/>
                        <a:pt x="0" y="82201"/>
                        <a:pt x="0" y="68390"/>
                      </a:cubicBezTo>
                      <a:cubicBezTo>
                        <a:pt x="0" y="54578"/>
                        <a:pt x="3048" y="42672"/>
                        <a:pt x="9049" y="32290"/>
                      </a:cubicBezTo>
                      <a:cubicBezTo>
                        <a:pt x="15049" y="21908"/>
                        <a:pt x="23336" y="13907"/>
                        <a:pt x="33814" y="8382"/>
                      </a:cubicBezTo>
                      <a:cubicBezTo>
                        <a:pt x="44291" y="2858"/>
                        <a:pt x="56007" y="0"/>
                        <a:pt x="69056" y="0"/>
                      </a:cubicBezTo>
                      <a:cubicBezTo>
                        <a:pt x="82105" y="0"/>
                        <a:pt x="93821" y="2762"/>
                        <a:pt x="104299" y="8382"/>
                      </a:cubicBezTo>
                      <a:cubicBezTo>
                        <a:pt x="114776" y="13907"/>
                        <a:pt x="123063" y="21908"/>
                        <a:pt x="129064" y="32290"/>
                      </a:cubicBezTo>
                      <a:cubicBezTo>
                        <a:pt x="135065" y="42672"/>
                        <a:pt x="138113" y="54673"/>
                        <a:pt x="138113" y="68390"/>
                      </a:cubicBezTo>
                      <a:cubicBezTo>
                        <a:pt x="138113" y="82106"/>
                        <a:pt x="135065" y="94107"/>
                        <a:pt x="128968" y="104489"/>
                      </a:cubicBezTo>
                      <a:cubicBezTo>
                        <a:pt x="122872" y="114871"/>
                        <a:pt x="114490" y="122873"/>
                        <a:pt x="104013" y="128397"/>
                      </a:cubicBezTo>
                      <a:cubicBezTo>
                        <a:pt x="93440" y="133922"/>
                        <a:pt x="81629" y="136779"/>
                        <a:pt x="68675" y="136779"/>
                      </a:cubicBezTo>
                      <a:cubicBezTo>
                        <a:pt x="55721" y="136779"/>
                        <a:pt x="43910" y="134017"/>
                        <a:pt x="33528" y="128397"/>
                      </a:cubicBezTo>
                      <a:close/>
                      <a:moveTo>
                        <a:pt x="88487" y="92964"/>
                      </a:moveTo>
                      <a:cubicBezTo>
                        <a:pt x="94012" y="87249"/>
                        <a:pt x="96679" y="79058"/>
                        <a:pt x="96679" y="68390"/>
                      </a:cubicBezTo>
                      <a:cubicBezTo>
                        <a:pt x="96679" y="57722"/>
                        <a:pt x="94012" y="49530"/>
                        <a:pt x="88678" y="43815"/>
                      </a:cubicBezTo>
                      <a:cubicBezTo>
                        <a:pt x="83344" y="38100"/>
                        <a:pt x="76771" y="35243"/>
                        <a:pt x="69056" y="35243"/>
                      </a:cubicBezTo>
                      <a:cubicBezTo>
                        <a:pt x="61341" y="35243"/>
                        <a:pt x="54483" y="38100"/>
                        <a:pt x="49244" y="43720"/>
                      </a:cubicBezTo>
                      <a:cubicBezTo>
                        <a:pt x="44005" y="49340"/>
                        <a:pt x="41338" y="57531"/>
                        <a:pt x="41338" y="68390"/>
                      </a:cubicBezTo>
                      <a:cubicBezTo>
                        <a:pt x="41338" y="79248"/>
                        <a:pt x="43910" y="87154"/>
                        <a:pt x="49054" y="92964"/>
                      </a:cubicBezTo>
                      <a:cubicBezTo>
                        <a:pt x="54197" y="98679"/>
                        <a:pt x="60674" y="101537"/>
                        <a:pt x="68485" y="101537"/>
                      </a:cubicBezTo>
                      <a:cubicBezTo>
                        <a:pt x="76295" y="101537"/>
                        <a:pt x="82867" y="98679"/>
                        <a:pt x="88392" y="92964"/>
                      </a:cubicBezTo>
                      <a:close/>
                    </a:path>
                  </a:pathLst>
                </a:custGeom>
                <a:solidFill>
                  <a:schemeClr val="accent5"/>
                </a:solidFill>
                <a:ln w="9525" cap="flat">
                  <a:noFill/>
                  <a:prstDash val="solid"/>
                  <a:miter/>
                </a:ln>
              </p:spPr>
              <p:txBody>
                <a:bodyPr rtlCol="0" anchor="ctr"/>
                <a:lstStyle/>
                <a:p>
                  <a:endParaRPr lang="fi-FI" sz="3200"/>
                </a:p>
              </p:txBody>
            </p:sp>
            <p:sp>
              <p:nvSpPr>
                <p:cNvPr id="639" name="Vapaamuotoinen: Muoto 638">
                  <a:extLst>
                    <a:ext uri="{FF2B5EF4-FFF2-40B4-BE49-F238E27FC236}">
                      <a16:creationId xmlns:a16="http://schemas.microsoft.com/office/drawing/2014/main" id="{25917203-FD58-D444-917C-D10B888D87AE}"/>
                    </a:ext>
                  </a:extLst>
                </p:cNvPr>
                <p:cNvSpPr/>
                <p:nvPr/>
              </p:nvSpPr>
              <p:spPr>
                <a:xfrm>
                  <a:off x="4882133" y="2345245"/>
                  <a:ext cx="82486" cy="134207"/>
                </a:xfrm>
                <a:custGeom>
                  <a:avLst/>
                  <a:gdLst>
                    <a:gd name="connsiteX0" fmla="*/ 58674 w 82486"/>
                    <a:gd name="connsiteY0" fmla="*/ 6287 h 134207"/>
                    <a:gd name="connsiteX1" fmla="*/ 82487 w 82486"/>
                    <a:gd name="connsiteY1" fmla="*/ 0 h 134207"/>
                    <a:gd name="connsiteX2" fmla="*/ 82487 w 82486"/>
                    <a:gd name="connsiteY2" fmla="*/ 43053 h 134207"/>
                    <a:gd name="connsiteX3" fmla="*/ 71247 w 82486"/>
                    <a:gd name="connsiteY3" fmla="*/ 43053 h 134207"/>
                    <a:gd name="connsiteX4" fmla="*/ 48387 w 82486"/>
                    <a:gd name="connsiteY4" fmla="*/ 49625 h 134207"/>
                    <a:gd name="connsiteX5" fmla="*/ 40767 w 82486"/>
                    <a:gd name="connsiteY5" fmla="*/ 72581 h 134207"/>
                    <a:gd name="connsiteX6" fmla="*/ 40767 w 82486"/>
                    <a:gd name="connsiteY6" fmla="*/ 134207 h 134207"/>
                    <a:gd name="connsiteX7" fmla="*/ 0 w 82486"/>
                    <a:gd name="connsiteY7" fmla="*/ 134207 h 134207"/>
                    <a:gd name="connsiteX8" fmla="*/ 0 w 82486"/>
                    <a:gd name="connsiteY8" fmla="*/ 1334 h 134207"/>
                    <a:gd name="connsiteX9" fmla="*/ 40767 w 82486"/>
                    <a:gd name="connsiteY9" fmla="*/ 1334 h 134207"/>
                    <a:gd name="connsiteX10" fmla="*/ 40767 w 82486"/>
                    <a:gd name="connsiteY10" fmla="*/ 23527 h 134207"/>
                    <a:gd name="connsiteX11" fmla="*/ 58674 w 82486"/>
                    <a:gd name="connsiteY11" fmla="*/ 6287 h 134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86" h="134207">
                      <a:moveTo>
                        <a:pt x="58674" y="6287"/>
                      </a:moveTo>
                      <a:cubicBezTo>
                        <a:pt x="65818" y="2096"/>
                        <a:pt x="73724" y="0"/>
                        <a:pt x="82487" y="0"/>
                      </a:cubicBezTo>
                      <a:lnTo>
                        <a:pt x="82487" y="43053"/>
                      </a:lnTo>
                      <a:lnTo>
                        <a:pt x="71247" y="43053"/>
                      </a:lnTo>
                      <a:cubicBezTo>
                        <a:pt x="61055" y="43053"/>
                        <a:pt x="53435" y="45244"/>
                        <a:pt x="48387" y="49625"/>
                      </a:cubicBezTo>
                      <a:cubicBezTo>
                        <a:pt x="43339" y="54007"/>
                        <a:pt x="40767" y="61627"/>
                        <a:pt x="40767" y="72581"/>
                      </a:cubicBezTo>
                      <a:lnTo>
                        <a:pt x="40767" y="134207"/>
                      </a:lnTo>
                      <a:lnTo>
                        <a:pt x="0" y="134207"/>
                      </a:lnTo>
                      <a:lnTo>
                        <a:pt x="0" y="1334"/>
                      </a:lnTo>
                      <a:lnTo>
                        <a:pt x="40767" y="1334"/>
                      </a:lnTo>
                      <a:lnTo>
                        <a:pt x="40767" y="23527"/>
                      </a:lnTo>
                      <a:cubicBezTo>
                        <a:pt x="45529" y="16193"/>
                        <a:pt x="51435" y="10477"/>
                        <a:pt x="58674" y="6287"/>
                      </a:cubicBezTo>
                      <a:close/>
                    </a:path>
                  </a:pathLst>
                </a:custGeom>
                <a:solidFill>
                  <a:schemeClr val="accent5"/>
                </a:solidFill>
                <a:ln w="9525" cap="flat">
                  <a:noFill/>
                  <a:prstDash val="solid"/>
                  <a:miter/>
                </a:ln>
              </p:spPr>
              <p:txBody>
                <a:bodyPr rtlCol="0" anchor="ctr"/>
                <a:lstStyle/>
                <a:p>
                  <a:endParaRPr lang="fi-FI" sz="3200"/>
                </a:p>
              </p:txBody>
            </p:sp>
            <p:sp>
              <p:nvSpPr>
                <p:cNvPr id="640" name="Vapaamuotoinen: Muoto 639">
                  <a:extLst>
                    <a:ext uri="{FF2B5EF4-FFF2-40B4-BE49-F238E27FC236}">
                      <a16:creationId xmlns:a16="http://schemas.microsoft.com/office/drawing/2014/main" id="{0EA5B9BA-F71F-A8DF-6CB2-A408F6882248}"/>
                    </a:ext>
                  </a:extLst>
                </p:cNvPr>
                <p:cNvSpPr/>
                <p:nvPr/>
              </p:nvSpPr>
              <p:spPr>
                <a:xfrm>
                  <a:off x="4975954" y="2344673"/>
                  <a:ext cx="140303" cy="200310"/>
                </a:xfrm>
                <a:custGeom>
                  <a:avLst/>
                  <a:gdLst>
                    <a:gd name="connsiteX0" fmla="*/ 83344 w 140303"/>
                    <a:gd name="connsiteY0" fmla="*/ 5715 h 200310"/>
                    <a:gd name="connsiteX1" fmla="*/ 99631 w 140303"/>
                    <a:gd name="connsiteY1" fmla="*/ 20765 h 200310"/>
                    <a:gd name="connsiteX2" fmla="*/ 99631 w 140303"/>
                    <a:gd name="connsiteY2" fmla="*/ 1905 h 200310"/>
                    <a:gd name="connsiteX3" fmla="*/ 140303 w 140303"/>
                    <a:gd name="connsiteY3" fmla="*/ 1905 h 200310"/>
                    <a:gd name="connsiteX4" fmla="*/ 140303 w 140303"/>
                    <a:gd name="connsiteY4" fmla="*/ 134588 h 200310"/>
                    <a:gd name="connsiteX5" fmla="*/ 133064 w 140303"/>
                    <a:gd name="connsiteY5" fmla="*/ 167831 h 200310"/>
                    <a:gd name="connsiteX6" fmla="*/ 110871 w 140303"/>
                    <a:gd name="connsiteY6" fmla="*/ 191548 h 200310"/>
                    <a:gd name="connsiteX7" fmla="*/ 73819 w 140303"/>
                    <a:gd name="connsiteY7" fmla="*/ 200311 h 200310"/>
                    <a:gd name="connsiteX8" fmla="*/ 25908 w 140303"/>
                    <a:gd name="connsiteY8" fmla="*/ 186404 h 200310"/>
                    <a:gd name="connsiteX9" fmla="*/ 4953 w 140303"/>
                    <a:gd name="connsiteY9" fmla="*/ 148685 h 200310"/>
                    <a:gd name="connsiteX10" fmla="*/ 45148 w 140303"/>
                    <a:gd name="connsiteY10" fmla="*/ 148685 h 200310"/>
                    <a:gd name="connsiteX11" fmla="*/ 54197 w 140303"/>
                    <a:gd name="connsiteY11" fmla="*/ 160687 h 200310"/>
                    <a:gd name="connsiteX12" fmla="*/ 71818 w 140303"/>
                    <a:gd name="connsiteY12" fmla="*/ 165068 h 200310"/>
                    <a:gd name="connsiteX13" fmla="*/ 91916 w 140303"/>
                    <a:gd name="connsiteY13" fmla="*/ 157829 h 200310"/>
                    <a:gd name="connsiteX14" fmla="*/ 99441 w 140303"/>
                    <a:gd name="connsiteY14" fmla="*/ 134588 h 200310"/>
                    <a:gd name="connsiteX15" fmla="*/ 99441 w 140303"/>
                    <a:gd name="connsiteY15" fmla="*/ 115729 h 200310"/>
                    <a:gd name="connsiteX16" fmla="*/ 82963 w 140303"/>
                    <a:gd name="connsiteY16" fmla="*/ 130874 h 200310"/>
                    <a:gd name="connsiteX17" fmla="*/ 58483 w 140303"/>
                    <a:gd name="connsiteY17" fmla="*/ 136684 h 200310"/>
                    <a:gd name="connsiteX18" fmla="*/ 28765 w 140303"/>
                    <a:gd name="connsiteY18" fmla="*/ 128207 h 200310"/>
                    <a:gd name="connsiteX19" fmla="*/ 7715 w 140303"/>
                    <a:gd name="connsiteY19" fmla="*/ 104204 h 200310"/>
                    <a:gd name="connsiteX20" fmla="*/ 0 w 140303"/>
                    <a:gd name="connsiteY20" fmla="*/ 68104 h 200310"/>
                    <a:gd name="connsiteX21" fmla="*/ 7715 w 140303"/>
                    <a:gd name="connsiteY21" fmla="*/ 32195 h 200310"/>
                    <a:gd name="connsiteX22" fmla="*/ 28765 w 140303"/>
                    <a:gd name="connsiteY22" fmla="*/ 8382 h 200310"/>
                    <a:gd name="connsiteX23" fmla="*/ 58483 w 140303"/>
                    <a:gd name="connsiteY23" fmla="*/ 0 h 200310"/>
                    <a:gd name="connsiteX24" fmla="*/ 83153 w 140303"/>
                    <a:gd name="connsiteY24" fmla="*/ 5715 h 200310"/>
                    <a:gd name="connsiteX25" fmla="*/ 91249 w 140303"/>
                    <a:gd name="connsiteY25" fmla="*/ 44291 h 200310"/>
                    <a:gd name="connsiteX26" fmla="*/ 70675 w 140303"/>
                    <a:gd name="connsiteY26" fmla="*/ 35528 h 200310"/>
                    <a:gd name="connsiteX27" fmla="*/ 50101 w 140303"/>
                    <a:gd name="connsiteY27" fmla="*/ 44196 h 200310"/>
                    <a:gd name="connsiteX28" fmla="*/ 41624 w 140303"/>
                    <a:gd name="connsiteY28" fmla="*/ 68104 h 200310"/>
                    <a:gd name="connsiteX29" fmla="*/ 50101 w 140303"/>
                    <a:gd name="connsiteY29" fmla="*/ 92297 h 200310"/>
                    <a:gd name="connsiteX30" fmla="*/ 70675 w 140303"/>
                    <a:gd name="connsiteY30" fmla="*/ 101251 h 200310"/>
                    <a:gd name="connsiteX31" fmla="*/ 91249 w 140303"/>
                    <a:gd name="connsiteY31" fmla="*/ 92393 h 200310"/>
                    <a:gd name="connsiteX32" fmla="*/ 99727 w 140303"/>
                    <a:gd name="connsiteY32" fmla="*/ 68390 h 200310"/>
                    <a:gd name="connsiteX33" fmla="*/ 91249 w 140303"/>
                    <a:gd name="connsiteY33" fmla="*/ 44291 h 200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0303" h="200310">
                      <a:moveTo>
                        <a:pt x="83344" y="5715"/>
                      </a:moveTo>
                      <a:cubicBezTo>
                        <a:pt x="90392" y="9525"/>
                        <a:pt x="95821" y="14478"/>
                        <a:pt x="99631" y="20765"/>
                      </a:cubicBezTo>
                      <a:lnTo>
                        <a:pt x="99631" y="1905"/>
                      </a:lnTo>
                      <a:lnTo>
                        <a:pt x="140303" y="1905"/>
                      </a:lnTo>
                      <a:lnTo>
                        <a:pt x="140303" y="134588"/>
                      </a:lnTo>
                      <a:cubicBezTo>
                        <a:pt x="140303" y="146780"/>
                        <a:pt x="137922" y="157925"/>
                        <a:pt x="133064" y="167831"/>
                      </a:cubicBezTo>
                      <a:cubicBezTo>
                        <a:pt x="128206" y="177737"/>
                        <a:pt x="120872" y="185642"/>
                        <a:pt x="110871" y="191548"/>
                      </a:cubicBezTo>
                      <a:cubicBezTo>
                        <a:pt x="100965" y="197453"/>
                        <a:pt x="88582" y="200311"/>
                        <a:pt x="73819" y="200311"/>
                      </a:cubicBezTo>
                      <a:cubicBezTo>
                        <a:pt x="54102" y="200311"/>
                        <a:pt x="38195" y="195644"/>
                        <a:pt x="25908" y="186404"/>
                      </a:cubicBezTo>
                      <a:cubicBezTo>
                        <a:pt x="13716" y="177070"/>
                        <a:pt x="6667" y="164497"/>
                        <a:pt x="4953" y="148685"/>
                      </a:cubicBezTo>
                      <a:lnTo>
                        <a:pt x="45148" y="148685"/>
                      </a:lnTo>
                      <a:cubicBezTo>
                        <a:pt x="46387" y="153734"/>
                        <a:pt x="49435" y="157734"/>
                        <a:pt x="54197" y="160687"/>
                      </a:cubicBezTo>
                      <a:cubicBezTo>
                        <a:pt x="58960" y="163640"/>
                        <a:pt x="64865" y="165068"/>
                        <a:pt x="71818" y="165068"/>
                      </a:cubicBezTo>
                      <a:cubicBezTo>
                        <a:pt x="80200" y="165068"/>
                        <a:pt x="86963" y="162687"/>
                        <a:pt x="91916" y="157829"/>
                      </a:cubicBezTo>
                      <a:cubicBezTo>
                        <a:pt x="96964" y="152972"/>
                        <a:pt x="99441" y="145256"/>
                        <a:pt x="99441" y="134588"/>
                      </a:cubicBezTo>
                      <a:lnTo>
                        <a:pt x="99441" y="115729"/>
                      </a:lnTo>
                      <a:cubicBezTo>
                        <a:pt x="95440" y="121920"/>
                        <a:pt x="90011" y="126968"/>
                        <a:pt x="82963" y="130874"/>
                      </a:cubicBezTo>
                      <a:cubicBezTo>
                        <a:pt x="75914" y="134779"/>
                        <a:pt x="67818" y="136684"/>
                        <a:pt x="58483" y="136684"/>
                      </a:cubicBezTo>
                      <a:cubicBezTo>
                        <a:pt x="47530" y="136684"/>
                        <a:pt x="37624" y="133826"/>
                        <a:pt x="28765" y="128207"/>
                      </a:cubicBezTo>
                      <a:cubicBezTo>
                        <a:pt x="19907" y="122587"/>
                        <a:pt x="12859" y="114586"/>
                        <a:pt x="7715" y="104204"/>
                      </a:cubicBezTo>
                      <a:cubicBezTo>
                        <a:pt x="2572" y="93821"/>
                        <a:pt x="0" y="81820"/>
                        <a:pt x="0" y="68104"/>
                      </a:cubicBezTo>
                      <a:cubicBezTo>
                        <a:pt x="0" y="54388"/>
                        <a:pt x="2572" y="42482"/>
                        <a:pt x="7715" y="32195"/>
                      </a:cubicBezTo>
                      <a:cubicBezTo>
                        <a:pt x="12859" y="21908"/>
                        <a:pt x="19907" y="13907"/>
                        <a:pt x="28765" y="8382"/>
                      </a:cubicBezTo>
                      <a:cubicBezTo>
                        <a:pt x="37624" y="2858"/>
                        <a:pt x="47530" y="0"/>
                        <a:pt x="58483" y="0"/>
                      </a:cubicBezTo>
                      <a:cubicBezTo>
                        <a:pt x="67818" y="0"/>
                        <a:pt x="76105" y="1905"/>
                        <a:pt x="83153" y="5715"/>
                      </a:cubicBezTo>
                      <a:close/>
                      <a:moveTo>
                        <a:pt x="91249" y="44291"/>
                      </a:moveTo>
                      <a:cubicBezTo>
                        <a:pt x="85630" y="38386"/>
                        <a:pt x="78772" y="35528"/>
                        <a:pt x="70675" y="35528"/>
                      </a:cubicBezTo>
                      <a:cubicBezTo>
                        <a:pt x="62579" y="35528"/>
                        <a:pt x="55721" y="38386"/>
                        <a:pt x="50101" y="44196"/>
                      </a:cubicBezTo>
                      <a:cubicBezTo>
                        <a:pt x="44482" y="50006"/>
                        <a:pt x="41624" y="58007"/>
                        <a:pt x="41624" y="68104"/>
                      </a:cubicBezTo>
                      <a:cubicBezTo>
                        <a:pt x="41624" y="78200"/>
                        <a:pt x="44482" y="86296"/>
                        <a:pt x="50101" y="92297"/>
                      </a:cubicBezTo>
                      <a:cubicBezTo>
                        <a:pt x="55721" y="98298"/>
                        <a:pt x="62579" y="101251"/>
                        <a:pt x="70675" y="101251"/>
                      </a:cubicBezTo>
                      <a:cubicBezTo>
                        <a:pt x="78772" y="101251"/>
                        <a:pt x="85630" y="98298"/>
                        <a:pt x="91249" y="92393"/>
                      </a:cubicBezTo>
                      <a:cubicBezTo>
                        <a:pt x="96869" y="86487"/>
                        <a:pt x="99727" y="78486"/>
                        <a:pt x="99727" y="68390"/>
                      </a:cubicBezTo>
                      <a:cubicBezTo>
                        <a:pt x="99727" y="58293"/>
                        <a:pt x="96869" y="50197"/>
                        <a:pt x="91249" y="44291"/>
                      </a:cubicBezTo>
                      <a:close/>
                    </a:path>
                  </a:pathLst>
                </a:custGeom>
                <a:solidFill>
                  <a:schemeClr val="accent5"/>
                </a:solidFill>
                <a:ln w="9525" cap="flat">
                  <a:noFill/>
                  <a:prstDash val="solid"/>
                  <a:miter/>
                </a:ln>
              </p:spPr>
              <p:txBody>
                <a:bodyPr rtlCol="0" anchor="ctr"/>
                <a:lstStyle/>
                <a:p>
                  <a:endParaRPr lang="fi-FI" sz="3200"/>
                </a:p>
              </p:txBody>
            </p:sp>
            <p:sp>
              <p:nvSpPr>
                <p:cNvPr id="641" name="Vapaamuotoinen: Muoto 640">
                  <a:extLst>
                    <a:ext uri="{FF2B5EF4-FFF2-40B4-BE49-F238E27FC236}">
                      <a16:creationId xmlns:a16="http://schemas.microsoft.com/office/drawing/2014/main" id="{F2270E71-F4A0-7A4F-703C-9E952A3CB030}"/>
                    </a:ext>
                  </a:extLst>
                </p:cNvPr>
                <p:cNvSpPr/>
                <p:nvPr/>
              </p:nvSpPr>
              <p:spPr>
                <a:xfrm>
                  <a:off x="3974115" y="2560891"/>
                  <a:ext cx="124301" cy="166211"/>
                </a:xfrm>
                <a:custGeom>
                  <a:avLst/>
                  <a:gdLst>
                    <a:gd name="connsiteX0" fmla="*/ 85725 w 124301"/>
                    <a:gd name="connsiteY0" fmla="*/ 166211 h 166211"/>
                    <a:gd name="connsiteX1" fmla="*/ 49054 w 124301"/>
                    <a:gd name="connsiteY1" fmla="*/ 101441 h 166211"/>
                    <a:gd name="connsiteX2" fmla="*/ 33338 w 124301"/>
                    <a:gd name="connsiteY2" fmla="*/ 101441 h 166211"/>
                    <a:gd name="connsiteX3" fmla="*/ 33338 w 124301"/>
                    <a:gd name="connsiteY3" fmla="*/ 166211 h 166211"/>
                    <a:gd name="connsiteX4" fmla="*/ 0 w 124301"/>
                    <a:gd name="connsiteY4" fmla="*/ 166211 h 166211"/>
                    <a:gd name="connsiteX5" fmla="*/ 0 w 124301"/>
                    <a:gd name="connsiteY5" fmla="*/ 0 h 166211"/>
                    <a:gd name="connsiteX6" fmla="*/ 62389 w 124301"/>
                    <a:gd name="connsiteY6" fmla="*/ 0 h 166211"/>
                    <a:gd name="connsiteX7" fmla="*/ 95250 w 124301"/>
                    <a:gd name="connsiteY7" fmla="*/ 6763 h 166211"/>
                    <a:gd name="connsiteX8" fmla="*/ 115634 w 124301"/>
                    <a:gd name="connsiteY8" fmla="*/ 25051 h 166211"/>
                    <a:gd name="connsiteX9" fmla="*/ 122396 w 124301"/>
                    <a:gd name="connsiteY9" fmla="*/ 50864 h 166211"/>
                    <a:gd name="connsiteX10" fmla="*/ 112871 w 124301"/>
                    <a:gd name="connsiteY10" fmla="*/ 80486 h 166211"/>
                    <a:gd name="connsiteX11" fmla="*/ 84582 w 124301"/>
                    <a:gd name="connsiteY11" fmla="*/ 98679 h 166211"/>
                    <a:gd name="connsiteX12" fmla="*/ 124301 w 124301"/>
                    <a:gd name="connsiteY12" fmla="*/ 166116 h 166211"/>
                    <a:gd name="connsiteX13" fmla="*/ 85725 w 124301"/>
                    <a:gd name="connsiteY13" fmla="*/ 166116 h 166211"/>
                    <a:gd name="connsiteX14" fmla="*/ 33338 w 124301"/>
                    <a:gd name="connsiteY14" fmla="*/ 76486 h 166211"/>
                    <a:gd name="connsiteX15" fmla="*/ 61150 w 124301"/>
                    <a:gd name="connsiteY15" fmla="*/ 76486 h 166211"/>
                    <a:gd name="connsiteX16" fmla="*/ 81344 w 124301"/>
                    <a:gd name="connsiteY16" fmla="*/ 69914 h 166211"/>
                    <a:gd name="connsiteX17" fmla="*/ 88011 w 124301"/>
                    <a:gd name="connsiteY17" fmla="*/ 51721 h 166211"/>
                    <a:gd name="connsiteX18" fmla="*/ 81344 w 124301"/>
                    <a:gd name="connsiteY18" fmla="*/ 34004 h 166211"/>
                    <a:gd name="connsiteX19" fmla="*/ 61150 w 124301"/>
                    <a:gd name="connsiteY19" fmla="*/ 27718 h 166211"/>
                    <a:gd name="connsiteX20" fmla="*/ 33338 w 124301"/>
                    <a:gd name="connsiteY20" fmla="*/ 27718 h 166211"/>
                    <a:gd name="connsiteX21" fmla="*/ 33338 w 124301"/>
                    <a:gd name="connsiteY21" fmla="*/ 76486 h 166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4301" h="166211">
                      <a:moveTo>
                        <a:pt x="85725" y="166211"/>
                      </a:moveTo>
                      <a:lnTo>
                        <a:pt x="49054" y="101441"/>
                      </a:lnTo>
                      <a:lnTo>
                        <a:pt x="33338" y="101441"/>
                      </a:lnTo>
                      <a:lnTo>
                        <a:pt x="33338" y="166211"/>
                      </a:lnTo>
                      <a:lnTo>
                        <a:pt x="0" y="166211"/>
                      </a:lnTo>
                      <a:lnTo>
                        <a:pt x="0" y="0"/>
                      </a:lnTo>
                      <a:lnTo>
                        <a:pt x="62389" y="0"/>
                      </a:lnTo>
                      <a:cubicBezTo>
                        <a:pt x="75248" y="0"/>
                        <a:pt x="86201" y="2286"/>
                        <a:pt x="95250" y="6763"/>
                      </a:cubicBezTo>
                      <a:cubicBezTo>
                        <a:pt x="104299" y="11240"/>
                        <a:pt x="111062" y="17431"/>
                        <a:pt x="115634" y="25051"/>
                      </a:cubicBezTo>
                      <a:cubicBezTo>
                        <a:pt x="120206" y="32766"/>
                        <a:pt x="122396" y="41339"/>
                        <a:pt x="122396" y="50864"/>
                      </a:cubicBezTo>
                      <a:cubicBezTo>
                        <a:pt x="122396" y="61817"/>
                        <a:pt x="119253" y="71723"/>
                        <a:pt x="112871" y="80486"/>
                      </a:cubicBezTo>
                      <a:cubicBezTo>
                        <a:pt x="106490" y="89249"/>
                        <a:pt x="97060" y="95345"/>
                        <a:pt x="84582" y="98679"/>
                      </a:cubicBezTo>
                      <a:lnTo>
                        <a:pt x="124301" y="166116"/>
                      </a:lnTo>
                      <a:lnTo>
                        <a:pt x="85725" y="166116"/>
                      </a:lnTo>
                      <a:close/>
                      <a:moveTo>
                        <a:pt x="33338" y="76486"/>
                      </a:moveTo>
                      <a:lnTo>
                        <a:pt x="61150" y="76486"/>
                      </a:lnTo>
                      <a:cubicBezTo>
                        <a:pt x="70199" y="76486"/>
                        <a:pt x="76962" y="74295"/>
                        <a:pt x="81344" y="69914"/>
                      </a:cubicBezTo>
                      <a:cubicBezTo>
                        <a:pt x="85820" y="65532"/>
                        <a:pt x="88011" y="59436"/>
                        <a:pt x="88011" y="51721"/>
                      </a:cubicBezTo>
                      <a:cubicBezTo>
                        <a:pt x="88011" y="44005"/>
                        <a:pt x="85820" y="38195"/>
                        <a:pt x="81344" y="34004"/>
                      </a:cubicBezTo>
                      <a:cubicBezTo>
                        <a:pt x="76867" y="29813"/>
                        <a:pt x="70199" y="27718"/>
                        <a:pt x="61150" y="27718"/>
                      </a:cubicBezTo>
                      <a:lnTo>
                        <a:pt x="33338" y="27718"/>
                      </a:lnTo>
                      <a:lnTo>
                        <a:pt x="33338" y="76486"/>
                      </a:lnTo>
                      <a:close/>
                    </a:path>
                  </a:pathLst>
                </a:custGeom>
                <a:solidFill>
                  <a:schemeClr val="accent5"/>
                </a:solidFill>
                <a:ln w="9525" cap="flat">
                  <a:noFill/>
                  <a:prstDash val="solid"/>
                  <a:miter/>
                </a:ln>
              </p:spPr>
              <p:txBody>
                <a:bodyPr rtlCol="0" anchor="ctr"/>
                <a:lstStyle/>
                <a:p>
                  <a:endParaRPr lang="fi-FI" sz="3200"/>
                </a:p>
              </p:txBody>
            </p:sp>
            <p:sp>
              <p:nvSpPr>
                <p:cNvPr id="642" name="Vapaamuotoinen: Muoto 641">
                  <a:extLst>
                    <a:ext uri="{FF2B5EF4-FFF2-40B4-BE49-F238E27FC236}">
                      <a16:creationId xmlns:a16="http://schemas.microsoft.com/office/drawing/2014/main" id="{A2B523B1-7E85-92DA-3D44-5BB40DAFE680}"/>
                    </a:ext>
                  </a:extLst>
                </p:cNvPr>
                <p:cNvSpPr/>
                <p:nvPr/>
              </p:nvSpPr>
              <p:spPr>
                <a:xfrm>
                  <a:off x="4118038" y="2592990"/>
                  <a:ext cx="137541" cy="136302"/>
                </a:xfrm>
                <a:custGeom>
                  <a:avLst/>
                  <a:gdLst>
                    <a:gd name="connsiteX0" fmla="*/ 8096 w 137541"/>
                    <a:gd name="connsiteY0" fmla="*/ 32195 h 136302"/>
                    <a:gd name="connsiteX1" fmla="*/ 29813 w 137541"/>
                    <a:gd name="connsiteY1" fmla="*/ 8382 h 136302"/>
                    <a:gd name="connsiteX2" fmla="*/ 60389 w 137541"/>
                    <a:gd name="connsiteY2" fmla="*/ 0 h 136302"/>
                    <a:gd name="connsiteX3" fmla="*/ 86201 w 137541"/>
                    <a:gd name="connsiteY3" fmla="*/ 5905 h 136302"/>
                    <a:gd name="connsiteX4" fmla="*/ 103918 w 137541"/>
                    <a:gd name="connsiteY4" fmla="*/ 20955 h 136302"/>
                    <a:gd name="connsiteX5" fmla="*/ 103918 w 137541"/>
                    <a:gd name="connsiteY5" fmla="*/ 2191 h 136302"/>
                    <a:gd name="connsiteX6" fmla="*/ 137541 w 137541"/>
                    <a:gd name="connsiteY6" fmla="*/ 2191 h 136302"/>
                    <a:gd name="connsiteX7" fmla="*/ 137541 w 137541"/>
                    <a:gd name="connsiteY7" fmla="*/ 134112 h 136302"/>
                    <a:gd name="connsiteX8" fmla="*/ 103918 w 137541"/>
                    <a:gd name="connsiteY8" fmla="*/ 134112 h 136302"/>
                    <a:gd name="connsiteX9" fmla="*/ 103918 w 137541"/>
                    <a:gd name="connsiteY9" fmla="*/ 114872 h 136302"/>
                    <a:gd name="connsiteX10" fmla="*/ 86201 w 137541"/>
                    <a:gd name="connsiteY10" fmla="*/ 130207 h 136302"/>
                    <a:gd name="connsiteX11" fmla="*/ 60103 w 137541"/>
                    <a:gd name="connsiteY11" fmla="*/ 136303 h 136302"/>
                    <a:gd name="connsiteX12" fmla="*/ 29718 w 137541"/>
                    <a:gd name="connsiteY12" fmla="*/ 127730 h 136302"/>
                    <a:gd name="connsiteX13" fmla="*/ 8001 w 137541"/>
                    <a:gd name="connsiteY13" fmla="*/ 103537 h 136302"/>
                    <a:gd name="connsiteX14" fmla="*/ 0 w 137541"/>
                    <a:gd name="connsiteY14" fmla="*/ 67723 h 136302"/>
                    <a:gd name="connsiteX15" fmla="*/ 8001 w 137541"/>
                    <a:gd name="connsiteY15" fmla="*/ 32195 h 136302"/>
                    <a:gd name="connsiteX16" fmla="*/ 99155 w 137541"/>
                    <a:gd name="connsiteY16" fmla="*/ 47339 h 136302"/>
                    <a:gd name="connsiteX17" fmla="*/ 86296 w 137541"/>
                    <a:gd name="connsiteY17" fmla="*/ 34004 h 136302"/>
                    <a:gd name="connsiteX18" fmla="*/ 68866 w 137541"/>
                    <a:gd name="connsiteY18" fmla="*/ 29337 h 136302"/>
                    <a:gd name="connsiteX19" fmla="*/ 51721 w 137541"/>
                    <a:gd name="connsiteY19" fmla="*/ 33909 h 136302"/>
                    <a:gd name="connsiteX20" fmla="*/ 38957 w 137541"/>
                    <a:gd name="connsiteY20" fmla="*/ 47149 h 136302"/>
                    <a:gd name="connsiteX21" fmla="*/ 34100 w 137541"/>
                    <a:gd name="connsiteY21" fmla="*/ 67723 h 136302"/>
                    <a:gd name="connsiteX22" fmla="*/ 38957 w 137541"/>
                    <a:gd name="connsiteY22" fmla="*/ 88582 h 136302"/>
                    <a:gd name="connsiteX23" fmla="*/ 51816 w 137541"/>
                    <a:gd name="connsiteY23" fmla="*/ 102299 h 136302"/>
                    <a:gd name="connsiteX24" fmla="*/ 68866 w 137541"/>
                    <a:gd name="connsiteY24" fmla="*/ 107061 h 136302"/>
                    <a:gd name="connsiteX25" fmla="*/ 86296 w 137541"/>
                    <a:gd name="connsiteY25" fmla="*/ 102394 h 136302"/>
                    <a:gd name="connsiteX26" fmla="*/ 99155 w 137541"/>
                    <a:gd name="connsiteY26" fmla="*/ 89059 h 136302"/>
                    <a:gd name="connsiteX27" fmla="*/ 103918 w 137541"/>
                    <a:gd name="connsiteY27" fmla="*/ 68199 h 136302"/>
                    <a:gd name="connsiteX28" fmla="*/ 99155 w 137541"/>
                    <a:gd name="connsiteY28" fmla="*/ 47339 h 13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541" h="136302">
                      <a:moveTo>
                        <a:pt x="8096" y="32195"/>
                      </a:moveTo>
                      <a:cubicBezTo>
                        <a:pt x="13430" y="21907"/>
                        <a:pt x="20669" y="13906"/>
                        <a:pt x="29813" y="8382"/>
                      </a:cubicBezTo>
                      <a:cubicBezTo>
                        <a:pt x="38957" y="2857"/>
                        <a:pt x="49149" y="0"/>
                        <a:pt x="60389" y="0"/>
                      </a:cubicBezTo>
                      <a:cubicBezTo>
                        <a:pt x="70199" y="0"/>
                        <a:pt x="78867" y="2000"/>
                        <a:pt x="86201" y="5905"/>
                      </a:cubicBezTo>
                      <a:cubicBezTo>
                        <a:pt x="93631" y="9906"/>
                        <a:pt x="99536" y="14859"/>
                        <a:pt x="103918" y="20955"/>
                      </a:cubicBezTo>
                      <a:lnTo>
                        <a:pt x="103918" y="2191"/>
                      </a:lnTo>
                      <a:lnTo>
                        <a:pt x="137541" y="2191"/>
                      </a:lnTo>
                      <a:lnTo>
                        <a:pt x="137541" y="134112"/>
                      </a:lnTo>
                      <a:lnTo>
                        <a:pt x="103918" y="134112"/>
                      </a:lnTo>
                      <a:lnTo>
                        <a:pt x="103918" y="114872"/>
                      </a:lnTo>
                      <a:cubicBezTo>
                        <a:pt x="99631" y="121063"/>
                        <a:pt x="93726" y="126206"/>
                        <a:pt x="86201" y="130207"/>
                      </a:cubicBezTo>
                      <a:cubicBezTo>
                        <a:pt x="78677" y="134207"/>
                        <a:pt x="70009" y="136303"/>
                        <a:pt x="60103" y="136303"/>
                      </a:cubicBezTo>
                      <a:cubicBezTo>
                        <a:pt x="48958" y="136303"/>
                        <a:pt x="38862" y="133445"/>
                        <a:pt x="29718" y="127730"/>
                      </a:cubicBezTo>
                      <a:cubicBezTo>
                        <a:pt x="20574" y="122015"/>
                        <a:pt x="13335" y="113919"/>
                        <a:pt x="8001" y="103537"/>
                      </a:cubicBezTo>
                      <a:cubicBezTo>
                        <a:pt x="2667" y="93154"/>
                        <a:pt x="0" y="81153"/>
                        <a:pt x="0" y="67723"/>
                      </a:cubicBezTo>
                      <a:cubicBezTo>
                        <a:pt x="0" y="54293"/>
                        <a:pt x="2667" y="42577"/>
                        <a:pt x="8001" y="32195"/>
                      </a:cubicBezTo>
                      <a:close/>
                      <a:moveTo>
                        <a:pt x="99155" y="47339"/>
                      </a:moveTo>
                      <a:cubicBezTo>
                        <a:pt x="96012" y="41529"/>
                        <a:pt x="91726" y="37052"/>
                        <a:pt x="86296" y="34004"/>
                      </a:cubicBezTo>
                      <a:cubicBezTo>
                        <a:pt x="80867" y="30956"/>
                        <a:pt x="75152" y="29337"/>
                        <a:pt x="68866" y="29337"/>
                      </a:cubicBezTo>
                      <a:cubicBezTo>
                        <a:pt x="62579" y="29337"/>
                        <a:pt x="56959" y="30861"/>
                        <a:pt x="51721" y="33909"/>
                      </a:cubicBezTo>
                      <a:cubicBezTo>
                        <a:pt x="46482" y="36957"/>
                        <a:pt x="42196" y="41339"/>
                        <a:pt x="38957" y="47149"/>
                      </a:cubicBezTo>
                      <a:cubicBezTo>
                        <a:pt x="35719" y="52959"/>
                        <a:pt x="34100" y="59817"/>
                        <a:pt x="34100" y="67723"/>
                      </a:cubicBezTo>
                      <a:cubicBezTo>
                        <a:pt x="34100" y="75628"/>
                        <a:pt x="35719" y="82582"/>
                        <a:pt x="38957" y="88582"/>
                      </a:cubicBezTo>
                      <a:cubicBezTo>
                        <a:pt x="42196" y="94583"/>
                        <a:pt x="46482" y="99060"/>
                        <a:pt x="51816" y="102299"/>
                      </a:cubicBezTo>
                      <a:cubicBezTo>
                        <a:pt x="57150" y="105442"/>
                        <a:pt x="62770" y="107061"/>
                        <a:pt x="68866" y="107061"/>
                      </a:cubicBezTo>
                      <a:cubicBezTo>
                        <a:pt x="74962" y="107061"/>
                        <a:pt x="80867" y="105537"/>
                        <a:pt x="86296" y="102394"/>
                      </a:cubicBezTo>
                      <a:cubicBezTo>
                        <a:pt x="91726" y="99251"/>
                        <a:pt x="96012" y="94869"/>
                        <a:pt x="99155" y="89059"/>
                      </a:cubicBezTo>
                      <a:cubicBezTo>
                        <a:pt x="102299" y="83249"/>
                        <a:pt x="103918" y="76295"/>
                        <a:pt x="103918" y="68199"/>
                      </a:cubicBezTo>
                      <a:cubicBezTo>
                        <a:pt x="103918" y="60103"/>
                        <a:pt x="102299" y="53150"/>
                        <a:pt x="99155" y="47339"/>
                      </a:cubicBezTo>
                      <a:close/>
                    </a:path>
                  </a:pathLst>
                </a:custGeom>
                <a:solidFill>
                  <a:schemeClr val="accent5"/>
                </a:solidFill>
                <a:ln w="9525" cap="flat">
                  <a:noFill/>
                  <a:prstDash val="solid"/>
                  <a:miter/>
                </a:ln>
              </p:spPr>
              <p:txBody>
                <a:bodyPr rtlCol="0" anchor="ctr"/>
                <a:lstStyle/>
                <a:p>
                  <a:endParaRPr lang="fi-FI" sz="3200"/>
                </a:p>
              </p:txBody>
            </p:sp>
            <p:sp>
              <p:nvSpPr>
                <p:cNvPr id="643" name="Vapaamuotoinen: Muoto 642">
                  <a:extLst>
                    <a:ext uri="{FF2B5EF4-FFF2-40B4-BE49-F238E27FC236}">
                      <a16:creationId xmlns:a16="http://schemas.microsoft.com/office/drawing/2014/main" id="{7557EFD1-8140-EED2-16D2-02CA9386DF4D}"/>
                    </a:ext>
                  </a:extLst>
                </p:cNvPr>
                <p:cNvSpPr/>
                <p:nvPr/>
              </p:nvSpPr>
              <p:spPr>
                <a:xfrm>
                  <a:off x="4279486" y="2592990"/>
                  <a:ext cx="137350" cy="136302"/>
                </a:xfrm>
                <a:custGeom>
                  <a:avLst/>
                  <a:gdLst>
                    <a:gd name="connsiteX0" fmla="*/ 8096 w 137350"/>
                    <a:gd name="connsiteY0" fmla="*/ 32195 h 136302"/>
                    <a:gd name="connsiteX1" fmla="*/ 29718 w 137350"/>
                    <a:gd name="connsiteY1" fmla="*/ 8382 h 136302"/>
                    <a:gd name="connsiteX2" fmla="*/ 60293 w 137350"/>
                    <a:gd name="connsiteY2" fmla="*/ 0 h 136302"/>
                    <a:gd name="connsiteX3" fmla="*/ 86106 w 137350"/>
                    <a:gd name="connsiteY3" fmla="*/ 5905 h 136302"/>
                    <a:gd name="connsiteX4" fmla="*/ 103822 w 137350"/>
                    <a:gd name="connsiteY4" fmla="*/ 20955 h 136302"/>
                    <a:gd name="connsiteX5" fmla="*/ 103822 w 137350"/>
                    <a:gd name="connsiteY5" fmla="*/ 2191 h 136302"/>
                    <a:gd name="connsiteX6" fmla="*/ 137350 w 137350"/>
                    <a:gd name="connsiteY6" fmla="*/ 2191 h 136302"/>
                    <a:gd name="connsiteX7" fmla="*/ 137350 w 137350"/>
                    <a:gd name="connsiteY7" fmla="*/ 134112 h 136302"/>
                    <a:gd name="connsiteX8" fmla="*/ 103822 w 137350"/>
                    <a:gd name="connsiteY8" fmla="*/ 134112 h 136302"/>
                    <a:gd name="connsiteX9" fmla="*/ 103822 w 137350"/>
                    <a:gd name="connsiteY9" fmla="*/ 114872 h 136302"/>
                    <a:gd name="connsiteX10" fmla="*/ 86106 w 137350"/>
                    <a:gd name="connsiteY10" fmla="*/ 130207 h 136302"/>
                    <a:gd name="connsiteX11" fmla="*/ 60007 w 137350"/>
                    <a:gd name="connsiteY11" fmla="*/ 136303 h 136302"/>
                    <a:gd name="connsiteX12" fmla="*/ 29623 w 137350"/>
                    <a:gd name="connsiteY12" fmla="*/ 127730 h 136302"/>
                    <a:gd name="connsiteX13" fmla="*/ 8001 w 137350"/>
                    <a:gd name="connsiteY13" fmla="*/ 103537 h 136302"/>
                    <a:gd name="connsiteX14" fmla="*/ 0 w 137350"/>
                    <a:gd name="connsiteY14" fmla="*/ 67723 h 136302"/>
                    <a:gd name="connsiteX15" fmla="*/ 8001 w 137350"/>
                    <a:gd name="connsiteY15" fmla="*/ 32195 h 136302"/>
                    <a:gd name="connsiteX16" fmla="*/ 99155 w 137350"/>
                    <a:gd name="connsiteY16" fmla="*/ 47339 h 136302"/>
                    <a:gd name="connsiteX17" fmla="*/ 86296 w 137350"/>
                    <a:gd name="connsiteY17" fmla="*/ 34004 h 136302"/>
                    <a:gd name="connsiteX18" fmla="*/ 68866 w 137350"/>
                    <a:gd name="connsiteY18" fmla="*/ 29337 h 136302"/>
                    <a:gd name="connsiteX19" fmla="*/ 51721 w 137350"/>
                    <a:gd name="connsiteY19" fmla="*/ 33909 h 136302"/>
                    <a:gd name="connsiteX20" fmla="*/ 38957 w 137350"/>
                    <a:gd name="connsiteY20" fmla="*/ 47149 h 136302"/>
                    <a:gd name="connsiteX21" fmla="*/ 34099 w 137350"/>
                    <a:gd name="connsiteY21" fmla="*/ 67723 h 136302"/>
                    <a:gd name="connsiteX22" fmla="*/ 38957 w 137350"/>
                    <a:gd name="connsiteY22" fmla="*/ 88582 h 136302"/>
                    <a:gd name="connsiteX23" fmla="*/ 51816 w 137350"/>
                    <a:gd name="connsiteY23" fmla="*/ 102299 h 136302"/>
                    <a:gd name="connsiteX24" fmla="*/ 68866 w 137350"/>
                    <a:gd name="connsiteY24" fmla="*/ 107061 h 136302"/>
                    <a:gd name="connsiteX25" fmla="*/ 86296 w 137350"/>
                    <a:gd name="connsiteY25" fmla="*/ 102394 h 136302"/>
                    <a:gd name="connsiteX26" fmla="*/ 99155 w 137350"/>
                    <a:gd name="connsiteY26" fmla="*/ 89059 h 136302"/>
                    <a:gd name="connsiteX27" fmla="*/ 103918 w 137350"/>
                    <a:gd name="connsiteY27" fmla="*/ 68199 h 136302"/>
                    <a:gd name="connsiteX28" fmla="*/ 99155 w 137350"/>
                    <a:gd name="connsiteY28" fmla="*/ 47339 h 13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350" h="136302">
                      <a:moveTo>
                        <a:pt x="8096" y="32195"/>
                      </a:moveTo>
                      <a:cubicBezTo>
                        <a:pt x="13430" y="21907"/>
                        <a:pt x="20669" y="13906"/>
                        <a:pt x="29718" y="8382"/>
                      </a:cubicBezTo>
                      <a:cubicBezTo>
                        <a:pt x="38862" y="2857"/>
                        <a:pt x="49054" y="0"/>
                        <a:pt x="60293" y="0"/>
                      </a:cubicBezTo>
                      <a:cubicBezTo>
                        <a:pt x="70104" y="0"/>
                        <a:pt x="78772" y="2000"/>
                        <a:pt x="86106" y="5905"/>
                      </a:cubicBezTo>
                      <a:cubicBezTo>
                        <a:pt x="93536" y="9906"/>
                        <a:pt x="99441" y="14859"/>
                        <a:pt x="103822" y="20955"/>
                      </a:cubicBezTo>
                      <a:lnTo>
                        <a:pt x="103822" y="2191"/>
                      </a:lnTo>
                      <a:lnTo>
                        <a:pt x="137350" y="2191"/>
                      </a:lnTo>
                      <a:lnTo>
                        <a:pt x="137350" y="134112"/>
                      </a:lnTo>
                      <a:lnTo>
                        <a:pt x="103822" y="134112"/>
                      </a:lnTo>
                      <a:lnTo>
                        <a:pt x="103822" y="114872"/>
                      </a:lnTo>
                      <a:cubicBezTo>
                        <a:pt x="99536" y="121063"/>
                        <a:pt x="93631" y="126206"/>
                        <a:pt x="86106" y="130207"/>
                      </a:cubicBezTo>
                      <a:cubicBezTo>
                        <a:pt x="78581" y="134207"/>
                        <a:pt x="69914" y="136303"/>
                        <a:pt x="60007" y="136303"/>
                      </a:cubicBezTo>
                      <a:cubicBezTo>
                        <a:pt x="48863" y="136303"/>
                        <a:pt x="38767" y="133445"/>
                        <a:pt x="29623" y="127730"/>
                      </a:cubicBezTo>
                      <a:cubicBezTo>
                        <a:pt x="20479" y="122015"/>
                        <a:pt x="13240" y="113919"/>
                        <a:pt x="8001" y="103537"/>
                      </a:cubicBezTo>
                      <a:cubicBezTo>
                        <a:pt x="2667" y="93154"/>
                        <a:pt x="0" y="81153"/>
                        <a:pt x="0" y="67723"/>
                      </a:cubicBezTo>
                      <a:cubicBezTo>
                        <a:pt x="0" y="54293"/>
                        <a:pt x="2667" y="42577"/>
                        <a:pt x="8001" y="32195"/>
                      </a:cubicBezTo>
                      <a:close/>
                      <a:moveTo>
                        <a:pt x="99155" y="47339"/>
                      </a:moveTo>
                      <a:cubicBezTo>
                        <a:pt x="96012" y="41529"/>
                        <a:pt x="91726" y="37052"/>
                        <a:pt x="86296" y="34004"/>
                      </a:cubicBezTo>
                      <a:cubicBezTo>
                        <a:pt x="80867" y="30956"/>
                        <a:pt x="75152" y="29337"/>
                        <a:pt x="68866" y="29337"/>
                      </a:cubicBezTo>
                      <a:cubicBezTo>
                        <a:pt x="62579" y="29337"/>
                        <a:pt x="56959" y="30861"/>
                        <a:pt x="51721" y="33909"/>
                      </a:cubicBezTo>
                      <a:cubicBezTo>
                        <a:pt x="46482" y="36957"/>
                        <a:pt x="42196" y="41339"/>
                        <a:pt x="38957" y="47149"/>
                      </a:cubicBezTo>
                      <a:cubicBezTo>
                        <a:pt x="35719" y="52959"/>
                        <a:pt x="34099" y="59817"/>
                        <a:pt x="34099" y="67723"/>
                      </a:cubicBezTo>
                      <a:cubicBezTo>
                        <a:pt x="34099" y="75628"/>
                        <a:pt x="35719" y="82582"/>
                        <a:pt x="38957" y="88582"/>
                      </a:cubicBezTo>
                      <a:cubicBezTo>
                        <a:pt x="42196" y="94488"/>
                        <a:pt x="46482" y="99060"/>
                        <a:pt x="51816" y="102299"/>
                      </a:cubicBezTo>
                      <a:cubicBezTo>
                        <a:pt x="57150" y="105537"/>
                        <a:pt x="62770" y="107061"/>
                        <a:pt x="68866" y="107061"/>
                      </a:cubicBezTo>
                      <a:cubicBezTo>
                        <a:pt x="74962" y="107061"/>
                        <a:pt x="80867" y="105537"/>
                        <a:pt x="86296" y="102394"/>
                      </a:cubicBezTo>
                      <a:cubicBezTo>
                        <a:pt x="91726" y="99251"/>
                        <a:pt x="96012" y="94869"/>
                        <a:pt x="99155" y="89059"/>
                      </a:cubicBezTo>
                      <a:cubicBezTo>
                        <a:pt x="102298" y="83249"/>
                        <a:pt x="103918" y="76295"/>
                        <a:pt x="103918" y="68199"/>
                      </a:cubicBezTo>
                      <a:cubicBezTo>
                        <a:pt x="103918" y="60103"/>
                        <a:pt x="102298" y="53150"/>
                        <a:pt x="99155" y="47339"/>
                      </a:cubicBezTo>
                      <a:close/>
                    </a:path>
                  </a:pathLst>
                </a:custGeom>
                <a:solidFill>
                  <a:schemeClr val="accent5"/>
                </a:solidFill>
                <a:ln w="9525" cap="flat">
                  <a:noFill/>
                  <a:prstDash val="solid"/>
                  <a:miter/>
                </a:ln>
              </p:spPr>
              <p:txBody>
                <a:bodyPr rtlCol="0" anchor="ctr"/>
                <a:lstStyle/>
                <a:p>
                  <a:endParaRPr lang="fi-FI" sz="3200"/>
                </a:p>
              </p:txBody>
            </p:sp>
            <p:sp>
              <p:nvSpPr>
                <p:cNvPr id="644" name="Vapaamuotoinen: Muoto 643">
                  <a:extLst>
                    <a:ext uri="{FF2B5EF4-FFF2-40B4-BE49-F238E27FC236}">
                      <a16:creationId xmlns:a16="http://schemas.microsoft.com/office/drawing/2014/main" id="{FF18D63D-B57D-75EE-B28E-E99DCC5EC566}"/>
                    </a:ext>
                  </a:extLst>
                </p:cNvPr>
                <p:cNvSpPr/>
                <p:nvPr/>
              </p:nvSpPr>
              <p:spPr>
                <a:xfrm>
                  <a:off x="4442459" y="2593086"/>
                  <a:ext cx="109442" cy="136397"/>
                </a:xfrm>
                <a:custGeom>
                  <a:avLst/>
                  <a:gdLst>
                    <a:gd name="connsiteX0" fmla="*/ 28575 w 109442"/>
                    <a:gd name="connsiteY0" fmla="*/ 130302 h 136397"/>
                    <a:gd name="connsiteX1" fmla="*/ 8191 w 109442"/>
                    <a:gd name="connsiteY1" fmla="*/ 114490 h 136397"/>
                    <a:gd name="connsiteX2" fmla="*/ 0 w 109442"/>
                    <a:gd name="connsiteY2" fmla="*/ 92297 h 136397"/>
                    <a:gd name="connsiteX3" fmla="*/ 33623 w 109442"/>
                    <a:gd name="connsiteY3" fmla="*/ 92297 h 136397"/>
                    <a:gd name="connsiteX4" fmla="*/ 41148 w 109442"/>
                    <a:gd name="connsiteY4" fmla="*/ 104965 h 136397"/>
                    <a:gd name="connsiteX5" fmla="*/ 57436 w 109442"/>
                    <a:gd name="connsiteY5" fmla="*/ 110014 h 136397"/>
                    <a:gd name="connsiteX6" fmla="*/ 72295 w 109442"/>
                    <a:gd name="connsiteY6" fmla="*/ 106204 h 136397"/>
                    <a:gd name="connsiteX7" fmla="*/ 77629 w 109442"/>
                    <a:gd name="connsiteY7" fmla="*/ 96393 h 136397"/>
                    <a:gd name="connsiteX8" fmla="*/ 71056 w 109442"/>
                    <a:gd name="connsiteY8" fmla="*/ 86773 h 136397"/>
                    <a:gd name="connsiteX9" fmla="*/ 50197 w 109442"/>
                    <a:gd name="connsiteY9" fmla="*/ 79724 h 136397"/>
                    <a:gd name="connsiteX10" fmla="*/ 26003 w 109442"/>
                    <a:gd name="connsiteY10" fmla="*/ 72390 h 136397"/>
                    <a:gd name="connsiteX11" fmla="*/ 9811 w 109442"/>
                    <a:gd name="connsiteY11" fmla="*/ 60674 h 136397"/>
                    <a:gd name="connsiteX12" fmla="*/ 3048 w 109442"/>
                    <a:gd name="connsiteY12" fmla="*/ 39529 h 136397"/>
                    <a:gd name="connsiteX13" fmla="*/ 9334 w 109442"/>
                    <a:gd name="connsiteY13" fmla="*/ 19526 h 136397"/>
                    <a:gd name="connsiteX14" fmla="*/ 27432 w 109442"/>
                    <a:gd name="connsiteY14" fmla="*/ 5239 h 136397"/>
                    <a:gd name="connsiteX15" fmla="*/ 55150 w 109442"/>
                    <a:gd name="connsiteY15" fmla="*/ 0 h 136397"/>
                    <a:gd name="connsiteX16" fmla="*/ 92773 w 109442"/>
                    <a:gd name="connsiteY16" fmla="*/ 11811 h 136397"/>
                    <a:gd name="connsiteX17" fmla="*/ 108204 w 109442"/>
                    <a:gd name="connsiteY17" fmla="*/ 43624 h 136397"/>
                    <a:gd name="connsiteX18" fmla="*/ 76295 w 109442"/>
                    <a:gd name="connsiteY18" fmla="*/ 43624 h 136397"/>
                    <a:gd name="connsiteX19" fmla="*/ 69723 w 109442"/>
                    <a:gd name="connsiteY19" fmla="*/ 31147 h 136397"/>
                    <a:gd name="connsiteX20" fmla="*/ 54102 w 109442"/>
                    <a:gd name="connsiteY20" fmla="*/ 26479 h 136397"/>
                    <a:gd name="connsiteX21" fmla="*/ 40195 w 109442"/>
                    <a:gd name="connsiteY21" fmla="*/ 29813 h 136397"/>
                    <a:gd name="connsiteX22" fmla="*/ 35338 w 109442"/>
                    <a:gd name="connsiteY22" fmla="*/ 39148 h 136397"/>
                    <a:gd name="connsiteX23" fmla="*/ 42005 w 109442"/>
                    <a:gd name="connsiteY23" fmla="*/ 49244 h 136397"/>
                    <a:gd name="connsiteX24" fmla="*/ 62770 w 109442"/>
                    <a:gd name="connsiteY24" fmla="*/ 56293 h 136397"/>
                    <a:gd name="connsiteX25" fmla="*/ 86296 w 109442"/>
                    <a:gd name="connsiteY25" fmla="*/ 63722 h 136397"/>
                    <a:gd name="connsiteX26" fmla="*/ 102394 w 109442"/>
                    <a:gd name="connsiteY26" fmla="*/ 75533 h 136397"/>
                    <a:gd name="connsiteX27" fmla="*/ 109442 w 109442"/>
                    <a:gd name="connsiteY27" fmla="*/ 96583 h 136397"/>
                    <a:gd name="connsiteX28" fmla="*/ 103156 w 109442"/>
                    <a:gd name="connsiteY28" fmla="*/ 117062 h 136397"/>
                    <a:gd name="connsiteX29" fmla="*/ 85058 w 109442"/>
                    <a:gd name="connsiteY29" fmla="*/ 131254 h 136397"/>
                    <a:gd name="connsiteX30" fmla="*/ 57531 w 109442"/>
                    <a:gd name="connsiteY30" fmla="*/ 136398 h 136397"/>
                    <a:gd name="connsiteX31" fmla="*/ 28480 w 109442"/>
                    <a:gd name="connsiteY31" fmla="*/ 130588 h 136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9442" h="136397">
                      <a:moveTo>
                        <a:pt x="28575" y="130302"/>
                      </a:moveTo>
                      <a:cubicBezTo>
                        <a:pt x="20002" y="126397"/>
                        <a:pt x="13240" y="121158"/>
                        <a:pt x="8191" y="114490"/>
                      </a:cubicBezTo>
                      <a:cubicBezTo>
                        <a:pt x="3239" y="107823"/>
                        <a:pt x="476" y="100489"/>
                        <a:pt x="0" y="92297"/>
                      </a:cubicBezTo>
                      <a:lnTo>
                        <a:pt x="33623" y="92297"/>
                      </a:lnTo>
                      <a:cubicBezTo>
                        <a:pt x="34290" y="97345"/>
                        <a:pt x="36766" y="101632"/>
                        <a:pt x="41148" y="104965"/>
                      </a:cubicBezTo>
                      <a:cubicBezTo>
                        <a:pt x="45529" y="108299"/>
                        <a:pt x="50959" y="110014"/>
                        <a:pt x="57436" y="110014"/>
                      </a:cubicBezTo>
                      <a:cubicBezTo>
                        <a:pt x="63913" y="110014"/>
                        <a:pt x="68770" y="108775"/>
                        <a:pt x="72295" y="106204"/>
                      </a:cubicBezTo>
                      <a:cubicBezTo>
                        <a:pt x="75819" y="103632"/>
                        <a:pt x="77629" y="100393"/>
                        <a:pt x="77629" y="96393"/>
                      </a:cubicBezTo>
                      <a:cubicBezTo>
                        <a:pt x="77629" y="92107"/>
                        <a:pt x="75438" y="88868"/>
                        <a:pt x="71056" y="86773"/>
                      </a:cubicBezTo>
                      <a:cubicBezTo>
                        <a:pt x="66675" y="84582"/>
                        <a:pt x="59722" y="82296"/>
                        <a:pt x="50197" y="79724"/>
                      </a:cubicBezTo>
                      <a:cubicBezTo>
                        <a:pt x="40386" y="77343"/>
                        <a:pt x="32290" y="74866"/>
                        <a:pt x="26003" y="72390"/>
                      </a:cubicBezTo>
                      <a:cubicBezTo>
                        <a:pt x="19717" y="69914"/>
                        <a:pt x="14383" y="66008"/>
                        <a:pt x="9811" y="60674"/>
                      </a:cubicBezTo>
                      <a:cubicBezTo>
                        <a:pt x="5239" y="55435"/>
                        <a:pt x="3048" y="48387"/>
                        <a:pt x="3048" y="39529"/>
                      </a:cubicBezTo>
                      <a:cubicBezTo>
                        <a:pt x="3048" y="32194"/>
                        <a:pt x="5143" y="25527"/>
                        <a:pt x="9334" y="19526"/>
                      </a:cubicBezTo>
                      <a:cubicBezTo>
                        <a:pt x="13525" y="13525"/>
                        <a:pt x="19621" y="8763"/>
                        <a:pt x="27432" y="5239"/>
                      </a:cubicBezTo>
                      <a:cubicBezTo>
                        <a:pt x="35338" y="1714"/>
                        <a:pt x="44577" y="0"/>
                        <a:pt x="55150" y="0"/>
                      </a:cubicBezTo>
                      <a:cubicBezTo>
                        <a:pt x="70866" y="0"/>
                        <a:pt x="83439" y="3905"/>
                        <a:pt x="92773" y="11811"/>
                      </a:cubicBezTo>
                      <a:cubicBezTo>
                        <a:pt x="102108" y="19621"/>
                        <a:pt x="107347" y="30289"/>
                        <a:pt x="108204" y="43624"/>
                      </a:cubicBezTo>
                      <a:lnTo>
                        <a:pt x="76295" y="43624"/>
                      </a:lnTo>
                      <a:cubicBezTo>
                        <a:pt x="75819" y="38386"/>
                        <a:pt x="73628" y="34195"/>
                        <a:pt x="69723" y="31147"/>
                      </a:cubicBezTo>
                      <a:cubicBezTo>
                        <a:pt x="65818" y="28003"/>
                        <a:pt x="60674" y="26479"/>
                        <a:pt x="54102" y="26479"/>
                      </a:cubicBezTo>
                      <a:cubicBezTo>
                        <a:pt x="48101" y="26479"/>
                        <a:pt x="43434" y="27622"/>
                        <a:pt x="40195" y="29813"/>
                      </a:cubicBezTo>
                      <a:cubicBezTo>
                        <a:pt x="36957" y="32004"/>
                        <a:pt x="35338" y="35147"/>
                        <a:pt x="35338" y="39148"/>
                      </a:cubicBezTo>
                      <a:cubicBezTo>
                        <a:pt x="35338" y="43624"/>
                        <a:pt x="37528" y="46958"/>
                        <a:pt x="42005" y="49244"/>
                      </a:cubicBezTo>
                      <a:cubicBezTo>
                        <a:pt x="46482" y="51530"/>
                        <a:pt x="53340" y="53912"/>
                        <a:pt x="62770" y="56293"/>
                      </a:cubicBezTo>
                      <a:cubicBezTo>
                        <a:pt x="72295" y="58674"/>
                        <a:pt x="80105" y="61150"/>
                        <a:pt x="86296" y="63722"/>
                      </a:cubicBezTo>
                      <a:cubicBezTo>
                        <a:pt x="92488" y="66294"/>
                        <a:pt x="97822" y="70199"/>
                        <a:pt x="102394" y="75533"/>
                      </a:cubicBezTo>
                      <a:cubicBezTo>
                        <a:pt x="106966" y="80867"/>
                        <a:pt x="109252" y="87916"/>
                        <a:pt x="109442" y="96583"/>
                      </a:cubicBezTo>
                      <a:cubicBezTo>
                        <a:pt x="109442" y="104203"/>
                        <a:pt x="107347" y="111062"/>
                        <a:pt x="103156" y="117062"/>
                      </a:cubicBezTo>
                      <a:cubicBezTo>
                        <a:pt x="98965" y="123063"/>
                        <a:pt x="92869" y="127825"/>
                        <a:pt x="85058" y="131254"/>
                      </a:cubicBezTo>
                      <a:cubicBezTo>
                        <a:pt x="77248" y="134684"/>
                        <a:pt x="68008" y="136398"/>
                        <a:pt x="57531" y="136398"/>
                      </a:cubicBezTo>
                      <a:cubicBezTo>
                        <a:pt x="47053" y="136398"/>
                        <a:pt x="37052" y="134398"/>
                        <a:pt x="28480" y="130588"/>
                      </a:cubicBezTo>
                      <a:close/>
                    </a:path>
                  </a:pathLst>
                </a:custGeom>
                <a:solidFill>
                  <a:schemeClr val="accent5"/>
                </a:solidFill>
                <a:ln w="9525" cap="flat">
                  <a:noFill/>
                  <a:prstDash val="solid"/>
                  <a:miter/>
                </a:ln>
              </p:spPr>
              <p:txBody>
                <a:bodyPr rtlCol="0" anchor="ctr"/>
                <a:lstStyle/>
                <a:p>
                  <a:endParaRPr lang="fi-FI" sz="3200"/>
                </a:p>
              </p:txBody>
            </p:sp>
            <p:sp>
              <p:nvSpPr>
                <p:cNvPr id="645" name="Vapaamuotoinen: Muoto 644">
                  <a:extLst>
                    <a:ext uri="{FF2B5EF4-FFF2-40B4-BE49-F238E27FC236}">
                      <a16:creationId xmlns:a16="http://schemas.microsoft.com/office/drawing/2014/main" id="{0C7E6BA4-0FC8-7D3C-B058-028D35AD9CAC}"/>
                    </a:ext>
                  </a:extLst>
                </p:cNvPr>
                <p:cNvSpPr/>
                <p:nvPr/>
              </p:nvSpPr>
              <p:spPr>
                <a:xfrm>
                  <a:off x="4570761" y="2593086"/>
                  <a:ext cx="131159" cy="136302"/>
                </a:xfrm>
                <a:custGeom>
                  <a:avLst/>
                  <a:gdLst>
                    <a:gd name="connsiteX0" fmla="*/ 130302 w 131159"/>
                    <a:gd name="connsiteY0" fmla="*/ 78105 h 136302"/>
                    <a:gd name="connsiteX1" fmla="*/ 33909 w 131159"/>
                    <a:gd name="connsiteY1" fmla="*/ 78105 h 136302"/>
                    <a:gd name="connsiteX2" fmla="*/ 43910 w 131159"/>
                    <a:gd name="connsiteY2" fmla="*/ 100489 h 136302"/>
                    <a:gd name="connsiteX3" fmla="*/ 65627 w 131159"/>
                    <a:gd name="connsiteY3" fmla="*/ 108585 h 136302"/>
                    <a:gd name="connsiteX4" fmla="*/ 92011 w 131159"/>
                    <a:gd name="connsiteY4" fmla="*/ 92678 h 136302"/>
                    <a:gd name="connsiteX5" fmla="*/ 128016 w 131159"/>
                    <a:gd name="connsiteY5" fmla="*/ 92678 h 136302"/>
                    <a:gd name="connsiteX6" fmla="*/ 106108 w 131159"/>
                    <a:gd name="connsiteY6" fmla="*/ 124015 h 136302"/>
                    <a:gd name="connsiteX7" fmla="*/ 66294 w 131159"/>
                    <a:gd name="connsiteY7" fmla="*/ 136303 h 136302"/>
                    <a:gd name="connsiteX8" fmla="*/ 32099 w 131159"/>
                    <a:gd name="connsiteY8" fmla="*/ 127825 h 136302"/>
                    <a:gd name="connsiteX9" fmla="*/ 8477 w 131159"/>
                    <a:gd name="connsiteY9" fmla="*/ 103918 h 136302"/>
                    <a:gd name="connsiteX10" fmla="*/ 0 w 131159"/>
                    <a:gd name="connsiteY10" fmla="*/ 68199 h 136302"/>
                    <a:gd name="connsiteX11" fmla="*/ 8382 w 131159"/>
                    <a:gd name="connsiteY11" fmla="*/ 32194 h 136302"/>
                    <a:gd name="connsiteX12" fmla="*/ 31718 w 131159"/>
                    <a:gd name="connsiteY12" fmla="*/ 8382 h 136302"/>
                    <a:gd name="connsiteX13" fmla="*/ 66199 w 131159"/>
                    <a:gd name="connsiteY13" fmla="*/ 0 h 136302"/>
                    <a:gd name="connsiteX14" fmla="*/ 99917 w 131159"/>
                    <a:gd name="connsiteY14" fmla="*/ 8096 h 136302"/>
                    <a:gd name="connsiteX15" fmla="*/ 122968 w 131159"/>
                    <a:gd name="connsiteY15" fmla="*/ 31051 h 136302"/>
                    <a:gd name="connsiteX16" fmla="*/ 131159 w 131159"/>
                    <a:gd name="connsiteY16" fmla="*/ 65246 h 136302"/>
                    <a:gd name="connsiteX17" fmla="*/ 130207 w 131159"/>
                    <a:gd name="connsiteY17" fmla="*/ 78105 h 136302"/>
                    <a:gd name="connsiteX18" fmla="*/ 96679 w 131159"/>
                    <a:gd name="connsiteY18" fmla="*/ 55721 h 136302"/>
                    <a:gd name="connsiteX19" fmla="*/ 87440 w 131159"/>
                    <a:gd name="connsiteY19" fmla="*/ 35147 h 136302"/>
                    <a:gd name="connsiteX20" fmla="*/ 65246 w 131159"/>
                    <a:gd name="connsiteY20" fmla="*/ 27432 h 136302"/>
                    <a:gd name="connsiteX21" fmla="*/ 44386 w 131159"/>
                    <a:gd name="connsiteY21" fmla="*/ 34957 h 136302"/>
                    <a:gd name="connsiteX22" fmla="*/ 34004 w 131159"/>
                    <a:gd name="connsiteY22" fmla="*/ 55816 h 136302"/>
                    <a:gd name="connsiteX23" fmla="*/ 96679 w 131159"/>
                    <a:gd name="connsiteY23" fmla="*/ 55816 h 13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1159" h="136302">
                      <a:moveTo>
                        <a:pt x="130302" y="78105"/>
                      </a:moveTo>
                      <a:lnTo>
                        <a:pt x="33909" y="78105"/>
                      </a:lnTo>
                      <a:cubicBezTo>
                        <a:pt x="34671" y="87630"/>
                        <a:pt x="38005" y="95059"/>
                        <a:pt x="43910" y="100489"/>
                      </a:cubicBezTo>
                      <a:cubicBezTo>
                        <a:pt x="49816" y="105918"/>
                        <a:pt x="57055" y="108585"/>
                        <a:pt x="65627" y="108585"/>
                      </a:cubicBezTo>
                      <a:cubicBezTo>
                        <a:pt x="78010" y="108585"/>
                        <a:pt x="86773" y="103251"/>
                        <a:pt x="92011" y="92678"/>
                      </a:cubicBezTo>
                      <a:lnTo>
                        <a:pt x="128016" y="92678"/>
                      </a:lnTo>
                      <a:cubicBezTo>
                        <a:pt x="124206" y="105346"/>
                        <a:pt x="116872" y="115824"/>
                        <a:pt x="106108" y="124015"/>
                      </a:cubicBezTo>
                      <a:cubicBezTo>
                        <a:pt x="95345" y="132207"/>
                        <a:pt x="82010" y="136303"/>
                        <a:pt x="66294" y="136303"/>
                      </a:cubicBezTo>
                      <a:cubicBezTo>
                        <a:pt x="53626" y="136303"/>
                        <a:pt x="42196" y="133445"/>
                        <a:pt x="32099" y="127825"/>
                      </a:cubicBezTo>
                      <a:cubicBezTo>
                        <a:pt x="22003" y="122206"/>
                        <a:pt x="14192" y="114205"/>
                        <a:pt x="8477" y="103918"/>
                      </a:cubicBezTo>
                      <a:cubicBezTo>
                        <a:pt x="2857" y="93631"/>
                        <a:pt x="0" y="81724"/>
                        <a:pt x="0" y="68199"/>
                      </a:cubicBezTo>
                      <a:cubicBezTo>
                        <a:pt x="0" y="54673"/>
                        <a:pt x="2762" y="42577"/>
                        <a:pt x="8382" y="32194"/>
                      </a:cubicBezTo>
                      <a:cubicBezTo>
                        <a:pt x="13906" y="21907"/>
                        <a:pt x="21717" y="13906"/>
                        <a:pt x="31718" y="8382"/>
                      </a:cubicBezTo>
                      <a:cubicBezTo>
                        <a:pt x="41719" y="2857"/>
                        <a:pt x="53245" y="0"/>
                        <a:pt x="66199" y="0"/>
                      </a:cubicBezTo>
                      <a:cubicBezTo>
                        <a:pt x="79153" y="0"/>
                        <a:pt x="90011" y="2667"/>
                        <a:pt x="99917" y="8096"/>
                      </a:cubicBezTo>
                      <a:cubicBezTo>
                        <a:pt x="109823" y="13525"/>
                        <a:pt x="117538" y="21145"/>
                        <a:pt x="122968" y="31051"/>
                      </a:cubicBezTo>
                      <a:cubicBezTo>
                        <a:pt x="128492" y="40957"/>
                        <a:pt x="131159" y="52388"/>
                        <a:pt x="131159" y="65246"/>
                      </a:cubicBezTo>
                      <a:cubicBezTo>
                        <a:pt x="131159" y="70009"/>
                        <a:pt x="130873" y="74295"/>
                        <a:pt x="130207" y="78105"/>
                      </a:cubicBezTo>
                      <a:close/>
                      <a:moveTo>
                        <a:pt x="96679" y="55721"/>
                      </a:moveTo>
                      <a:cubicBezTo>
                        <a:pt x="96488" y="47149"/>
                        <a:pt x="93440" y="40291"/>
                        <a:pt x="87440" y="35147"/>
                      </a:cubicBezTo>
                      <a:cubicBezTo>
                        <a:pt x="81439" y="30004"/>
                        <a:pt x="74009" y="27432"/>
                        <a:pt x="65246" y="27432"/>
                      </a:cubicBezTo>
                      <a:cubicBezTo>
                        <a:pt x="56959" y="27432"/>
                        <a:pt x="50006" y="29908"/>
                        <a:pt x="44386" y="34957"/>
                      </a:cubicBezTo>
                      <a:cubicBezTo>
                        <a:pt x="38767" y="39910"/>
                        <a:pt x="35338" y="46863"/>
                        <a:pt x="34004" y="55816"/>
                      </a:cubicBezTo>
                      <a:lnTo>
                        <a:pt x="96679" y="55816"/>
                      </a:lnTo>
                      <a:close/>
                    </a:path>
                  </a:pathLst>
                </a:custGeom>
                <a:solidFill>
                  <a:schemeClr val="accent5"/>
                </a:solidFill>
                <a:ln w="9525" cap="flat">
                  <a:noFill/>
                  <a:prstDash val="solid"/>
                  <a:miter/>
                </a:ln>
              </p:spPr>
              <p:txBody>
                <a:bodyPr rtlCol="0" anchor="ctr"/>
                <a:lstStyle/>
                <a:p>
                  <a:endParaRPr lang="fi-FI" sz="3200"/>
                </a:p>
              </p:txBody>
            </p:sp>
            <p:sp>
              <p:nvSpPr>
                <p:cNvPr id="646" name="Vapaamuotoinen: Muoto 645">
                  <a:extLst>
                    <a:ext uri="{FF2B5EF4-FFF2-40B4-BE49-F238E27FC236}">
                      <a16:creationId xmlns:a16="http://schemas.microsoft.com/office/drawing/2014/main" id="{16DD62D2-2022-37B9-87FE-75CB752813CE}"/>
                    </a:ext>
                  </a:extLst>
                </p:cNvPr>
                <p:cNvSpPr/>
                <p:nvPr/>
              </p:nvSpPr>
              <p:spPr>
                <a:xfrm>
                  <a:off x="4726209" y="2593086"/>
                  <a:ext cx="137159" cy="197072"/>
                </a:xfrm>
                <a:custGeom>
                  <a:avLst/>
                  <a:gdLst>
                    <a:gd name="connsiteX0" fmla="*/ 51149 w 137159"/>
                    <a:gd name="connsiteY0" fmla="*/ 6096 h 197072"/>
                    <a:gd name="connsiteX1" fmla="*/ 76962 w 137159"/>
                    <a:gd name="connsiteY1" fmla="*/ 0 h 197072"/>
                    <a:gd name="connsiteX2" fmla="*/ 107537 w 137159"/>
                    <a:gd name="connsiteY2" fmla="*/ 8382 h 197072"/>
                    <a:gd name="connsiteX3" fmla="*/ 129159 w 137159"/>
                    <a:gd name="connsiteY3" fmla="*/ 32099 h 197072"/>
                    <a:gd name="connsiteX4" fmla="*/ 137160 w 137159"/>
                    <a:gd name="connsiteY4" fmla="*/ 67723 h 197072"/>
                    <a:gd name="connsiteX5" fmla="*/ 129159 w 137159"/>
                    <a:gd name="connsiteY5" fmla="*/ 103537 h 197072"/>
                    <a:gd name="connsiteX6" fmla="*/ 107537 w 137159"/>
                    <a:gd name="connsiteY6" fmla="*/ 127730 h 197072"/>
                    <a:gd name="connsiteX7" fmla="*/ 76962 w 137159"/>
                    <a:gd name="connsiteY7" fmla="*/ 136303 h 197072"/>
                    <a:gd name="connsiteX8" fmla="*/ 51340 w 137159"/>
                    <a:gd name="connsiteY8" fmla="*/ 130397 h 197072"/>
                    <a:gd name="connsiteX9" fmla="*/ 33338 w 137159"/>
                    <a:gd name="connsiteY9" fmla="*/ 115348 h 197072"/>
                    <a:gd name="connsiteX10" fmla="*/ 33338 w 137159"/>
                    <a:gd name="connsiteY10" fmla="*/ 197072 h 197072"/>
                    <a:gd name="connsiteX11" fmla="*/ 0 w 137159"/>
                    <a:gd name="connsiteY11" fmla="*/ 197072 h 197072"/>
                    <a:gd name="connsiteX12" fmla="*/ 0 w 137159"/>
                    <a:gd name="connsiteY12" fmla="*/ 2286 h 197072"/>
                    <a:gd name="connsiteX13" fmla="*/ 33338 w 137159"/>
                    <a:gd name="connsiteY13" fmla="*/ 2286 h 197072"/>
                    <a:gd name="connsiteX14" fmla="*/ 33338 w 137159"/>
                    <a:gd name="connsiteY14" fmla="*/ 21336 h 197072"/>
                    <a:gd name="connsiteX15" fmla="*/ 51054 w 137159"/>
                    <a:gd name="connsiteY15" fmla="*/ 6191 h 197072"/>
                    <a:gd name="connsiteX16" fmla="*/ 98298 w 137159"/>
                    <a:gd name="connsiteY16" fmla="*/ 47053 h 197072"/>
                    <a:gd name="connsiteX17" fmla="*/ 85439 w 137159"/>
                    <a:gd name="connsiteY17" fmla="*/ 33814 h 197072"/>
                    <a:gd name="connsiteX18" fmla="*/ 68199 w 137159"/>
                    <a:gd name="connsiteY18" fmla="*/ 29242 h 197072"/>
                    <a:gd name="connsiteX19" fmla="*/ 51149 w 137159"/>
                    <a:gd name="connsiteY19" fmla="*/ 33909 h 197072"/>
                    <a:gd name="connsiteX20" fmla="*/ 38290 w 137159"/>
                    <a:gd name="connsiteY20" fmla="*/ 47339 h 197072"/>
                    <a:gd name="connsiteX21" fmla="*/ 33433 w 137159"/>
                    <a:gd name="connsiteY21" fmla="*/ 68008 h 197072"/>
                    <a:gd name="connsiteX22" fmla="*/ 38290 w 137159"/>
                    <a:gd name="connsiteY22" fmla="*/ 88678 h 197072"/>
                    <a:gd name="connsiteX23" fmla="*/ 51149 w 137159"/>
                    <a:gd name="connsiteY23" fmla="*/ 102108 h 197072"/>
                    <a:gd name="connsiteX24" fmla="*/ 68199 w 137159"/>
                    <a:gd name="connsiteY24" fmla="*/ 106775 h 197072"/>
                    <a:gd name="connsiteX25" fmla="*/ 85439 w 137159"/>
                    <a:gd name="connsiteY25" fmla="*/ 102013 h 197072"/>
                    <a:gd name="connsiteX26" fmla="*/ 98298 w 137159"/>
                    <a:gd name="connsiteY26" fmla="*/ 88487 h 197072"/>
                    <a:gd name="connsiteX27" fmla="*/ 103156 w 137159"/>
                    <a:gd name="connsiteY27" fmla="*/ 67532 h 197072"/>
                    <a:gd name="connsiteX28" fmla="*/ 98298 w 137159"/>
                    <a:gd name="connsiteY28" fmla="*/ 46958 h 197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159" h="197072">
                      <a:moveTo>
                        <a:pt x="51149" y="6096"/>
                      </a:moveTo>
                      <a:cubicBezTo>
                        <a:pt x="58674" y="2095"/>
                        <a:pt x="67342" y="0"/>
                        <a:pt x="76962" y="0"/>
                      </a:cubicBezTo>
                      <a:cubicBezTo>
                        <a:pt x="88201" y="0"/>
                        <a:pt x="98393" y="2762"/>
                        <a:pt x="107537" y="8382"/>
                      </a:cubicBezTo>
                      <a:cubicBezTo>
                        <a:pt x="116681" y="13906"/>
                        <a:pt x="123920" y="21812"/>
                        <a:pt x="129159" y="32099"/>
                      </a:cubicBezTo>
                      <a:cubicBezTo>
                        <a:pt x="134493" y="42291"/>
                        <a:pt x="137160" y="54197"/>
                        <a:pt x="137160" y="67723"/>
                      </a:cubicBezTo>
                      <a:cubicBezTo>
                        <a:pt x="137160" y="81248"/>
                        <a:pt x="134493" y="93154"/>
                        <a:pt x="129159" y="103537"/>
                      </a:cubicBezTo>
                      <a:cubicBezTo>
                        <a:pt x="123825" y="113919"/>
                        <a:pt x="116586" y="122015"/>
                        <a:pt x="107537" y="127730"/>
                      </a:cubicBezTo>
                      <a:cubicBezTo>
                        <a:pt x="98393" y="133445"/>
                        <a:pt x="88201" y="136303"/>
                        <a:pt x="76962" y="136303"/>
                      </a:cubicBezTo>
                      <a:cubicBezTo>
                        <a:pt x="67246" y="136303"/>
                        <a:pt x="58769" y="134302"/>
                        <a:pt x="51340" y="130397"/>
                      </a:cubicBezTo>
                      <a:cubicBezTo>
                        <a:pt x="43910" y="126397"/>
                        <a:pt x="38005" y="121444"/>
                        <a:pt x="33338" y="115348"/>
                      </a:cubicBezTo>
                      <a:lnTo>
                        <a:pt x="33338" y="197072"/>
                      </a:lnTo>
                      <a:lnTo>
                        <a:pt x="0" y="197072"/>
                      </a:lnTo>
                      <a:lnTo>
                        <a:pt x="0" y="2286"/>
                      </a:lnTo>
                      <a:lnTo>
                        <a:pt x="33338" y="2286"/>
                      </a:lnTo>
                      <a:lnTo>
                        <a:pt x="33338" y="21336"/>
                      </a:lnTo>
                      <a:cubicBezTo>
                        <a:pt x="37624" y="15335"/>
                        <a:pt x="43529" y="10287"/>
                        <a:pt x="51054" y="6191"/>
                      </a:cubicBezTo>
                      <a:close/>
                      <a:moveTo>
                        <a:pt x="98298" y="47053"/>
                      </a:moveTo>
                      <a:cubicBezTo>
                        <a:pt x="95059" y="41243"/>
                        <a:pt x="90773" y="36862"/>
                        <a:pt x="85439" y="33814"/>
                      </a:cubicBezTo>
                      <a:cubicBezTo>
                        <a:pt x="80105" y="30766"/>
                        <a:pt x="74390" y="29242"/>
                        <a:pt x="68199" y="29242"/>
                      </a:cubicBezTo>
                      <a:cubicBezTo>
                        <a:pt x="62008" y="29242"/>
                        <a:pt x="56483" y="30766"/>
                        <a:pt x="51149" y="33909"/>
                      </a:cubicBezTo>
                      <a:cubicBezTo>
                        <a:pt x="45815" y="37052"/>
                        <a:pt x="41529" y="41529"/>
                        <a:pt x="38290" y="47339"/>
                      </a:cubicBezTo>
                      <a:cubicBezTo>
                        <a:pt x="35052" y="53149"/>
                        <a:pt x="33433" y="60103"/>
                        <a:pt x="33433" y="68008"/>
                      </a:cubicBezTo>
                      <a:cubicBezTo>
                        <a:pt x="33433" y="75914"/>
                        <a:pt x="35052" y="82867"/>
                        <a:pt x="38290" y="88678"/>
                      </a:cubicBezTo>
                      <a:cubicBezTo>
                        <a:pt x="41529" y="94583"/>
                        <a:pt x="45815" y="99060"/>
                        <a:pt x="51149" y="102108"/>
                      </a:cubicBezTo>
                      <a:cubicBezTo>
                        <a:pt x="56483" y="105156"/>
                        <a:pt x="62103" y="106775"/>
                        <a:pt x="68199" y="106775"/>
                      </a:cubicBezTo>
                      <a:cubicBezTo>
                        <a:pt x="74295" y="106775"/>
                        <a:pt x="80105" y="105156"/>
                        <a:pt x="85439" y="102013"/>
                      </a:cubicBezTo>
                      <a:cubicBezTo>
                        <a:pt x="90773" y="98869"/>
                        <a:pt x="95059" y="94297"/>
                        <a:pt x="98298" y="88487"/>
                      </a:cubicBezTo>
                      <a:cubicBezTo>
                        <a:pt x="101536" y="82582"/>
                        <a:pt x="103156" y="75628"/>
                        <a:pt x="103156" y="67532"/>
                      </a:cubicBezTo>
                      <a:cubicBezTo>
                        <a:pt x="103156" y="59436"/>
                        <a:pt x="101536" y="52768"/>
                        <a:pt x="98298" y="46958"/>
                      </a:cubicBezTo>
                      <a:close/>
                    </a:path>
                  </a:pathLst>
                </a:custGeom>
                <a:solidFill>
                  <a:schemeClr val="accent5"/>
                </a:solidFill>
                <a:ln w="9525" cap="flat">
                  <a:noFill/>
                  <a:prstDash val="solid"/>
                  <a:miter/>
                </a:ln>
              </p:spPr>
              <p:txBody>
                <a:bodyPr rtlCol="0" anchor="ctr"/>
                <a:lstStyle/>
                <a:p>
                  <a:endParaRPr lang="fi-FI" sz="3200"/>
                </a:p>
              </p:txBody>
            </p:sp>
            <p:sp>
              <p:nvSpPr>
                <p:cNvPr id="647" name="Vapaamuotoinen: Muoto 646">
                  <a:extLst>
                    <a:ext uri="{FF2B5EF4-FFF2-40B4-BE49-F238E27FC236}">
                      <a16:creationId xmlns:a16="http://schemas.microsoft.com/office/drawing/2014/main" id="{55A567D0-2FA8-B68B-9A99-E9AF626FC2E6}"/>
                    </a:ext>
                  </a:extLst>
                </p:cNvPr>
                <p:cNvSpPr/>
                <p:nvPr/>
              </p:nvSpPr>
              <p:spPr>
                <a:xfrm>
                  <a:off x="4879466" y="2593086"/>
                  <a:ext cx="135635" cy="136207"/>
                </a:xfrm>
                <a:custGeom>
                  <a:avLst/>
                  <a:gdLst>
                    <a:gd name="connsiteX0" fmla="*/ 32575 w 135635"/>
                    <a:gd name="connsiteY0" fmla="*/ 127730 h 136207"/>
                    <a:gd name="connsiteX1" fmla="*/ 8668 w 135635"/>
                    <a:gd name="connsiteY1" fmla="*/ 103822 h 136207"/>
                    <a:gd name="connsiteX2" fmla="*/ 0 w 135635"/>
                    <a:gd name="connsiteY2" fmla="*/ 68104 h 136207"/>
                    <a:gd name="connsiteX3" fmla="*/ 8954 w 135635"/>
                    <a:gd name="connsiteY3" fmla="*/ 32385 h 136207"/>
                    <a:gd name="connsiteX4" fmla="*/ 33338 w 135635"/>
                    <a:gd name="connsiteY4" fmla="*/ 8477 h 136207"/>
                    <a:gd name="connsiteX5" fmla="*/ 67818 w 135635"/>
                    <a:gd name="connsiteY5" fmla="*/ 0 h 136207"/>
                    <a:gd name="connsiteX6" fmla="*/ 102298 w 135635"/>
                    <a:gd name="connsiteY6" fmla="*/ 8477 h 136207"/>
                    <a:gd name="connsiteX7" fmla="*/ 126683 w 135635"/>
                    <a:gd name="connsiteY7" fmla="*/ 32385 h 136207"/>
                    <a:gd name="connsiteX8" fmla="*/ 135636 w 135635"/>
                    <a:gd name="connsiteY8" fmla="*/ 68104 h 136207"/>
                    <a:gd name="connsiteX9" fmla="*/ 126492 w 135635"/>
                    <a:gd name="connsiteY9" fmla="*/ 103822 h 136207"/>
                    <a:gd name="connsiteX10" fmla="*/ 101727 w 135635"/>
                    <a:gd name="connsiteY10" fmla="*/ 127730 h 136207"/>
                    <a:gd name="connsiteX11" fmla="*/ 66866 w 135635"/>
                    <a:gd name="connsiteY11" fmla="*/ 136208 h 136207"/>
                    <a:gd name="connsiteX12" fmla="*/ 32575 w 135635"/>
                    <a:gd name="connsiteY12" fmla="*/ 127730 h 136207"/>
                    <a:gd name="connsiteX13" fmla="*/ 83915 w 135635"/>
                    <a:gd name="connsiteY13" fmla="*/ 102775 h 136207"/>
                    <a:gd name="connsiteX14" fmla="*/ 96679 w 135635"/>
                    <a:gd name="connsiteY14" fmla="*/ 89535 h 136207"/>
                    <a:gd name="connsiteX15" fmla="*/ 101441 w 135635"/>
                    <a:gd name="connsiteY15" fmla="*/ 68104 h 136207"/>
                    <a:gd name="connsiteX16" fmla="*/ 91535 w 135635"/>
                    <a:gd name="connsiteY16" fmla="*/ 39148 h 136207"/>
                    <a:gd name="connsiteX17" fmla="*/ 67342 w 135635"/>
                    <a:gd name="connsiteY17" fmla="*/ 29051 h 136207"/>
                    <a:gd name="connsiteX18" fmla="*/ 43434 w 135635"/>
                    <a:gd name="connsiteY18" fmla="*/ 39148 h 136207"/>
                    <a:gd name="connsiteX19" fmla="*/ 33814 w 135635"/>
                    <a:gd name="connsiteY19" fmla="*/ 68104 h 136207"/>
                    <a:gd name="connsiteX20" fmla="*/ 43244 w 135635"/>
                    <a:gd name="connsiteY20" fmla="*/ 97060 h 136207"/>
                    <a:gd name="connsiteX21" fmla="*/ 66961 w 135635"/>
                    <a:gd name="connsiteY21" fmla="*/ 107156 h 136207"/>
                    <a:gd name="connsiteX22" fmla="*/ 84011 w 135635"/>
                    <a:gd name="connsiteY22" fmla="*/ 102775 h 1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5635" h="136207">
                      <a:moveTo>
                        <a:pt x="32575" y="127730"/>
                      </a:moveTo>
                      <a:cubicBezTo>
                        <a:pt x="22384" y="122111"/>
                        <a:pt x="14478" y="114109"/>
                        <a:pt x="8668" y="103822"/>
                      </a:cubicBezTo>
                      <a:cubicBezTo>
                        <a:pt x="2858" y="93536"/>
                        <a:pt x="0" y="81629"/>
                        <a:pt x="0" y="68104"/>
                      </a:cubicBezTo>
                      <a:cubicBezTo>
                        <a:pt x="0" y="54578"/>
                        <a:pt x="2953" y="42672"/>
                        <a:pt x="8954" y="32385"/>
                      </a:cubicBezTo>
                      <a:cubicBezTo>
                        <a:pt x="14859" y="22098"/>
                        <a:pt x="23050" y="14097"/>
                        <a:pt x="33338" y="8477"/>
                      </a:cubicBezTo>
                      <a:cubicBezTo>
                        <a:pt x="43625" y="2857"/>
                        <a:pt x="55150" y="0"/>
                        <a:pt x="67818" y="0"/>
                      </a:cubicBezTo>
                      <a:cubicBezTo>
                        <a:pt x="80486" y="0"/>
                        <a:pt x="92012" y="2857"/>
                        <a:pt x="102298" y="8477"/>
                      </a:cubicBezTo>
                      <a:cubicBezTo>
                        <a:pt x="112586" y="14097"/>
                        <a:pt x="120777" y="22098"/>
                        <a:pt x="126683" y="32385"/>
                      </a:cubicBezTo>
                      <a:cubicBezTo>
                        <a:pt x="132588" y="42672"/>
                        <a:pt x="135636" y="54578"/>
                        <a:pt x="135636" y="68104"/>
                      </a:cubicBezTo>
                      <a:cubicBezTo>
                        <a:pt x="135636" y="81629"/>
                        <a:pt x="132588" y="93536"/>
                        <a:pt x="126492" y="103822"/>
                      </a:cubicBezTo>
                      <a:cubicBezTo>
                        <a:pt x="120396" y="114109"/>
                        <a:pt x="112109" y="122111"/>
                        <a:pt x="101727" y="127730"/>
                      </a:cubicBezTo>
                      <a:cubicBezTo>
                        <a:pt x="91345" y="133350"/>
                        <a:pt x="79724" y="136208"/>
                        <a:pt x="66866" y="136208"/>
                      </a:cubicBezTo>
                      <a:cubicBezTo>
                        <a:pt x="54007" y="136208"/>
                        <a:pt x="42767" y="133350"/>
                        <a:pt x="32575" y="127730"/>
                      </a:cubicBezTo>
                      <a:close/>
                      <a:moveTo>
                        <a:pt x="83915" y="102775"/>
                      </a:moveTo>
                      <a:cubicBezTo>
                        <a:pt x="89249" y="99822"/>
                        <a:pt x="93440" y="95440"/>
                        <a:pt x="96679" y="89535"/>
                      </a:cubicBezTo>
                      <a:cubicBezTo>
                        <a:pt x="99822" y="83629"/>
                        <a:pt x="101441" y="76486"/>
                        <a:pt x="101441" y="68104"/>
                      </a:cubicBezTo>
                      <a:cubicBezTo>
                        <a:pt x="101441" y="55531"/>
                        <a:pt x="98108" y="45910"/>
                        <a:pt x="91535" y="39148"/>
                      </a:cubicBezTo>
                      <a:cubicBezTo>
                        <a:pt x="84963" y="32385"/>
                        <a:pt x="76867" y="29051"/>
                        <a:pt x="67342" y="29051"/>
                      </a:cubicBezTo>
                      <a:cubicBezTo>
                        <a:pt x="57817" y="29051"/>
                        <a:pt x="49816" y="32385"/>
                        <a:pt x="43434" y="39148"/>
                      </a:cubicBezTo>
                      <a:cubicBezTo>
                        <a:pt x="36957" y="45910"/>
                        <a:pt x="33814" y="55531"/>
                        <a:pt x="33814" y="68104"/>
                      </a:cubicBezTo>
                      <a:cubicBezTo>
                        <a:pt x="33814" y="80677"/>
                        <a:pt x="36957" y="90297"/>
                        <a:pt x="43244" y="97060"/>
                      </a:cubicBezTo>
                      <a:cubicBezTo>
                        <a:pt x="49530" y="103822"/>
                        <a:pt x="57436" y="107156"/>
                        <a:pt x="66961" y="107156"/>
                      </a:cubicBezTo>
                      <a:cubicBezTo>
                        <a:pt x="72962" y="107156"/>
                        <a:pt x="78677" y="105727"/>
                        <a:pt x="84011" y="102775"/>
                      </a:cubicBezTo>
                      <a:close/>
                    </a:path>
                  </a:pathLst>
                </a:custGeom>
                <a:solidFill>
                  <a:schemeClr val="accent5"/>
                </a:solidFill>
                <a:ln w="9525" cap="flat">
                  <a:noFill/>
                  <a:prstDash val="solid"/>
                  <a:miter/>
                </a:ln>
              </p:spPr>
              <p:txBody>
                <a:bodyPr rtlCol="0" anchor="ctr"/>
                <a:lstStyle/>
                <a:p>
                  <a:endParaRPr lang="fi-FI" sz="3200"/>
                </a:p>
              </p:txBody>
            </p:sp>
            <p:sp>
              <p:nvSpPr>
                <p:cNvPr id="648" name="Vapaamuotoinen: Muoto 647">
                  <a:extLst>
                    <a:ext uri="{FF2B5EF4-FFF2-40B4-BE49-F238E27FC236}">
                      <a16:creationId xmlns:a16="http://schemas.microsoft.com/office/drawing/2014/main" id="{429BD7ED-3CE2-5692-0E48-2CAEC7812FFF}"/>
                    </a:ext>
                  </a:extLst>
                </p:cNvPr>
                <p:cNvSpPr/>
                <p:nvPr/>
              </p:nvSpPr>
              <p:spPr>
                <a:xfrm>
                  <a:off x="5039676" y="2593371"/>
                  <a:ext cx="73818" cy="133826"/>
                </a:xfrm>
                <a:custGeom>
                  <a:avLst/>
                  <a:gdLst>
                    <a:gd name="connsiteX0" fmla="*/ 50102 w 73818"/>
                    <a:gd name="connsiteY0" fmla="*/ 5905 h 133826"/>
                    <a:gd name="connsiteX1" fmla="*/ 73819 w 73818"/>
                    <a:gd name="connsiteY1" fmla="*/ 0 h 133826"/>
                    <a:gd name="connsiteX2" fmla="*/ 73819 w 73818"/>
                    <a:gd name="connsiteY2" fmla="*/ 34957 h 133826"/>
                    <a:gd name="connsiteX3" fmla="*/ 65056 w 73818"/>
                    <a:gd name="connsiteY3" fmla="*/ 34957 h 133826"/>
                    <a:gd name="connsiteX4" fmla="*/ 41339 w 73818"/>
                    <a:gd name="connsiteY4" fmla="*/ 42386 h 133826"/>
                    <a:gd name="connsiteX5" fmla="*/ 33338 w 73818"/>
                    <a:gd name="connsiteY5" fmla="*/ 68104 h 133826"/>
                    <a:gd name="connsiteX6" fmla="*/ 33338 w 73818"/>
                    <a:gd name="connsiteY6" fmla="*/ 133826 h 133826"/>
                    <a:gd name="connsiteX7" fmla="*/ 0 w 73818"/>
                    <a:gd name="connsiteY7" fmla="*/ 133826 h 133826"/>
                    <a:gd name="connsiteX8" fmla="*/ 0 w 73818"/>
                    <a:gd name="connsiteY8" fmla="*/ 1905 h 133826"/>
                    <a:gd name="connsiteX9" fmla="*/ 33338 w 73818"/>
                    <a:gd name="connsiteY9" fmla="*/ 1905 h 133826"/>
                    <a:gd name="connsiteX10" fmla="*/ 33338 w 73818"/>
                    <a:gd name="connsiteY10" fmla="*/ 22384 h 133826"/>
                    <a:gd name="connsiteX11" fmla="*/ 50102 w 73818"/>
                    <a:gd name="connsiteY11" fmla="*/ 6001 h 133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3818" h="133826">
                      <a:moveTo>
                        <a:pt x="50102" y="5905"/>
                      </a:moveTo>
                      <a:cubicBezTo>
                        <a:pt x="56960" y="1905"/>
                        <a:pt x="64865" y="0"/>
                        <a:pt x="73819" y="0"/>
                      </a:cubicBezTo>
                      <a:lnTo>
                        <a:pt x="73819" y="34957"/>
                      </a:lnTo>
                      <a:lnTo>
                        <a:pt x="65056" y="34957"/>
                      </a:lnTo>
                      <a:cubicBezTo>
                        <a:pt x="54578" y="34957"/>
                        <a:pt x="46673" y="37433"/>
                        <a:pt x="41339" y="42386"/>
                      </a:cubicBezTo>
                      <a:cubicBezTo>
                        <a:pt x="36004" y="47339"/>
                        <a:pt x="33338" y="55912"/>
                        <a:pt x="33338" y="68104"/>
                      </a:cubicBezTo>
                      <a:lnTo>
                        <a:pt x="33338" y="133826"/>
                      </a:lnTo>
                      <a:lnTo>
                        <a:pt x="0" y="133826"/>
                      </a:lnTo>
                      <a:lnTo>
                        <a:pt x="0" y="1905"/>
                      </a:lnTo>
                      <a:lnTo>
                        <a:pt x="33338" y="1905"/>
                      </a:lnTo>
                      <a:lnTo>
                        <a:pt x="33338" y="22384"/>
                      </a:lnTo>
                      <a:cubicBezTo>
                        <a:pt x="37624" y="15430"/>
                        <a:pt x="43244" y="9906"/>
                        <a:pt x="50102" y="6001"/>
                      </a:cubicBezTo>
                      <a:close/>
                    </a:path>
                  </a:pathLst>
                </a:custGeom>
                <a:solidFill>
                  <a:schemeClr val="accent5"/>
                </a:solidFill>
                <a:ln w="9525" cap="flat">
                  <a:noFill/>
                  <a:prstDash val="solid"/>
                  <a:miter/>
                </a:ln>
              </p:spPr>
              <p:txBody>
                <a:bodyPr rtlCol="0" anchor="ctr"/>
                <a:lstStyle/>
                <a:p>
                  <a:endParaRPr lang="fi-FI" sz="3200"/>
                </a:p>
              </p:txBody>
            </p:sp>
            <p:sp>
              <p:nvSpPr>
                <p:cNvPr id="649" name="Vapaamuotoinen: Muoto 648">
                  <a:extLst>
                    <a:ext uri="{FF2B5EF4-FFF2-40B4-BE49-F238E27FC236}">
                      <a16:creationId xmlns:a16="http://schemas.microsoft.com/office/drawing/2014/main" id="{0683AC3B-5DC9-26B8-B414-C0C67BF4AC7A}"/>
                    </a:ext>
                  </a:extLst>
                </p:cNvPr>
                <p:cNvSpPr/>
                <p:nvPr/>
              </p:nvSpPr>
              <p:spPr>
                <a:xfrm>
                  <a:off x="5132355" y="2540507"/>
                  <a:ext cx="40957" cy="186690"/>
                </a:xfrm>
                <a:custGeom>
                  <a:avLst/>
                  <a:gdLst>
                    <a:gd name="connsiteX0" fmla="*/ 5810 w 40957"/>
                    <a:gd name="connsiteY0" fmla="*/ 33433 h 186690"/>
                    <a:gd name="connsiteX1" fmla="*/ 0 w 40957"/>
                    <a:gd name="connsiteY1" fmla="*/ 19526 h 186690"/>
                    <a:gd name="connsiteX2" fmla="*/ 5810 w 40957"/>
                    <a:gd name="connsiteY2" fmla="*/ 5620 h 186690"/>
                    <a:gd name="connsiteX3" fmla="*/ 20479 w 40957"/>
                    <a:gd name="connsiteY3" fmla="*/ 0 h 186690"/>
                    <a:gd name="connsiteX4" fmla="*/ 35147 w 40957"/>
                    <a:gd name="connsiteY4" fmla="*/ 5620 h 186690"/>
                    <a:gd name="connsiteX5" fmla="*/ 40957 w 40957"/>
                    <a:gd name="connsiteY5" fmla="*/ 19526 h 186690"/>
                    <a:gd name="connsiteX6" fmla="*/ 35147 w 40957"/>
                    <a:gd name="connsiteY6" fmla="*/ 33433 h 186690"/>
                    <a:gd name="connsiteX7" fmla="*/ 20479 w 40957"/>
                    <a:gd name="connsiteY7" fmla="*/ 39053 h 186690"/>
                    <a:gd name="connsiteX8" fmla="*/ 5810 w 40957"/>
                    <a:gd name="connsiteY8" fmla="*/ 33433 h 186690"/>
                    <a:gd name="connsiteX9" fmla="*/ 36862 w 40957"/>
                    <a:gd name="connsiteY9" fmla="*/ 54769 h 186690"/>
                    <a:gd name="connsiteX10" fmla="*/ 36862 w 40957"/>
                    <a:gd name="connsiteY10" fmla="*/ 186690 h 186690"/>
                    <a:gd name="connsiteX11" fmla="*/ 3524 w 40957"/>
                    <a:gd name="connsiteY11" fmla="*/ 186690 h 186690"/>
                    <a:gd name="connsiteX12" fmla="*/ 3524 w 40957"/>
                    <a:gd name="connsiteY12" fmla="*/ 54769 h 186690"/>
                    <a:gd name="connsiteX13" fmla="*/ 36862 w 40957"/>
                    <a:gd name="connsiteY13" fmla="*/ 54769 h 186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957" h="186690">
                      <a:moveTo>
                        <a:pt x="5810" y="33433"/>
                      </a:moveTo>
                      <a:cubicBezTo>
                        <a:pt x="1905" y="29718"/>
                        <a:pt x="0" y="25051"/>
                        <a:pt x="0" y="19526"/>
                      </a:cubicBezTo>
                      <a:cubicBezTo>
                        <a:pt x="0" y="14002"/>
                        <a:pt x="1905" y="9335"/>
                        <a:pt x="5810" y="5620"/>
                      </a:cubicBezTo>
                      <a:cubicBezTo>
                        <a:pt x="9715" y="1905"/>
                        <a:pt x="14573" y="0"/>
                        <a:pt x="20479" y="0"/>
                      </a:cubicBezTo>
                      <a:cubicBezTo>
                        <a:pt x="26384" y="0"/>
                        <a:pt x="31242" y="1905"/>
                        <a:pt x="35147" y="5620"/>
                      </a:cubicBezTo>
                      <a:cubicBezTo>
                        <a:pt x="39052" y="9335"/>
                        <a:pt x="40957" y="14002"/>
                        <a:pt x="40957" y="19526"/>
                      </a:cubicBezTo>
                      <a:cubicBezTo>
                        <a:pt x="40957" y="25051"/>
                        <a:pt x="39052" y="29718"/>
                        <a:pt x="35147" y="33433"/>
                      </a:cubicBezTo>
                      <a:cubicBezTo>
                        <a:pt x="31242" y="37148"/>
                        <a:pt x="26384" y="39053"/>
                        <a:pt x="20479" y="39053"/>
                      </a:cubicBezTo>
                      <a:cubicBezTo>
                        <a:pt x="14573" y="39053"/>
                        <a:pt x="9715" y="37148"/>
                        <a:pt x="5810" y="33433"/>
                      </a:cubicBezTo>
                      <a:close/>
                      <a:moveTo>
                        <a:pt x="36862" y="54769"/>
                      </a:moveTo>
                      <a:lnTo>
                        <a:pt x="36862" y="186690"/>
                      </a:lnTo>
                      <a:lnTo>
                        <a:pt x="3524" y="186690"/>
                      </a:lnTo>
                      <a:lnTo>
                        <a:pt x="3524" y="54769"/>
                      </a:lnTo>
                      <a:lnTo>
                        <a:pt x="36862" y="54769"/>
                      </a:lnTo>
                      <a:close/>
                    </a:path>
                  </a:pathLst>
                </a:custGeom>
                <a:solidFill>
                  <a:schemeClr val="accent5"/>
                </a:solidFill>
                <a:ln w="9525" cap="flat">
                  <a:noFill/>
                  <a:prstDash val="solid"/>
                  <a:miter/>
                </a:ln>
              </p:spPr>
              <p:txBody>
                <a:bodyPr rtlCol="0" anchor="ctr"/>
                <a:lstStyle/>
                <a:p>
                  <a:endParaRPr lang="fi-FI" sz="3200"/>
                </a:p>
              </p:txBody>
            </p:sp>
          </p:grpSp>
          <p:grpSp>
            <p:nvGrpSpPr>
              <p:cNvPr id="664" name="Ryhmä 663">
                <a:extLst>
                  <a:ext uri="{FF2B5EF4-FFF2-40B4-BE49-F238E27FC236}">
                    <a16:creationId xmlns:a16="http://schemas.microsoft.com/office/drawing/2014/main" id="{E20DCDBE-DF50-DE0C-0F94-A302C0C85E63}"/>
                  </a:ext>
                  <a:ext uri="{C183D7F6-B498-43B3-948B-1728B52AA6E4}">
                    <adec:decorative xmlns:adec="http://schemas.microsoft.com/office/drawing/2017/decorative" val="1"/>
                  </a:ext>
                </a:extLst>
              </p:cNvPr>
              <p:cNvGrpSpPr/>
              <p:nvPr userDrawn="1"/>
            </p:nvGrpSpPr>
            <p:grpSpPr>
              <a:xfrm>
                <a:off x="2869194" y="4410619"/>
                <a:ext cx="468256" cy="293510"/>
                <a:chOff x="4186713" y="2303240"/>
                <a:chExt cx="780002" cy="488917"/>
              </a:xfrm>
              <a:solidFill>
                <a:schemeClr val="bg1"/>
              </a:solidFill>
            </p:grpSpPr>
            <p:sp>
              <p:nvSpPr>
                <p:cNvPr id="654" name="Vapaamuotoinen: Muoto 653">
                  <a:extLst>
                    <a:ext uri="{FF2B5EF4-FFF2-40B4-BE49-F238E27FC236}">
                      <a16:creationId xmlns:a16="http://schemas.microsoft.com/office/drawing/2014/main" id="{25B864EF-C32C-7F88-8CB0-96A32637759C}"/>
                    </a:ext>
                  </a:extLst>
                </p:cNvPr>
                <p:cNvSpPr/>
                <p:nvPr/>
              </p:nvSpPr>
              <p:spPr>
                <a:xfrm>
                  <a:off x="4186713" y="2312288"/>
                  <a:ext cx="144780" cy="167163"/>
                </a:xfrm>
                <a:custGeom>
                  <a:avLst/>
                  <a:gdLst>
                    <a:gd name="connsiteX0" fmla="*/ 144780 w 144780"/>
                    <a:gd name="connsiteY0" fmla="*/ 0 h 167163"/>
                    <a:gd name="connsiteX1" fmla="*/ 144780 w 144780"/>
                    <a:gd name="connsiteY1" fmla="*/ 167164 h 167163"/>
                    <a:gd name="connsiteX2" fmla="*/ 104108 w 144780"/>
                    <a:gd name="connsiteY2" fmla="*/ 167164 h 167163"/>
                    <a:gd name="connsiteX3" fmla="*/ 104108 w 144780"/>
                    <a:gd name="connsiteY3" fmla="*/ 98298 h 167163"/>
                    <a:gd name="connsiteX4" fmla="*/ 40767 w 144780"/>
                    <a:gd name="connsiteY4" fmla="*/ 98298 h 167163"/>
                    <a:gd name="connsiteX5" fmla="*/ 40767 w 144780"/>
                    <a:gd name="connsiteY5" fmla="*/ 167164 h 167163"/>
                    <a:gd name="connsiteX6" fmla="*/ 0 w 144780"/>
                    <a:gd name="connsiteY6" fmla="*/ 167164 h 167163"/>
                    <a:gd name="connsiteX7" fmla="*/ 0 w 144780"/>
                    <a:gd name="connsiteY7" fmla="*/ 0 h 167163"/>
                    <a:gd name="connsiteX8" fmla="*/ 40767 w 144780"/>
                    <a:gd name="connsiteY8" fmla="*/ 0 h 167163"/>
                    <a:gd name="connsiteX9" fmla="*/ 40767 w 144780"/>
                    <a:gd name="connsiteY9" fmla="*/ 65532 h 167163"/>
                    <a:gd name="connsiteX10" fmla="*/ 104108 w 144780"/>
                    <a:gd name="connsiteY10" fmla="*/ 65532 h 167163"/>
                    <a:gd name="connsiteX11" fmla="*/ 104108 w 144780"/>
                    <a:gd name="connsiteY11" fmla="*/ 0 h 167163"/>
                    <a:gd name="connsiteX12" fmla="*/ 144780 w 144780"/>
                    <a:gd name="connsiteY12" fmla="*/ 0 h 16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4780" h="167163">
                      <a:moveTo>
                        <a:pt x="144780" y="0"/>
                      </a:moveTo>
                      <a:lnTo>
                        <a:pt x="144780" y="167164"/>
                      </a:lnTo>
                      <a:lnTo>
                        <a:pt x="104108" y="167164"/>
                      </a:lnTo>
                      <a:lnTo>
                        <a:pt x="104108" y="98298"/>
                      </a:lnTo>
                      <a:lnTo>
                        <a:pt x="40767" y="98298"/>
                      </a:lnTo>
                      <a:lnTo>
                        <a:pt x="40767" y="167164"/>
                      </a:lnTo>
                      <a:lnTo>
                        <a:pt x="0" y="167164"/>
                      </a:lnTo>
                      <a:lnTo>
                        <a:pt x="0" y="0"/>
                      </a:lnTo>
                      <a:lnTo>
                        <a:pt x="40767" y="0"/>
                      </a:lnTo>
                      <a:lnTo>
                        <a:pt x="40767" y="65532"/>
                      </a:lnTo>
                      <a:lnTo>
                        <a:pt x="104108" y="65532"/>
                      </a:lnTo>
                      <a:lnTo>
                        <a:pt x="104108" y="0"/>
                      </a:lnTo>
                      <a:lnTo>
                        <a:pt x="144780" y="0"/>
                      </a:lnTo>
                      <a:close/>
                    </a:path>
                  </a:pathLst>
                </a:custGeom>
                <a:solidFill>
                  <a:schemeClr val="bg1"/>
                </a:solidFill>
                <a:ln w="9525" cap="flat">
                  <a:noFill/>
                  <a:prstDash val="solid"/>
                  <a:miter/>
                </a:ln>
              </p:spPr>
              <p:txBody>
                <a:bodyPr rtlCol="0" anchor="ctr"/>
                <a:lstStyle/>
                <a:p>
                  <a:endParaRPr lang="fi-FI" sz="3200"/>
                </a:p>
              </p:txBody>
            </p:sp>
            <p:sp>
              <p:nvSpPr>
                <p:cNvPr id="655" name="Vapaamuotoinen: Muoto 654">
                  <a:extLst>
                    <a:ext uri="{FF2B5EF4-FFF2-40B4-BE49-F238E27FC236}">
                      <a16:creationId xmlns:a16="http://schemas.microsoft.com/office/drawing/2014/main" id="{F2FCE535-D6F0-4DCC-2E0F-B23474AE06BF}"/>
                    </a:ext>
                  </a:extLst>
                </p:cNvPr>
                <p:cNvSpPr/>
                <p:nvPr/>
              </p:nvSpPr>
              <p:spPr>
                <a:xfrm>
                  <a:off x="4352639" y="2344673"/>
                  <a:ext cx="140207" cy="136683"/>
                </a:xfrm>
                <a:custGeom>
                  <a:avLst/>
                  <a:gdLst>
                    <a:gd name="connsiteX0" fmla="*/ 7811 w 140207"/>
                    <a:gd name="connsiteY0" fmla="*/ 32195 h 136683"/>
                    <a:gd name="connsiteX1" fmla="*/ 28861 w 140207"/>
                    <a:gd name="connsiteY1" fmla="*/ 8382 h 136683"/>
                    <a:gd name="connsiteX2" fmla="*/ 58579 w 140207"/>
                    <a:gd name="connsiteY2" fmla="*/ 0 h 136683"/>
                    <a:gd name="connsiteX3" fmla="*/ 83249 w 140207"/>
                    <a:gd name="connsiteY3" fmla="*/ 5715 h 136683"/>
                    <a:gd name="connsiteX4" fmla="*/ 99536 w 140207"/>
                    <a:gd name="connsiteY4" fmla="*/ 20669 h 136683"/>
                    <a:gd name="connsiteX5" fmla="*/ 99536 w 140207"/>
                    <a:gd name="connsiteY5" fmla="*/ 1905 h 136683"/>
                    <a:gd name="connsiteX6" fmla="*/ 140208 w 140207"/>
                    <a:gd name="connsiteY6" fmla="*/ 1905 h 136683"/>
                    <a:gd name="connsiteX7" fmla="*/ 140208 w 140207"/>
                    <a:gd name="connsiteY7" fmla="*/ 134779 h 136683"/>
                    <a:gd name="connsiteX8" fmla="*/ 99536 w 140207"/>
                    <a:gd name="connsiteY8" fmla="*/ 134779 h 136683"/>
                    <a:gd name="connsiteX9" fmla="*/ 99536 w 140207"/>
                    <a:gd name="connsiteY9" fmla="*/ 115919 h 136683"/>
                    <a:gd name="connsiteX10" fmla="*/ 82963 w 140207"/>
                    <a:gd name="connsiteY10" fmla="*/ 130969 h 136683"/>
                    <a:gd name="connsiteX11" fmla="*/ 58293 w 140207"/>
                    <a:gd name="connsiteY11" fmla="*/ 136684 h 136683"/>
                    <a:gd name="connsiteX12" fmla="*/ 28766 w 140207"/>
                    <a:gd name="connsiteY12" fmla="*/ 128207 h 136683"/>
                    <a:gd name="connsiteX13" fmla="*/ 7715 w 140207"/>
                    <a:gd name="connsiteY13" fmla="*/ 104204 h 136683"/>
                    <a:gd name="connsiteX14" fmla="*/ 0 w 140207"/>
                    <a:gd name="connsiteY14" fmla="*/ 68104 h 136683"/>
                    <a:gd name="connsiteX15" fmla="*/ 7715 w 140207"/>
                    <a:gd name="connsiteY15" fmla="*/ 32195 h 136683"/>
                    <a:gd name="connsiteX16" fmla="*/ 91154 w 140207"/>
                    <a:gd name="connsiteY16" fmla="*/ 44291 h 136683"/>
                    <a:gd name="connsiteX17" fmla="*/ 70580 w 140207"/>
                    <a:gd name="connsiteY17" fmla="*/ 35528 h 136683"/>
                    <a:gd name="connsiteX18" fmla="*/ 50006 w 140207"/>
                    <a:gd name="connsiteY18" fmla="*/ 44196 h 136683"/>
                    <a:gd name="connsiteX19" fmla="*/ 41529 w 140207"/>
                    <a:gd name="connsiteY19" fmla="*/ 68104 h 136683"/>
                    <a:gd name="connsiteX20" fmla="*/ 50006 w 140207"/>
                    <a:gd name="connsiteY20" fmla="*/ 92297 h 136683"/>
                    <a:gd name="connsiteX21" fmla="*/ 70580 w 140207"/>
                    <a:gd name="connsiteY21" fmla="*/ 101251 h 136683"/>
                    <a:gd name="connsiteX22" fmla="*/ 91154 w 140207"/>
                    <a:gd name="connsiteY22" fmla="*/ 92393 h 136683"/>
                    <a:gd name="connsiteX23" fmla="*/ 99632 w 140207"/>
                    <a:gd name="connsiteY23" fmla="*/ 68294 h 136683"/>
                    <a:gd name="connsiteX24" fmla="*/ 91154 w 140207"/>
                    <a:gd name="connsiteY24" fmla="*/ 44291 h 136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7" h="136683">
                      <a:moveTo>
                        <a:pt x="7811" y="32195"/>
                      </a:moveTo>
                      <a:cubicBezTo>
                        <a:pt x="12954" y="21908"/>
                        <a:pt x="20003" y="13907"/>
                        <a:pt x="28861" y="8382"/>
                      </a:cubicBezTo>
                      <a:cubicBezTo>
                        <a:pt x="37719" y="2858"/>
                        <a:pt x="47720" y="0"/>
                        <a:pt x="58579" y="0"/>
                      </a:cubicBezTo>
                      <a:cubicBezTo>
                        <a:pt x="67913" y="0"/>
                        <a:pt x="76200" y="1905"/>
                        <a:pt x="83249" y="5715"/>
                      </a:cubicBezTo>
                      <a:cubicBezTo>
                        <a:pt x="90297" y="9525"/>
                        <a:pt x="95726" y="14478"/>
                        <a:pt x="99536" y="20669"/>
                      </a:cubicBezTo>
                      <a:lnTo>
                        <a:pt x="99536" y="1905"/>
                      </a:lnTo>
                      <a:lnTo>
                        <a:pt x="140208" y="1905"/>
                      </a:lnTo>
                      <a:lnTo>
                        <a:pt x="140208" y="134779"/>
                      </a:lnTo>
                      <a:lnTo>
                        <a:pt x="99536" y="134779"/>
                      </a:lnTo>
                      <a:lnTo>
                        <a:pt x="99536" y="115919"/>
                      </a:lnTo>
                      <a:cubicBezTo>
                        <a:pt x="95536" y="122111"/>
                        <a:pt x="90011" y="127159"/>
                        <a:pt x="82963" y="130969"/>
                      </a:cubicBezTo>
                      <a:cubicBezTo>
                        <a:pt x="75914" y="134779"/>
                        <a:pt x="67723" y="136684"/>
                        <a:pt x="58293" y="136684"/>
                      </a:cubicBezTo>
                      <a:cubicBezTo>
                        <a:pt x="47530" y="136684"/>
                        <a:pt x="37624" y="133826"/>
                        <a:pt x="28766" y="128207"/>
                      </a:cubicBezTo>
                      <a:cubicBezTo>
                        <a:pt x="19907" y="122587"/>
                        <a:pt x="12859" y="114586"/>
                        <a:pt x="7715" y="104204"/>
                      </a:cubicBezTo>
                      <a:cubicBezTo>
                        <a:pt x="2572" y="93821"/>
                        <a:pt x="0" y="81820"/>
                        <a:pt x="0" y="68104"/>
                      </a:cubicBezTo>
                      <a:cubicBezTo>
                        <a:pt x="0" y="54388"/>
                        <a:pt x="2572" y="42482"/>
                        <a:pt x="7715" y="32195"/>
                      </a:cubicBezTo>
                      <a:close/>
                      <a:moveTo>
                        <a:pt x="91154" y="44291"/>
                      </a:moveTo>
                      <a:cubicBezTo>
                        <a:pt x="85535" y="38386"/>
                        <a:pt x="78677" y="35528"/>
                        <a:pt x="70580" y="35528"/>
                      </a:cubicBezTo>
                      <a:cubicBezTo>
                        <a:pt x="62484" y="35528"/>
                        <a:pt x="55626" y="38386"/>
                        <a:pt x="50006" y="44196"/>
                      </a:cubicBezTo>
                      <a:cubicBezTo>
                        <a:pt x="44387" y="50006"/>
                        <a:pt x="41529" y="58007"/>
                        <a:pt x="41529" y="68104"/>
                      </a:cubicBezTo>
                      <a:cubicBezTo>
                        <a:pt x="41529" y="78200"/>
                        <a:pt x="44387" y="86296"/>
                        <a:pt x="50006" y="92297"/>
                      </a:cubicBezTo>
                      <a:cubicBezTo>
                        <a:pt x="55626" y="98203"/>
                        <a:pt x="62484" y="101251"/>
                        <a:pt x="70580" y="101251"/>
                      </a:cubicBezTo>
                      <a:cubicBezTo>
                        <a:pt x="78677" y="101251"/>
                        <a:pt x="85535" y="98298"/>
                        <a:pt x="91154" y="92393"/>
                      </a:cubicBezTo>
                      <a:cubicBezTo>
                        <a:pt x="96774" y="86487"/>
                        <a:pt x="99632" y="78486"/>
                        <a:pt x="99632" y="68294"/>
                      </a:cubicBezTo>
                      <a:cubicBezTo>
                        <a:pt x="99632" y="58103"/>
                        <a:pt x="96774" y="50102"/>
                        <a:pt x="91154" y="44291"/>
                      </a:cubicBezTo>
                      <a:close/>
                    </a:path>
                  </a:pathLst>
                </a:custGeom>
                <a:solidFill>
                  <a:schemeClr val="bg1"/>
                </a:solidFill>
                <a:ln w="9525" cap="flat">
                  <a:noFill/>
                  <a:prstDash val="solid"/>
                  <a:miter/>
                </a:ln>
              </p:spPr>
              <p:txBody>
                <a:bodyPr rtlCol="0" anchor="ctr"/>
                <a:lstStyle/>
                <a:p>
                  <a:endParaRPr lang="fi-FI" sz="3200"/>
                </a:p>
              </p:txBody>
            </p:sp>
            <p:sp>
              <p:nvSpPr>
                <p:cNvPr id="656" name="Vapaamuotoinen: Muoto 655">
                  <a:extLst>
                    <a:ext uri="{FF2B5EF4-FFF2-40B4-BE49-F238E27FC236}">
                      <a16:creationId xmlns:a16="http://schemas.microsoft.com/office/drawing/2014/main" id="{41A75F3F-E7FA-1CE4-1DD6-63CFCC029C2B}"/>
                    </a:ext>
                  </a:extLst>
                </p:cNvPr>
                <p:cNvSpPr/>
                <p:nvPr/>
              </p:nvSpPr>
              <p:spPr>
                <a:xfrm>
                  <a:off x="4522469" y="2345150"/>
                  <a:ext cx="132111" cy="134302"/>
                </a:xfrm>
                <a:custGeom>
                  <a:avLst/>
                  <a:gdLst>
                    <a:gd name="connsiteX0" fmla="*/ 118205 w 132111"/>
                    <a:gd name="connsiteY0" fmla="*/ 15145 h 134302"/>
                    <a:gd name="connsiteX1" fmla="*/ 132112 w 132111"/>
                    <a:gd name="connsiteY1" fmla="*/ 56674 h 134302"/>
                    <a:gd name="connsiteX2" fmla="*/ 132112 w 132111"/>
                    <a:gd name="connsiteY2" fmla="*/ 134303 h 134302"/>
                    <a:gd name="connsiteX3" fmla="*/ 91630 w 132111"/>
                    <a:gd name="connsiteY3" fmla="*/ 134303 h 134302"/>
                    <a:gd name="connsiteX4" fmla="*/ 91630 w 132111"/>
                    <a:gd name="connsiteY4" fmla="*/ 62103 h 134302"/>
                    <a:gd name="connsiteX5" fmla="*/ 84773 w 132111"/>
                    <a:gd name="connsiteY5" fmla="*/ 41434 h 134302"/>
                    <a:gd name="connsiteX6" fmla="*/ 66199 w 132111"/>
                    <a:gd name="connsiteY6" fmla="*/ 34100 h 134302"/>
                    <a:gd name="connsiteX7" fmla="*/ 47625 w 132111"/>
                    <a:gd name="connsiteY7" fmla="*/ 41434 h 134302"/>
                    <a:gd name="connsiteX8" fmla="*/ 40767 w 132111"/>
                    <a:gd name="connsiteY8" fmla="*/ 62103 h 134302"/>
                    <a:gd name="connsiteX9" fmla="*/ 40767 w 132111"/>
                    <a:gd name="connsiteY9" fmla="*/ 134303 h 134302"/>
                    <a:gd name="connsiteX10" fmla="*/ 0 w 132111"/>
                    <a:gd name="connsiteY10" fmla="*/ 134303 h 134302"/>
                    <a:gd name="connsiteX11" fmla="*/ 0 w 132111"/>
                    <a:gd name="connsiteY11" fmla="*/ 1429 h 134302"/>
                    <a:gd name="connsiteX12" fmla="*/ 40767 w 132111"/>
                    <a:gd name="connsiteY12" fmla="*/ 1429 h 134302"/>
                    <a:gd name="connsiteX13" fmla="*/ 40767 w 132111"/>
                    <a:gd name="connsiteY13" fmla="*/ 19050 h 134302"/>
                    <a:gd name="connsiteX14" fmla="*/ 57436 w 132111"/>
                    <a:gd name="connsiteY14" fmla="*/ 5143 h 134302"/>
                    <a:gd name="connsiteX15" fmla="*/ 80963 w 132111"/>
                    <a:gd name="connsiteY15" fmla="*/ 0 h 134302"/>
                    <a:gd name="connsiteX16" fmla="*/ 118205 w 132111"/>
                    <a:gd name="connsiteY16" fmla="*/ 15145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34302">
                      <a:moveTo>
                        <a:pt x="118205" y="15145"/>
                      </a:moveTo>
                      <a:cubicBezTo>
                        <a:pt x="127540" y="25241"/>
                        <a:pt x="132112" y="39053"/>
                        <a:pt x="132112" y="56674"/>
                      </a:cubicBezTo>
                      <a:lnTo>
                        <a:pt x="132112" y="134303"/>
                      </a:lnTo>
                      <a:lnTo>
                        <a:pt x="91630" y="134303"/>
                      </a:lnTo>
                      <a:lnTo>
                        <a:pt x="91630" y="62103"/>
                      </a:lnTo>
                      <a:cubicBezTo>
                        <a:pt x="91630" y="53245"/>
                        <a:pt x="89345" y="46291"/>
                        <a:pt x="84773" y="41434"/>
                      </a:cubicBezTo>
                      <a:cubicBezTo>
                        <a:pt x="80201" y="36481"/>
                        <a:pt x="74009" y="34100"/>
                        <a:pt x="66199" y="34100"/>
                      </a:cubicBezTo>
                      <a:cubicBezTo>
                        <a:pt x="58388" y="34100"/>
                        <a:pt x="52197" y="36576"/>
                        <a:pt x="47625" y="41434"/>
                      </a:cubicBezTo>
                      <a:cubicBezTo>
                        <a:pt x="43053" y="46291"/>
                        <a:pt x="40767" y="53245"/>
                        <a:pt x="40767" y="62103"/>
                      </a:cubicBezTo>
                      <a:lnTo>
                        <a:pt x="40767" y="134303"/>
                      </a:lnTo>
                      <a:lnTo>
                        <a:pt x="0" y="134303"/>
                      </a:lnTo>
                      <a:lnTo>
                        <a:pt x="0" y="1429"/>
                      </a:lnTo>
                      <a:lnTo>
                        <a:pt x="40767" y="1429"/>
                      </a:lnTo>
                      <a:lnTo>
                        <a:pt x="40767" y="19050"/>
                      </a:lnTo>
                      <a:cubicBezTo>
                        <a:pt x="44863" y="13145"/>
                        <a:pt x="50482" y="8572"/>
                        <a:pt x="57436" y="5143"/>
                      </a:cubicBezTo>
                      <a:cubicBezTo>
                        <a:pt x="64389" y="1714"/>
                        <a:pt x="72295" y="0"/>
                        <a:pt x="80963" y="0"/>
                      </a:cubicBezTo>
                      <a:cubicBezTo>
                        <a:pt x="96488" y="0"/>
                        <a:pt x="108966" y="5048"/>
                        <a:pt x="118205" y="15145"/>
                      </a:cubicBezTo>
                      <a:close/>
                    </a:path>
                  </a:pathLst>
                </a:custGeom>
                <a:solidFill>
                  <a:schemeClr val="bg1"/>
                </a:solidFill>
                <a:ln w="9525" cap="flat">
                  <a:noFill/>
                  <a:prstDash val="solid"/>
                  <a:miter/>
                </a:ln>
              </p:spPr>
              <p:txBody>
                <a:bodyPr rtlCol="0" anchor="ctr"/>
                <a:lstStyle/>
                <a:p>
                  <a:endParaRPr lang="fi-FI" sz="3200"/>
                </a:p>
              </p:txBody>
            </p:sp>
            <p:sp>
              <p:nvSpPr>
                <p:cNvPr id="657" name="Vapaamuotoinen: Muoto 656">
                  <a:extLst>
                    <a:ext uri="{FF2B5EF4-FFF2-40B4-BE49-F238E27FC236}">
                      <a16:creationId xmlns:a16="http://schemas.microsoft.com/office/drawing/2014/main" id="{2B8E86C0-CA45-1404-E9E8-71F8599B5EDF}"/>
                    </a:ext>
                  </a:extLst>
                </p:cNvPr>
                <p:cNvSpPr/>
                <p:nvPr/>
              </p:nvSpPr>
              <p:spPr>
                <a:xfrm>
                  <a:off x="4682870" y="2303240"/>
                  <a:ext cx="131730" cy="176212"/>
                </a:xfrm>
                <a:custGeom>
                  <a:avLst/>
                  <a:gdLst>
                    <a:gd name="connsiteX0" fmla="*/ 81248 w 131730"/>
                    <a:gd name="connsiteY0" fmla="*/ 176213 h 176212"/>
                    <a:gd name="connsiteX1" fmla="*/ 40767 w 131730"/>
                    <a:gd name="connsiteY1" fmla="*/ 120491 h 176212"/>
                    <a:gd name="connsiteX2" fmla="*/ 40767 w 131730"/>
                    <a:gd name="connsiteY2" fmla="*/ 176213 h 176212"/>
                    <a:gd name="connsiteX3" fmla="*/ 0 w 131730"/>
                    <a:gd name="connsiteY3" fmla="*/ 176213 h 176212"/>
                    <a:gd name="connsiteX4" fmla="*/ 0 w 131730"/>
                    <a:gd name="connsiteY4" fmla="*/ 0 h 176212"/>
                    <a:gd name="connsiteX5" fmla="*/ 40767 w 131730"/>
                    <a:gd name="connsiteY5" fmla="*/ 0 h 176212"/>
                    <a:gd name="connsiteX6" fmla="*/ 40767 w 131730"/>
                    <a:gd name="connsiteY6" fmla="*/ 97441 h 176212"/>
                    <a:gd name="connsiteX7" fmla="*/ 80963 w 131730"/>
                    <a:gd name="connsiteY7" fmla="*/ 43339 h 176212"/>
                    <a:gd name="connsiteX8" fmla="*/ 131254 w 131730"/>
                    <a:gd name="connsiteY8" fmla="*/ 43339 h 176212"/>
                    <a:gd name="connsiteX9" fmla="*/ 76009 w 131730"/>
                    <a:gd name="connsiteY9" fmla="*/ 110014 h 176212"/>
                    <a:gd name="connsiteX10" fmla="*/ 131731 w 131730"/>
                    <a:gd name="connsiteY10" fmla="*/ 176213 h 176212"/>
                    <a:gd name="connsiteX11" fmla="*/ 81248 w 131730"/>
                    <a:gd name="connsiteY11" fmla="*/ 176213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1730" h="176212">
                      <a:moveTo>
                        <a:pt x="81248" y="176213"/>
                      </a:moveTo>
                      <a:lnTo>
                        <a:pt x="40767" y="120491"/>
                      </a:lnTo>
                      <a:lnTo>
                        <a:pt x="40767" y="176213"/>
                      </a:lnTo>
                      <a:lnTo>
                        <a:pt x="0" y="176213"/>
                      </a:lnTo>
                      <a:lnTo>
                        <a:pt x="0" y="0"/>
                      </a:lnTo>
                      <a:lnTo>
                        <a:pt x="40767" y="0"/>
                      </a:lnTo>
                      <a:lnTo>
                        <a:pt x="40767" y="97441"/>
                      </a:lnTo>
                      <a:lnTo>
                        <a:pt x="80963" y="43339"/>
                      </a:lnTo>
                      <a:lnTo>
                        <a:pt x="131254" y="43339"/>
                      </a:lnTo>
                      <a:lnTo>
                        <a:pt x="76009" y="110014"/>
                      </a:lnTo>
                      <a:lnTo>
                        <a:pt x="131731" y="176213"/>
                      </a:lnTo>
                      <a:lnTo>
                        <a:pt x="81248" y="176213"/>
                      </a:lnTo>
                      <a:close/>
                    </a:path>
                  </a:pathLst>
                </a:custGeom>
                <a:solidFill>
                  <a:schemeClr val="bg1"/>
                </a:solidFill>
                <a:ln w="9525" cap="flat">
                  <a:noFill/>
                  <a:prstDash val="solid"/>
                  <a:miter/>
                </a:ln>
              </p:spPr>
              <p:txBody>
                <a:bodyPr rtlCol="0" anchor="ctr"/>
                <a:lstStyle/>
                <a:p>
                  <a:endParaRPr lang="fi-FI" sz="3200"/>
                </a:p>
              </p:txBody>
            </p:sp>
            <p:sp>
              <p:nvSpPr>
                <p:cNvPr id="658" name="Vapaamuotoinen: Muoto 657">
                  <a:extLst>
                    <a:ext uri="{FF2B5EF4-FFF2-40B4-BE49-F238E27FC236}">
                      <a16:creationId xmlns:a16="http://schemas.microsoft.com/office/drawing/2014/main" id="{2E72791C-F072-5CEF-7E54-4BDBC2536A29}"/>
                    </a:ext>
                  </a:extLst>
                </p:cNvPr>
                <p:cNvSpPr/>
                <p:nvPr/>
              </p:nvSpPr>
              <p:spPr>
                <a:xfrm>
                  <a:off x="4822031" y="2344673"/>
                  <a:ext cx="138112" cy="136779"/>
                </a:xfrm>
                <a:custGeom>
                  <a:avLst/>
                  <a:gdLst>
                    <a:gd name="connsiteX0" fmla="*/ 33433 w 138112"/>
                    <a:gd name="connsiteY0" fmla="*/ 128397 h 136779"/>
                    <a:gd name="connsiteX1" fmla="*/ 8954 w 138112"/>
                    <a:gd name="connsiteY1" fmla="*/ 104584 h 136779"/>
                    <a:gd name="connsiteX2" fmla="*/ 0 w 138112"/>
                    <a:gd name="connsiteY2" fmla="*/ 68390 h 136779"/>
                    <a:gd name="connsiteX3" fmla="*/ 9049 w 138112"/>
                    <a:gd name="connsiteY3" fmla="*/ 32290 h 136779"/>
                    <a:gd name="connsiteX4" fmla="*/ 33814 w 138112"/>
                    <a:gd name="connsiteY4" fmla="*/ 8382 h 136779"/>
                    <a:gd name="connsiteX5" fmla="*/ 69056 w 138112"/>
                    <a:gd name="connsiteY5" fmla="*/ 0 h 136779"/>
                    <a:gd name="connsiteX6" fmla="*/ 104299 w 138112"/>
                    <a:gd name="connsiteY6" fmla="*/ 8382 h 136779"/>
                    <a:gd name="connsiteX7" fmla="*/ 129064 w 138112"/>
                    <a:gd name="connsiteY7" fmla="*/ 32290 h 136779"/>
                    <a:gd name="connsiteX8" fmla="*/ 138113 w 138112"/>
                    <a:gd name="connsiteY8" fmla="*/ 68390 h 136779"/>
                    <a:gd name="connsiteX9" fmla="*/ 128969 w 138112"/>
                    <a:gd name="connsiteY9" fmla="*/ 104489 h 136779"/>
                    <a:gd name="connsiteX10" fmla="*/ 104013 w 138112"/>
                    <a:gd name="connsiteY10" fmla="*/ 128397 h 136779"/>
                    <a:gd name="connsiteX11" fmla="*/ 68675 w 138112"/>
                    <a:gd name="connsiteY11" fmla="*/ 136779 h 136779"/>
                    <a:gd name="connsiteX12" fmla="*/ 33528 w 138112"/>
                    <a:gd name="connsiteY12" fmla="*/ 128397 h 136779"/>
                    <a:gd name="connsiteX13" fmla="*/ 88392 w 138112"/>
                    <a:gd name="connsiteY13" fmla="*/ 92964 h 136779"/>
                    <a:gd name="connsiteX14" fmla="*/ 96583 w 138112"/>
                    <a:gd name="connsiteY14" fmla="*/ 68390 h 136779"/>
                    <a:gd name="connsiteX15" fmla="*/ 88583 w 138112"/>
                    <a:gd name="connsiteY15" fmla="*/ 43910 h 136779"/>
                    <a:gd name="connsiteX16" fmla="*/ 68961 w 138112"/>
                    <a:gd name="connsiteY16" fmla="*/ 35338 h 136779"/>
                    <a:gd name="connsiteX17" fmla="*/ 49149 w 138112"/>
                    <a:gd name="connsiteY17" fmla="*/ 43815 h 136779"/>
                    <a:gd name="connsiteX18" fmla="*/ 41243 w 138112"/>
                    <a:gd name="connsiteY18" fmla="*/ 68485 h 136779"/>
                    <a:gd name="connsiteX19" fmla="*/ 48958 w 138112"/>
                    <a:gd name="connsiteY19" fmla="*/ 93059 h 136779"/>
                    <a:gd name="connsiteX20" fmla="*/ 68390 w 138112"/>
                    <a:gd name="connsiteY20" fmla="*/ 101632 h 136779"/>
                    <a:gd name="connsiteX21" fmla="*/ 88297 w 138112"/>
                    <a:gd name="connsiteY21" fmla="*/ 93059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8112" h="136779">
                      <a:moveTo>
                        <a:pt x="33433" y="128397"/>
                      </a:moveTo>
                      <a:cubicBezTo>
                        <a:pt x="23050" y="122873"/>
                        <a:pt x="14859" y="114871"/>
                        <a:pt x="8954" y="104584"/>
                      </a:cubicBezTo>
                      <a:cubicBezTo>
                        <a:pt x="3048" y="94298"/>
                        <a:pt x="0" y="82201"/>
                        <a:pt x="0" y="68390"/>
                      </a:cubicBezTo>
                      <a:cubicBezTo>
                        <a:pt x="0" y="54578"/>
                        <a:pt x="3048" y="42672"/>
                        <a:pt x="9049" y="32290"/>
                      </a:cubicBezTo>
                      <a:cubicBezTo>
                        <a:pt x="15050" y="21908"/>
                        <a:pt x="23336" y="13907"/>
                        <a:pt x="33814" y="8382"/>
                      </a:cubicBezTo>
                      <a:cubicBezTo>
                        <a:pt x="44291" y="2858"/>
                        <a:pt x="56007" y="0"/>
                        <a:pt x="69056" y="0"/>
                      </a:cubicBezTo>
                      <a:cubicBezTo>
                        <a:pt x="82106" y="0"/>
                        <a:pt x="93821" y="2762"/>
                        <a:pt x="104299" y="8382"/>
                      </a:cubicBezTo>
                      <a:cubicBezTo>
                        <a:pt x="114776" y="13907"/>
                        <a:pt x="123063" y="21908"/>
                        <a:pt x="129064" y="32290"/>
                      </a:cubicBezTo>
                      <a:cubicBezTo>
                        <a:pt x="135065" y="42672"/>
                        <a:pt x="138113" y="54673"/>
                        <a:pt x="138113" y="68390"/>
                      </a:cubicBezTo>
                      <a:cubicBezTo>
                        <a:pt x="138113" y="82106"/>
                        <a:pt x="135065" y="94107"/>
                        <a:pt x="128969" y="104489"/>
                      </a:cubicBezTo>
                      <a:cubicBezTo>
                        <a:pt x="122873" y="114871"/>
                        <a:pt x="114490" y="122873"/>
                        <a:pt x="104013" y="128397"/>
                      </a:cubicBezTo>
                      <a:cubicBezTo>
                        <a:pt x="93536" y="133922"/>
                        <a:pt x="81629" y="136779"/>
                        <a:pt x="68675" y="136779"/>
                      </a:cubicBezTo>
                      <a:cubicBezTo>
                        <a:pt x="55721" y="136779"/>
                        <a:pt x="43910" y="134017"/>
                        <a:pt x="33528" y="128397"/>
                      </a:cubicBezTo>
                      <a:close/>
                      <a:moveTo>
                        <a:pt x="88392" y="92964"/>
                      </a:moveTo>
                      <a:cubicBezTo>
                        <a:pt x="93917" y="87249"/>
                        <a:pt x="96583" y="79058"/>
                        <a:pt x="96583" y="68390"/>
                      </a:cubicBezTo>
                      <a:cubicBezTo>
                        <a:pt x="96583" y="57722"/>
                        <a:pt x="93917" y="49625"/>
                        <a:pt x="88583" y="43910"/>
                      </a:cubicBezTo>
                      <a:cubicBezTo>
                        <a:pt x="83248" y="38195"/>
                        <a:pt x="76676" y="35338"/>
                        <a:pt x="68961" y="35338"/>
                      </a:cubicBezTo>
                      <a:cubicBezTo>
                        <a:pt x="61246" y="35338"/>
                        <a:pt x="54388" y="38195"/>
                        <a:pt x="49149" y="43815"/>
                      </a:cubicBezTo>
                      <a:cubicBezTo>
                        <a:pt x="43910" y="49435"/>
                        <a:pt x="41243" y="57626"/>
                        <a:pt x="41243" y="68485"/>
                      </a:cubicBezTo>
                      <a:cubicBezTo>
                        <a:pt x="41243" y="79343"/>
                        <a:pt x="43815" y="87344"/>
                        <a:pt x="48958" y="93059"/>
                      </a:cubicBezTo>
                      <a:cubicBezTo>
                        <a:pt x="54102" y="98774"/>
                        <a:pt x="60579" y="101632"/>
                        <a:pt x="68390" y="101632"/>
                      </a:cubicBezTo>
                      <a:cubicBezTo>
                        <a:pt x="76200" y="101632"/>
                        <a:pt x="82772" y="98774"/>
                        <a:pt x="88297" y="93059"/>
                      </a:cubicBezTo>
                      <a:close/>
                    </a:path>
                  </a:pathLst>
                </a:custGeom>
                <a:solidFill>
                  <a:schemeClr val="bg1"/>
                </a:solidFill>
                <a:ln w="9525" cap="flat">
                  <a:noFill/>
                  <a:prstDash val="solid"/>
                  <a:miter/>
                </a:ln>
              </p:spPr>
              <p:txBody>
                <a:bodyPr rtlCol="0" anchor="ctr"/>
                <a:lstStyle/>
                <a:p>
                  <a:endParaRPr lang="fi-FI" sz="3200"/>
                </a:p>
              </p:txBody>
            </p:sp>
            <p:sp>
              <p:nvSpPr>
                <p:cNvPr id="659" name="Vapaamuotoinen: Muoto 658">
                  <a:extLst>
                    <a:ext uri="{FF2B5EF4-FFF2-40B4-BE49-F238E27FC236}">
                      <a16:creationId xmlns:a16="http://schemas.microsoft.com/office/drawing/2014/main" id="{3D1070BA-77AA-DB98-E7CB-43CAAF6DC3F1}"/>
                    </a:ext>
                  </a:extLst>
                </p:cNvPr>
                <p:cNvSpPr/>
                <p:nvPr/>
              </p:nvSpPr>
              <p:spPr>
                <a:xfrm>
                  <a:off x="4188428" y="2560891"/>
                  <a:ext cx="137921" cy="166211"/>
                </a:xfrm>
                <a:custGeom>
                  <a:avLst/>
                  <a:gdLst>
                    <a:gd name="connsiteX0" fmla="*/ 137827 w 137921"/>
                    <a:gd name="connsiteY0" fmla="*/ 0 h 166211"/>
                    <a:gd name="connsiteX1" fmla="*/ 137827 w 137921"/>
                    <a:gd name="connsiteY1" fmla="*/ 166211 h 166211"/>
                    <a:gd name="connsiteX2" fmla="*/ 104489 w 137921"/>
                    <a:gd name="connsiteY2" fmla="*/ 166211 h 166211"/>
                    <a:gd name="connsiteX3" fmla="*/ 104489 w 137921"/>
                    <a:gd name="connsiteY3" fmla="*/ 95536 h 166211"/>
                    <a:gd name="connsiteX4" fmla="*/ 33242 w 137921"/>
                    <a:gd name="connsiteY4" fmla="*/ 95536 h 166211"/>
                    <a:gd name="connsiteX5" fmla="*/ 33242 w 137921"/>
                    <a:gd name="connsiteY5" fmla="*/ 166211 h 166211"/>
                    <a:gd name="connsiteX6" fmla="*/ 0 w 137921"/>
                    <a:gd name="connsiteY6" fmla="*/ 166211 h 166211"/>
                    <a:gd name="connsiteX7" fmla="*/ 0 w 137921"/>
                    <a:gd name="connsiteY7" fmla="*/ 0 h 166211"/>
                    <a:gd name="connsiteX8" fmla="*/ 33338 w 137921"/>
                    <a:gd name="connsiteY8" fmla="*/ 0 h 166211"/>
                    <a:gd name="connsiteX9" fmla="*/ 33338 w 137921"/>
                    <a:gd name="connsiteY9" fmla="*/ 68390 h 166211"/>
                    <a:gd name="connsiteX10" fmla="*/ 104585 w 137921"/>
                    <a:gd name="connsiteY10" fmla="*/ 68390 h 166211"/>
                    <a:gd name="connsiteX11" fmla="*/ 104585 w 137921"/>
                    <a:gd name="connsiteY11" fmla="*/ 0 h 166211"/>
                    <a:gd name="connsiteX12" fmla="*/ 137922 w 137921"/>
                    <a:gd name="connsiteY12" fmla="*/ 0 h 166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7921" h="166211">
                      <a:moveTo>
                        <a:pt x="137827" y="0"/>
                      </a:moveTo>
                      <a:lnTo>
                        <a:pt x="137827" y="166211"/>
                      </a:lnTo>
                      <a:lnTo>
                        <a:pt x="104489" y="166211"/>
                      </a:lnTo>
                      <a:lnTo>
                        <a:pt x="104489" y="95536"/>
                      </a:lnTo>
                      <a:lnTo>
                        <a:pt x="33242" y="95536"/>
                      </a:lnTo>
                      <a:lnTo>
                        <a:pt x="33242" y="166211"/>
                      </a:lnTo>
                      <a:lnTo>
                        <a:pt x="0" y="166211"/>
                      </a:lnTo>
                      <a:lnTo>
                        <a:pt x="0" y="0"/>
                      </a:lnTo>
                      <a:lnTo>
                        <a:pt x="33338" y="0"/>
                      </a:lnTo>
                      <a:lnTo>
                        <a:pt x="33338" y="68390"/>
                      </a:lnTo>
                      <a:lnTo>
                        <a:pt x="104585" y="68390"/>
                      </a:lnTo>
                      <a:lnTo>
                        <a:pt x="104585" y="0"/>
                      </a:lnTo>
                      <a:lnTo>
                        <a:pt x="137922" y="0"/>
                      </a:lnTo>
                      <a:close/>
                    </a:path>
                  </a:pathLst>
                </a:custGeom>
                <a:solidFill>
                  <a:schemeClr val="bg1"/>
                </a:solidFill>
                <a:ln w="9525" cap="flat">
                  <a:noFill/>
                  <a:prstDash val="solid"/>
                  <a:miter/>
                </a:ln>
              </p:spPr>
              <p:txBody>
                <a:bodyPr rtlCol="0" anchor="ctr"/>
                <a:lstStyle/>
                <a:p>
                  <a:endParaRPr lang="fi-FI" sz="3200"/>
                </a:p>
              </p:txBody>
            </p:sp>
            <p:sp>
              <p:nvSpPr>
                <p:cNvPr id="660" name="Vapaamuotoinen: Muoto 659">
                  <a:extLst>
                    <a:ext uri="{FF2B5EF4-FFF2-40B4-BE49-F238E27FC236}">
                      <a16:creationId xmlns:a16="http://schemas.microsoft.com/office/drawing/2014/main" id="{92743B7A-D7C7-A209-077C-3F4F5C3E75F2}"/>
                    </a:ext>
                  </a:extLst>
                </p:cNvPr>
                <p:cNvSpPr/>
                <p:nvPr/>
              </p:nvSpPr>
              <p:spPr>
                <a:xfrm>
                  <a:off x="4350448" y="2592990"/>
                  <a:ext cx="137350" cy="136207"/>
                </a:xfrm>
                <a:custGeom>
                  <a:avLst/>
                  <a:gdLst>
                    <a:gd name="connsiteX0" fmla="*/ 8096 w 137350"/>
                    <a:gd name="connsiteY0" fmla="*/ 32195 h 136207"/>
                    <a:gd name="connsiteX1" fmla="*/ 29718 w 137350"/>
                    <a:gd name="connsiteY1" fmla="*/ 8382 h 136207"/>
                    <a:gd name="connsiteX2" fmla="*/ 60293 w 137350"/>
                    <a:gd name="connsiteY2" fmla="*/ 0 h 136207"/>
                    <a:gd name="connsiteX3" fmla="*/ 86106 w 137350"/>
                    <a:gd name="connsiteY3" fmla="*/ 5905 h 136207"/>
                    <a:gd name="connsiteX4" fmla="*/ 103823 w 137350"/>
                    <a:gd name="connsiteY4" fmla="*/ 20955 h 136207"/>
                    <a:gd name="connsiteX5" fmla="*/ 103823 w 137350"/>
                    <a:gd name="connsiteY5" fmla="*/ 2096 h 136207"/>
                    <a:gd name="connsiteX6" fmla="*/ 137351 w 137350"/>
                    <a:gd name="connsiteY6" fmla="*/ 2096 h 136207"/>
                    <a:gd name="connsiteX7" fmla="*/ 137351 w 137350"/>
                    <a:gd name="connsiteY7" fmla="*/ 134017 h 136207"/>
                    <a:gd name="connsiteX8" fmla="*/ 103823 w 137350"/>
                    <a:gd name="connsiteY8" fmla="*/ 134017 h 136207"/>
                    <a:gd name="connsiteX9" fmla="*/ 103823 w 137350"/>
                    <a:gd name="connsiteY9" fmla="*/ 114776 h 136207"/>
                    <a:gd name="connsiteX10" fmla="*/ 86106 w 137350"/>
                    <a:gd name="connsiteY10" fmla="*/ 130112 h 136207"/>
                    <a:gd name="connsiteX11" fmla="*/ 60008 w 137350"/>
                    <a:gd name="connsiteY11" fmla="*/ 136208 h 136207"/>
                    <a:gd name="connsiteX12" fmla="*/ 29623 w 137350"/>
                    <a:gd name="connsiteY12" fmla="*/ 127635 h 136207"/>
                    <a:gd name="connsiteX13" fmla="*/ 8001 w 137350"/>
                    <a:gd name="connsiteY13" fmla="*/ 103442 h 136207"/>
                    <a:gd name="connsiteX14" fmla="*/ 0 w 137350"/>
                    <a:gd name="connsiteY14" fmla="*/ 67628 h 136207"/>
                    <a:gd name="connsiteX15" fmla="*/ 8001 w 137350"/>
                    <a:gd name="connsiteY15" fmla="*/ 32195 h 136207"/>
                    <a:gd name="connsiteX16" fmla="*/ 99155 w 137350"/>
                    <a:gd name="connsiteY16" fmla="*/ 47339 h 136207"/>
                    <a:gd name="connsiteX17" fmla="*/ 86296 w 137350"/>
                    <a:gd name="connsiteY17" fmla="*/ 34004 h 136207"/>
                    <a:gd name="connsiteX18" fmla="*/ 68866 w 137350"/>
                    <a:gd name="connsiteY18" fmla="*/ 29337 h 136207"/>
                    <a:gd name="connsiteX19" fmla="*/ 51721 w 137350"/>
                    <a:gd name="connsiteY19" fmla="*/ 33909 h 136207"/>
                    <a:gd name="connsiteX20" fmla="*/ 38957 w 137350"/>
                    <a:gd name="connsiteY20" fmla="*/ 47149 h 136207"/>
                    <a:gd name="connsiteX21" fmla="*/ 34100 w 137350"/>
                    <a:gd name="connsiteY21" fmla="*/ 67723 h 136207"/>
                    <a:gd name="connsiteX22" fmla="*/ 38957 w 137350"/>
                    <a:gd name="connsiteY22" fmla="*/ 88582 h 136207"/>
                    <a:gd name="connsiteX23" fmla="*/ 51816 w 137350"/>
                    <a:gd name="connsiteY23" fmla="*/ 102299 h 136207"/>
                    <a:gd name="connsiteX24" fmla="*/ 68866 w 137350"/>
                    <a:gd name="connsiteY24" fmla="*/ 107061 h 136207"/>
                    <a:gd name="connsiteX25" fmla="*/ 86296 w 137350"/>
                    <a:gd name="connsiteY25" fmla="*/ 102394 h 136207"/>
                    <a:gd name="connsiteX26" fmla="*/ 99155 w 137350"/>
                    <a:gd name="connsiteY26" fmla="*/ 89059 h 136207"/>
                    <a:gd name="connsiteX27" fmla="*/ 103918 w 137350"/>
                    <a:gd name="connsiteY27" fmla="*/ 68199 h 136207"/>
                    <a:gd name="connsiteX28" fmla="*/ 99155 w 137350"/>
                    <a:gd name="connsiteY28" fmla="*/ 47339 h 1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350" h="136207">
                      <a:moveTo>
                        <a:pt x="8096" y="32195"/>
                      </a:moveTo>
                      <a:cubicBezTo>
                        <a:pt x="13430" y="21907"/>
                        <a:pt x="20669" y="13906"/>
                        <a:pt x="29718" y="8382"/>
                      </a:cubicBezTo>
                      <a:cubicBezTo>
                        <a:pt x="38862" y="2857"/>
                        <a:pt x="49054" y="0"/>
                        <a:pt x="60293" y="0"/>
                      </a:cubicBezTo>
                      <a:cubicBezTo>
                        <a:pt x="70104" y="0"/>
                        <a:pt x="78772" y="2000"/>
                        <a:pt x="86106" y="5905"/>
                      </a:cubicBezTo>
                      <a:cubicBezTo>
                        <a:pt x="93536" y="9906"/>
                        <a:pt x="99441" y="14859"/>
                        <a:pt x="103823" y="20955"/>
                      </a:cubicBezTo>
                      <a:lnTo>
                        <a:pt x="103823" y="2096"/>
                      </a:lnTo>
                      <a:lnTo>
                        <a:pt x="137351" y="2096"/>
                      </a:lnTo>
                      <a:lnTo>
                        <a:pt x="137351" y="134017"/>
                      </a:lnTo>
                      <a:lnTo>
                        <a:pt x="103823" y="134017"/>
                      </a:lnTo>
                      <a:lnTo>
                        <a:pt x="103823" y="114776"/>
                      </a:lnTo>
                      <a:cubicBezTo>
                        <a:pt x="99536" y="120968"/>
                        <a:pt x="93631" y="126111"/>
                        <a:pt x="86106" y="130112"/>
                      </a:cubicBezTo>
                      <a:cubicBezTo>
                        <a:pt x="78581" y="134207"/>
                        <a:pt x="69914" y="136208"/>
                        <a:pt x="60008" y="136208"/>
                      </a:cubicBezTo>
                      <a:cubicBezTo>
                        <a:pt x="48863" y="136208"/>
                        <a:pt x="38767" y="133350"/>
                        <a:pt x="29623" y="127635"/>
                      </a:cubicBezTo>
                      <a:cubicBezTo>
                        <a:pt x="20479" y="121920"/>
                        <a:pt x="13240" y="113824"/>
                        <a:pt x="8001" y="103442"/>
                      </a:cubicBezTo>
                      <a:cubicBezTo>
                        <a:pt x="2667" y="93059"/>
                        <a:pt x="0" y="81058"/>
                        <a:pt x="0" y="67628"/>
                      </a:cubicBezTo>
                      <a:cubicBezTo>
                        <a:pt x="0" y="54197"/>
                        <a:pt x="2667" y="42481"/>
                        <a:pt x="8001" y="32195"/>
                      </a:cubicBezTo>
                      <a:close/>
                      <a:moveTo>
                        <a:pt x="99155" y="47339"/>
                      </a:moveTo>
                      <a:cubicBezTo>
                        <a:pt x="96012" y="41529"/>
                        <a:pt x="91726" y="37052"/>
                        <a:pt x="86296" y="34004"/>
                      </a:cubicBezTo>
                      <a:cubicBezTo>
                        <a:pt x="80867" y="30956"/>
                        <a:pt x="75152" y="29337"/>
                        <a:pt x="68866" y="29337"/>
                      </a:cubicBezTo>
                      <a:cubicBezTo>
                        <a:pt x="62579" y="29337"/>
                        <a:pt x="56959" y="30861"/>
                        <a:pt x="51721" y="33909"/>
                      </a:cubicBezTo>
                      <a:cubicBezTo>
                        <a:pt x="46482" y="36957"/>
                        <a:pt x="42196" y="41339"/>
                        <a:pt x="38957" y="47149"/>
                      </a:cubicBezTo>
                      <a:cubicBezTo>
                        <a:pt x="35719" y="52959"/>
                        <a:pt x="34100" y="59817"/>
                        <a:pt x="34100" y="67723"/>
                      </a:cubicBezTo>
                      <a:cubicBezTo>
                        <a:pt x="34100" y="75628"/>
                        <a:pt x="35719" y="82582"/>
                        <a:pt x="38957" y="88582"/>
                      </a:cubicBezTo>
                      <a:cubicBezTo>
                        <a:pt x="42196" y="94488"/>
                        <a:pt x="46482" y="99155"/>
                        <a:pt x="51816" y="102299"/>
                      </a:cubicBezTo>
                      <a:cubicBezTo>
                        <a:pt x="57150" y="105442"/>
                        <a:pt x="62770" y="107061"/>
                        <a:pt x="68866" y="107061"/>
                      </a:cubicBezTo>
                      <a:cubicBezTo>
                        <a:pt x="74962" y="107061"/>
                        <a:pt x="80867" y="105537"/>
                        <a:pt x="86296" y="102394"/>
                      </a:cubicBezTo>
                      <a:cubicBezTo>
                        <a:pt x="91726" y="99251"/>
                        <a:pt x="96012" y="94869"/>
                        <a:pt x="99155" y="89059"/>
                      </a:cubicBezTo>
                      <a:cubicBezTo>
                        <a:pt x="102299" y="83249"/>
                        <a:pt x="103918" y="76295"/>
                        <a:pt x="103918" y="68199"/>
                      </a:cubicBezTo>
                      <a:cubicBezTo>
                        <a:pt x="103918" y="60103"/>
                        <a:pt x="102299" y="53150"/>
                        <a:pt x="99155" y="47339"/>
                      </a:cubicBezTo>
                      <a:close/>
                    </a:path>
                  </a:pathLst>
                </a:custGeom>
                <a:solidFill>
                  <a:schemeClr val="bg1"/>
                </a:solidFill>
                <a:ln w="9525" cap="flat">
                  <a:noFill/>
                  <a:prstDash val="solid"/>
                  <a:miter/>
                </a:ln>
              </p:spPr>
              <p:txBody>
                <a:bodyPr rtlCol="0" anchor="ctr"/>
                <a:lstStyle/>
                <a:p>
                  <a:endParaRPr lang="fi-FI" sz="3200"/>
                </a:p>
              </p:txBody>
            </p:sp>
            <p:sp>
              <p:nvSpPr>
                <p:cNvPr id="661" name="Vapaamuotoinen: Muoto 660">
                  <a:extLst>
                    <a:ext uri="{FF2B5EF4-FFF2-40B4-BE49-F238E27FC236}">
                      <a16:creationId xmlns:a16="http://schemas.microsoft.com/office/drawing/2014/main" id="{E2C2C001-EA22-2A44-0DBF-64324FB62933}"/>
                    </a:ext>
                  </a:extLst>
                </p:cNvPr>
                <p:cNvSpPr/>
                <p:nvPr/>
              </p:nvSpPr>
              <p:spPr>
                <a:xfrm>
                  <a:off x="4520469" y="2593371"/>
                  <a:ext cx="125730" cy="133731"/>
                </a:xfrm>
                <a:custGeom>
                  <a:avLst/>
                  <a:gdLst>
                    <a:gd name="connsiteX0" fmla="*/ 111252 w 125730"/>
                    <a:gd name="connsiteY0" fmla="*/ 14859 h 133731"/>
                    <a:gd name="connsiteX1" fmla="*/ 125730 w 125730"/>
                    <a:gd name="connsiteY1" fmla="*/ 56388 h 133731"/>
                    <a:gd name="connsiteX2" fmla="*/ 125730 w 125730"/>
                    <a:gd name="connsiteY2" fmla="*/ 133731 h 133731"/>
                    <a:gd name="connsiteX3" fmla="*/ 92393 w 125730"/>
                    <a:gd name="connsiteY3" fmla="*/ 133731 h 133731"/>
                    <a:gd name="connsiteX4" fmla="*/ 92393 w 125730"/>
                    <a:gd name="connsiteY4" fmla="*/ 60865 h 133731"/>
                    <a:gd name="connsiteX5" fmla="*/ 84582 w 125730"/>
                    <a:gd name="connsiteY5" fmla="*/ 36671 h 133731"/>
                    <a:gd name="connsiteX6" fmla="*/ 63151 w 125730"/>
                    <a:gd name="connsiteY6" fmla="*/ 28194 h 133731"/>
                    <a:gd name="connsiteX7" fmla="*/ 41339 w 125730"/>
                    <a:gd name="connsiteY7" fmla="*/ 36671 h 133731"/>
                    <a:gd name="connsiteX8" fmla="*/ 33338 w 125730"/>
                    <a:gd name="connsiteY8" fmla="*/ 60865 h 133731"/>
                    <a:gd name="connsiteX9" fmla="*/ 33338 w 125730"/>
                    <a:gd name="connsiteY9" fmla="*/ 133731 h 133731"/>
                    <a:gd name="connsiteX10" fmla="*/ 0 w 125730"/>
                    <a:gd name="connsiteY10" fmla="*/ 133731 h 133731"/>
                    <a:gd name="connsiteX11" fmla="*/ 0 w 125730"/>
                    <a:gd name="connsiteY11" fmla="*/ 1810 h 133731"/>
                    <a:gd name="connsiteX12" fmla="*/ 33338 w 125730"/>
                    <a:gd name="connsiteY12" fmla="*/ 1810 h 133731"/>
                    <a:gd name="connsiteX13" fmla="*/ 33338 w 125730"/>
                    <a:gd name="connsiteY13" fmla="*/ 18288 h 133731"/>
                    <a:gd name="connsiteX14" fmla="*/ 50387 w 125730"/>
                    <a:gd name="connsiteY14" fmla="*/ 4858 h 133731"/>
                    <a:gd name="connsiteX15" fmla="*/ 73152 w 125730"/>
                    <a:gd name="connsiteY15" fmla="*/ 0 h 133731"/>
                    <a:gd name="connsiteX16" fmla="*/ 111252 w 125730"/>
                    <a:gd name="connsiteY16" fmla="*/ 14859 h 13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5730" h="133731">
                      <a:moveTo>
                        <a:pt x="111252" y="14859"/>
                      </a:moveTo>
                      <a:cubicBezTo>
                        <a:pt x="120968" y="24765"/>
                        <a:pt x="125730" y="38672"/>
                        <a:pt x="125730" y="56388"/>
                      </a:cubicBezTo>
                      <a:lnTo>
                        <a:pt x="125730" y="133731"/>
                      </a:lnTo>
                      <a:lnTo>
                        <a:pt x="92393" y="133731"/>
                      </a:lnTo>
                      <a:lnTo>
                        <a:pt x="92393" y="60865"/>
                      </a:lnTo>
                      <a:cubicBezTo>
                        <a:pt x="92393" y="50387"/>
                        <a:pt x="89821" y="42291"/>
                        <a:pt x="84582" y="36671"/>
                      </a:cubicBezTo>
                      <a:cubicBezTo>
                        <a:pt x="79343" y="31051"/>
                        <a:pt x="72199" y="28194"/>
                        <a:pt x="63151" y="28194"/>
                      </a:cubicBezTo>
                      <a:cubicBezTo>
                        <a:pt x="54102" y="28194"/>
                        <a:pt x="46673" y="31051"/>
                        <a:pt x="41339" y="36671"/>
                      </a:cubicBezTo>
                      <a:cubicBezTo>
                        <a:pt x="36004" y="42291"/>
                        <a:pt x="33338" y="50387"/>
                        <a:pt x="33338" y="60865"/>
                      </a:cubicBezTo>
                      <a:lnTo>
                        <a:pt x="33338" y="133731"/>
                      </a:lnTo>
                      <a:lnTo>
                        <a:pt x="0" y="133731"/>
                      </a:lnTo>
                      <a:lnTo>
                        <a:pt x="0" y="1810"/>
                      </a:lnTo>
                      <a:lnTo>
                        <a:pt x="33338" y="1810"/>
                      </a:lnTo>
                      <a:lnTo>
                        <a:pt x="33338" y="18288"/>
                      </a:lnTo>
                      <a:cubicBezTo>
                        <a:pt x="37814" y="12573"/>
                        <a:pt x="43434" y="8096"/>
                        <a:pt x="50387" y="4858"/>
                      </a:cubicBezTo>
                      <a:cubicBezTo>
                        <a:pt x="57245" y="1619"/>
                        <a:pt x="64865" y="0"/>
                        <a:pt x="73152" y="0"/>
                      </a:cubicBezTo>
                      <a:cubicBezTo>
                        <a:pt x="88868" y="0"/>
                        <a:pt x="101537" y="4953"/>
                        <a:pt x="111252" y="14859"/>
                      </a:cubicBezTo>
                      <a:close/>
                    </a:path>
                  </a:pathLst>
                </a:custGeom>
                <a:solidFill>
                  <a:schemeClr val="bg1"/>
                </a:solidFill>
                <a:ln w="9525" cap="flat">
                  <a:noFill/>
                  <a:prstDash val="solid"/>
                  <a:miter/>
                </a:ln>
              </p:spPr>
              <p:txBody>
                <a:bodyPr rtlCol="0" anchor="ctr"/>
                <a:lstStyle/>
                <a:p>
                  <a:endParaRPr lang="fi-FI" sz="3200"/>
                </a:p>
              </p:txBody>
            </p:sp>
            <p:sp>
              <p:nvSpPr>
                <p:cNvPr id="662" name="Vapaamuotoinen: Muoto 661">
                  <a:extLst>
                    <a:ext uri="{FF2B5EF4-FFF2-40B4-BE49-F238E27FC236}">
                      <a16:creationId xmlns:a16="http://schemas.microsoft.com/office/drawing/2014/main" id="{D8E11D8C-C7C1-EC81-C55F-EF912B5E2CB4}"/>
                    </a:ext>
                  </a:extLst>
                </p:cNvPr>
                <p:cNvSpPr/>
                <p:nvPr/>
              </p:nvSpPr>
              <p:spPr>
                <a:xfrm>
                  <a:off x="4669345" y="2592990"/>
                  <a:ext cx="137350" cy="199167"/>
                </a:xfrm>
                <a:custGeom>
                  <a:avLst/>
                  <a:gdLst>
                    <a:gd name="connsiteX0" fmla="*/ 86201 w 137350"/>
                    <a:gd name="connsiteY0" fmla="*/ 5905 h 199167"/>
                    <a:gd name="connsiteX1" fmla="*/ 103822 w 137350"/>
                    <a:gd name="connsiteY1" fmla="*/ 21050 h 199167"/>
                    <a:gd name="connsiteX2" fmla="*/ 103822 w 137350"/>
                    <a:gd name="connsiteY2" fmla="*/ 2191 h 199167"/>
                    <a:gd name="connsiteX3" fmla="*/ 137350 w 137350"/>
                    <a:gd name="connsiteY3" fmla="*/ 2191 h 199167"/>
                    <a:gd name="connsiteX4" fmla="*/ 137350 w 137350"/>
                    <a:gd name="connsiteY4" fmla="*/ 135065 h 199167"/>
                    <a:gd name="connsiteX5" fmla="*/ 130016 w 137350"/>
                    <a:gd name="connsiteY5" fmla="*/ 167830 h 199167"/>
                    <a:gd name="connsiteX6" fmla="*/ 107823 w 137350"/>
                    <a:gd name="connsiteY6" fmla="*/ 190691 h 199167"/>
                    <a:gd name="connsiteX7" fmla="*/ 72104 w 137350"/>
                    <a:gd name="connsiteY7" fmla="*/ 199168 h 199167"/>
                    <a:gd name="connsiteX8" fmla="*/ 26003 w 137350"/>
                    <a:gd name="connsiteY8" fmla="*/ 186023 h 199167"/>
                    <a:gd name="connsiteX9" fmla="*/ 5620 w 137350"/>
                    <a:gd name="connsiteY9" fmla="*/ 150304 h 199167"/>
                    <a:gd name="connsiteX10" fmla="*/ 38767 w 137350"/>
                    <a:gd name="connsiteY10" fmla="*/ 150304 h 199167"/>
                    <a:gd name="connsiteX11" fmla="*/ 50101 w 137350"/>
                    <a:gd name="connsiteY11" fmla="*/ 164687 h 199167"/>
                    <a:gd name="connsiteX12" fmla="*/ 71152 w 137350"/>
                    <a:gd name="connsiteY12" fmla="*/ 170021 h 199167"/>
                    <a:gd name="connsiteX13" fmla="*/ 94774 w 137350"/>
                    <a:gd name="connsiteY13" fmla="*/ 161353 h 199167"/>
                    <a:gd name="connsiteX14" fmla="*/ 103822 w 137350"/>
                    <a:gd name="connsiteY14" fmla="*/ 135065 h 199167"/>
                    <a:gd name="connsiteX15" fmla="*/ 103822 w 137350"/>
                    <a:gd name="connsiteY15" fmla="*/ 114586 h 199167"/>
                    <a:gd name="connsiteX16" fmla="*/ 86106 w 137350"/>
                    <a:gd name="connsiteY16" fmla="*/ 130016 h 199167"/>
                    <a:gd name="connsiteX17" fmla="*/ 60293 w 137350"/>
                    <a:gd name="connsiteY17" fmla="*/ 136208 h 199167"/>
                    <a:gd name="connsiteX18" fmla="*/ 29813 w 137350"/>
                    <a:gd name="connsiteY18" fmla="*/ 127635 h 199167"/>
                    <a:gd name="connsiteX19" fmla="*/ 8001 w 137350"/>
                    <a:gd name="connsiteY19" fmla="*/ 103442 h 199167"/>
                    <a:gd name="connsiteX20" fmla="*/ 0 w 137350"/>
                    <a:gd name="connsiteY20" fmla="*/ 67628 h 199167"/>
                    <a:gd name="connsiteX21" fmla="*/ 8001 w 137350"/>
                    <a:gd name="connsiteY21" fmla="*/ 32195 h 199167"/>
                    <a:gd name="connsiteX22" fmla="*/ 29623 w 137350"/>
                    <a:gd name="connsiteY22" fmla="*/ 8382 h 199167"/>
                    <a:gd name="connsiteX23" fmla="*/ 60198 w 137350"/>
                    <a:gd name="connsiteY23" fmla="*/ 0 h 199167"/>
                    <a:gd name="connsiteX24" fmla="*/ 86201 w 137350"/>
                    <a:gd name="connsiteY24" fmla="*/ 5810 h 199167"/>
                    <a:gd name="connsiteX25" fmla="*/ 99060 w 137350"/>
                    <a:gd name="connsiteY25" fmla="*/ 47339 h 199167"/>
                    <a:gd name="connsiteX26" fmla="*/ 86201 w 137350"/>
                    <a:gd name="connsiteY26" fmla="*/ 34004 h 199167"/>
                    <a:gd name="connsiteX27" fmla="*/ 68770 w 137350"/>
                    <a:gd name="connsiteY27" fmla="*/ 29337 h 199167"/>
                    <a:gd name="connsiteX28" fmla="*/ 51625 w 137350"/>
                    <a:gd name="connsiteY28" fmla="*/ 33909 h 199167"/>
                    <a:gd name="connsiteX29" fmla="*/ 38862 w 137350"/>
                    <a:gd name="connsiteY29" fmla="*/ 47149 h 199167"/>
                    <a:gd name="connsiteX30" fmla="*/ 34004 w 137350"/>
                    <a:gd name="connsiteY30" fmla="*/ 67723 h 199167"/>
                    <a:gd name="connsiteX31" fmla="*/ 38862 w 137350"/>
                    <a:gd name="connsiteY31" fmla="*/ 88582 h 199167"/>
                    <a:gd name="connsiteX32" fmla="*/ 51721 w 137350"/>
                    <a:gd name="connsiteY32" fmla="*/ 102299 h 199167"/>
                    <a:gd name="connsiteX33" fmla="*/ 68770 w 137350"/>
                    <a:gd name="connsiteY33" fmla="*/ 107061 h 199167"/>
                    <a:gd name="connsiteX34" fmla="*/ 86201 w 137350"/>
                    <a:gd name="connsiteY34" fmla="*/ 102394 h 199167"/>
                    <a:gd name="connsiteX35" fmla="*/ 99060 w 137350"/>
                    <a:gd name="connsiteY35" fmla="*/ 89059 h 199167"/>
                    <a:gd name="connsiteX36" fmla="*/ 103822 w 137350"/>
                    <a:gd name="connsiteY36" fmla="*/ 68199 h 199167"/>
                    <a:gd name="connsiteX37" fmla="*/ 99060 w 137350"/>
                    <a:gd name="connsiteY37" fmla="*/ 47339 h 199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37350" h="199167">
                      <a:moveTo>
                        <a:pt x="86201" y="5905"/>
                      </a:moveTo>
                      <a:cubicBezTo>
                        <a:pt x="93631" y="9811"/>
                        <a:pt x="99536" y="14859"/>
                        <a:pt x="103822" y="21050"/>
                      </a:cubicBezTo>
                      <a:lnTo>
                        <a:pt x="103822" y="2191"/>
                      </a:lnTo>
                      <a:lnTo>
                        <a:pt x="137350" y="2191"/>
                      </a:lnTo>
                      <a:lnTo>
                        <a:pt x="137350" y="135065"/>
                      </a:lnTo>
                      <a:cubicBezTo>
                        <a:pt x="137350" y="147256"/>
                        <a:pt x="134874" y="158210"/>
                        <a:pt x="130016" y="167830"/>
                      </a:cubicBezTo>
                      <a:cubicBezTo>
                        <a:pt x="125063" y="177451"/>
                        <a:pt x="117729" y="185071"/>
                        <a:pt x="107823" y="190691"/>
                      </a:cubicBezTo>
                      <a:cubicBezTo>
                        <a:pt x="98012" y="196310"/>
                        <a:pt x="86106" y="199168"/>
                        <a:pt x="72104" y="199168"/>
                      </a:cubicBezTo>
                      <a:cubicBezTo>
                        <a:pt x="53340" y="199168"/>
                        <a:pt x="38005" y="194786"/>
                        <a:pt x="26003" y="186023"/>
                      </a:cubicBezTo>
                      <a:cubicBezTo>
                        <a:pt x="14002" y="177260"/>
                        <a:pt x="7239" y="165354"/>
                        <a:pt x="5620" y="150304"/>
                      </a:cubicBezTo>
                      <a:lnTo>
                        <a:pt x="38767" y="150304"/>
                      </a:lnTo>
                      <a:cubicBezTo>
                        <a:pt x="40481" y="156305"/>
                        <a:pt x="44291" y="161163"/>
                        <a:pt x="50101" y="164687"/>
                      </a:cubicBezTo>
                      <a:cubicBezTo>
                        <a:pt x="55912" y="168212"/>
                        <a:pt x="62960" y="170021"/>
                        <a:pt x="71152" y="170021"/>
                      </a:cubicBezTo>
                      <a:cubicBezTo>
                        <a:pt x="80867" y="170021"/>
                        <a:pt x="88678" y="167164"/>
                        <a:pt x="94774" y="161353"/>
                      </a:cubicBezTo>
                      <a:cubicBezTo>
                        <a:pt x="100870" y="155543"/>
                        <a:pt x="103822" y="146780"/>
                        <a:pt x="103822" y="135065"/>
                      </a:cubicBezTo>
                      <a:lnTo>
                        <a:pt x="103822" y="114586"/>
                      </a:lnTo>
                      <a:cubicBezTo>
                        <a:pt x="99536" y="120777"/>
                        <a:pt x="93631" y="125921"/>
                        <a:pt x="86106" y="130016"/>
                      </a:cubicBezTo>
                      <a:cubicBezTo>
                        <a:pt x="78581" y="134112"/>
                        <a:pt x="69914" y="136208"/>
                        <a:pt x="60293" y="136208"/>
                      </a:cubicBezTo>
                      <a:cubicBezTo>
                        <a:pt x="49149" y="136208"/>
                        <a:pt x="39052" y="133350"/>
                        <a:pt x="29813" y="127635"/>
                      </a:cubicBezTo>
                      <a:cubicBezTo>
                        <a:pt x="20574" y="121920"/>
                        <a:pt x="13335" y="113824"/>
                        <a:pt x="8001" y="103442"/>
                      </a:cubicBezTo>
                      <a:cubicBezTo>
                        <a:pt x="2667" y="93059"/>
                        <a:pt x="0" y="81058"/>
                        <a:pt x="0" y="67628"/>
                      </a:cubicBezTo>
                      <a:cubicBezTo>
                        <a:pt x="0" y="54197"/>
                        <a:pt x="2667" y="42481"/>
                        <a:pt x="8001" y="32195"/>
                      </a:cubicBezTo>
                      <a:cubicBezTo>
                        <a:pt x="13335" y="21907"/>
                        <a:pt x="20574" y="13906"/>
                        <a:pt x="29623" y="8382"/>
                      </a:cubicBezTo>
                      <a:cubicBezTo>
                        <a:pt x="38767" y="2857"/>
                        <a:pt x="48958" y="0"/>
                        <a:pt x="60198" y="0"/>
                      </a:cubicBezTo>
                      <a:cubicBezTo>
                        <a:pt x="70009" y="0"/>
                        <a:pt x="78676" y="2000"/>
                        <a:pt x="86201" y="5810"/>
                      </a:cubicBezTo>
                      <a:close/>
                      <a:moveTo>
                        <a:pt x="99060" y="47339"/>
                      </a:moveTo>
                      <a:cubicBezTo>
                        <a:pt x="95917" y="41529"/>
                        <a:pt x="91630" y="37052"/>
                        <a:pt x="86201" y="34004"/>
                      </a:cubicBezTo>
                      <a:cubicBezTo>
                        <a:pt x="80772" y="30956"/>
                        <a:pt x="75057" y="29337"/>
                        <a:pt x="68770" y="29337"/>
                      </a:cubicBezTo>
                      <a:cubicBezTo>
                        <a:pt x="62484" y="29337"/>
                        <a:pt x="56864" y="30861"/>
                        <a:pt x="51625" y="33909"/>
                      </a:cubicBezTo>
                      <a:cubicBezTo>
                        <a:pt x="46387" y="36957"/>
                        <a:pt x="42100" y="41339"/>
                        <a:pt x="38862" y="47149"/>
                      </a:cubicBezTo>
                      <a:cubicBezTo>
                        <a:pt x="35623" y="52959"/>
                        <a:pt x="34004" y="59817"/>
                        <a:pt x="34004" y="67723"/>
                      </a:cubicBezTo>
                      <a:cubicBezTo>
                        <a:pt x="34004" y="75628"/>
                        <a:pt x="35623" y="82582"/>
                        <a:pt x="38862" y="88582"/>
                      </a:cubicBezTo>
                      <a:cubicBezTo>
                        <a:pt x="42100" y="94488"/>
                        <a:pt x="46387" y="99155"/>
                        <a:pt x="51721" y="102299"/>
                      </a:cubicBezTo>
                      <a:cubicBezTo>
                        <a:pt x="57055" y="105442"/>
                        <a:pt x="62674" y="107061"/>
                        <a:pt x="68770" y="107061"/>
                      </a:cubicBezTo>
                      <a:cubicBezTo>
                        <a:pt x="74867" y="107061"/>
                        <a:pt x="80772" y="105537"/>
                        <a:pt x="86201" y="102394"/>
                      </a:cubicBezTo>
                      <a:cubicBezTo>
                        <a:pt x="91630" y="99251"/>
                        <a:pt x="95917" y="94869"/>
                        <a:pt x="99060" y="89059"/>
                      </a:cubicBezTo>
                      <a:cubicBezTo>
                        <a:pt x="102203" y="83249"/>
                        <a:pt x="103822" y="76295"/>
                        <a:pt x="103822" y="68199"/>
                      </a:cubicBezTo>
                      <a:cubicBezTo>
                        <a:pt x="103822" y="60103"/>
                        <a:pt x="102203" y="53150"/>
                        <a:pt x="99060" y="47339"/>
                      </a:cubicBezTo>
                      <a:close/>
                    </a:path>
                  </a:pathLst>
                </a:custGeom>
                <a:solidFill>
                  <a:schemeClr val="bg1"/>
                </a:solidFill>
                <a:ln w="9525" cap="flat">
                  <a:noFill/>
                  <a:prstDash val="solid"/>
                  <a:miter/>
                </a:ln>
              </p:spPr>
              <p:txBody>
                <a:bodyPr rtlCol="0" anchor="ctr"/>
                <a:lstStyle/>
                <a:p>
                  <a:endParaRPr lang="fi-FI" sz="3200"/>
                </a:p>
              </p:txBody>
            </p:sp>
            <p:sp>
              <p:nvSpPr>
                <p:cNvPr id="663" name="Vapaamuotoinen: Muoto 662">
                  <a:extLst>
                    <a:ext uri="{FF2B5EF4-FFF2-40B4-BE49-F238E27FC236}">
                      <a16:creationId xmlns:a16="http://schemas.microsoft.com/office/drawing/2014/main" id="{CFD09F7D-AF04-907B-894E-C4271ED16676}"/>
                    </a:ext>
                  </a:extLst>
                </p:cNvPr>
                <p:cNvSpPr/>
                <p:nvPr/>
              </p:nvSpPr>
              <p:spPr>
                <a:xfrm>
                  <a:off x="4831079" y="2546032"/>
                  <a:ext cx="135636" cy="183261"/>
                </a:xfrm>
                <a:custGeom>
                  <a:avLst/>
                  <a:gdLst>
                    <a:gd name="connsiteX0" fmla="*/ 32576 w 135636"/>
                    <a:gd name="connsiteY0" fmla="*/ 174784 h 183261"/>
                    <a:gd name="connsiteX1" fmla="*/ 8668 w 135636"/>
                    <a:gd name="connsiteY1" fmla="*/ 150876 h 183261"/>
                    <a:gd name="connsiteX2" fmla="*/ 0 w 135636"/>
                    <a:gd name="connsiteY2" fmla="*/ 115157 h 183261"/>
                    <a:gd name="connsiteX3" fmla="*/ 8954 w 135636"/>
                    <a:gd name="connsiteY3" fmla="*/ 79439 h 183261"/>
                    <a:gd name="connsiteX4" fmla="*/ 33338 w 135636"/>
                    <a:gd name="connsiteY4" fmla="*/ 55531 h 183261"/>
                    <a:gd name="connsiteX5" fmla="*/ 67818 w 135636"/>
                    <a:gd name="connsiteY5" fmla="*/ 47054 h 183261"/>
                    <a:gd name="connsiteX6" fmla="*/ 102299 w 135636"/>
                    <a:gd name="connsiteY6" fmla="*/ 55531 h 183261"/>
                    <a:gd name="connsiteX7" fmla="*/ 126683 w 135636"/>
                    <a:gd name="connsiteY7" fmla="*/ 79439 h 183261"/>
                    <a:gd name="connsiteX8" fmla="*/ 135636 w 135636"/>
                    <a:gd name="connsiteY8" fmla="*/ 115157 h 183261"/>
                    <a:gd name="connsiteX9" fmla="*/ 126492 w 135636"/>
                    <a:gd name="connsiteY9" fmla="*/ 150876 h 183261"/>
                    <a:gd name="connsiteX10" fmla="*/ 101727 w 135636"/>
                    <a:gd name="connsiteY10" fmla="*/ 174784 h 183261"/>
                    <a:gd name="connsiteX11" fmla="*/ 66866 w 135636"/>
                    <a:gd name="connsiteY11" fmla="*/ 183261 h 183261"/>
                    <a:gd name="connsiteX12" fmla="*/ 32576 w 135636"/>
                    <a:gd name="connsiteY12" fmla="*/ 174784 h 183261"/>
                    <a:gd name="connsiteX13" fmla="*/ 35909 w 135636"/>
                    <a:gd name="connsiteY13" fmla="*/ 27242 h 183261"/>
                    <a:gd name="connsiteX14" fmla="*/ 31337 w 135636"/>
                    <a:gd name="connsiteY14" fmla="*/ 16002 h 183261"/>
                    <a:gd name="connsiteX15" fmla="*/ 35909 w 135636"/>
                    <a:gd name="connsiteY15" fmla="*/ 4667 h 183261"/>
                    <a:gd name="connsiteX16" fmla="*/ 47054 w 135636"/>
                    <a:gd name="connsiteY16" fmla="*/ 0 h 183261"/>
                    <a:gd name="connsiteX17" fmla="*/ 58388 w 135636"/>
                    <a:gd name="connsiteY17" fmla="*/ 4667 h 183261"/>
                    <a:gd name="connsiteX18" fmla="*/ 63056 w 135636"/>
                    <a:gd name="connsiteY18" fmla="*/ 16002 h 183261"/>
                    <a:gd name="connsiteX19" fmla="*/ 58388 w 135636"/>
                    <a:gd name="connsiteY19" fmla="*/ 27242 h 183261"/>
                    <a:gd name="connsiteX20" fmla="*/ 47054 w 135636"/>
                    <a:gd name="connsiteY20" fmla="*/ 31718 h 183261"/>
                    <a:gd name="connsiteX21" fmla="*/ 35909 w 135636"/>
                    <a:gd name="connsiteY21" fmla="*/ 27242 h 183261"/>
                    <a:gd name="connsiteX22" fmla="*/ 83915 w 135636"/>
                    <a:gd name="connsiteY22" fmla="*/ 149733 h 183261"/>
                    <a:gd name="connsiteX23" fmla="*/ 96679 w 135636"/>
                    <a:gd name="connsiteY23" fmla="*/ 136493 h 183261"/>
                    <a:gd name="connsiteX24" fmla="*/ 101441 w 135636"/>
                    <a:gd name="connsiteY24" fmla="*/ 115062 h 183261"/>
                    <a:gd name="connsiteX25" fmla="*/ 91535 w 135636"/>
                    <a:gd name="connsiteY25" fmla="*/ 86106 h 183261"/>
                    <a:gd name="connsiteX26" fmla="*/ 67342 w 135636"/>
                    <a:gd name="connsiteY26" fmla="*/ 76009 h 183261"/>
                    <a:gd name="connsiteX27" fmla="*/ 43434 w 135636"/>
                    <a:gd name="connsiteY27" fmla="*/ 86106 h 183261"/>
                    <a:gd name="connsiteX28" fmla="*/ 33814 w 135636"/>
                    <a:gd name="connsiteY28" fmla="*/ 115062 h 183261"/>
                    <a:gd name="connsiteX29" fmla="*/ 43244 w 135636"/>
                    <a:gd name="connsiteY29" fmla="*/ 144018 h 183261"/>
                    <a:gd name="connsiteX30" fmla="*/ 66961 w 135636"/>
                    <a:gd name="connsiteY30" fmla="*/ 154115 h 183261"/>
                    <a:gd name="connsiteX31" fmla="*/ 84011 w 135636"/>
                    <a:gd name="connsiteY31" fmla="*/ 149733 h 183261"/>
                    <a:gd name="connsiteX32" fmla="*/ 80010 w 135636"/>
                    <a:gd name="connsiteY32" fmla="*/ 27242 h 183261"/>
                    <a:gd name="connsiteX33" fmla="*/ 75438 w 135636"/>
                    <a:gd name="connsiteY33" fmla="*/ 16002 h 183261"/>
                    <a:gd name="connsiteX34" fmla="*/ 80010 w 135636"/>
                    <a:gd name="connsiteY34" fmla="*/ 4667 h 183261"/>
                    <a:gd name="connsiteX35" fmla="*/ 91154 w 135636"/>
                    <a:gd name="connsiteY35" fmla="*/ 0 h 183261"/>
                    <a:gd name="connsiteX36" fmla="*/ 102489 w 135636"/>
                    <a:gd name="connsiteY36" fmla="*/ 4667 h 183261"/>
                    <a:gd name="connsiteX37" fmla="*/ 107156 w 135636"/>
                    <a:gd name="connsiteY37" fmla="*/ 16002 h 183261"/>
                    <a:gd name="connsiteX38" fmla="*/ 102489 w 135636"/>
                    <a:gd name="connsiteY38" fmla="*/ 27242 h 183261"/>
                    <a:gd name="connsiteX39" fmla="*/ 91154 w 135636"/>
                    <a:gd name="connsiteY39" fmla="*/ 31718 h 183261"/>
                    <a:gd name="connsiteX40" fmla="*/ 80010 w 135636"/>
                    <a:gd name="connsiteY40" fmla="*/ 27242 h 183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35636" h="183261">
                      <a:moveTo>
                        <a:pt x="32576" y="174784"/>
                      </a:moveTo>
                      <a:cubicBezTo>
                        <a:pt x="22384" y="169164"/>
                        <a:pt x="14478" y="161163"/>
                        <a:pt x="8668" y="150876"/>
                      </a:cubicBezTo>
                      <a:cubicBezTo>
                        <a:pt x="2858" y="140589"/>
                        <a:pt x="0" y="128683"/>
                        <a:pt x="0" y="115157"/>
                      </a:cubicBezTo>
                      <a:cubicBezTo>
                        <a:pt x="0" y="101632"/>
                        <a:pt x="2953" y="89726"/>
                        <a:pt x="8954" y="79439"/>
                      </a:cubicBezTo>
                      <a:cubicBezTo>
                        <a:pt x="14954" y="69152"/>
                        <a:pt x="23051" y="61151"/>
                        <a:pt x="33338" y="55531"/>
                      </a:cubicBezTo>
                      <a:cubicBezTo>
                        <a:pt x="43625" y="49911"/>
                        <a:pt x="55150" y="47054"/>
                        <a:pt x="67818" y="47054"/>
                      </a:cubicBezTo>
                      <a:cubicBezTo>
                        <a:pt x="80486" y="47054"/>
                        <a:pt x="92012" y="49911"/>
                        <a:pt x="102299" y="55531"/>
                      </a:cubicBezTo>
                      <a:cubicBezTo>
                        <a:pt x="112586" y="61151"/>
                        <a:pt x="120777" y="69152"/>
                        <a:pt x="126683" y="79439"/>
                      </a:cubicBezTo>
                      <a:cubicBezTo>
                        <a:pt x="132588" y="89726"/>
                        <a:pt x="135636" y="101632"/>
                        <a:pt x="135636" y="115157"/>
                      </a:cubicBezTo>
                      <a:cubicBezTo>
                        <a:pt x="135636" y="128683"/>
                        <a:pt x="132588" y="140589"/>
                        <a:pt x="126492" y="150876"/>
                      </a:cubicBezTo>
                      <a:cubicBezTo>
                        <a:pt x="120396" y="161163"/>
                        <a:pt x="112109" y="169164"/>
                        <a:pt x="101727" y="174784"/>
                      </a:cubicBezTo>
                      <a:cubicBezTo>
                        <a:pt x="91345" y="180404"/>
                        <a:pt x="79724" y="183261"/>
                        <a:pt x="66866" y="183261"/>
                      </a:cubicBezTo>
                      <a:cubicBezTo>
                        <a:pt x="54007" y="183261"/>
                        <a:pt x="42767" y="180404"/>
                        <a:pt x="32576" y="174784"/>
                      </a:cubicBezTo>
                      <a:close/>
                      <a:moveTo>
                        <a:pt x="35909" y="27242"/>
                      </a:moveTo>
                      <a:cubicBezTo>
                        <a:pt x="32861" y="24194"/>
                        <a:pt x="31337" y="20479"/>
                        <a:pt x="31337" y="16002"/>
                      </a:cubicBezTo>
                      <a:cubicBezTo>
                        <a:pt x="31337" y="11525"/>
                        <a:pt x="32861" y="7811"/>
                        <a:pt x="35909" y="4667"/>
                      </a:cubicBezTo>
                      <a:cubicBezTo>
                        <a:pt x="38957" y="1619"/>
                        <a:pt x="42672" y="0"/>
                        <a:pt x="47054" y="0"/>
                      </a:cubicBezTo>
                      <a:cubicBezTo>
                        <a:pt x="51435" y="0"/>
                        <a:pt x="55245" y="1524"/>
                        <a:pt x="58388" y="4667"/>
                      </a:cubicBezTo>
                      <a:cubicBezTo>
                        <a:pt x="61532" y="7811"/>
                        <a:pt x="63056" y="11525"/>
                        <a:pt x="63056" y="16002"/>
                      </a:cubicBezTo>
                      <a:cubicBezTo>
                        <a:pt x="63056" y="20479"/>
                        <a:pt x="61532" y="24194"/>
                        <a:pt x="58388" y="27242"/>
                      </a:cubicBezTo>
                      <a:cubicBezTo>
                        <a:pt x="55340" y="30290"/>
                        <a:pt x="51530" y="31718"/>
                        <a:pt x="47054" y="31718"/>
                      </a:cubicBezTo>
                      <a:cubicBezTo>
                        <a:pt x="42577" y="31718"/>
                        <a:pt x="38862" y="30194"/>
                        <a:pt x="35909" y="27242"/>
                      </a:cubicBezTo>
                      <a:close/>
                      <a:moveTo>
                        <a:pt x="83915" y="149733"/>
                      </a:moveTo>
                      <a:cubicBezTo>
                        <a:pt x="89249" y="146780"/>
                        <a:pt x="93440" y="142399"/>
                        <a:pt x="96679" y="136493"/>
                      </a:cubicBezTo>
                      <a:cubicBezTo>
                        <a:pt x="99822" y="130588"/>
                        <a:pt x="101441" y="123444"/>
                        <a:pt x="101441" y="115062"/>
                      </a:cubicBezTo>
                      <a:cubicBezTo>
                        <a:pt x="101441" y="102489"/>
                        <a:pt x="98108" y="92869"/>
                        <a:pt x="91535" y="86106"/>
                      </a:cubicBezTo>
                      <a:cubicBezTo>
                        <a:pt x="84963" y="79343"/>
                        <a:pt x="76867" y="76009"/>
                        <a:pt x="67342" y="76009"/>
                      </a:cubicBezTo>
                      <a:cubicBezTo>
                        <a:pt x="57817" y="76009"/>
                        <a:pt x="49816" y="79343"/>
                        <a:pt x="43434" y="86106"/>
                      </a:cubicBezTo>
                      <a:cubicBezTo>
                        <a:pt x="36957" y="92869"/>
                        <a:pt x="33814" y="102489"/>
                        <a:pt x="33814" y="115062"/>
                      </a:cubicBezTo>
                      <a:cubicBezTo>
                        <a:pt x="33814" y="127635"/>
                        <a:pt x="36957" y="137255"/>
                        <a:pt x="43244" y="144018"/>
                      </a:cubicBezTo>
                      <a:cubicBezTo>
                        <a:pt x="49530" y="150781"/>
                        <a:pt x="57436" y="154115"/>
                        <a:pt x="66961" y="154115"/>
                      </a:cubicBezTo>
                      <a:cubicBezTo>
                        <a:pt x="72962" y="154115"/>
                        <a:pt x="78677" y="152686"/>
                        <a:pt x="84011" y="149733"/>
                      </a:cubicBezTo>
                      <a:close/>
                      <a:moveTo>
                        <a:pt x="80010" y="27242"/>
                      </a:moveTo>
                      <a:cubicBezTo>
                        <a:pt x="76962" y="24194"/>
                        <a:pt x="75438" y="20479"/>
                        <a:pt x="75438" y="16002"/>
                      </a:cubicBezTo>
                      <a:cubicBezTo>
                        <a:pt x="75438" y="11525"/>
                        <a:pt x="76962" y="7811"/>
                        <a:pt x="80010" y="4667"/>
                      </a:cubicBezTo>
                      <a:cubicBezTo>
                        <a:pt x="83058" y="1619"/>
                        <a:pt x="86773" y="0"/>
                        <a:pt x="91154" y="0"/>
                      </a:cubicBezTo>
                      <a:cubicBezTo>
                        <a:pt x="95536" y="0"/>
                        <a:pt x="99346" y="1524"/>
                        <a:pt x="102489" y="4667"/>
                      </a:cubicBezTo>
                      <a:cubicBezTo>
                        <a:pt x="105632" y="7811"/>
                        <a:pt x="107156" y="11525"/>
                        <a:pt x="107156" y="16002"/>
                      </a:cubicBezTo>
                      <a:cubicBezTo>
                        <a:pt x="107156" y="20479"/>
                        <a:pt x="105632" y="24194"/>
                        <a:pt x="102489" y="27242"/>
                      </a:cubicBezTo>
                      <a:cubicBezTo>
                        <a:pt x="99441" y="30290"/>
                        <a:pt x="95631" y="31718"/>
                        <a:pt x="91154" y="31718"/>
                      </a:cubicBezTo>
                      <a:cubicBezTo>
                        <a:pt x="86678" y="31718"/>
                        <a:pt x="82963" y="30194"/>
                        <a:pt x="80010" y="27242"/>
                      </a:cubicBezTo>
                      <a:close/>
                    </a:path>
                  </a:pathLst>
                </a:custGeom>
                <a:solidFill>
                  <a:schemeClr val="bg1"/>
                </a:solidFill>
                <a:ln w="9525" cap="flat">
                  <a:noFill/>
                  <a:prstDash val="solid"/>
                  <a:miter/>
                </a:ln>
              </p:spPr>
              <p:txBody>
                <a:bodyPr rtlCol="0" anchor="ctr"/>
                <a:lstStyle/>
                <a:p>
                  <a:endParaRPr lang="fi-FI" sz="3200"/>
                </a:p>
              </p:txBody>
            </p:sp>
          </p:grpSp>
          <p:grpSp>
            <p:nvGrpSpPr>
              <p:cNvPr id="677" name="Ryhmä 676">
                <a:extLst>
                  <a:ext uri="{FF2B5EF4-FFF2-40B4-BE49-F238E27FC236}">
                    <a16:creationId xmlns:a16="http://schemas.microsoft.com/office/drawing/2014/main" id="{002D12D7-A14D-A721-106D-6A8587BACD0D}"/>
                  </a:ext>
                  <a:ext uri="{C183D7F6-B498-43B3-948B-1728B52AA6E4}">
                    <adec:decorative xmlns:adec="http://schemas.microsoft.com/office/drawing/2017/decorative" val="1"/>
                  </a:ext>
                </a:extLst>
              </p:cNvPr>
              <p:cNvGrpSpPr/>
              <p:nvPr userDrawn="1"/>
            </p:nvGrpSpPr>
            <p:grpSpPr>
              <a:xfrm>
                <a:off x="5890305" y="2016736"/>
                <a:ext cx="376880" cy="300886"/>
                <a:chOff x="4258146" y="2288768"/>
                <a:chExt cx="627790" cy="501202"/>
              </a:xfrm>
              <a:solidFill>
                <a:schemeClr val="accent2"/>
              </a:solidFill>
            </p:grpSpPr>
            <p:sp>
              <p:nvSpPr>
                <p:cNvPr id="668" name="Vapaamuotoinen: Muoto 667">
                  <a:extLst>
                    <a:ext uri="{FF2B5EF4-FFF2-40B4-BE49-F238E27FC236}">
                      <a16:creationId xmlns:a16="http://schemas.microsoft.com/office/drawing/2014/main" id="{AC4AE541-19B5-6023-758E-9325EABDCE67}"/>
                    </a:ext>
                  </a:extLst>
                </p:cNvPr>
                <p:cNvSpPr/>
                <p:nvPr userDrawn="1"/>
              </p:nvSpPr>
              <p:spPr>
                <a:xfrm>
                  <a:off x="4258146" y="2312291"/>
                  <a:ext cx="94107" cy="167163"/>
                </a:xfrm>
                <a:custGeom>
                  <a:avLst/>
                  <a:gdLst>
                    <a:gd name="connsiteX0" fmla="*/ 40767 w 94107"/>
                    <a:gd name="connsiteY0" fmla="*/ 135731 h 167163"/>
                    <a:gd name="connsiteX1" fmla="*/ 94107 w 94107"/>
                    <a:gd name="connsiteY1" fmla="*/ 135731 h 167163"/>
                    <a:gd name="connsiteX2" fmla="*/ 94107 w 94107"/>
                    <a:gd name="connsiteY2" fmla="*/ 167164 h 167163"/>
                    <a:gd name="connsiteX3" fmla="*/ 0 w 94107"/>
                    <a:gd name="connsiteY3" fmla="*/ 167164 h 167163"/>
                    <a:gd name="connsiteX4" fmla="*/ 0 w 94107"/>
                    <a:gd name="connsiteY4" fmla="*/ 0 h 167163"/>
                    <a:gd name="connsiteX5" fmla="*/ 40767 w 94107"/>
                    <a:gd name="connsiteY5" fmla="*/ 0 h 167163"/>
                    <a:gd name="connsiteX6" fmla="*/ 40767 w 94107"/>
                    <a:gd name="connsiteY6" fmla="*/ 135731 h 16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107" h="167163">
                      <a:moveTo>
                        <a:pt x="40767" y="135731"/>
                      </a:moveTo>
                      <a:lnTo>
                        <a:pt x="94107" y="135731"/>
                      </a:lnTo>
                      <a:lnTo>
                        <a:pt x="94107" y="167164"/>
                      </a:lnTo>
                      <a:lnTo>
                        <a:pt x="0" y="167164"/>
                      </a:lnTo>
                      <a:lnTo>
                        <a:pt x="0" y="0"/>
                      </a:lnTo>
                      <a:lnTo>
                        <a:pt x="40767" y="0"/>
                      </a:lnTo>
                      <a:lnTo>
                        <a:pt x="40767" y="135731"/>
                      </a:lnTo>
                      <a:close/>
                    </a:path>
                  </a:pathLst>
                </a:custGeom>
                <a:solidFill>
                  <a:schemeClr val="accent5"/>
                </a:solidFill>
                <a:ln w="9525" cap="flat">
                  <a:noFill/>
                  <a:prstDash val="solid"/>
                  <a:miter/>
                </a:ln>
              </p:spPr>
              <p:txBody>
                <a:bodyPr rtlCol="0" anchor="ctr"/>
                <a:lstStyle/>
                <a:p>
                  <a:endParaRPr lang="fi-FI" sz="3200"/>
                </a:p>
              </p:txBody>
            </p:sp>
            <p:sp>
              <p:nvSpPr>
                <p:cNvPr id="669" name="Vapaamuotoinen: Muoto 668">
                  <a:extLst>
                    <a:ext uri="{FF2B5EF4-FFF2-40B4-BE49-F238E27FC236}">
                      <a16:creationId xmlns:a16="http://schemas.microsoft.com/office/drawing/2014/main" id="{3DCE47E7-6592-25AE-43E0-6C3D439124E9}"/>
                    </a:ext>
                  </a:extLst>
                </p:cNvPr>
                <p:cNvSpPr/>
                <p:nvPr userDrawn="1"/>
              </p:nvSpPr>
              <p:spPr>
                <a:xfrm>
                  <a:off x="4363683" y="2344676"/>
                  <a:ext cx="138113" cy="136779"/>
                </a:xfrm>
                <a:custGeom>
                  <a:avLst/>
                  <a:gdLst>
                    <a:gd name="connsiteX0" fmla="*/ 33433 w 138112"/>
                    <a:gd name="connsiteY0" fmla="*/ 128397 h 136779"/>
                    <a:gd name="connsiteX1" fmla="*/ 8953 w 138112"/>
                    <a:gd name="connsiteY1" fmla="*/ 104584 h 136779"/>
                    <a:gd name="connsiteX2" fmla="*/ 0 w 138112"/>
                    <a:gd name="connsiteY2" fmla="*/ 68390 h 136779"/>
                    <a:gd name="connsiteX3" fmla="*/ 9049 w 138112"/>
                    <a:gd name="connsiteY3" fmla="*/ 32290 h 136779"/>
                    <a:gd name="connsiteX4" fmla="*/ 33814 w 138112"/>
                    <a:gd name="connsiteY4" fmla="*/ 8382 h 136779"/>
                    <a:gd name="connsiteX5" fmla="*/ 69056 w 138112"/>
                    <a:gd name="connsiteY5" fmla="*/ 0 h 136779"/>
                    <a:gd name="connsiteX6" fmla="*/ 104299 w 138112"/>
                    <a:gd name="connsiteY6" fmla="*/ 8382 h 136779"/>
                    <a:gd name="connsiteX7" fmla="*/ 129064 w 138112"/>
                    <a:gd name="connsiteY7" fmla="*/ 32290 h 136779"/>
                    <a:gd name="connsiteX8" fmla="*/ 138112 w 138112"/>
                    <a:gd name="connsiteY8" fmla="*/ 68390 h 136779"/>
                    <a:gd name="connsiteX9" fmla="*/ 128969 w 138112"/>
                    <a:gd name="connsiteY9" fmla="*/ 104489 h 136779"/>
                    <a:gd name="connsiteX10" fmla="*/ 104013 w 138112"/>
                    <a:gd name="connsiteY10" fmla="*/ 128397 h 136779"/>
                    <a:gd name="connsiteX11" fmla="*/ 68675 w 138112"/>
                    <a:gd name="connsiteY11" fmla="*/ 136779 h 136779"/>
                    <a:gd name="connsiteX12" fmla="*/ 33528 w 138112"/>
                    <a:gd name="connsiteY12" fmla="*/ 128397 h 136779"/>
                    <a:gd name="connsiteX13" fmla="*/ 88487 w 138112"/>
                    <a:gd name="connsiteY13" fmla="*/ 92869 h 136779"/>
                    <a:gd name="connsiteX14" fmla="*/ 96679 w 138112"/>
                    <a:gd name="connsiteY14" fmla="*/ 68294 h 136779"/>
                    <a:gd name="connsiteX15" fmla="*/ 88678 w 138112"/>
                    <a:gd name="connsiteY15" fmla="*/ 43815 h 136779"/>
                    <a:gd name="connsiteX16" fmla="*/ 69056 w 138112"/>
                    <a:gd name="connsiteY16" fmla="*/ 35243 h 136779"/>
                    <a:gd name="connsiteX17" fmla="*/ 49244 w 138112"/>
                    <a:gd name="connsiteY17" fmla="*/ 43720 h 136779"/>
                    <a:gd name="connsiteX18" fmla="*/ 41338 w 138112"/>
                    <a:gd name="connsiteY18" fmla="*/ 68390 h 136779"/>
                    <a:gd name="connsiteX19" fmla="*/ 49054 w 138112"/>
                    <a:gd name="connsiteY19" fmla="*/ 92964 h 136779"/>
                    <a:gd name="connsiteX20" fmla="*/ 68485 w 138112"/>
                    <a:gd name="connsiteY20" fmla="*/ 101537 h 136779"/>
                    <a:gd name="connsiteX21" fmla="*/ 88392 w 138112"/>
                    <a:gd name="connsiteY21" fmla="*/ 92964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8112" h="136779">
                      <a:moveTo>
                        <a:pt x="33433" y="128397"/>
                      </a:moveTo>
                      <a:cubicBezTo>
                        <a:pt x="23051" y="122873"/>
                        <a:pt x="14859" y="114871"/>
                        <a:pt x="8953" y="104584"/>
                      </a:cubicBezTo>
                      <a:cubicBezTo>
                        <a:pt x="3048" y="94298"/>
                        <a:pt x="0" y="82201"/>
                        <a:pt x="0" y="68390"/>
                      </a:cubicBezTo>
                      <a:cubicBezTo>
                        <a:pt x="0" y="54578"/>
                        <a:pt x="3048" y="42672"/>
                        <a:pt x="9049" y="32290"/>
                      </a:cubicBezTo>
                      <a:cubicBezTo>
                        <a:pt x="15049" y="21908"/>
                        <a:pt x="23336" y="13907"/>
                        <a:pt x="33814" y="8382"/>
                      </a:cubicBezTo>
                      <a:cubicBezTo>
                        <a:pt x="44291" y="2858"/>
                        <a:pt x="56007" y="0"/>
                        <a:pt x="69056" y="0"/>
                      </a:cubicBezTo>
                      <a:cubicBezTo>
                        <a:pt x="82106" y="0"/>
                        <a:pt x="93821" y="2762"/>
                        <a:pt x="104299" y="8382"/>
                      </a:cubicBezTo>
                      <a:cubicBezTo>
                        <a:pt x="114776" y="13907"/>
                        <a:pt x="123063" y="21908"/>
                        <a:pt x="129064" y="32290"/>
                      </a:cubicBezTo>
                      <a:cubicBezTo>
                        <a:pt x="135065" y="42672"/>
                        <a:pt x="138112" y="54673"/>
                        <a:pt x="138112" y="68390"/>
                      </a:cubicBezTo>
                      <a:cubicBezTo>
                        <a:pt x="138112" y="82106"/>
                        <a:pt x="135065" y="94107"/>
                        <a:pt x="128969" y="104489"/>
                      </a:cubicBezTo>
                      <a:cubicBezTo>
                        <a:pt x="122873" y="114871"/>
                        <a:pt x="114490" y="122873"/>
                        <a:pt x="104013" y="128397"/>
                      </a:cubicBezTo>
                      <a:cubicBezTo>
                        <a:pt x="93440" y="133922"/>
                        <a:pt x="81629" y="136779"/>
                        <a:pt x="68675" y="136779"/>
                      </a:cubicBezTo>
                      <a:cubicBezTo>
                        <a:pt x="55721" y="136779"/>
                        <a:pt x="43910" y="134017"/>
                        <a:pt x="33528" y="128397"/>
                      </a:cubicBezTo>
                      <a:close/>
                      <a:moveTo>
                        <a:pt x="88487" y="92869"/>
                      </a:moveTo>
                      <a:cubicBezTo>
                        <a:pt x="94012" y="87154"/>
                        <a:pt x="96679" y="78962"/>
                        <a:pt x="96679" y="68294"/>
                      </a:cubicBezTo>
                      <a:cubicBezTo>
                        <a:pt x="96679" y="57626"/>
                        <a:pt x="94012" y="49530"/>
                        <a:pt x="88678" y="43815"/>
                      </a:cubicBezTo>
                      <a:cubicBezTo>
                        <a:pt x="83344" y="38100"/>
                        <a:pt x="76772" y="35243"/>
                        <a:pt x="69056" y="35243"/>
                      </a:cubicBezTo>
                      <a:cubicBezTo>
                        <a:pt x="61341" y="35243"/>
                        <a:pt x="54483" y="38100"/>
                        <a:pt x="49244" y="43720"/>
                      </a:cubicBezTo>
                      <a:cubicBezTo>
                        <a:pt x="44006" y="49340"/>
                        <a:pt x="41338" y="57531"/>
                        <a:pt x="41338" y="68390"/>
                      </a:cubicBezTo>
                      <a:cubicBezTo>
                        <a:pt x="41338" y="79248"/>
                        <a:pt x="43910" y="87249"/>
                        <a:pt x="49054" y="92964"/>
                      </a:cubicBezTo>
                      <a:cubicBezTo>
                        <a:pt x="54197" y="98679"/>
                        <a:pt x="60674" y="101537"/>
                        <a:pt x="68485" y="101537"/>
                      </a:cubicBezTo>
                      <a:cubicBezTo>
                        <a:pt x="76295" y="101537"/>
                        <a:pt x="82868" y="98679"/>
                        <a:pt x="88392" y="92964"/>
                      </a:cubicBezTo>
                      <a:close/>
                    </a:path>
                  </a:pathLst>
                </a:custGeom>
                <a:solidFill>
                  <a:schemeClr val="accent5"/>
                </a:solidFill>
                <a:ln w="9525" cap="flat">
                  <a:noFill/>
                  <a:prstDash val="solid"/>
                  <a:miter/>
                </a:ln>
              </p:spPr>
              <p:txBody>
                <a:bodyPr rtlCol="0" anchor="ctr"/>
                <a:lstStyle/>
                <a:p>
                  <a:endParaRPr lang="fi-FI" sz="3200"/>
                </a:p>
              </p:txBody>
            </p:sp>
            <p:sp>
              <p:nvSpPr>
                <p:cNvPr id="670" name="Vapaamuotoinen: Muoto 669">
                  <a:extLst>
                    <a:ext uri="{FF2B5EF4-FFF2-40B4-BE49-F238E27FC236}">
                      <a16:creationId xmlns:a16="http://schemas.microsoft.com/office/drawing/2014/main" id="{844C0D0B-3B2C-AF6F-E7A6-E0A773AC2E6A}"/>
                    </a:ext>
                  </a:extLst>
                </p:cNvPr>
                <p:cNvSpPr/>
                <p:nvPr userDrawn="1"/>
              </p:nvSpPr>
              <p:spPr>
                <a:xfrm>
                  <a:off x="4523416" y="2303243"/>
                  <a:ext cx="132111" cy="176212"/>
                </a:xfrm>
                <a:custGeom>
                  <a:avLst/>
                  <a:gdLst>
                    <a:gd name="connsiteX0" fmla="*/ 118301 w 132111"/>
                    <a:gd name="connsiteY0" fmla="*/ 57055 h 176212"/>
                    <a:gd name="connsiteX1" fmla="*/ 132112 w 132111"/>
                    <a:gd name="connsiteY1" fmla="*/ 98584 h 176212"/>
                    <a:gd name="connsiteX2" fmla="*/ 132112 w 132111"/>
                    <a:gd name="connsiteY2" fmla="*/ 176213 h 176212"/>
                    <a:gd name="connsiteX3" fmla="*/ 91631 w 132111"/>
                    <a:gd name="connsiteY3" fmla="*/ 176213 h 176212"/>
                    <a:gd name="connsiteX4" fmla="*/ 91631 w 132111"/>
                    <a:gd name="connsiteY4" fmla="*/ 104013 h 176212"/>
                    <a:gd name="connsiteX5" fmla="*/ 84773 w 132111"/>
                    <a:gd name="connsiteY5" fmla="*/ 83344 h 176212"/>
                    <a:gd name="connsiteX6" fmla="*/ 66199 w 132111"/>
                    <a:gd name="connsiteY6" fmla="*/ 75914 h 176212"/>
                    <a:gd name="connsiteX7" fmla="*/ 47625 w 132111"/>
                    <a:gd name="connsiteY7" fmla="*/ 83344 h 176212"/>
                    <a:gd name="connsiteX8" fmla="*/ 40767 w 132111"/>
                    <a:gd name="connsiteY8" fmla="*/ 104013 h 176212"/>
                    <a:gd name="connsiteX9" fmla="*/ 40767 w 132111"/>
                    <a:gd name="connsiteY9" fmla="*/ 176213 h 176212"/>
                    <a:gd name="connsiteX10" fmla="*/ 0 w 132111"/>
                    <a:gd name="connsiteY10" fmla="*/ 176213 h 176212"/>
                    <a:gd name="connsiteX11" fmla="*/ 0 w 132111"/>
                    <a:gd name="connsiteY11" fmla="*/ 0 h 176212"/>
                    <a:gd name="connsiteX12" fmla="*/ 40767 w 132111"/>
                    <a:gd name="connsiteY12" fmla="*/ 0 h 176212"/>
                    <a:gd name="connsiteX13" fmla="*/ 40767 w 132111"/>
                    <a:gd name="connsiteY13" fmla="*/ 61150 h 176212"/>
                    <a:gd name="connsiteX14" fmla="*/ 57626 w 132111"/>
                    <a:gd name="connsiteY14" fmla="*/ 47149 h 176212"/>
                    <a:gd name="connsiteX15" fmla="*/ 81725 w 132111"/>
                    <a:gd name="connsiteY15" fmla="*/ 41910 h 176212"/>
                    <a:gd name="connsiteX16" fmla="*/ 118396 w 132111"/>
                    <a:gd name="connsiteY16" fmla="*/ 57055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76212">
                      <a:moveTo>
                        <a:pt x="118301" y="57055"/>
                      </a:moveTo>
                      <a:cubicBezTo>
                        <a:pt x="127540" y="67151"/>
                        <a:pt x="132112" y="80963"/>
                        <a:pt x="132112" y="98584"/>
                      </a:cubicBezTo>
                      <a:lnTo>
                        <a:pt x="132112" y="176213"/>
                      </a:lnTo>
                      <a:lnTo>
                        <a:pt x="91631" y="176213"/>
                      </a:lnTo>
                      <a:lnTo>
                        <a:pt x="91631" y="104013"/>
                      </a:lnTo>
                      <a:cubicBezTo>
                        <a:pt x="91631" y="95155"/>
                        <a:pt x="89344" y="88202"/>
                        <a:pt x="84773" y="83344"/>
                      </a:cubicBezTo>
                      <a:cubicBezTo>
                        <a:pt x="80201" y="78391"/>
                        <a:pt x="74009" y="75914"/>
                        <a:pt x="66199" y="75914"/>
                      </a:cubicBezTo>
                      <a:cubicBezTo>
                        <a:pt x="58388" y="75914"/>
                        <a:pt x="52197" y="78391"/>
                        <a:pt x="47625" y="83344"/>
                      </a:cubicBezTo>
                      <a:cubicBezTo>
                        <a:pt x="43053" y="88297"/>
                        <a:pt x="40767" y="95155"/>
                        <a:pt x="40767" y="104013"/>
                      </a:cubicBezTo>
                      <a:lnTo>
                        <a:pt x="40767" y="176213"/>
                      </a:lnTo>
                      <a:lnTo>
                        <a:pt x="0" y="176213"/>
                      </a:lnTo>
                      <a:lnTo>
                        <a:pt x="0" y="0"/>
                      </a:lnTo>
                      <a:lnTo>
                        <a:pt x="40767" y="0"/>
                      </a:lnTo>
                      <a:lnTo>
                        <a:pt x="40767" y="61150"/>
                      </a:lnTo>
                      <a:cubicBezTo>
                        <a:pt x="44863" y="55245"/>
                        <a:pt x="50483" y="50578"/>
                        <a:pt x="57626" y="47149"/>
                      </a:cubicBezTo>
                      <a:cubicBezTo>
                        <a:pt x="64770" y="43625"/>
                        <a:pt x="72771" y="41910"/>
                        <a:pt x="81725" y="41910"/>
                      </a:cubicBezTo>
                      <a:cubicBezTo>
                        <a:pt x="96965" y="41910"/>
                        <a:pt x="109157" y="46958"/>
                        <a:pt x="118396" y="57055"/>
                      </a:cubicBezTo>
                      <a:close/>
                    </a:path>
                  </a:pathLst>
                </a:custGeom>
                <a:solidFill>
                  <a:schemeClr val="accent5"/>
                </a:solidFill>
                <a:ln w="9525" cap="flat">
                  <a:noFill/>
                  <a:prstDash val="solid"/>
                  <a:miter/>
                </a:ln>
              </p:spPr>
              <p:txBody>
                <a:bodyPr rtlCol="0" anchor="ctr"/>
                <a:lstStyle/>
                <a:p>
                  <a:endParaRPr lang="fi-FI" sz="3200"/>
                </a:p>
              </p:txBody>
            </p:sp>
            <p:sp>
              <p:nvSpPr>
                <p:cNvPr id="671" name="Vapaamuotoinen: Muoto 670">
                  <a:extLst>
                    <a:ext uri="{FF2B5EF4-FFF2-40B4-BE49-F238E27FC236}">
                      <a16:creationId xmlns:a16="http://schemas.microsoft.com/office/drawing/2014/main" id="{529943B5-C9B7-0654-6314-CD079B6FE198}"/>
                    </a:ext>
                  </a:extLst>
                </p:cNvPr>
                <p:cNvSpPr/>
                <p:nvPr userDrawn="1"/>
              </p:nvSpPr>
              <p:spPr>
                <a:xfrm>
                  <a:off x="4661815" y="2288768"/>
                  <a:ext cx="66294" cy="254031"/>
                </a:xfrm>
                <a:custGeom>
                  <a:avLst/>
                  <a:gdLst>
                    <a:gd name="connsiteX0" fmla="*/ 62770 w 66293"/>
                    <a:gd name="connsiteY0" fmla="*/ 207836 h 254031"/>
                    <a:gd name="connsiteX1" fmla="*/ 50387 w 66293"/>
                    <a:gd name="connsiteY1" fmla="*/ 243173 h 254031"/>
                    <a:gd name="connsiteX2" fmla="*/ 15907 w 66293"/>
                    <a:gd name="connsiteY2" fmla="*/ 254032 h 254031"/>
                    <a:gd name="connsiteX3" fmla="*/ 0 w 66293"/>
                    <a:gd name="connsiteY3" fmla="*/ 254032 h 254031"/>
                    <a:gd name="connsiteX4" fmla="*/ 0 w 66293"/>
                    <a:gd name="connsiteY4" fmla="*/ 219551 h 254031"/>
                    <a:gd name="connsiteX5" fmla="*/ 9716 w 66293"/>
                    <a:gd name="connsiteY5" fmla="*/ 219551 h 254031"/>
                    <a:gd name="connsiteX6" fmla="*/ 19241 w 66293"/>
                    <a:gd name="connsiteY6" fmla="*/ 216980 h 254031"/>
                    <a:gd name="connsiteX7" fmla="*/ 22098 w 66293"/>
                    <a:gd name="connsiteY7" fmla="*/ 208407 h 254031"/>
                    <a:gd name="connsiteX8" fmla="*/ 22098 w 66293"/>
                    <a:gd name="connsiteY8" fmla="*/ 57817 h 254031"/>
                    <a:gd name="connsiteX9" fmla="*/ 62865 w 66293"/>
                    <a:gd name="connsiteY9" fmla="*/ 57817 h 254031"/>
                    <a:gd name="connsiteX10" fmla="*/ 62865 w 66293"/>
                    <a:gd name="connsiteY10" fmla="*/ 207836 h 254031"/>
                    <a:gd name="connsiteX11" fmla="*/ 24765 w 66293"/>
                    <a:gd name="connsiteY11" fmla="*/ 37719 h 254031"/>
                    <a:gd name="connsiteX12" fmla="*/ 18002 w 66293"/>
                    <a:gd name="connsiteY12" fmla="*/ 22098 h 254031"/>
                    <a:gd name="connsiteX13" fmla="*/ 24765 w 66293"/>
                    <a:gd name="connsiteY13" fmla="*/ 6287 h 254031"/>
                    <a:gd name="connsiteX14" fmla="*/ 42291 w 66293"/>
                    <a:gd name="connsiteY14" fmla="*/ 0 h 254031"/>
                    <a:gd name="connsiteX15" fmla="*/ 59531 w 66293"/>
                    <a:gd name="connsiteY15" fmla="*/ 6287 h 254031"/>
                    <a:gd name="connsiteX16" fmla="*/ 66294 w 66293"/>
                    <a:gd name="connsiteY16" fmla="*/ 22098 h 254031"/>
                    <a:gd name="connsiteX17" fmla="*/ 59531 w 66293"/>
                    <a:gd name="connsiteY17" fmla="*/ 37719 h 254031"/>
                    <a:gd name="connsiteX18" fmla="*/ 42291 w 66293"/>
                    <a:gd name="connsiteY18" fmla="*/ 44006 h 254031"/>
                    <a:gd name="connsiteX19" fmla="*/ 24765 w 66293"/>
                    <a:gd name="connsiteY19" fmla="*/ 37719 h 254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6293" h="254031">
                      <a:moveTo>
                        <a:pt x="62770" y="207836"/>
                      </a:moveTo>
                      <a:cubicBezTo>
                        <a:pt x="62770" y="224219"/>
                        <a:pt x="58674" y="235934"/>
                        <a:pt x="50387" y="243173"/>
                      </a:cubicBezTo>
                      <a:cubicBezTo>
                        <a:pt x="42100" y="250412"/>
                        <a:pt x="30575" y="254032"/>
                        <a:pt x="15907" y="254032"/>
                      </a:cubicBezTo>
                      <a:lnTo>
                        <a:pt x="0" y="254032"/>
                      </a:lnTo>
                      <a:lnTo>
                        <a:pt x="0" y="219551"/>
                      </a:lnTo>
                      <a:lnTo>
                        <a:pt x="9716" y="219551"/>
                      </a:lnTo>
                      <a:cubicBezTo>
                        <a:pt x="14192" y="219551"/>
                        <a:pt x="17335" y="218694"/>
                        <a:pt x="19241" y="216980"/>
                      </a:cubicBezTo>
                      <a:cubicBezTo>
                        <a:pt x="21146" y="215265"/>
                        <a:pt x="22098" y="212408"/>
                        <a:pt x="22098" y="208407"/>
                      </a:cubicBezTo>
                      <a:lnTo>
                        <a:pt x="22098" y="57817"/>
                      </a:lnTo>
                      <a:lnTo>
                        <a:pt x="62865" y="57817"/>
                      </a:lnTo>
                      <a:lnTo>
                        <a:pt x="62865" y="207836"/>
                      </a:lnTo>
                      <a:close/>
                      <a:moveTo>
                        <a:pt x="24765" y="37719"/>
                      </a:moveTo>
                      <a:cubicBezTo>
                        <a:pt x="20193" y="33528"/>
                        <a:pt x="18002" y="28289"/>
                        <a:pt x="18002" y="22098"/>
                      </a:cubicBezTo>
                      <a:cubicBezTo>
                        <a:pt x="18002" y="15907"/>
                        <a:pt x="20288" y="10478"/>
                        <a:pt x="24765" y="6287"/>
                      </a:cubicBezTo>
                      <a:cubicBezTo>
                        <a:pt x="29242" y="2096"/>
                        <a:pt x="35147" y="0"/>
                        <a:pt x="42291" y="0"/>
                      </a:cubicBezTo>
                      <a:cubicBezTo>
                        <a:pt x="49435" y="0"/>
                        <a:pt x="55054" y="2096"/>
                        <a:pt x="59531" y="6287"/>
                      </a:cubicBezTo>
                      <a:cubicBezTo>
                        <a:pt x="64103" y="10478"/>
                        <a:pt x="66294" y="15812"/>
                        <a:pt x="66294" y="22098"/>
                      </a:cubicBezTo>
                      <a:cubicBezTo>
                        <a:pt x="66294" y="28385"/>
                        <a:pt x="64008" y="33528"/>
                        <a:pt x="59531" y="37719"/>
                      </a:cubicBezTo>
                      <a:cubicBezTo>
                        <a:pt x="55054" y="41910"/>
                        <a:pt x="49244" y="44006"/>
                        <a:pt x="42291" y="44006"/>
                      </a:cubicBezTo>
                      <a:cubicBezTo>
                        <a:pt x="35338" y="44006"/>
                        <a:pt x="29337" y="41910"/>
                        <a:pt x="24765" y="37719"/>
                      </a:cubicBezTo>
                      <a:close/>
                    </a:path>
                  </a:pathLst>
                </a:custGeom>
                <a:solidFill>
                  <a:schemeClr val="accent5"/>
                </a:solidFill>
                <a:ln w="9525" cap="flat">
                  <a:noFill/>
                  <a:prstDash val="solid"/>
                  <a:miter/>
                </a:ln>
              </p:spPr>
              <p:txBody>
                <a:bodyPr rtlCol="0" anchor="ctr"/>
                <a:lstStyle/>
                <a:p>
                  <a:endParaRPr lang="fi-FI" sz="3200"/>
                </a:p>
              </p:txBody>
            </p:sp>
            <p:sp>
              <p:nvSpPr>
                <p:cNvPr id="672" name="Vapaamuotoinen: Muoto 671">
                  <a:extLst>
                    <a:ext uri="{FF2B5EF4-FFF2-40B4-BE49-F238E27FC236}">
                      <a16:creationId xmlns:a16="http://schemas.microsoft.com/office/drawing/2014/main" id="{2FC073C5-AEE7-38DA-09A4-A24F8E550260}"/>
                    </a:ext>
                  </a:extLst>
                </p:cNvPr>
                <p:cNvSpPr/>
                <p:nvPr userDrawn="1"/>
              </p:nvSpPr>
              <p:spPr>
                <a:xfrm>
                  <a:off x="4745729" y="2344676"/>
                  <a:ext cx="140207" cy="136683"/>
                </a:xfrm>
                <a:custGeom>
                  <a:avLst/>
                  <a:gdLst>
                    <a:gd name="connsiteX0" fmla="*/ 7810 w 140207"/>
                    <a:gd name="connsiteY0" fmla="*/ 32195 h 136683"/>
                    <a:gd name="connsiteX1" fmla="*/ 28861 w 140207"/>
                    <a:gd name="connsiteY1" fmla="*/ 8382 h 136683"/>
                    <a:gd name="connsiteX2" fmla="*/ 58579 w 140207"/>
                    <a:gd name="connsiteY2" fmla="*/ 0 h 136683"/>
                    <a:gd name="connsiteX3" fmla="*/ 83248 w 140207"/>
                    <a:gd name="connsiteY3" fmla="*/ 5715 h 136683"/>
                    <a:gd name="connsiteX4" fmla="*/ 99536 w 140207"/>
                    <a:gd name="connsiteY4" fmla="*/ 20669 h 136683"/>
                    <a:gd name="connsiteX5" fmla="*/ 99536 w 140207"/>
                    <a:gd name="connsiteY5" fmla="*/ 1905 h 136683"/>
                    <a:gd name="connsiteX6" fmla="*/ 140208 w 140207"/>
                    <a:gd name="connsiteY6" fmla="*/ 1905 h 136683"/>
                    <a:gd name="connsiteX7" fmla="*/ 140208 w 140207"/>
                    <a:gd name="connsiteY7" fmla="*/ 134779 h 136683"/>
                    <a:gd name="connsiteX8" fmla="*/ 99536 w 140207"/>
                    <a:gd name="connsiteY8" fmla="*/ 134779 h 136683"/>
                    <a:gd name="connsiteX9" fmla="*/ 99536 w 140207"/>
                    <a:gd name="connsiteY9" fmla="*/ 115919 h 136683"/>
                    <a:gd name="connsiteX10" fmla="*/ 82963 w 140207"/>
                    <a:gd name="connsiteY10" fmla="*/ 130969 h 136683"/>
                    <a:gd name="connsiteX11" fmla="*/ 58293 w 140207"/>
                    <a:gd name="connsiteY11" fmla="*/ 136684 h 136683"/>
                    <a:gd name="connsiteX12" fmla="*/ 28765 w 140207"/>
                    <a:gd name="connsiteY12" fmla="*/ 128207 h 136683"/>
                    <a:gd name="connsiteX13" fmla="*/ 7715 w 140207"/>
                    <a:gd name="connsiteY13" fmla="*/ 104108 h 136683"/>
                    <a:gd name="connsiteX14" fmla="*/ 0 w 140207"/>
                    <a:gd name="connsiteY14" fmla="*/ 68009 h 136683"/>
                    <a:gd name="connsiteX15" fmla="*/ 7715 w 140207"/>
                    <a:gd name="connsiteY15" fmla="*/ 32004 h 136683"/>
                    <a:gd name="connsiteX16" fmla="*/ 91154 w 140207"/>
                    <a:gd name="connsiteY16" fmla="*/ 44387 h 136683"/>
                    <a:gd name="connsiteX17" fmla="*/ 70580 w 140207"/>
                    <a:gd name="connsiteY17" fmla="*/ 35623 h 136683"/>
                    <a:gd name="connsiteX18" fmla="*/ 50006 w 140207"/>
                    <a:gd name="connsiteY18" fmla="*/ 44291 h 136683"/>
                    <a:gd name="connsiteX19" fmla="*/ 41529 w 140207"/>
                    <a:gd name="connsiteY19" fmla="*/ 68199 h 136683"/>
                    <a:gd name="connsiteX20" fmla="*/ 50006 w 140207"/>
                    <a:gd name="connsiteY20" fmla="*/ 92393 h 136683"/>
                    <a:gd name="connsiteX21" fmla="*/ 70580 w 140207"/>
                    <a:gd name="connsiteY21" fmla="*/ 101346 h 136683"/>
                    <a:gd name="connsiteX22" fmla="*/ 91154 w 140207"/>
                    <a:gd name="connsiteY22" fmla="*/ 92583 h 136683"/>
                    <a:gd name="connsiteX23" fmla="*/ 99631 w 140207"/>
                    <a:gd name="connsiteY23" fmla="*/ 68485 h 136683"/>
                    <a:gd name="connsiteX24" fmla="*/ 91154 w 140207"/>
                    <a:gd name="connsiteY24" fmla="*/ 44482 h 136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7" h="136683">
                      <a:moveTo>
                        <a:pt x="7810" y="32195"/>
                      </a:moveTo>
                      <a:cubicBezTo>
                        <a:pt x="12954" y="21908"/>
                        <a:pt x="20002" y="13907"/>
                        <a:pt x="28861" y="8382"/>
                      </a:cubicBezTo>
                      <a:cubicBezTo>
                        <a:pt x="37719" y="2858"/>
                        <a:pt x="47625" y="0"/>
                        <a:pt x="58579" y="0"/>
                      </a:cubicBezTo>
                      <a:cubicBezTo>
                        <a:pt x="67913" y="0"/>
                        <a:pt x="76200" y="1905"/>
                        <a:pt x="83248" y="5715"/>
                      </a:cubicBezTo>
                      <a:cubicBezTo>
                        <a:pt x="90297" y="9525"/>
                        <a:pt x="95726" y="14478"/>
                        <a:pt x="99536" y="20669"/>
                      </a:cubicBezTo>
                      <a:lnTo>
                        <a:pt x="99536" y="1905"/>
                      </a:lnTo>
                      <a:lnTo>
                        <a:pt x="140208" y="1905"/>
                      </a:lnTo>
                      <a:lnTo>
                        <a:pt x="140208" y="134779"/>
                      </a:lnTo>
                      <a:lnTo>
                        <a:pt x="99536" y="134779"/>
                      </a:lnTo>
                      <a:lnTo>
                        <a:pt x="99536" y="115919"/>
                      </a:lnTo>
                      <a:cubicBezTo>
                        <a:pt x="95536" y="122111"/>
                        <a:pt x="90011" y="127159"/>
                        <a:pt x="82963" y="130969"/>
                      </a:cubicBezTo>
                      <a:cubicBezTo>
                        <a:pt x="75914" y="134779"/>
                        <a:pt x="67723" y="136684"/>
                        <a:pt x="58293" y="136684"/>
                      </a:cubicBezTo>
                      <a:cubicBezTo>
                        <a:pt x="47530" y="136684"/>
                        <a:pt x="37624" y="133826"/>
                        <a:pt x="28765" y="128207"/>
                      </a:cubicBezTo>
                      <a:cubicBezTo>
                        <a:pt x="19907" y="122587"/>
                        <a:pt x="12859" y="114586"/>
                        <a:pt x="7715" y="104108"/>
                      </a:cubicBezTo>
                      <a:cubicBezTo>
                        <a:pt x="2572" y="93726"/>
                        <a:pt x="0" y="81725"/>
                        <a:pt x="0" y="68009"/>
                      </a:cubicBezTo>
                      <a:cubicBezTo>
                        <a:pt x="0" y="54293"/>
                        <a:pt x="2572" y="42386"/>
                        <a:pt x="7715" y="32004"/>
                      </a:cubicBezTo>
                      <a:close/>
                      <a:moveTo>
                        <a:pt x="91154" y="44387"/>
                      </a:moveTo>
                      <a:cubicBezTo>
                        <a:pt x="85534" y="38481"/>
                        <a:pt x="78676" y="35623"/>
                        <a:pt x="70580" y="35623"/>
                      </a:cubicBezTo>
                      <a:cubicBezTo>
                        <a:pt x="62484" y="35623"/>
                        <a:pt x="55626" y="38481"/>
                        <a:pt x="50006" y="44291"/>
                      </a:cubicBezTo>
                      <a:cubicBezTo>
                        <a:pt x="44387" y="50102"/>
                        <a:pt x="41529" y="58103"/>
                        <a:pt x="41529" y="68199"/>
                      </a:cubicBezTo>
                      <a:cubicBezTo>
                        <a:pt x="41529" y="78296"/>
                        <a:pt x="44387" y="86392"/>
                        <a:pt x="50006" y="92393"/>
                      </a:cubicBezTo>
                      <a:cubicBezTo>
                        <a:pt x="55626" y="98393"/>
                        <a:pt x="62484" y="101346"/>
                        <a:pt x="70580" y="101346"/>
                      </a:cubicBezTo>
                      <a:cubicBezTo>
                        <a:pt x="78676" y="101346"/>
                        <a:pt x="85534" y="98393"/>
                        <a:pt x="91154" y="92583"/>
                      </a:cubicBezTo>
                      <a:cubicBezTo>
                        <a:pt x="96774" y="86678"/>
                        <a:pt x="99631" y="78677"/>
                        <a:pt x="99631" y="68485"/>
                      </a:cubicBezTo>
                      <a:cubicBezTo>
                        <a:pt x="99631" y="58293"/>
                        <a:pt x="96774" y="50292"/>
                        <a:pt x="91154" y="44482"/>
                      </a:cubicBezTo>
                      <a:close/>
                    </a:path>
                  </a:pathLst>
                </a:custGeom>
                <a:solidFill>
                  <a:schemeClr val="accent5"/>
                </a:solidFill>
                <a:ln w="9525" cap="flat">
                  <a:noFill/>
                  <a:prstDash val="solid"/>
                  <a:miter/>
                </a:ln>
              </p:spPr>
              <p:txBody>
                <a:bodyPr rtlCol="0" anchor="ctr"/>
                <a:lstStyle/>
                <a:p>
                  <a:endParaRPr lang="fi-FI" sz="3200"/>
                </a:p>
              </p:txBody>
            </p:sp>
            <p:sp>
              <p:nvSpPr>
                <p:cNvPr id="673" name="Vapaamuotoinen: Muoto 672">
                  <a:extLst>
                    <a:ext uri="{FF2B5EF4-FFF2-40B4-BE49-F238E27FC236}">
                      <a16:creationId xmlns:a16="http://schemas.microsoft.com/office/drawing/2014/main" id="{C8FE1AD8-98B5-219C-CF58-6EAFEF16DE60}"/>
                    </a:ext>
                  </a:extLst>
                </p:cNvPr>
                <p:cNvSpPr/>
                <p:nvPr userDrawn="1"/>
              </p:nvSpPr>
              <p:spPr>
                <a:xfrm>
                  <a:off x="4259761" y="2560989"/>
                  <a:ext cx="88107" cy="166211"/>
                </a:xfrm>
                <a:custGeom>
                  <a:avLst/>
                  <a:gdLst>
                    <a:gd name="connsiteX0" fmla="*/ 33337 w 88106"/>
                    <a:gd name="connsiteY0" fmla="*/ 139732 h 166211"/>
                    <a:gd name="connsiteX1" fmla="*/ 88106 w 88106"/>
                    <a:gd name="connsiteY1" fmla="*/ 139732 h 166211"/>
                    <a:gd name="connsiteX2" fmla="*/ 88106 w 88106"/>
                    <a:gd name="connsiteY2" fmla="*/ 166211 h 166211"/>
                    <a:gd name="connsiteX3" fmla="*/ 0 w 88106"/>
                    <a:gd name="connsiteY3" fmla="*/ 166211 h 166211"/>
                    <a:gd name="connsiteX4" fmla="*/ 0 w 88106"/>
                    <a:gd name="connsiteY4" fmla="*/ 0 h 166211"/>
                    <a:gd name="connsiteX5" fmla="*/ 33337 w 88106"/>
                    <a:gd name="connsiteY5" fmla="*/ 0 h 166211"/>
                    <a:gd name="connsiteX6" fmla="*/ 33337 w 88106"/>
                    <a:gd name="connsiteY6" fmla="*/ 139732 h 166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106" h="166211">
                      <a:moveTo>
                        <a:pt x="33337" y="139732"/>
                      </a:moveTo>
                      <a:lnTo>
                        <a:pt x="88106" y="139732"/>
                      </a:lnTo>
                      <a:lnTo>
                        <a:pt x="88106" y="166211"/>
                      </a:lnTo>
                      <a:lnTo>
                        <a:pt x="0" y="166211"/>
                      </a:lnTo>
                      <a:lnTo>
                        <a:pt x="0" y="0"/>
                      </a:lnTo>
                      <a:lnTo>
                        <a:pt x="33337" y="0"/>
                      </a:lnTo>
                      <a:lnTo>
                        <a:pt x="33337" y="139732"/>
                      </a:lnTo>
                      <a:close/>
                    </a:path>
                  </a:pathLst>
                </a:custGeom>
                <a:solidFill>
                  <a:schemeClr val="accent5"/>
                </a:solidFill>
                <a:ln w="9525" cap="flat">
                  <a:noFill/>
                  <a:prstDash val="solid"/>
                  <a:miter/>
                </a:ln>
              </p:spPr>
              <p:txBody>
                <a:bodyPr rtlCol="0" anchor="ctr"/>
                <a:lstStyle/>
                <a:p>
                  <a:endParaRPr lang="fi-FI" sz="3200"/>
                </a:p>
              </p:txBody>
            </p:sp>
            <p:sp>
              <p:nvSpPr>
                <p:cNvPr id="674" name="Vapaamuotoinen: Muoto 673">
                  <a:extLst>
                    <a:ext uri="{FF2B5EF4-FFF2-40B4-BE49-F238E27FC236}">
                      <a16:creationId xmlns:a16="http://schemas.microsoft.com/office/drawing/2014/main" id="{9ECDEB2D-C36A-53D7-C504-DDCF4B5425B6}"/>
                    </a:ext>
                  </a:extLst>
                </p:cNvPr>
                <p:cNvSpPr/>
                <p:nvPr userDrawn="1"/>
              </p:nvSpPr>
              <p:spPr>
                <a:xfrm>
                  <a:off x="4360823" y="2593090"/>
                  <a:ext cx="135634" cy="136207"/>
                </a:xfrm>
                <a:custGeom>
                  <a:avLst/>
                  <a:gdLst>
                    <a:gd name="connsiteX0" fmla="*/ 32576 w 135635"/>
                    <a:gd name="connsiteY0" fmla="*/ 127730 h 136207"/>
                    <a:gd name="connsiteX1" fmla="*/ 8668 w 135635"/>
                    <a:gd name="connsiteY1" fmla="*/ 103822 h 136207"/>
                    <a:gd name="connsiteX2" fmla="*/ 0 w 135635"/>
                    <a:gd name="connsiteY2" fmla="*/ 68104 h 136207"/>
                    <a:gd name="connsiteX3" fmla="*/ 8954 w 135635"/>
                    <a:gd name="connsiteY3" fmla="*/ 32385 h 136207"/>
                    <a:gd name="connsiteX4" fmla="*/ 33338 w 135635"/>
                    <a:gd name="connsiteY4" fmla="*/ 8477 h 136207"/>
                    <a:gd name="connsiteX5" fmla="*/ 67818 w 135635"/>
                    <a:gd name="connsiteY5" fmla="*/ 0 h 136207"/>
                    <a:gd name="connsiteX6" fmla="*/ 102299 w 135635"/>
                    <a:gd name="connsiteY6" fmla="*/ 8477 h 136207"/>
                    <a:gd name="connsiteX7" fmla="*/ 126682 w 135635"/>
                    <a:gd name="connsiteY7" fmla="*/ 32385 h 136207"/>
                    <a:gd name="connsiteX8" fmla="*/ 135636 w 135635"/>
                    <a:gd name="connsiteY8" fmla="*/ 68104 h 136207"/>
                    <a:gd name="connsiteX9" fmla="*/ 126492 w 135635"/>
                    <a:gd name="connsiteY9" fmla="*/ 103822 h 136207"/>
                    <a:gd name="connsiteX10" fmla="*/ 101727 w 135635"/>
                    <a:gd name="connsiteY10" fmla="*/ 127730 h 136207"/>
                    <a:gd name="connsiteX11" fmla="*/ 66866 w 135635"/>
                    <a:gd name="connsiteY11" fmla="*/ 136208 h 136207"/>
                    <a:gd name="connsiteX12" fmla="*/ 32576 w 135635"/>
                    <a:gd name="connsiteY12" fmla="*/ 127730 h 136207"/>
                    <a:gd name="connsiteX13" fmla="*/ 83915 w 135635"/>
                    <a:gd name="connsiteY13" fmla="*/ 102775 h 136207"/>
                    <a:gd name="connsiteX14" fmla="*/ 96679 w 135635"/>
                    <a:gd name="connsiteY14" fmla="*/ 89535 h 136207"/>
                    <a:gd name="connsiteX15" fmla="*/ 101441 w 135635"/>
                    <a:gd name="connsiteY15" fmla="*/ 68104 h 136207"/>
                    <a:gd name="connsiteX16" fmla="*/ 91535 w 135635"/>
                    <a:gd name="connsiteY16" fmla="*/ 39148 h 136207"/>
                    <a:gd name="connsiteX17" fmla="*/ 67342 w 135635"/>
                    <a:gd name="connsiteY17" fmla="*/ 29051 h 136207"/>
                    <a:gd name="connsiteX18" fmla="*/ 43434 w 135635"/>
                    <a:gd name="connsiteY18" fmla="*/ 39148 h 136207"/>
                    <a:gd name="connsiteX19" fmla="*/ 33814 w 135635"/>
                    <a:gd name="connsiteY19" fmla="*/ 68104 h 136207"/>
                    <a:gd name="connsiteX20" fmla="*/ 43244 w 135635"/>
                    <a:gd name="connsiteY20" fmla="*/ 97060 h 136207"/>
                    <a:gd name="connsiteX21" fmla="*/ 66961 w 135635"/>
                    <a:gd name="connsiteY21" fmla="*/ 107156 h 136207"/>
                    <a:gd name="connsiteX22" fmla="*/ 84011 w 135635"/>
                    <a:gd name="connsiteY22" fmla="*/ 102775 h 1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5635" h="136207">
                      <a:moveTo>
                        <a:pt x="32576" y="127730"/>
                      </a:moveTo>
                      <a:cubicBezTo>
                        <a:pt x="22384" y="122111"/>
                        <a:pt x="14478" y="114109"/>
                        <a:pt x="8668" y="103822"/>
                      </a:cubicBezTo>
                      <a:cubicBezTo>
                        <a:pt x="2858" y="93536"/>
                        <a:pt x="0" y="81629"/>
                        <a:pt x="0" y="68104"/>
                      </a:cubicBezTo>
                      <a:cubicBezTo>
                        <a:pt x="0" y="54578"/>
                        <a:pt x="2953" y="42672"/>
                        <a:pt x="8954" y="32385"/>
                      </a:cubicBezTo>
                      <a:cubicBezTo>
                        <a:pt x="14859" y="22098"/>
                        <a:pt x="23051" y="14097"/>
                        <a:pt x="33338" y="8477"/>
                      </a:cubicBezTo>
                      <a:cubicBezTo>
                        <a:pt x="43625" y="2857"/>
                        <a:pt x="55150" y="0"/>
                        <a:pt x="67818" y="0"/>
                      </a:cubicBezTo>
                      <a:cubicBezTo>
                        <a:pt x="80486" y="0"/>
                        <a:pt x="92012" y="2857"/>
                        <a:pt x="102299" y="8477"/>
                      </a:cubicBezTo>
                      <a:cubicBezTo>
                        <a:pt x="112586" y="14097"/>
                        <a:pt x="120777" y="22098"/>
                        <a:pt x="126682" y="32385"/>
                      </a:cubicBezTo>
                      <a:cubicBezTo>
                        <a:pt x="132588" y="42672"/>
                        <a:pt x="135636" y="54578"/>
                        <a:pt x="135636" y="68104"/>
                      </a:cubicBezTo>
                      <a:cubicBezTo>
                        <a:pt x="135636" y="81629"/>
                        <a:pt x="132588" y="93536"/>
                        <a:pt x="126492" y="103822"/>
                      </a:cubicBezTo>
                      <a:cubicBezTo>
                        <a:pt x="120396" y="114109"/>
                        <a:pt x="112109" y="122111"/>
                        <a:pt x="101727" y="127730"/>
                      </a:cubicBezTo>
                      <a:cubicBezTo>
                        <a:pt x="91345" y="133350"/>
                        <a:pt x="79724" y="136208"/>
                        <a:pt x="66866" y="136208"/>
                      </a:cubicBezTo>
                      <a:cubicBezTo>
                        <a:pt x="54007" y="136208"/>
                        <a:pt x="42767" y="133350"/>
                        <a:pt x="32576" y="127730"/>
                      </a:cubicBezTo>
                      <a:close/>
                      <a:moveTo>
                        <a:pt x="83915" y="102775"/>
                      </a:moveTo>
                      <a:cubicBezTo>
                        <a:pt x="89249" y="99822"/>
                        <a:pt x="93440" y="95440"/>
                        <a:pt x="96679" y="89535"/>
                      </a:cubicBezTo>
                      <a:cubicBezTo>
                        <a:pt x="99822" y="83629"/>
                        <a:pt x="101441" y="76486"/>
                        <a:pt x="101441" y="68104"/>
                      </a:cubicBezTo>
                      <a:cubicBezTo>
                        <a:pt x="101441" y="55531"/>
                        <a:pt x="98107" y="45910"/>
                        <a:pt x="91535" y="39148"/>
                      </a:cubicBezTo>
                      <a:cubicBezTo>
                        <a:pt x="84963" y="32385"/>
                        <a:pt x="76867" y="29051"/>
                        <a:pt x="67342" y="29051"/>
                      </a:cubicBezTo>
                      <a:cubicBezTo>
                        <a:pt x="57817" y="29051"/>
                        <a:pt x="49816" y="32385"/>
                        <a:pt x="43434" y="39148"/>
                      </a:cubicBezTo>
                      <a:cubicBezTo>
                        <a:pt x="36957" y="45910"/>
                        <a:pt x="33814" y="55531"/>
                        <a:pt x="33814" y="68104"/>
                      </a:cubicBezTo>
                      <a:cubicBezTo>
                        <a:pt x="33814" y="80677"/>
                        <a:pt x="36957" y="90297"/>
                        <a:pt x="43244" y="97060"/>
                      </a:cubicBezTo>
                      <a:cubicBezTo>
                        <a:pt x="49530" y="103822"/>
                        <a:pt x="57436" y="107156"/>
                        <a:pt x="66961" y="107156"/>
                      </a:cubicBezTo>
                      <a:cubicBezTo>
                        <a:pt x="72962" y="107156"/>
                        <a:pt x="78677" y="105727"/>
                        <a:pt x="84011" y="102775"/>
                      </a:cubicBezTo>
                      <a:close/>
                    </a:path>
                  </a:pathLst>
                </a:custGeom>
                <a:solidFill>
                  <a:schemeClr val="accent5"/>
                </a:solidFill>
                <a:ln w="9525" cap="flat">
                  <a:noFill/>
                  <a:prstDash val="solid"/>
                  <a:miter/>
                </a:ln>
              </p:spPr>
              <p:txBody>
                <a:bodyPr rtlCol="0" anchor="ctr"/>
                <a:lstStyle/>
                <a:p>
                  <a:endParaRPr lang="fi-FI" sz="3200"/>
                </a:p>
              </p:txBody>
            </p:sp>
            <p:sp>
              <p:nvSpPr>
                <p:cNvPr id="675" name="Vapaamuotoinen: Muoto 674">
                  <a:extLst>
                    <a:ext uri="{FF2B5EF4-FFF2-40B4-BE49-F238E27FC236}">
                      <a16:creationId xmlns:a16="http://schemas.microsoft.com/office/drawing/2014/main" id="{C2A2AD14-7532-1578-2393-43B4EB33B655}"/>
                    </a:ext>
                  </a:extLst>
                </p:cNvPr>
                <p:cNvSpPr/>
                <p:nvPr userDrawn="1"/>
              </p:nvSpPr>
              <p:spPr>
                <a:xfrm>
                  <a:off x="4497700" y="2540511"/>
                  <a:ext cx="60388" cy="249459"/>
                </a:xfrm>
                <a:custGeom>
                  <a:avLst/>
                  <a:gdLst>
                    <a:gd name="connsiteX0" fmla="*/ 56674 w 60388"/>
                    <a:gd name="connsiteY0" fmla="*/ 208312 h 249459"/>
                    <a:gd name="connsiteX1" fmla="*/ 45815 w 60388"/>
                    <a:gd name="connsiteY1" fmla="*/ 239840 h 249459"/>
                    <a:gd name="connsiteX2" fmla="*/ 14764 w 60388"/>
                    <a:gd name="connsiteY2" fmla="*/ 249460 h 249459"/>
                    <a:gd name="connsiteX3" fmla="*/ 0 w 60388"/>
                    <a:gd name="connsiteY3" fmla="*/ 249460 h 249459"/>
                    <a:gd name="connsiteX4" fmla="*/ 0 w 60388"/>
                    <a:gd name="connsiteY4" fmla="*/ 221171 h 249459"/>
                    <a:gd name="connsiteX5" fmla="*/ 9525 w 60388"/>
                    <a:gd name="connsiteY5" fmla="*/ 221171 h 249459"/>
                    <a:gd name="connsiteX6" fmla="*/ 20193 w 60388"/>
                    <a:gd name="connsiteY6" fmla="*/ 218218 h 249459"/>
                    <a:gd name="connsiteX7" fmla="*/ 23336 w 60388"/>
                    <a:gd name="connsiteY7" fmla="*/ 208598 h 249459"/>
                    <a:gd name="connsiteX8" fmla="*/ 23336 w 60388"/>
                    <a:gd name="connsiteY8" fmla="*/ 54769 h 249459"/>
                    <a:gd name="connsiteX9" fmla="*/ 56674 w 60388"/>
                    <a:gd name="connsiteY9" fmla="*/ 54769 h 249459"/>
                    <a:gd name="connsiteX10" fmla="*/ 56674 w 60388"/>
                    <a:gd name="connsiteY10" fmla="*/ 208312 h 249459"/>
                    <a:gd name="connsiteX11" fmla="*/ 25336 w 60388"/>
                    <a:gd name="connsiteY11" fmla="*/ 33433 h 249459"/>
                    <a:gd name="connsiteX12" fmla="*/ 19526 w 60388"/>
                    <a:gd name="connsiteY12" fmla="*/ 19526 h 249459"/>
                    <a:gd name="connsiteX13" fmla="*/ 25336 w 60388"/>
                    <a:gd name="connsiteY13" fmla="*/ 5620 h 249459"/>
                    <a:gd name="connsiteX14" fmla="*/ 40195 w 60388"/>
                    <a:gd name="connsiteY14" fmla="*/ 0 h 249459"/>
                    <a:gd name="connsiteX15" fmla="*/ 54673 w 60388"/>
                    <a:gd name="connsiteY15" fmla="*/ 5620 h 249459"/>
                    <a:gd name="connsiteX16" fmla="*/ 60389 w 60388"/>
                    <a:gd name="connsiteY16" fmla="*/ 19526 h 249459"/>
                    <a:gd name="connsiteX17" fmla="*/ 54673 w 60388"/>
                    <a:gd name="connsiteY17" fmla="*/ 33433 h 249459"/>
                    <a:gd name="connsiteX18" fmla="*/ 40195 w 60388"/>
                    <a:gd name="connsiteY18" fmla="*/ 39053 h 249459"/>
                    <a:gd name="connsiteX19" fmla="*/ 25336 w 60388"/>
                    <a:gd name="connsiteY19" fmla="*/ 33433 h 249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388" h="249459">
                      <a:moveTo>
                        <a:pt x="56674" y="208312"/>
                      </a:moveTo>
                      <a:cubicBezTo>
                        <a:pt x="56674" y="222885"/>
                        <a:pt x="53054" y="233458"/>
                        <a:pt x="45815" y="239840"/>
                      </a:cubicBezTo>
                      <a:cubicBezTo>
                        <a:pt x="38576" y="246317"/>
                        <a:pt x="28194" y="249460"/>
                        <a:pt x="14764" y="249460"/>
                      </a:cubicBezTo>
                      <a:lnTo>
                        <a:pt x="0" y="249460"/>
                      </a:lnTo>
                      <a:lnTo>
                        <a:pt x="0" y="221171"/>
                      </a:lnTo>
                      <a:lnTo>
                        <a:pt x="9525" y="221171"/>
                      </a:lnTo>
                      <a:cubicBezTo>
                        <a:pt x="14573" y="221171"/>
                        <a:pt x="18193" y="220218"/>
                        <a:pt x="20193" y="218218"/>
                      </a:cubicBezTo>
                      <a:cubicBezTo>
                        <a:pt x="22289" y="216217"/>
                        <a:pt x="23336" y="212979"/>
                        <a:pt x="23336" y="208598"/>
                      </a:cubicBezTo>
                      <a:lnTo>
                        <a:pt x="23336" y="54769"/>
                      </a:lnTo>
                      <a:lnTo>
                        <a:pt x="56674" y="54769"/>
                      </a:lnTo>
                      <a:lnTo>
                        <a:pt x="56674" y="208312"/>
                      </a:lnTo>
                      <a:close/>
                      <a:moveTo>
                        <a:pt x="25336" y="33433"/>
                      </a:moveTo>
                      <a:cubicBezTo>
                        <a:pt x="21431" y="29718"/>
                        <a:pt x="19526" y="25051"/>
                        <a:pt x="19526" y="19526"/>
                      </a:cubicBezTo>
                      <a:cubicBezTo>
                        <a:pt x="19526" y="14002"/>
                        <a:pt x="21431" y="9335"/>
                        <a:pt x="25336" y="5620"/>
                      </a:cubicBezTo>
                      <a:cubicBezTo>
                        <a:pt x="29242" y="1905"/>
                        <a:pt x="34195" y="0"/>
                        <a:pt x="40195" y="0"/>
                      </a:cubicBezTo>
                      <a:cubicBezTo>
                        <a:pt x="46196" y="0"/>
                        <a:pt x="50864" y="1905"/>
                        <a:pt x="54673" y="5620"/>
                      </a:cubicBezTo>
                      <a:cubicBezTo>
                        <a:pt x="58483" y="9335"/>
                        <a:pt x="60389" y="14002"/>
                        <a:pt x="60389" y="19526"/>
                      </a:cubicBezTo>
                      <a:cubicBezTo>
                        <a:pt x="60389" y="25051"/>
                        <a:pt x="58483" y="29718"/>
                        <a:pt x="54673" y="33433"/>
                      </a:cubicBezTo>
                      <a:cubicBezTo>
                        <a:pt x="50864" y="37148"/>
                        <a:pt x="46006" y="39053"/>
                        <a:pt x="40195" y="39053"/>
                      </a:cubicBezTo>
                      <a:cubicBezTo>
                        <a:pt x="34385" y="39053"/>
                        <a:pt x="29242" y="37148"/>
                        <a:pt x="25336" y="33433"/>
                      </a:cubicBezTo>
                      <a:close/>
                    </a:path>
                  </a:pathLst>
                </a:custGeom>
                <a:solidFill>
                  <a:schemeClr val="accent5"/>
                </a:solidFill>
                <a:ln w="9525" cap="flat">
                  <a:noFill/>
                  <a:prstDash val="solid"/>
                  <a:miter/>
                </a:ln>
              </p:spPr>
              <p:txBody>
                <a:bodyPr rtlCol="0" anchor="ctr"/>
                <a:lstStyle/>
                <a:p>
                  <a:endParaRPr lang="fi-FI" sz="3200"/>
                </a:p>
              </p:txBody>
            </p:sp>
            <p:sp>
              <p:nvSpPr>
                <p:cNvPr id="676" name="Vapaamuotoinen: Muoto 675">
                  <a:extLst>
                    <a:ext uri="{FF2B5EF4-FFF2-40B4-BE49-F238E27FC236}">
                      <a16:creationId xmlns:a16="http://schemas.microsoft.com/office/drawing/2014/main" id="{57F118C8-DD26-079F-094C-023315CCC496}"/>
                    </a:ext>
                  </a:extLst>
                </p:cNvPr>
                <p:cNvSpPr/>
                <p:nvPr userDrawn="1"/>
              </p:nvSpPr>
              <p:spPr>
                <a:xfrm>
                  <a:off x="4578952" y="2593086"/>
                  <a:ext cx="135636" cy="136207"/>
                </a:xfrm>
                <a:custGeom>
                  <a:avLst/>
                  <a:gdLst>
                    <a:gd name="connsiteX0" fmla="*/ 32576 w 135636"/>
                    <a:gd name="connsiteY0" fmla="*/ 127730 h 136207"/>
                    <a:gd name="connsiteX1" fmla="*/ 8668 w 135636"/>
                    <a:gd name="connsiteY1" fmla="*/ 103822 h 136207"/>
                    <a:gd name="connsiteX2" fmla="*/ 0 w 135636"/>
                    <a:gd name="connsiteY2" fmla="*/ 68104 h 136207"/>
                    <a:gd name="connsiteX3" fmla="*/ 8953 w 135636"/>
                    <a:gd name="connsiteY3" fmla="*/ 32385 h 136207"/>
                    <a:gd name="connsiteX4" fmla="*/ 33338 w 135636"/>
                    <a:gd name="connsiteY4" fmla="*/ 8477 h 136207"/>
                    <a:gd name="connsiteX5" fmla="*/ 67818 w 135636"/>
                    <a:gd name="connsiteY5" fmla="*/ 0 h 136207"/>
                    <a:gd name="connsiteX6" fmla="*/ 102299 w 135636"/>
                    <a:gd name="connsiteY6" fmla="*/ 8477 h 136207"/>
                    <a:gd name="connsiteX7" fmla="*/ 126682 w 135636"/>
                    <a:gd name="connsiteY7" fmla="*/ 32385 h 136207"/>
                    <a:gd name="connsiteX8" fmla="*/ 135636 w 135636"/>
                    <a:gd name="connsiteY8" fmla="*/ 68104 h 136207"/>
                    <a:gd name="connsiteX9" fmla="*/ 126492 w 135636"/>
                    <a:gd name="connsiteY9" fmla="*/ 103822 h 136207"/>
                    <a:gd name="connsiteX10" fmla="*/ 101727 w 135636"/>
                    <a:gd name="connsiteY10" fmla="*/ 127730 h 136207"/>
                    <a:gd name="connsiteX11" fmla="*/ 66866 w 135636"/>
                    <a:gd name="connsiteY11" fmla="*/ 136208 h 136207"/>
                    <a:gd name="connsiteX12" fmla="*/ 32576 w 135636"/>
                    <a:gd name="connsiteY12" fmla="*/ 127730 h 136207"/>
                    <a:gd name="connsiteX13" fmla="*/ 83915 w 135636"/>
                    <a:gd name="connsiteY13" fmla="*/ 102775 h 136207"/>
                    <a:gd name="connsiteX14" fmla="*/ 96679 w 135636"/>
                    <a:gd name="connsiteY14" fmla="*/ 89535 h 136207"/>
                    <a:gd name="connsiteX15" fmla="*/ 101441 w 135636"/>
                    <a:gd name="connsiteY15" fmla="*/ 68104 h 136207"/>
                    <a:gd name="connsiteX16" fmla="*/ 91535 w 135636"/>
                    <a:gd name="connsiteY16" fmla="*/ 39148 h 136207"/>
                    <a:gd name="connsiteX17" fmla="*/ 67342 w 135636"/>
                    <a:gd name="connsiteY17" fmla="*/ 29051 h 136207"/>
                    <a:gd name="connsiteX18" fmla="*/ 43434 w 135636"/>
                    <a:gd name="connsiteY18" fmla="*/ 39148 h 136207"/>
                    <a:gd name="connsiteX19" fmla="*/ 33814 w 135636"/>
                    <a:gd name="connsiteY19" fmla="*/ 68104 h 136207"/>
                    <a:gd name="connsiteX20" fmla="*/ 43244 w 135636"/>
                    <a:gd name="connsiteY20" fmla="*/ 97060 h 136207"/>
                    <a:gd name="connsiteX21" fmla="*/ 66961 w 135636"/>
                    <a:gd name="connsiteY21" fmla="*/ 107156 h 136207"/>
                    <a:gd name="connsiteX22" fmla="*/ 84011 w 135636"/>
                    <a:gd name="connsiteY22" fmla="*/ 102775 h 1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5636" h="136207">
                      <a:moveTo>
                        <a:pt x="32576" y="127730"/>
                      </a:moveTo>
                      <a:cubicBezTo>
                        <a:pt x="22384" y="122111"/>
                        <a:pt x="14478" y="114109"/>
                        <a:pt x="8668" y="103822"/>
                      </a:cubicBezTo>
                      <a:cubicBezTo>
                        <a:pt x="2857" y="93536"/>
                        <a:pt x="0" y="81629"/>
                        <a:pt x="0" y="68104"/>
                      </a:cubicBezTo>
                      <a:cubicBezTo>
                        <a:pt x="0" y="54578"/>
                        <a:pt x="2953" y="42672"/>
                        <a:pt x="8953" y="32385"/>
                      </a:cubicBezTo>
                      <a:cubicBezTo>
                        <a:pt x="14859" y="22098"/>
                        <a:pt x="23051" y="14097"/>
                        <a:pt x="33338" y="8477"/>
                      </a:cubicBezTo>
                      <a:cubicBezTo>
                        <a:pt x="43625" y="2857"/>
                        <a:pt x="55150" y="0"/>
                        <a:pt x="67818" y="0"/>
                      </a:cubicBezTo>
                      <a:cubicBezTo>
                        <a:pt x="80486" y="0"/>
                        <a:pt x="92012" y="2857"/>
                        <a:pt x="102299" y="8477"/>
                      </a:cubicBezTo>
                      <a:cubicBezTo>
                        <a:pt x="112586" y="14097"/>
                        <a:pt x="120777" y="22098"/>
                        <a:pt x="126682" y="32385"/>
                      </a:cubicBezTo>
                      <a:cubicBezTo>
                        <a:pt x="132588" y="42672"/>
                        <a:pt x="135636" y="54578"/>
                        <a:pt x="135636" y="68104"/>
                      </a:cubicBezTo>
                      <a:cubicBezTo>
                        <a:pt x="135636" y="81629"/>
                        <a:pt x="132588" y="93536"/>
                        <a:pt x="126492" y="103822"/>
                      </a:cubicBezTo>
                      <a:cubicBezTo>
                        <a:pt x="120396" y="114109"/>
                        <a:pt x="112109" y="122111"/>
                        <a:pt x="101727" y="127730"/>
                      </a:cubicBezTo>
                      <a:cubicBezTo>
                        <a:pt x="91345" y="133350"/>
                        <a:pt x="79724" y="136208"/>
                        <a:pt x="66866" y="136208"/>
                      </a:cubicBezTo>
                      <a:cubicBezTo>
                        <a:pt x="54007" y="136208"/>
                        <a:pt x="42767" y="133350"/>
                        <a:pt x="32576" y="127730"/>
                      </a:cubicBezTo>
                      <a:close/>
                      <a:moveTo>
                        <a:pt x="83915" y="102775"/>
                      </a:moveTo>
                      <a:cubicBezTo>
                        <a:pt x="89249" y="99822"/>
                        <a:pt x="93440" y="95440"/>
                        <a:pt x="96679" y="89535"/>
                      </a:cubicBezTo>
                      <a:cubicBezTo>
                        <a:pt x="99822" y="83629"/>
                        <a:pt x="101441" y="76486"/>
                        <a:pt x="101441" y="68104"/>
                      </a:cubicBezTo>
                      <a:cubicBezTo>
                        <a:pt x="101441" y="55531"/>
                        <a:pt x="98107" y="45910"/>
                        <a:pt x="91535" y="39148"/>
                      </a:cubicBezTo>
                      <a:cubicBezTo>
                        <a:pt x="84963" y="32385"/>
                        <a:pt x="76867" y="29051"/>
                        <a:pt x="67342" y="29051"/>
                      </a:cubicBezTo>
                      <a:cubicBezTo>
                        <a:pt x="57817" y="29051"/>
                        <a:pt x="49816" y="32385"/>
                        <a:pt x="43434" y="39148"/>
                      </a:cubicBezTo>
                      <a:cubicBezTo>
                        <a:pt x="36957" y="45910"/>
                        <a:pt x="33814" y="55531"/>
                        <a:pt x="33814" y="68104"/>
                      </a:cubicBezTo>
                      <a:cubicBezTo>
                        <a:pt x="33814" y="80677"/>
                        <a:pt x="36957" y="90297"/>
                        <a:pt x="43244" y="97060"/>
                      </a:cubicBezTo>
                      <a:cubicBezTo>
                        <a:pt x="49530" y="103822"/>
                        <a:pt x="57436" y="107156"/>
                        <a:pt x="66961" y="107156"/>
                      </a:cubicBezTo>
                      <a:cubicBezTo>
                        <a:pt x="72962" y="107156"/>
                        <a:pt x="78677" y="105727"/>
                        <a:pt x="84011" y="102775"/>
                      </a:cubicBezTo>
                      <a:close/>
                    </a:path>
                  </a:pathLst>
                </a:custGeom>
                <a:solidFill>
                  <a:schemeClr val="accent5"/>
                </a:solidFill>
                <a:ln w="9525" cap="flat">
                  <a:noFill/>
                  <a:prstDash val="solid"/>
                  <a:miter/>
                </a:ln>
              </p:spPr>
              <p:txBody>
                <a:bodyPr rtlCol="0" anchor="ctr"/>
                <a:lstStyle/>
                <a:p>
                  <a:endParaRPr lang="fi-FI" sz="3200"/>
                </a:p>
              </p:txBody>
            </p:sp>
          </p:grpSp>
        </p:grpSp>
      </p:grpSp>
      <p:sp>
        <p:nvSpPr>
          <p:cNvPr id="40" name="Suorakulmio 39">
            <a:extLst>
              <a:ext uri="{FF2B5EF4-FFF2-40B4-BE49-F238E27FC236}">
                <a16:creationId xmlns:a16="http://schemas.microsoft.com/office/drawing/2014/main" id="{752740BD-D42B-5A33-2087-0F3BF7A88C54}"/>
              </a:ext>
            </a:extLst>
          </p:cNvPr>
          <p:cNvSpPr>
            <a:spLocks/>
          </p:cNvSpPr>
          <p:nvPr userDrawn="1"/>
        </p:nvSpPr>
        <p:spPr>
          <a:xfrm>
            <a:off x="539750" y="4006851"/>
            <a:ext cx="5375275" cy="287338"/>
          </a:xfrm>
          <a:prstGeom prst="rect">
            <a:avLst/>
          </a:prstGeom>
        </p:spPr>
        <p:txBody>
          <a:bodyPr lIns="0" tIns="0" rIns="0" bIns="0">
            <a:noAutofit/>
          </a:bodyPr>
          <a:lstStyle/>
          <a:p>
            <a:pPr marL="0" marR="0" lvl="0" indent="0" algn="l" defTabSz="609585" rtl="0" eaLnBrk="1" fontAlgn="auto" latinLnBrk="0" hangingPunct="1">
              <a:lnSpc>
                <a:spcPct val="100000"/>
              </a:lnSpc>
              <a:spcBef>
                <a:spcPts val="0"/>
              </a:spcBef>
              <a:spcAft>
                <a:spcPts val="1333"/>
              </a:spcAft>
              <a:buClrTx/>
              <a:buSzTx/>
              <a:buFont typeface="Arial" panose="020B0604020202020204" pitchFamily="34" charset="0"/>
              <a:buNone/>
              <a:tabLst/>
              <a:defRPr/>
            </a:pPr>
            <a:r>
              <a:rPr lang="fi-FI" sz="1600" b="1"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Seuraa meitä sosiaalisessa mediassa:</a:t>
            </a:r>
            <a:endParaRPr lang="fi-FI" sz="16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endParaRPr>
          </a:p>
        </p:txBody>
      </p:sp>
      <p:pic>
        <p:nvPicPr>
          <p:cNvPr id="41" name="Kuva 40" descr="Facebook-ikoni.">
            <a:extLst>
              <a:ext uri="{FF2B5EF4-FFF2-40B4-BE49-F238E27FC236}">
                <a16:creationId xmlns:a16="http://schemas.microsoft.com/office/drawing/2014/main" id="{71033352-9ED5-A26D-D043-E53C711DBB06}"/>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539748" y="4387043"/>
            <a:ext cx="240000" cy="240000"/>
          </a:xfrm>
          <a:prstGeom prst="rect">
            <a:avLst/>
          </a:prstGeom>
        </p:spPr>
      </p:pic>
      <p:sp>
        <p:nvSpPr>
          <p:cNvPr id="42" name="Suorakulmio 41">
            <a:extLst>
              <a:ext uri="{FF2B5EF4-FFF2-40B4-BE49-F238E27FC236}">
                <a16:creationId xmlns:a16="http://schemas.microsoft.com/office/drawing/2014/main" id="{E86B315B-B687-E1AC-D53B-F9B01841BF7B}"/>
              </a:ext>
            </a:extLst>
          </p:cNvPr>
          <p:cNvSpPr>
            <a:spLocks/>
          </p:cNvSpPr>
          <p:nvPr userDrawn="1"/>
        </p:nvSpPr>
        <p:spPr>
          <a:xfrm>
            <a:off x="779748" y="4384134"/>
            <a:ext cx="4082581" cy="247618"/>
          </a:xfrm>
          <a:prstGeom prst="rect">
            <a:avLst/>
          </a:prstGeom>
        </p:spPr>
        <p:txBody>
          <a:bodyPr lIns="0" tIns="0" rIns="0" bIns="0" anchor="ctr">
            <a:noAutofit/>
          </a:bodyPr>
          <a:lstStyle/>
          <a:p>
            <a:pPr marL="180000" lvl="0" indent="0">
              <a:lnSpc>
                <a:spcPct val="100000"/>
              </a:lnSpc>
              <a:spcAft>
                <a:spcPts val="1400"/>
              </a:spcAft>
              <a:buClr>
                <a:schemeClr val="tx2"/>
              </a:buClr>
              <a:buFont typeface="Arial" panose="020B0604020202020204" pitchFamily="34" charset="0"/>
              <a:buNone/>
            </a:pPr>
            <a:r>
              <a:rPr lang="fi-FI" sz="14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Länsi-Uudenmaan hyvinvointialue</a:t>
            </a:r>
          </a:p>
        </p:txBody>
      </p:sp>
      <p:pic>
        <p:nvPicPr>
          <p:cNvPr id="43" name="Kuva 42" descr="Instagram-ikoni.">
            <a:extLst>
              <a:ext uri="{FF2B5EF4-FFF2-40B4-BE49-F238E27FC236}">
                <a16:creationId xmlns:a16="http://schemas.microsoft.com/office/drawing/2014/main" id="{A747CB10-6DEA-C42B-0648-38BF298F6D02}"/>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39750" y="4771454"/>
            <a:ext cx="240000" cy="240000"/>
          </a:xfrm>
          <a:prstGeom prst="rect">
            <a:avLst/>
          </a:prstGeom>
        </p:spPr>
      </p:pic>
      <p:sp>
        <p:nvSpPr>
          <p:cNvPr id="44" name="Suorakulmio 43">
            <a:extLst>
              <a:ext uri="{FF2B5EF4-FFF2-40B4-BE49-F238E27FC236}">
                <a16:creationId xmlns:a16="http://schemas.microsoft.com/office/drawing/2014/main" id="{AE972EBB-624A-9DA9-8836-03186C844FA6}"/>
              </a:ext>
            </a:extLst>
          </p:cNvPr>
          <p:cNvSpPr>
            <a:spLocks/>
          </p:cNvSpPr>
          <p:nvPr userDrawn="1"/>
        </p:nvSpPr>
        <p:spPr>
          <a:xfrm>
            <a:off x="779748" y="4766185"/>
            <a:ext cx="4082581" cy="245269"/>
          </a:xfrm>
          <a:prstGeom prst="rect">
            <a:avLst/>
          </a:prstGeom>
        </p:spPr>
        <p:txBody>
          <a:bodyPr lIns="0" tIns="0" rIns="0" bIns="0" anchor="ctr">
            <a:noAutofit/>
          </a:bodyPr>
          <a:lstStyle/>
          <a:p>
            <a:pPr marL="180000" lvl="0" indent="0">
              <a:lnSpc>
                <a:spcPct val="100000"/>
              </a:lnSpc>
              <a:spcAft>
                <a:spcPts val="1400"/>
              </a:spcAft>
              <a:buClr>
                <a:schemeClr val="tx2"/>
              </a:buClr>
              <a:buFont typeface="Arial" panose="020B0604020202020204" pitchFamily="34" charset="0"/>
              <a:buNone/>
            </a:pPr>
            <a:r>
              <a:rPr lang="fi-FI" sz="14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@luhyvinvointialue</a:t>
            </a:r>
          </a:p>
        </p:txBody>
      </p:sp>
      <p:pic>
        <p:nvPicPr>
          <p:cNvPr id="45" name="Kuva 44" descr="LinkedIn-ikoni.">
            <a:extLst>
              <a:ext uri="{FF2B5EF4-FFF2-40B4-BE49-F238E27FC236}">
                <a16:creationId xmlns:a16="http://schemas.microsoft.com/office/drawing/2014/main" id="{748F7D44-232A-6BB0-A8FB-9882FCBE6AA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539750" y="5202199"/>
            <a:ext cx="240000" cy="240000"/>
          </a:xfrm>
          <a:prstGeom prst="rect">
            <a:avLst/>
          </a:prstGeom>
        </p:spPr>
      </p:pic>
      <p:sp>
        <p:nvSpPr>
          <p:cNvPr id="46" name="Suorakulmio 45">
            <a:extLst>
              <a:ext uri="{FF2B5EF4-FFF2-40B4-BE49-F238E27FC236}">
                <a16:creationId xmlns:a16="http://schemas.microsoft.com/office/drawing/2014/main" id="{8EC39968-1C55-D0A2-4284-F584C92BD6BE}"/>
              </a:ext>
            </a:extLst>
          </p:cNvPr>
          <p:cNvSpPr>
            <a:spLocks/>
          </p:cNvSpPr>
          <p:nvPr userDrawn="1"/>
        </p:nvSpPr>
        <p:spPr>
          <a:xfrm>
            <a:off x="779748" y="5178530"/>
            <a:ext cx="4082581" cy="287338"/>
          </a:xfrm>
          <a:prstGeom prst="rect">
            <a:avLst/>
          </a:prstGeom>
        </p:spPr>
        <p:txBody>
          <a:bodyPr lIns="0" tIns="0" rIns="0" bIns="0" anchor="ctr">
            <a:noAutofit/>
          </a:bodyPr>
          <a:lstStyle/>
          <a:p>
            <a:pPr marL="180000" lvl="0" indent="0">
              <a:lnSpc>
                <a:spcPct val="100000"/>
              </a:lnSpc>
              <a:spcAft>
                <a:spcPts val="1400"/>
              </a:spcAft>
              <a:buClr>
                <a:schemeClr val="tx2"/>
              </a:buClr>
              <a:buFont typeface="Arial" panose="020B0604020202020204" pitchFamily="34" charset="0"/>
              <a:buNone/>
            </a:pPr>
            <a:r>
              <a:rPr lang="fi-FI" sz="14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Länsi-Uudenmaan hyvinvointialue</a:t>
            </a:r>
          </a:p>
        </p:txBody>
      </p:sp>
      <p:sp>
        <p:nvSpPr>
          <p:cNvPr id="47" name="Kuva 4" descr="Viestipalvelu X-ikoni (ent. twitter).">
            <a:extLst>
              <a:ext uri="{FF2B5EF4-FFF2-40B4-BE49-F238E27FC236}">
                <a16:creationId xmlns:a16="http://schemas.microsoft.com/office/drawing/2014/main" id="{132A5878-7981-4B7B-782B-52EA80C88CA9}"/>
              </a:ext>
            </a:extLst>
          </p:cNvPr>
          <p:cNvSpPr>
            <a:spLocks noChangeAspect="1"/>
          </p:cNvSpPr>
          <p:nvPr userDrawn="1"/>
        </p:nvSpPr>
        <p:spPr>
          <a:xfrm>
            <a:off x="548908" y="5578421"/>
            <a:ext cx="239997" cy="245269"/>
          </a:xfrm>
          <a:custGeom>
            <a:avLst/>
            <a:gdLst>
              <a:gd name="connsiteX0" fmla="*/ 3994869 w 6712616"/>
              <a:gd name="connsiteY0" fmla="*/ 2904749 h 6860069"/>
              <a:gd name="connsiteX1" fmla="*/ 6493788 w 6712616"/>
              <a:gd name="connsiteY1" fmla="*/ 0 h 6860069"/>
              <a:gd name="connsiteX2" fmla="*/ 5901628 w 6712616"/>
              <a:gd name="connsiteY2" fmla="*/ 0 h 6860069"/>
              <a:gd name="connsiteX3" fmla="*/ 3731848 w 6712616"/>
              <a:gd name="connsiteY3" fmla="*/ 2522189 h 6860069"/>
              <a:gd name="connsiteX4" fmla="*/ 1998833 w 6712616"/>
              <a:gd name="connsiteY4" fmla="*/ 0 h 6860069"/>
              <a:gd name="connsiteX5" fmla="*/ 0 w 6712616"/>
              <a:gd name="connsiteY5" fmla="*/ 0 h 6860069"/>
              <a:gd name="connsiteX6" fmla="*/ 2620640 w 6712616"/>
              <a:gd name="connsiteY6" fmla="*/ 3813966 h 6860069"/>
              <a:gd name="connsiteX7" fmla="*/ 0 w 6712616"/>
              <a:gd name="connsiteY7" fmla="*/ 6860070 h 6860069"/>
              <a:gd name="connsiteX8" fmla="*/ 592216 w 6712616"/>
              <a:gd name="connsiteY8" fmla="*/ 6860070 h 6860069"/>
              <a:gd name="connsiteX9" fmla="*/ 2883604 w 6712616"/>
              <a:gd name="connsiteY9" fmla="*/ 4196581 h 6860069"/>
              <a:gd name="connsiteX10" fmla="*/ 4713784 w 6712616"/>
              <a:gd name="connsiteY10" fmla="*/ 6860070 h 6860069"/>
              <a:gd name="connsiteX11" fmla="*/ 6712617 w 6712616"/>
              <a:gd name="connsiteY11" fmla="*/ 6860070 h 6860069"/>
              <a:gd name="connsiteX12" fmla="*/ 3994813 w 6712616"/>
              <a:gd name="connsiteY12" fmla="*/ 2904749 h 6860069"/>
              <a:gd name="connsiteX13" fmla="*/ 3994981 w 6712616"/>
              <a:gd name="connsiteY13" fmla="*/ 2904749 h 6860069"/>
              <a:gd name="connsiteX14" fmla="*/ 3183768 w 6712616"/>
              <a:gd name="connsiteY14" fmla="*/ 3847584 h 6860069"/>
              <a:gd name="connsiteX15" fmla="*/ 2918230 w 6712616"/>
              <a:gd name="connsiteY15" fmla="*/ 3467821 h 6860069"/>
              <a:gd name="connsiteX16" fmla="*/ 805563 w 6712616"/>
              <a:gd name="connsiteY16" fmla="*/ 445770 h 6860069"/>
              <a:gd name="connsiteX17" fmla="*/ 1715115 w 6712616"/>
              <a:gd name="connsiteY17" fmla="*/ 445770 h 6860069"/>
              <a:gd name="connsiteX18" fmla="*/ 3420106 w 6712616"/>
              <a:gd name="connsiteY18" fmla="*/ 2884611 h 6860069"/>
              <a:gd name="connsiteX19" fmla="*/ 3685644 w 6712616"/>
              <a:gd name="connsiteY19" fmla="*/ 3264375 h 6860069"/>
              <a:gd name="connsiteX20" fmla="*/ 5901907 w 6712616"/>
              <a:gd name="connsiteY20" fmla="*/ 6434494 h 6860069"/>
              <a:gd name="connsiteX21" fmla="*/ 4992356 w 6712616"/>
              <a:gd name="connsiteY21" fmla="*/ 6434494 h 6860069"/>
              <a:gd name="connsiteX22" fmla="*/ 3183824 w 6712616"/>
              <a:gd name="connsiteY22" fmla="*/ 3847640 h 6860069"/>
              <a:gd name="connsiteX23" fmla="*/ 3183824 w 6712616"/>
              <a:gd name="connsiteY23" fmla="*/ 3847472 h 6860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712616" h="6860069">
                <a:moveTo>
                  <a:pt x="3994869" y="2904749"/>
                </a:moveTo>
                <a:lnTo>
                  <a:pt x="6493788" y="0"/>
                </a:lnTo>
                <a:lnTo>
                  <a:pt x="5901628" y="0"/>
                </a:lnTo>
                <a:lnTo>
                  <a:pt x="3731848" y="2522189"/>
                </a:lnTo>
                <a:lnTo>
                  <a:pt x="1998833" y="0"/>
                </a:lnTo>
                <a:lnTo>
                  <a:pt x="0" y="0"/>
                </a:lnTo>
                <a:lnTo>
                  <a:pt x="2620640" y="3813966"/>
                </a:lnTo>
                <a:lnTo>
                  <a:pt x="0" y="6860070"/>
                </a:lnTo>
                <a:lnTo>
                  <a:pt x="592216" y="6860070"/>
                </a:lnTo>
                <a:lnTo>
                  <a:pt x="2883604" y="4196581"/>
                </a:lnTo>
                <a:lnTo>
                  <a:pt x="4713784" y="6860070"/>
                </a:lnTo>
                <a:lnTo>
                  <a:pt x="6712617" y="6860070"/>
                </a:lnTo>
                <a:lnTo>
                  <a:pt x="3994813" y="2904749"/>
                </a:lnTo>
                <a:lnTo>
                  <a:pt x="3994981" y="2904749"/>
                </a:lnTo>
                <a:close/>
                <a:moveTo>
                  <a:pt x="3183768" y="3847584"/>
                </a:moveTo>
                <a:lnTo>
                  <a:pt x="2918230" y="3467821"/>
                </a:lnTo>
                <a:lnTo>
                  <a:pt x="805563" y="445770"/>
                </a:lnTo>
                <a:lnTo>
                  <a:pt x="1715115" y="445770"/>
                </a:lnTo>
                <a:lnTo>
                  <a:pt x="3420106" y="2884611"/>
                </a:lnTo>
                <a:lnTo>
                  <a:pt x="3685644" y="3264375"/>
                </a:lnTo>
                <a:lnTo>
                  <a:pt x="5901907" y="6434494"/>
                </a:lnTo>
                <a:lnTo>
                  <a:pt x="4992356" y="6434494"/>
                </a:lnTo>
                <a:lnTo>
                  <a:pt x="3183824" y="3847640"/>
                </a:lnTo>
                <a:lnTo>
                  <a:pt x="3183824" y="3847472"/>
                </a:lnTo>
                <a:close/>
              </a:path>
            </a:pathLst>
          </a:custGeom>
          <a:solidFill>
            <a:schemeClr val="accent6"/>
          </a:solidFill>
          <a:ln w="5588" cap="flat">
            <a:noFill/>
            <a:prstDash val="solid"/>
            <a:miter/>
          </a:ln>
        </p:spPr>
        <p:txBody>
          <a:bodyPr rtlCol="0" anchor="ctr"/>
          <a:lstStyle/>
          <a:p>
            <a:endParaRPr lang="fi-FI"/>
          </a:p>
        </p:txBody>
      </p:sp>
      <p:sp>
        <p:nvSpPr>
          <p:cNvPr id="2" name="Suorakulmio 1">
            <a:extLst>
              <a:ext uri="{FF2B5EF4-FFF2-40B4-BE49-F238E27FC236}">
                <a16:creationId xmlns:a16="http://schemas.microsoft.com/office/drawing/2014/main" id="{AB30AEF5-9F73-F98F-2C11-D5733E29545A}"/>
              </a:ext>
            </a:extLst>
          </p:cNvPr>
          <p:cNvSpPr>
            <a:spLocks/>
          </p:cNvSpPr>
          <p:nvPr userDrawn="1"/>
        </p:nvSpPr>
        <p:spPr>
          <a:xfrm>
            <a:off x="802573" y="5578421"/>
            <a:ext cx="1926878" cy="248751"/>
          </a:xfrm>
          <a:prstGeom prst="rect">
            <a:avLst/>
          </a:prstGeom>
        </p:spPr>
        <p:txBody>
          <a:bodyPr lIns="0" tIns="0" rIns="0" bIns="0" anchor="ctr">
            <a:noAutofit/>
          </a:bodyPr>
          <a:lstStyle/>
          <a:p>
            <a:pPr marL="180000" lvl="0" indent="0">
              <a:lnSpc>
                <a:spcPct val="100000"/>
              </a:lnSpc>
              <a:spcAft>
                <a:spcPts val="1400"/>
              </a:spcAft>
              <a:buClr>
                <a:schemeClr val="tx2"/>
              </a:buClr>
              <a:buFont typeface="Arial" panose="020B0604020202020204" pitchFamily="34" charset="0"/>
              <a:buNone/>
            </a:pPr>
            <a:r>
              <a:rPr lang="fi-FI" sz="14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@LUhyvinvointi</a:t>
            </a:r>
          </a:p>
        </p:txBody>
      </p:sp>
      <p:sp>
        <p:nvSpPr>
          <p:cNvPr id="3" name="Suorakulmio 2">
            <a:extLst>
              <a:ext uri="{FF2B5EF4-FFF2-40B4-BE49-F238E27FC236}">
                <a16:creationId xmlns:a16="http://schemas.microsoft.com/office/drawing/2014/main" id="{AFDCD802-D8E4-7E14-034D-E0655402AEAA}"/>
              </a:ext>
            </a:extLst>
          </p:cNvPr>
          <p:cNvSpPr>
            <a:spLocks/>
          </p:cNvSpPr>
          <p:nvPr userDrawn="1"/>
        </p:nvSpPr>
        <p:spPr>
          <a:xfrm>
            <a:off x="2668949" y="5578421"/>
            <a:ext cx="1926878" cy="248751"/>
          </a:xfrm>
          <a:prstGeom prst="rect">
            <a:avLst/>
          </a:prstGeom>
        </p:spPr>
        <p:txBody>
          <a:bodyPr lIns="0" tIns="0" rIns="0" bIns="0" anchor="ctr">
            <a:noAutofit/>
          </a:bodyPr>
          <a:lstStyle/>
          <a:p>
            <a:pPr marL="180000" lvl="0" indent="0">
              <a:lnSpc>
                <a:spcPct val="100000"/>
              </a:lnSpc>
              <a:spcAft>
                <a:spcPts val="1400"/>
              </a:spcAft>
              <a:buClr>
                <a:schemeClr val="tx2"/>
              </a:buClr>
              <a:buFont typeface="Arial" panose="020B0604020202020204" pitchFamily="34" charset="0"/>
              <a:buNone/>
            </a:pPr>
            <a:r>
              <a:rPr lang="fi-FI" sz="14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@LUpelastus</a:t>
            </a:r>
          </a:p>
        </p:txBody>
      </p:sp>
      <p:pic>
        <p:nvPicPr>
          <p:cNvPr id="49" name="Kuva 48" descr="Youtube-ikoni.">
            <a:extLst>
              <a:ext uri="{FF2B5EF4-FFF2-40B4-BE49-F238E27FC236}">
                <a16:creationId xmlns:a16="http://schemas.microsoft.com/office/drawing/2014/main" id="{DB2F0199-6912-6EE9-5871-47D3726F6195}"/>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539751" y="5983216"/>
            <a:ext cx="239997" cy="171427"/>
          </a:xfrm>
          <a:prstGeom prst="rect">
            <a:avLst/>
          </a:prstGeom>
        </p:spPr>
      </p:pic>
      <p:sp>
        <p:nvSpPr>
          <p:cNvPr id="50" name="Suorakulmio 49">
            <a:extLst>
              <a:ext uri="{FF2B5EF4-FFF2-40B4-BE49-F238E27FC236}">
                <a16:creationId xmlns:a16="http://schemas.microsoft.com/office/drawing/2014/main" id="{C5C2AC89-53EE-A1E6-C23C-74C16CC6E381}"/>
              </a:ext>
            </a:extLst>
          </p:cNvPr>
          <p:cNvSpPr>
            <a:spLocks/>
          </p:cNvSpPr>
          <p:nvPr userDrawn="1"/>
        </p:nvSpPr>
        <p:spPr>
          <a:xfrm>
            <a:off x="788905" y="5943871"/>
            <a:ext cx="4215827" cy="245269"/>
          </a:xfrm>
          <a:prstGeom prst="rect">
            <a:avLst/>
          </a:prstGeom>
        </p:spPr>
        <p:txBody>
          <a:bodyPr lIns="0" tIns="0" rIns="0" bIns="0">
            <a:noAutofit/>
          </a:bodyPr>
          <a:lstStyle/>
          <a:p>
            <a:pPr marL="180000" lvl="0" indent="0">
              <a:lnSpc>
                <a:spcPct val="100000"/>
              </a:lnSpc>
              <a:spcAft>
                <a:spcPts val="1400"/>
              </a:spcAft>
              <a:buClr>
                <a:schemeClr val="tx2"/>
              </a:buClr>
              <a:buFont typeface="Arial" panose="020B0604020202020204" pitchFamily="34" charset="0"/>
              <a:buNone/>
            </a:pPr>
            <a:r>
              <a:rPr lang="fi-FI" sz="14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Länsi-Uudenmaan hyvinvointialue</a:t>
            </a:r>
          </a:p>
        </p:txBody>
      </p:sp>
      <p:sp>
        <p:nvSpPr>
          <p:cNvPr id="37" name="Suorakulmio 36">
            <a:extLst>
              <a:ext uri="{FF2B5EF4-FFF2-40B4-BE49-F238E27FC236}">
                <a16:creationId xmlns:a16="http://schemas.microsoft.com/office/drawing/2014/main" id="{8AD92979-3252-4879-2BE4-7473FCA78280}"/>
              </a:ext>
              <a:ext uri="{C183D7F6-B498-43B3-948B-1728B52AA6E4}">
                <adec:decorative xmlns:adec="http://schemas.microsoft.com/office/drawing/2017/decorative" val="1"/>
              </a:ext>
            </a:extLst>
          </p:cNvPr>
          <p:cNvSpPr/>
          <p:nvPr userDrawn="1"/>
        </p:nvSpPr>
        <p:spPr>
          <a:xfrm rot="16200000">
            <a:off x="10915691" y="5040351"/>
            <a:ext cx="2010676" cy="541947"/>
          </a:xfrm>
          <a:prstGeom prst="rect">
            <a:avLst/>
          </a:prstGeom>
          <a:solidFill>
            <a:schemeClr val="accent5"/>
          </a:solidFill>
        </p:spPr>
        <p:txBody>
          <a:bodyPr lIns="0" tIns="0" rIns="0" bIns="0" anchor="t" anchorCtr="0">
            <a:noAutofit/>
          </a:bodyPr>
          <a:lstStyle/>
          <a:p>
            <a:pPr algn="l">
              <a:lnSpc>
                <a:spcPct val="90000"/>
              </a:lnSpc>
            </a:pPr>
            <a:r>
              <a:rPr lang="fi-FI" sz="1400" b="0" i="0" u="sng" baseline="0" noProof="1">
                <a:solidFill>
                  <a:schemeClr val="bg1"/>
                </a:solidFill>
                <a:effectLst/>
                <a:uFill>
                  <a:solidFill>
                    <a:schemeClr val="accent5"/>
                  </a:solidFill>
                </a:uFill>
                <a:latin typeface="Verdana" panose="020B0604030504040204" pitchFamily="34" charset="0"/>
                <a:ea typeface="Verdana" panose="020B0604030504040204" pitchFamily="34" charset="0"/>
                <a:cs typeface="Segoe UI" panose="020B0502040204020203" pitchFamily="34" charset="0"/>
              </a:rPr>
              <a:t>www.</a:t>
            </a:r>
            <a:r>
              <a:rPr lang="en-FI" sz="1400" b="0" i="0" u="sng" baseline="0" noProof="1">
                <a:solidFill>
                  <a:schemeClr val="bg1"/>
                </a:solidFill>
                <a:effectLst/>
                <a:uFill>
                  <a:solidFill>
                    <a:schemeClr val="accent5"/>
                  </a:solidFill>
                </a:uFill>
                <a:latin typeface="Verdana" panose="020B0604030504040204" pitchFamily="34" charset="0"/>
                <a:ea typeface="Verdana" panose="020B0604030504040204" pitchFamily="34" charset="0"/>
                <a:cs typeface="Segoe UI" panose="020B0502040204020203" pitchFamily="34" charset="0"/>
              </a:rPr>
              <a:t>luvn</a:t>
            </a:r>
            <a:r>
              <a:rPr lang="fi-FI" sz="1400" b="0" i="0" u="sng" baseline="0" noProof="1">
                <a:solidFill>
                  <a:schemeClr val="bg1"/>
                </a:solidFill>
                <a:effectLst/>
                <a:uFill>
                  <a:solidFill>
                    <a:schemeClr val="accent5"/>
                  </a:solidFill>
                </a:uFill>
                <a:latin typeface="Verdana" panose="020B0604030504040204" pitchFamily="34" charset="0"/>
                <a:ea typeface="Verdana" panose="020B0604030504040204" pitchFamily="34" charset="0"/>
                <a:cs typeface="Segoe UI" panose="020B0502040204020203" pitchFamily="34" charset="0"/>
              </a:rPr>
              <a:t>.fi</a:t>
            </a:r>
            <a:endParaRPr lang="fi-FI" sz="1400" b="0" i="0" u="sng" baseline="0" noProof="1">
              <a:solidFill>
                <a:schemeClr val="bg1"/>
              </a:solidFill>
              <a:uFill>
                <a:solidFill>
                  <a:schemeClr val="accent5"/>
                </a:solidFill>
              </a:uFill>
              <a:latin typeface="Verdana" panose="020B0604030504040204" pitchFamily="34" charset="0"/>
              <a:ea typeface="Verdana" panose="020B0604030504040204" pitchFamily="34" charset="0"/>
              <a:cs typeface="Segoe UI" panose="020B0502040204020203" pitchFamily="34" charset="0"/>
            </a:endParaRPr>
          </a:p>
        </p:txBody>
      </p:sp>
      <p:sp>
        <p:nvSpPr>
          <p:cNvPr id="5" name="Tekstiruutu 4">
            <a:extLst>
              <a:ext uri="{FF2B5EF4-FFF2-40B4-BE49-F238E27FC236}">
                <a16:creationId xmlns:a16="http://schemas.microsoft.com/office/drawing/2014/main" id="{6D0D828F-4559-B300-D118-272B0AC8B63F}"/>
              </a:ext>
            </a:extLst>
          </p:cNvPr>
          <p:cNvSpPr txBox="1"/>
          <p:nvPr userDrawn="1"/>
        </p:nvSpPr>
        <p:spPr>
          <a:xfrm>
            <a:off x="-5232400" y="4006851"/>
            <a:ext cx="5080000" cy="3155949"/>
          </a:xfrm>
          <a:prstGeom prst="rect">
            <a:avLst/>
          </a:prstGeom>
          <a:noFill/>
        </p:spPr>
        <p:txBody>
          <a:bodyPr wrap="square" lIns="0" tIns="0" rIns="0" bIns="0" rtlCol="0">
            <a:noAutofit/>
          </a:bodyPr>
          <a:lstStyle/>
          <a:p>
            <a:pPr algn="l">
              <a:lnSpc>
                <a:spcPct val="150000"/>
              </a:lnSpc>
            </a:pPr>
            <a:r>
              <a:rPr lang="fi-FI" sz="1100" u="none" dirty="0">
                <a:solidFill>
                  <a:schemeClr val="accent5"/>
                </a:solidFill>
                <a:hlinkClick r:id="rId6">
                  <a:extLst>
                    <a:ext uri="{A12FA001-AC4F-418D-AE19-62706E023703}">
                      <ahyp:hlinkClr xmlns:ahyp="http://schemas.microsoft.com/office/drawing/2018/hyperlinkcolor" val="tx"/>
                    </a:ext>
                  </a:extLst>
                </a:hlinkClick>
              </a:rPr>
              <a:t>https://www.facebook.com/LansiUudenmaanHyvinvointialue</a:t>
            </a:r>
            <a:endParaRPr lang="fi-FI" sz="1100" u="none" dirty="0">
              <a:solidFill>
                <a:schemeClr val="accent5"/>
              </a:solidFill>
            </a:endParaRPr>
          </a:p>
          <a:p>
            <a:pPr algn="l">
              <a:lnSpc>
                <a:spcPct val="150000"/>
              </a:lnSpc>
            </a:pPr>
            <a:r>
              <a:rPr lang="fi-FI" sz="1100" u="none" dirty="0">
                <a:solidFill>
                  <a:schemeClr val="accent5"/>
                </a:solidFill>
                <a:hlinkClick r:id="rId7">
                  <a:extLst>
                    <a:ext uri="{A12FA001-AC4F-418D-AE19-62706E023703}">
                      <ahyp:hlinkClr xmlns:ahyp="http://schemas.microsoft.com/office/drawing/2018/hyperlinkcolor" val="tx"/>
                    </a:ext>
                  </a:extLst>
                </a:hlinkClick>
              </a:rPr>
              <a:t>https://www.instagram.com/luhyvinvointialue/</a:t>
            </a:r>
            <a:endParaRPr lang="fi-FI" sz="1100" u="none" dirty="0">
              <a:solidFill>
                <a:schemeClr val="accent5"/>
              </a:solidFill>
            </a:endParaRPr>
          </a:p>
          <a:p>
            <a:pPr algn="l">
              <a:lnSpc>
                <a:spcPct val="150000"/>
              </a:lnSpc>
            </a:pPr>
            <a:r>
              <a:rPr lang="fi-FI" sz="1100" dirty="0">
                <a:solidFill>
                  <a:schemeClr val="accent5"/>
                </a:solidFill>
                <a:hlinkClick r:id="rId8">
                  <a:extLst>
                    <a:ext uri="{A12FA001-AC4F-418D-AE19-62706E023703}">
                      <ahyp:hlinkClr xmlns:ahyp="http://schemas.microsoft.com/office/drawing/2018/hyperlinkcolor" val="tx"/>
                    </a:ext>
                  </a:extLst>
                </a:hlinkClick>
              </a:rPr>
              <a:t>https://www.linkedin.com/company/lansiuudenmaanhyvinvointialue</a:t>
            </a:r>
            <a:endParaRPr lang="fi-FI" sz="1100" dirty="0">
              <a:solidFill>
                <a:schemeClr val="accent5"/>
              </a:solidFill>
            </a:endParaRPr>
          </a:p>
          <a:p>
            <a:pPr algn="l">
              <a:lnSpc>
                <a:spcPct val="150000"/>
              </a:lnSpc>
            </a:pPr>
            <a:r>
              <a:rPr lang="fi-FI" sz="1100" dirty="0">
                <a:solidFill>
                  <a:schemeClr val="accent5"/>
                </a:solidFill>
                <a:hlinkClick r:id="rId9">
                  <a:extLst>
                    <a:ext uri="{A12FA001-AC4F-418D-AE19-62706E023703}">
                      <ahyp:hlinkClr xmlns:ahyp="http://schemas.microsoft.com/office/drawing/2018/hyperlinkcolor" val="tx"/>
                    </a:ext>
                  </a:extLst>
                </a:hlinkClick>
              </a:rPr>
              <a:t>https://x.com/LUhyvinvointi</a:t>
            </a:r>
            <a:endParaRPr lang="fi-FI" sz="1100" dirty="0">
              <a:solidFill>
                <a:schemeClr val="accent5"/>
              </a:solidFill>
            </a:endParaRPr>
          </a:p>
          <a:p>
            <a:pPr algn="l">
              <a:lnSpc>
                <a:spcPct val="150000"/>
              </a:lnSpc>
            </a:pPr>
            <a:r>
              <a:rPr lang="fi-FI" sz="1100" u="none" dirty="0">
                <a:solidFill>
                  <a:schemeClr val="accent5"/>
                </a:solidFill>
                <a:hlinkClick r:id="rId10">
                  <a:extLst>
                    <a:ext uri="{A12FA001-AC4F-418D-AE19-62706E023703}">
                      <ahyp:hlinkClr xmlns:ahyp="http://schemas.microsoft.com/office/drawing/2018/hyperlinkcolor" val="tx"/>
                    </a:ext>
                  </a:extLst>
                </a:hlinkClick>
              </a:rPr>
              <a:t>https://x.com/LUpelastus</a:t>
            </a:r>
            <a:endParaRPr lang="fi-FI" sz="1100" u="none" dirty="0">
              <a:solidFill>
                <a:schemeClr val="accent5"/>
              </a:solidFill>
            </a:endParaRPr>
          </a:p>
          <a:p>
            <a:pPr algn="l">
              <a:lnSpc>
                <a:spcPct val="150000"/>
              </a:lnSpc>
            </a:pPr>
            <a:r>
              <a:rPr lang="fi-FI" sz="1100" dirty="0">
                <a:solidFill>
                  <a:schemeClr val="accent5"/>
                </a:solidFill>
                <a:hlinkClick r:id="rId11">
                  <a:extLst>
                    <a:ext uri="{A12FA001-AC4F-418D-AE19-62706E023703}">
                      <ahyp:hlinkClr xmlns:ahyp="http://schemas.microsoft.com/office/drawing/2018/hyperlinkcolor" val="tx"/>
                    </a:ext>
                  </a:extLst>
                </a:hlinkClick>
              </a:rPr>
              <a:t>https://www.youtube.com/channel/UCx_t523hylIHyrN0B6IdPTA</a:t>
            </a:r>
            <a:endParaRPr lang="fi-FI" sz="1100" u="none" dirty="0">
              <a:solidFill>
                <a:schemeClr val="accent5"/>
              </a:solidFill>
            </a:endParaRPr>
          </a:p>
          <a:p>
            <a:pPr algn="l">
              <a:lnSpc>
                <a:spcPct val="150000"/>
              </a:lnSpc>
            </a:pPr>
            <a:endParaRPr lang="fi-FI" sz="1100" u="none" dirty="0">
              <a:solidFill>
                <a:schemeClr val="accent5"/>
              </a:solidFill>
            </a:endParaRPr>
          </a:p>
        </p:txBody>
      </p:sp>
    </p:spTree>
    <p:extLst>
      <p:ext uri="{BB962C8B-B14F-4D97-AF65-F5344CB8AC3E}">
        <p14:creationId xmlns:p14="http://schemas.microsoft.com/office/powerpoint/2010/main" val="282277030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7518901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9751" y="539750"/>
            <a:ext cx="11110300" cy="866776"/>
          </a:xfrm>
          <a:prstGeom prst="rect">
            <a:avLst/>
          </a:prstGeom>
        </p:spPr>
        <p:txBody>
          <a:bodyPr vert="horz" wrap="square" lIns="0" tIns="0" rIns="0" bIns="0" rtlCol="0" anchor="b">
            <a:noAutofit/>
          </a:bodyPr>
          <a:lstStyle/>
          <a:p>
            <a:r>
              <a:rPr lang="fi-FI"/>
              <a:t>Muokkaa </a:t>
            </a:r>
            <a:r>
              <a:rPr lang="fi-FI" err="1"/>
              <a:t>ots</a:t>
            </a:r>
            <a:r>
              <a:rPr lang="fi-FI"/>
              <a:t>. </a:t>
            </a:r>
            <a:r>
              <a:rPr lang="fi-FI" err="1"/>
              <a:t>perustyyl</a:t>
            </a:r>
            <a:r>
              <a:rPr lang="fi-FI"/>
              <a:t>. </a:t>
            </a:r>
            <a:r>
              <a:rPr lang="fi-FI" err="1"/>
              <a:t>napsautt</a:t>
            </a:r>
            <a:r>
              <a:rPr lang="fi-FI"/>
              <a:t>.</a:t>
            </a:r>
            <a:endParaRPr lang="en-US"/>
          </a:p>
        </p:txBody>
      </p:sp>
      <p:sp>
        <p:nvSpPr>
          <p:cNvPr id="3" name="Text Placeholder 2"/>
          <p:cNvSpPr>
            <a:spLocks noGrp="1"/>
          </p:cNvSpPr>
          <p:nvPr>
            <p:ph type="body" idx="1"/>
          </p:nvPr>
        </p:nvSpPr>
        <p:spPr>
          <a:xfrm>
            <a:off x="539750" y="1700213"/>
            <a:ext cx="11110912" cy="4321175"/>
          </a:xfrm>
          <a:prstGeom prst="rect">
            <a:avLst/>
          </a:prstGeom>
        </p:spPr>
        <p:txBody>
          <a:bodyPr vert="horz" wrap="square" lIns="0" tIns="0" rIns="0" bIns="0" rtlCol="0">
            <a:noAutofit/>
          </a:body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US"/>
          </a:p>
        </p:txBody>
      </p:sp>
      <p:sp>
        <p:nvSpPr>
          <p:cNvPr id="5" name="Footer Placeholder 4"/>
          <p:cNvSpPr>
            <a:spLocks noGrp="1"/>
          </p:cNvSpPr>
          <p:nvPr>
            <p:ph type="ftr" sz="quarter" idx="3"/>
          </p:nvPr>
        </p:nvSpPr>
        <p:spPr>
          <a:xfrm>
            <a:off x="541950" y="6318251"/>
            <a:ext cx="8420723" cy="365125"/>
          </a:xfrm>
          <a:prstGeom prst="rect">
            <a:avLst/>
          </a:prstGeom>
        </p:spPr>
        <p:txBody>
          <a:bodyPr vert="horz" lIns="0" tIns="0" rIns="0" bIns="0" rtlCol="0" anchor="ctr"/>
          <a:lstStyle>
            <a:lvl1pPr algn="l">
              <a:defRPr sz="1200">
                <a:solidFill>
                  <a:srgbClr val="555858"/>
                </a:solidFill>
              </a:defRPr>
            </a:lvl1pPr>
          </a:lstStyle>
          <a:p>
            <a:endParaRPr lang="fi-FI"/>
          </a:p>
        </p:txBody>
      </p:sp>
      <p:sp>
        <p:nvSpPr>
          <p:cNvPr id="4" name="Date Placeholder 3"/>
          <p:cNvSpPr>
            <a:spLocks noGrp="1"/>
          </p:cNvSpPr>
          <p:nvPr>
            <p:ph type="dt" sz="half" idx="2"/>
          </p:nvPr>
        </p:nvSpPr>
        <p:spPr>
          <a:xfrm>
            <a:off x="8962673" y="6318251"/>
            <a:ext cx="2687377" cy="365125"/>
          </a:xfrm>
          <a:prstGeom prst="rect">
            <a:avLst/>
          </a:prstGeom>
        </p:spPr>
        <p:txBody>
          <a:bodyPr vert="horz" lIns="0" tIns="0" rIns="180000" bIns="0" rtlCol="0" anchor="ctr"/>
          <a:lstStyle>
            <a:lvl1pPr algn="r">
              <a:defRPr sz="1200">
                <a:solidFill>
                  <a:srgbClr val="555858"/>
                </a:solidFill>
              </a:defRPr>
            </a:lvl1pPr>
          </a:lstStyle>
          <a:p>
            <a:fld id="{2D890117-4CCF-45D4-9D20-F983783C0E48}" type="datetime1">
              <a:rPr lang="fi-FI" smtClean="0"/>
              <a:t>14.10.2026</a:t>
            </a:fld>
            <a:endParaRPr lang="fi-FI"/>
          </a:p>
        </p:txBody>
      </p:sp>
      <p:sp>
        <p:nvSpPr>
          <p:cNvPr id="6" name="Slide Number Placeholder 5"/>
          <p:cNvSpPr>
            <a:spLocks noGrp="1"/>
          </p:cNvSpPr>
          <p:nvPr>
            <p:ph type="sldNum" sz="quarter" idx="4"/>
          </p:nvPr>
        </p:nvSpPr>
        <p:spPr>
          <a:xfrm>
            <a:off x="11650663" y="6318251"/>
            <a:ext cx="541336" cy="365125"/>
          </a:xfrm>
          <a:prstGeom prst="rect">
            <a:avLst/>
          </a:prstGeom>
        </p:spPr>
        <p:txBody>
          <a:bodyPr vert="horz" lIns="0" tIns="0" rIns="0" bIns="0" rtlCol="0" anchor="ctr"/>
          <a:lstStyle>
            <a:lvl1pPr algn="l">
              <a:defRPr sz="1200" b="1">
                <a:solidFill>
                  <a:schemeClr val="accent3"/>
                </a:solidFill>
              </a:defRPr>
            </a:lvl1pPr>
          </a:lstStyle>
          <a:p>
            <a:fld id="{07F0CC26-4241-4995-BDB3-9E0D3B0C702B}" type="slidenum">
              <a:rPr lang="fi-FI" smtClean="0"/>
              <a:pPr/>
              <a:t>‹#›</a:t>
            </a:fld>
            <a:endParaRPr lang="fi-FI"/>
          </a:p>
        </p:txBody>
      </p:sp>
      <p:sp>
        <p:nvSpPr>
          <p:cNvPr id="8" name="Ellipsi 7">
            <a:extLst>
              <a:ext uri="{FF2B5EF4-FFF2-40B4-BE49-F238E27FC236}">
                <a16:creationId xmlns:a16="http://schemas.microsoft.com/office/drawing/2014/main" id="{AFFA6736-E3D5-ACBE-7C26-7397E0C594F3}"/>
              </a:ext>
              <a:ext uri="{C183D7F6-B498-43B3-948B-1728B52AA6E4}">
                <adec:decorative xmlns:adec="http://schemas.microsoft.com/office/drawing/2017/decorative" val="1"/>
              </a:ext>
            </a:extLst>
          </p:cNvPr>
          <p:cNvSpPr/>
          <p:nvPr userDrawn="1"/>
        </p:nvSpPr>
        <p:spPr>
          <a:xfrm>
            <a:off x="855980" y="-1165139"/>
            <a:ext cx="360000" cy="360000"/>
          </a:xfrm>
          <a:prstGeom prst="ellipse">
            <a:avLst/>
          </a:prstGeom>
          <a:solidFill>
            <a:srgbClr val="63B4EC"/>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08000" rIns="180000" bIns="108000" rtlCol="0" anchor="ctr">
            <a:spAutoFit/>
          </a:bodyPr>
          <a:lstStyle/>
          <a:p>
            <a:pPr algn="l"/>
            <a:endParaRPr lang="fi-FI" err="1"/>
          </a:p>
        </p:txBody>
      </p:sp>
      <p:sp>
        <p:nvSpPr>
          <p:cNvPr id="15" name="Ellipsi 14">
            <a:extLst>
              <a:ext uri="{FF2B5EF4-FFF2-40B4-BE49-F238E27FC236}">
                <a16:creationId xmlns:a16="http://schemas.microsoft.com/office/drawing/2014/main" id="{DB6A121B-3D25-3920-3E6A-384C8F6D2509}"/>
              </a:ext>
              <a:ext uri="{C183D7F6-B498-43B3-948B-1728B52AA6E4}">
                <adec:decorative xmlns:adec="http://schemas.microsoft.com/office/drawing/2017/decorative" val="1"/>
              </a:ext>
            </a:extLst>
          </p:cNvPr>
          <p:cNvSpPr/>
          <p:nvPr userDrawn="1"/>
        </p:nvSpPr>
        <p:spPr>
          <a:xfrm>
            <a:off x="427990" y="-1598295"/>
            <a:ext cx="360000" cy="360000"/>
          </a:xfrm>
          <a:prstGeom prst="ellipse">
            <a:avLst/>
          </a:prstGeom>
          <a:solidFill>
            <a:srgbClr val="E29900"/>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08000" rIns="180000" bIns="108000" rtlCol="0" anchor="ctr">
            <a:spAutoFit/>
          </a:bodyPr>
          <a:lstStyle/>
          <a:p>
            <a:pPr algn="l"/>
            <a:endParaRPr lang="fi-FI" err="1"/>
          </a:p>
        </p:txBody>
      </p:sp>
      <p:sp>
        <p:nvSpPr>
          <p:cNvPr id="16" name="Ellipsi 15">
            <a:extLst>
              <a:ext uri="{FF2B5EF4-FFF2-40B4-BE49-F238E27FC236}">
                <a16:creationId xmlns:a16="http://schemas.microsoft.com/office/drawing/2014/main" id="{9C056229-62F1-8F95-8CF8-CD4EDCCAFA09}"/>
              </a:ext>
              <a:ext uri="{C183D7F6-B498-43B3-948B-1728B52AA6E4}">
                <adec:decorative xmlns:adec="http://schemas.microsoft.com/office/drawing/2017/decorative" val="1"/>
              </a:ext>
            </a:extLst>
          </p:cNvPr>
          <p:cNvSpPr/>
          <p:nvPr userDrawn="1"/>
        </p:nvSpPr>
        <p:spPr>
          <a:xfrm>
            <a:off x="427990" y="-1165139"/>
            <a:ext cx="360000" cy="360000"/>
          </a:xfrm>
          <a:prstGeom prst="ellipse">
            <a:avLst/>
          </a:prstGeom>
          <a:solidFill>
            <a:srgbClr val="F3A0BA"/>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08000" rIns="180000" bIns="108000" rtlCol="0" anchor="ctr">
            <a:spAutoFit/>
          </a:bodyPr>
          <a:lstStyle/>
          <a:p>
            <a:pPr algn="l"/>
            <a:endParaRPr lang="fi-FI" err="1"/>
          </a:p>
        </p:txBody>
      </p:sp>
      <p:sp>
        <p:nvSpPr>
          <p:cNvPr id="17" name="Tekstiruutu 16">
            <a:extLst>
              <a:ext uri="{FF2B5EF4-FFF2-40B4-BE49-F238E27FC236}">
                <a16:creationId xmlns:a16="http://schemas.microsoft.com/office/drawing/2014/main" id="{80DB7283-76CA-FB8E-46B0-4DAB976C8B96}"/>
              </a:ext>
              <a:ext uri="{C183D7F6-B498-43B3-948B-1728B52AA6E4}">
                <adec:decorative xmlns:adec="http://schemas.microsoft.com/office/drawing/2017/decorative" val="1"/>
              </a:ext>
            </a:extLst>
          </p:cNvPr>
          <p:cNvSpPr txBox="1"/>
          <p:nvPr userDrawn="1"/>
        </p:nvSpPr>
        <p:spPr>
          <a:xfrm>
            <a:off x="0" y="-2045911"/>
            <a:ext cx="2806700" cy="425450"/>
          </a:xfrm>
          <a:prstGeom prst="rect">
            <a:avLst/>
          </a:prstGeom>
          <a:noFill/>
        </p:spPr>
        <p:txBody>
          <a:bodyPr wrap="square" lIns="0" tIns="0" rIns="0" bIns="0" rtlCol="0">
            <a:noAutofit/>
          </a:bodyPr>
          <a:lstStyle/>
          <a:p>
            <a:pPr algn="l"/>
            <a:r>
              <a:rPr lang="fi-FI" sz="2000"/>
              <a:t>Apuvärit:</a:t>
            </a:r>
          </a:p>
        </p:txBody>
      </p:sp>
      <p:sp>
        <p:nvSpPr>
          <p:cNvPr id="18" name="Ellipsi 17">
            <a:extLst>
              <a:ext uri="{FF2B5EF4-FFF2-40B4-BE49-F238E27FC236}">
                <a16:creationId xmlns:a16="http://schemas.microsoft.com/office/drawing/2014/main" id="{016E6132-AFF3-34D1-B26A-18E599E54C05}"/>
              </a:ext>
              <a:ext uri="{C183D7F6-B498-43B3-948B-1728B52AA6E4}">
                <adec:decorative xmlns:adec="http://schemas.microsoft.com/office/drawing/2017/decorative" val="1"/>
              </a:ext>
            </a:extLst>
          </p:cNvPr>
          <p:cNvSpPr/>
          <p:nvPr userDrawn="1"/>
        </p:nvSpPr>
        <p:spPr>
          <a:xfrm>
            <a:off x="855980" y="-1598295"/>
            <a:ext cx="360000" cy="360000"/>
          </a:xfrm>
          <a:prstGeom prst="ellipse">
            <a:avLst/>
          </a:prstGeom>
          <a:solidFill>
            <a:srgbClr val="5FAE60"/>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08000" rIns="180000" bIns="108000" rtlCol="0" anchor="ctr">
            <a:noAutofit/>
          </a:bodyPr>
          <a:lstStyle/>
          <a:p>
            <a:pPr algn="l"/>
            <a:endParaRPr lang="fi-FI" err="1"/>
          </a:p>
        </p:txBody>
      </p:sp>
      <p:sp>
        <p:nvSpPr>
          <p:cNvPr id="19" name="Ellipsi 18">
            <a:extLst>
              <a:ext uri="{FF2B5EF4-FFF2-40B4-BE49-F238E27FC236}">
                <a16:creationId xmlns:a16="http://schemas.microsoft.com/office/drawing/2014/main" id="{79DC6F2B-3099-6944-5AA2-CBFA3839E597}"/>
              </a:ext>
              <a:ext uri="{C183D7F6-B498-43B3-948B-1728B52AA6E4}">
                <adec:decorative xmlns:adec="http://schemas.microsoft.com/office/drawing/2017/decorative" val="1"/>
              </a:ext>
            </a:extLst>
          </p:cNvPr>
          <p:cNvSpPr/>
          <p:nvPr userDrawn="1"/>
        </p:nvSpPr>
        <p:spPr>
          <a:xfrm>
            <a:off x="0" y="-731983"/>
            <a:ext cx="360000" cy="360000"/>
          </a:xfrm>
          <a:prstGeom prst="ellipse">
            <a:avLst/>
          </a:prstGeom>
          <a:solidFill>
            <a:srgbClr val="C25715"/>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08000" rIns="180000" bIns="108000" rtlCol="0" anchor="ctr">
            <a:spAutoFit/>
          </a:bodyPr>
          <a:lstStyle/>
          <a:p>
            <a:pPr algn="l"/>
            <a:endParaRPr lang="fi-FI" err="1"/>
          </a:p>
        </p:txBody>
      </p:sp>
      <p:sp>
        <p:nvSpPr>
          <p:cNvPr id="20" name="Ellipsi 19">
            <a:extLst>
              <a:ext uri="{FF2B5EF4-FFF2-40B4-BE49-F238E27FC236}">
                <a16:creationId xmlns:a16="http://schemas.microsoft.com/office/drawing/2014/main" id="{CBF64DAC-AB67-5DC5-8F8C-2D880C61AB6B}"/>
              </a:ext>
              <a:ext uri="{C183D7F6-B498-43B3-948B-1728B52AA6E4}">
                <adec:decorative xmlns:adec="http://schemas.microsoft.com/office/drawing/2017/decorative" val="1"/>
              </a:ext>
            </a:extLst>
          </p:cNvPr>
          <p:cNvSpPr/>
          <p:nvPr userDrawn="1"/>
        </p:nvSpPr>
        <p:spPr>
          <a:xfrm>
            <a:off x="0" y="-1598295"/>
            <a:ext cx="360000" cy="360000"/>
          </a:xfrm>
          <a:prstGeom prst="ellipse">
            <a:avLst/>
          </a:prstGeom>
          <a:solidFill>
            <a:srgbClr val="FF5F14"/>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08000" rIns="180000" bIns="108000" rtlCol="0" anchor="ctr">
            <a:spAutoFit/>
          </a:bodyPr>
          <a:lstStyle/>
          <a:p>
            <a:pPr algn="l"/>
            <a:endParaRPr lang="fi-FI" err="1"/>
          </a:p>
        </p:txBody>
      </p:sp>
      <p:sp>
        <p:nvSpPr>
          <p:cNvPr id="21" name="Tekstiruutu 20">
            <a:extLst>
              <a:ext uri="{FF2B5EF4-FFF2-40B4-BE49-F238E27FC236}">
                <a16:creationId xmlns:a16="http://schemas.microsoft.com/office/drawing/2014/main" id="{0A8C277B-29D4-2B00-C784-FE48856A3F69}"/>
              </a:ext>
              <a:ext uri="{C183D7F6-B498-43B3-948B-1728B52AA6E4}">
                <adec:decorative xmlns:adec="http://schemas.microsoft.com/office/drawing/2017/decorative" val="1"/>
              </a:ext>
            </a:extLst>
          </p:cNvPr>
          <p:cNvSpPr txBox="1"/>
          <p:nvPr userDrawn="1"/>
        </p:nvSpPr>
        <p:spPr>
          <a:xfrm>
            <a:off x="2030390" y="-2045911"/>
            <a:ext cx="5005410" cy="425450"/>
          </a:xfrm>
          <a:prstGeom prst="rect">
            <a:avLst/>
          </a:prstGeom>
          <a:noFill/>
        </p:spPr>
        <p:txBody>
          <a:bodyPr wrap="square" lIns="0" tIns="0" rIns="0" bIns="0" rtlCol="0">
            <a:noAutofit/>
          </a:bodyPr>
          <a:lstStyle/>
          <a:p>
            <a:pPr algn="l"/>
            <a:r>
              <a:rPr lang="fi-FI" sz="2000"/>
              <a:t>Vaalennetut päävärit:</a:t>
            </a:r>
          </a:p>
        </p:txBody>
      </p:sp>
      <p:sp>
        <p:nvSpPr>
          <p:cNvPr id="22" name="Ellipsi 21">
            <a:extLst>
              <a:ext uri="{FF2B5EF4-FFF2-40B4-BE49-F238E27FC236}">
                <a16:creationId xmlns:a16="http://schemas.microsoft.com/office/drawing/2014/main" id="{FCF9B3D1-B6B0-5247-C966-E7EA2C20576A}"/>
              </a:ext>
              <a:ext uri="{C183D7F6-B498-43B3-948B-1728B52AA6E4}">
                <adec:decorative xmlns:adec="http://schemas.microsoft.com/office/drawing/2017/decorative" val="1"/>
              </a:ext>
            </a:extLst>
          </p:cNvPr>
          <p:cNvSpPr/>
          <p:nvPr userDrawn="1"/>
        </p:nvSpPr>
        <p:spPr>
          <a:xfrm>
            <a:off x="2030390" y="-1598295"/>
            <a:ext cx="360000" cy="360000"/>
          </a:xfrm>
          <a:prstGeom prst="ellipse">
            <a:avLst/>
          </a:prstGeom>
          <a:solidFill>
            <a:srgbClr val="F4CDD4"/>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08000" rIns="180000" bIns="108000" rtlCol="0" anchor="ctr">
            <a:spAutoFit/>
          </a:bodyPr>
          <a:lstStyle/>
          <a:p>
            <a:pPr algn="l"/>
            <a:endParaRPr lang="fi-FI" err="1"/>
          </a:p>
        </p:txBody>
      </p:sp>
      <p:sp>
        <p:nvSpPr>
          <p:cNvPr id="23" name="Ellipsi 22">
            <a:extLst>
              <a:ext uri="{FF2B5EF4-FFF2-40B4-BE49-F238E27FC236}">
                <a16:creationId xmlns:a16="http://schemas.microsoft.com/office/drawing/2014/main" id="{42AF806E-1BB1-CB72-7FE2-BEBC034B35FF}"/>
              </a:ext>
              <a:ext uri="{C183D7F6-B498-43B3-948B-1728B52AA6E4}">
                <adec:decorative xmlns:adec="http://schemas.microsoft.com/office/drawing/2017/decorative" val="1"/>
              </a:ext>
            </a:extLst>
          </p:cNvPr>
          <p:cNvSpPr/>
          <p:nvPr userDrawn="1"/>
        </p:nvSpPr>
        <p:spPr>
          <a:xfrm>
            <a:off x="2030390" y="-1165139"/>
            <a:ext cx="360000" cy="360000"/>
          </a:xfrm>
          <a:prstGeom prst="ellipse">
            <a:avLst/>
          </a:prstGeom>
          <a:solidFill>
            <a:srgbClr val="FAE7EA"/>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08000" rIns="180000" bIns="108000" rtlCol="0" anchor="ctr">
            <a:spAutoFit/>
          </a:bodyPr>
          <a:lstStyle/>
          <a:p>
            <a:pPr algn="l"/>
            <a:endParaRPr lang="fi-FI" err="1"/>
          </a:p>
        </p:txBody>
      </p:sp>
      <p:sp>
        <p:nvSpPr>
          <p:cNvPr id="24" name="Ellipsi 23">
            <a:extLst>
              <a:ext uri="{FF2B5EF4-FFF2-40B4-BE49-F238E27FC236}">
                <a16:creationId xmlns:a16="http://schemas.microsoft.com/office/drawing/2014/main" id="{78241EEF-279F-914A-A4D4-841D6CA018B3}"/>
              </a:ext>
              <a:ext uri="{C183D7F6-B498-43B3-948B-1728B52AA6E4}">
                <adec:decorative xmlns:adec="http://schemas.microsoft.com/office/drawing/2017/decorative" val="1"/>
              </a:ext>
            </a:extLst>
          </p:cNvPr>
          <p:cNvSpPr/>
          <p:nvPr userDrawn="1"/>
        </p:nvSpPr>
        <p:spPr>
          <a:xfrm>
            <a:off x="2452922" y="-1598295"/>
            <a:ext cx="360000" cy="360000"/>
          </a:xfrm>
          <a:prstGeom prst="ellipse">
            <a:avLst/>
          </a:prstGeom>
          <a:solidFill>
            <a:srgbClr val="9FD4B7"/>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08000" rIns="180000" bIns="108000" rtlCol="0" anchor="ctr">
            <a:spAutoFit/>
          </a:bodyPr>
          <a:lstStyle/>
          <a:p>
            <a:pPr algn="l"/>
            <a:endParaRPr lang="fi-FI" err="1"/>
          </a:p>
        </p:txBody>
      </p:sp>
      <p:sp>
        <p:nvSpPr>
          <p:cNvPr id="25" name="Ellipsi 24">
            <a:extLst>
              <a:ext uri="{FF2B5EF4-FFF2-40B4-BE49-F238E27FC236}">
                <a16:creationId xmlns:a16="http://schemas.microsoft.com/office/drawing/2014/main" id="{F3DDE586-2B60-3644-0026-93CF4D2D5D9E}"/>
              </a:ext>
              <a:ext uri="{C183D7F6-B498-43B3-948B-1728B52AA6E4}">
                <adec:decorative xmlns:adec="http://schemas.microsoft.com/office/drawing/2017/decorative" val="1"/>
              </a:ext>
            </a:extLst>
          </p:cNvPr>
          <p:cNvSpPr/>
          <p:nvPr userDrawn="1"/>
        </p:nvSpPr>
        <p:spPr>
          <a:xfrm>
            <a:off x="2452922" y="-1165139"/>
            <a:ext cx="360000" cy="360000"/>
          </a:xfrm>
          <a:prstGeom prst="ellipse">
            <a:avLst/>
          </a:prstGeom>
          <a:solidFill>
            <a:srgbClr val="DFEEDF"/>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08000" rIns="180000" bIns="108000" rtlCol="0" anchor="ctr">
            <a:spAutoFit/>
          </a:bodyPr>
          <a:lstStyle/>
          <a:p>
            <a:pPr algn="l"/>
            <a:endParaRPr lang="fi-FI" err="1"/>
          </a:p>
        </p:txBody>
      </p:sp>
      <p:sp>
        <p:nvSpPr>
          <p:cNvPr id="26" name="Ellipsi 25">
            <a:extLst>
              <a:ext uri="{FF2B5EF4-FFF2-40B4-BE49-F238E27FC236}">
                <a16:creationId xmlns:a16="http://schemas.microsoft.com/office/drawing/2014/main" id="{8B1FF9D0-8F6C-79BF-0861-B82A012FE565}"/>
              </a:ext>
              <a:ext uri="{C183D7F6-B498-43B3-948B-1728B52AA6E4}">
                <adec:decorative xmlns:adec="http://schemas.microsoft.com/office/drawing/2017/decorative" val="1"/>
              </a:ext>
            </a:extLst>
          </p:cNvPr>
          <p:cNvSpPr/>
          <p:nvPr userDrawn="1"/>
        </p:nvSpPr>
        <p:spPr>
          <a:xfrm>
            <a:off x="2875454" y="-1598295"/>
            <a:ext cx="360000" cy="360000"/>
          </a:xfrm>
          <a:prstGeom prst="ellipse">
            <a:avLst/>
          </a:prstGeom>
          <a:solidFill>
            <a:srgbClr val="9DCEEF"/>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08000" rIns="180000" bIns="108000" rtlCol="0" anchor="ctr">
            <a:spAutoFit/>
          </a:bodyPr>
          <a:lstStyle/>
          <a:p>
            <a:pPr algn="l"/>
            <a:endParaRPr lang="fi-FI" err="1"/>
          </a:p>
        </p:txBody>
      </p:sp>
      <p:sp>
        <p:nvSpPr>
          <p:cNvPr id="27" name="Ellipsi 26">
            <a:extLst>
              <a:ext uri="{FF2B5EF4-FFF2-40B4-BE49-F238E27FC236}">
                <a16:creationId xmlns:a16="http://schemas.microsoft.com/office/drawing/2014/main" id="{B93856B3-5429-D059-337B-43A3EAEC4525}"/>
              </a:ext>
              <a:ext uri="{C183D7F6-B498-43B3-948B-1728B52AA6E4}">
                <adec:decorative xmlns:adec="http://schemas.microsoft.com/office/drawing/2017/decorative" val="1"/>
              </a:ext>
            </a:extLst>
          </p:cNvPr>
          <p:cNvSpPr/>
          <p:nvPr userDrawn="1"/>
        </p:nvSpPr>
        <p:spPr>
          <a:xfrm>
            <a:off x="2875454" y="-1165139"/>
            <a:ext cx="360000" cy="360000"/>
          </a:xfrm>
          <a:prstGeom prst="ellipse">
            <a:avLst/>
          </a:prstGeom>
          <a:solidFill>
            <a:srgbClr val="C2E1F6"/>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08000" rIns="180000" bIns="108000" rtlCol="0" anchor="ctr">
            <a:spAutoFit/>
          </a:bodyPr>
          <a:lstStyle/>
          <a:p>
            <a:pPr algn="l"/>
            <a:endParaRPr lang="fi-FI" err="1"/>
          </a:p>
        </p:txBody>
      </p:sp>
      <p:sp>
        <p:nvSpPr>
          <p:cNvPr id="28" name="Ellipsi 27">
            <a:extLst>
              <a:ext uri="{FF2B5EF4-FFF2-40B4-BE49-F238E27FC236}">
                <a16:creationId xmlns:a16="http://schemas.microsoft.com/office/drawing/2014/main" id="{44B1A4DC-33C5-EBD0-5F84-CE31C5BC6BC5}"/>
              </a:ext>
              <a:ext uri="{C183D7F6-B498-43B3-948B-1728B52AA6E4}">
                <adec:decorative xmlns:adec="http://schemas.microsoft.com/office/drawing/2017/decorative" val="1"/>
              </a:ext>
            </a:extLst>
          </p:cNvPr>
          <p:cNvSpPr/>
          <p:nvPr userDrawn="1"/>
        </p:nvSpPr>
        <p:spPr>
          <a:xfrm>
            <a:off x="3297986" y="-1598295"/>
            <a:ext cx="360000" cy="360000"/>
          </a:xfrm>
          <a:prstGeom prst="ellipse">
            <a:avLst/>
          </a:prstGeom>
          <a:solidFill>
            <a:srgbClr val="888B8D"/>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08000" rIns="180000" bIns="108000" rtlCol="0" anchor="ctr">
            <a:spAutoFit/>
          </a:bodyPr>
          <a:lstStyle/>
          <a:p>
            <a:pPr algn="l"/>
            <a:endParaRPr lang="fi-FI" err="1"/>
          </a:p>
        </p:txBody>
      </p:sp>
      <p:sp>
        <p:nvSpPr>
          <p:cNvPr id="29" name="Ellipsi 28">
            <a:extLst>
              <a:ext uri="{FF2B5EF4-FFF2-40B4-BE49-F238E27FC236}">
                <a16:creationId xmlns:a16="http://schemas.microsoft.com/office/drawing/2014/main" id="{5AD539A7-4609-32ED-09DA-F5603E238A31}"/>
              </a:ext>
              <a:ext uri="{C183D7F6-B498-43B3-948B-1728B52AA6E4}">
                <adec:decorative xmlns:adec="http://schemas.microsoft.com/office/drawing/2017/decorative" val="1"/>
              </a:ext>
            </a:extLst>
          </p:cNvPr>
          <p:cNvSpPr/>
          <p:nvPr userDrawn="1"/>
        </p:nvSpPr>
        <p:spPr>
          <a:xfrm>
            <a:off x="3297986" y="-1165139"/>
            <a:ext cx="360000" cy="360000"/>
          </a:xfrm>
          <a:prstGeom prst="ellipse">
            <a:avLst/>
          </a:prstGeom>
          <a:solidFill>
            <a:srgbClr val="E4E1DC"/>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08000" rIns="180000" bIns="108000" rtlCol="0" anchor="ctr">
            <a:spAutoFit/>
          </a:bodyPr>
          <a:lstStyle/>
          <a:p>
            <a:pPr algn="l"/>
            <a:endParaRPr lang="fi-FI" err="1"/>
          </a:p>
        </p:txBody>
      </p:sp>
      <p:sp>
        <p:nvSpPr>
          <p:cNvPr id="34" name="Ellipsi 33">
            <a:extLst>
              <a:ext uri="{FF2B5EF4-FFF2-40B4-BE49-F238E27FC236}">
                <a16:creationId xmlns:a16="http://schemas.microsoft.com/office/drawing/2014/main" id="{42F975C8-45A3-2C8A-B854-838CE864B898}"/>
              </a:ext>
              <a:ext uri="{C183D7F6-B498-43B3-948B-1728B52AA6E4}">
                <adec:decorative xmlns:adec="http://schemas.microsoft.com/office/drawing/2017/decorative" val="1"/>
              </a:ext>
            </a:extLst>
          </p:cNvPr>
          <p:cNvSpPr/>
          <p:nvPr userDrawn="1"/>
        </p:nvSpPr>
        <p:spPr>
          <a:xfrm>
            <a:off x="0" y="-1165139"/>
            <a:ext cx="360000" cy="360000"/>
          </a:xfrm>
          <a:prstGeom prst="ellipse">
            <a:avLst/>
          </a:prstGeom>
          <a:solidFill>
            <a:srgbClr val="F8BEA4"/>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08000" rIns="180000" bIns="108000" rtlCol="0" anchor="ctr">
            <a:spAutoFit/>
          </a:bodyPr>
          <a:lstStyle/>
          <a:p>
            <a:pPr algn="l"/>
            <a:endParaRPr lang="fi-FI" err="1"/>
          </a:p>
        </p:txBody>
      </p:sp>
    </p:spTree>
    <p:extLst>
      <p:ext uri="{BB962C8B-B14F-4D97-AF65-F5344CB8AC3E}">
        <p14:creationId xmlns:p14="http://schemas.microsoft.com/office/powerpoint/2010/main" val="2656961251"/>
      </p:ext>
    </p:extLst>
  </p:cSld>
  <p:clrMap bg1="lt1" tx1="dk1" bg2="lt2" tx2="dk2" accent1="accent1" accent2="accent2" accent3="accent3" accent4="accent4" accent5="accent5" accent6="accent6" hlink="hlink" folHlink="folHlink"/>
  <p:sldLayoutIdLst>
    <p:sldLayoutId id="2147483689" r:id="rId1"/>
    <p:sldLayoutId id="2147483713" r:id="rId2"/>
    <p:sldLayoutId id="2147483720" r:id="rId3"/>
    <p:sldLayoutId id="2147483702" r:id="rId4"/>
    <p:sldLayoutId id="2147483714" r:id="rId5"/>
    <p:sldLayoutId id="2147483666" r:id="rId6"/>
    <p:sldLayoutId id="2147483708" r:id="rId7"/>
    <p:sldLayoutId id="2147483709" r:id="rId8"/>
    <p:sldLayoutId id="2147483682" r:id="rId9"/>
    <p:sldLayoutId id="2147483683" r:id="rId10"/>
    <p:sldLayoutId id="2147483688" r:id="rId11"/>
    <p:sldLayoutId id="2147483671" r:id="rId12"/>
    <p:sldLayoutId id="2147483694" r:id="rId13"/>
    <p:sldLayoutId id="2147483695" r:id="rId14"/>
    <p:sldLayoutId id="2147483667" r:id="rId15"/>
    <p:sldLayoutId id="2147483719" r:id="rId16"/>
    <p:sldLayoutId id="2147483669" r:id="rId17"/>
    <p:sldLayoutId id="2147483717" r:id="rId18"/>
    <p:sldLayoutId id="2147483690" r:id="rId19"/>
    <p:sldLayoutId id="2147483718" r:id="rId20"/>
    <p:sldLayoutId id="2147483673" r:id="rId21"/>
    <p:sldLayoutId id="2147483670" r:id="rId22"/>
    <p:sldLayoutId id="2147483691" r:id="rId23"/>
    <p:sldLayoutId id="2147483678" r:id="rId24"/>
    <p:sldLayoutId id="2147483679" r:id="rId25"/>
    <p:sldLayoutId id="2147483684" r:id="rId26"/>
    <p:sldLayoutId id="2147483701" r:id="rId27"/>
    <p:sldLayoutId id="2147483685" r:id="rId28"/>
    <p:sldLayoutId id="2147483712" r:id="rId29"/>
    <p:sldLayoutId id="2147483715" r:id="rId30"/>
    <p:sldLayoutId id="2147483716" r:id="rId31"/>
    <p:sldLayoutId id="2147483721" r:id="rId32"/>
  </p:sldLayoutIdLst>
  <p:hf hdr="0"/>
  <p:txStyles>
    <p:titleStyle>
      <a:lvl1pPr algn="l" defTabSz="914377" rtl="0" eaLnBrk="1" latinLnBrk="0" hangingPunct="1">
        <a:lnSpc>
          <a:spcPct val="100000"/>
        </a:lnSpc>
        <a:spcBef>
          <a:spcPct val="0"/>
        </a:spcBef>
        <a:spcAft>
          <a:spcPts val="600"/>
        </a:spcAft>
        <a:buNone/>
        <a:defRPr sz="3200" b="1" kern="1200">
          <a:solidFill>
            <a:schemeClr val="accent1"/>
          </a:solidFill>
          <a:latin typeface="Verdana" panose="020B0604030504040204" pitchFamily="34" charset="0"/>
          <a:ea typeface="Verdana" panose="020B0604030504040204" pitchFamily="34" charset="0"/>
          <a:cs typeface="+mj-cs"/>
        </a:defRPr>
      </a:lvl1pPr>
    </p:titleStyle>
    <p:bodyStyle>
      <a:lvl1pPr marL="180000" indent="-180000" algn="l" defTabSz="914377" rtl="0" eaLnBrk="1" latinLnBrk="0" hangingPunct="1">
        <a:lnSpc>
          <a:spcPct val="100000"/>
        </a:lnSpc>
        <a:spcBef>
          <a:spcPts val="1000"/>
        </a:spcBef>
        <a:buClr>
          <a:schemeClr val="tx2"/>
        </a:buClr>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1pPr>
      <a:lvl2pPr marL="540000" indent="-180000" algn="l" defTabSz="914377" rtl="0" eaLnBrk="1" latinLnBrk="0" hangingPunct="1">
        <a:lnSpc>
          <a:spcPct val="100000"/>
        </a:lnSpc>
        <a:spcBef>
          <a:spcPts val="500"/>
        </a:spcBef>
        <a:buClr>
          <a:schemeClr val="tx2"/>
        </a:buClr>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2pPr>
      <a:lvl3pPr marL="900000" indent="-180000" algn="l" defTabSz="914377" rtl="0" eaLnBrk="1" latinLnBrk="0" hangingPunct="1">
        <a:lnSpc>
          <a:spcPct val="100000"/>
        </a:lnSpc>
        <a:spcBef>
          <a:spcPts val="500"/>
        </a:spcBef>
        <a:buClr>
          <a:schemeClr val="tx2"/>
        </a:buClr>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mn-cs"/>
        </a:defRPr>
      </a:lvl3pPr>
      <a:lvl4pPr marL="1260000" indent="-180000" algn="l" defTabSz="914377" rtl="0" eaLnBrk="1" latinLnBrk="0" hangingPunct="1">
        <a:lnSpc>
          <a:spcPct val="100000"/>
        </a:lnSpc>
        <a:spcBef>
          <a:spcPts val="500"/>
        </a:spcBef>
        <a:buClr>
          <a:schemeClr val="tx2"/>
        </a:buClr>
        <a:buFont typeface="Arial" panose="020B0604020202020204" pitchFamily="34" charset="0"/>
        <a:buChar char="•"/>
        <a:defRPr sz="1400" kern="1200">
          <a:solidFill>
            <a:schemeClr val="tx1"/>
          </a:solidFill>
          <a:latin typeface="Verdana" panose="020B0604030504040204" pitchFamily="34" charset="0"/>
          <a:ea typeface="Verdana" panose="020B0604030504040204" pitchFamily="34" charset="0"/>
          <a:cs typeface="+mn-cs"/>
        </a:defRPr>
      </a:lvl4pPr>
      <a:lvl5pPr marL="1620000" indent="-180000" algn="l" defTabSz="914377" rtl="0" eaLnBrk="1" latinLnBrk="0" hangingPunct="1">
        <a:lnSpc>
          <a:spcPct val="100000"/>
        </a:lnSpc>
        <a:spcBef>
          <a:spcPts val="500"/>
        </a:spcBef>
        <a:buClr>
          <a:schemeClr val="tx2"/>
        </a:buClr>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40" userDrawn="1">
          <p15:clr>
            <a:srgbClr val="F26B43"/>
          </p15:clr>
        </p15:guide>
        <p15:guide id="4" pos="3726" userDrawn="1">
          <p15:clr>
            <a:srgbClr val="F26B43"/>
          </p15:clr>
        </p15:guide>
        <p15:guide id="5" pos="3953" userDrawn="1">
          <p15:clr>
            <a:srgbClr val="F26B43"/>
          </p15:clr>
        </p15:guide>
        <p15:guide id="6" pos="7339" userDrawn="1">
          <p15:clr>
            <a:srgbClr val="F26B43"/>
          </p15:clr>
        </p15:guide>
        <p15:guide id="7" orient="horz" userDrawn="1">
          <p15:clr>
            <a:srgbClr val="F26B43"/>
          </p15:clr>
        </p15:guide>
        <p15:guide id="8" orient="horz" pos="4320" userDrawn="1">
          <p15:clr>
            <a:srgbClr val="F26B43"/>
          </p15:clr>
        </p15:guide>
        <p15:guide id="9" orient="horz" pos="340" userDrawn="1">
          <p15:clr>
            <a:srgbClr val="F26B43"/>
          </p15:clr>
        </p15:guide>
        <p15:guide id="10" orient="horz" pos="522" userDrawn="1">
          <p15:clr>
            <a:srgbClr val="F26B43"/>
          </p15:clr>
        </p15:guide>
        <p15:guide id="11" orient="horz" pos="704" userDrawn="1">
          <p15:clr>
            <a:srgbClr val="F26B43"/>
          </p15:clr>
        </p15:guide>
        <p15:guide id="12" orient="horz" pos="886" userDrawn="1">
          <p15:clr>
            <a:srgbClr val="F26B43"/>
          </p15:clr>
        </p15:guide>
        <p15:guide id="13" orient="horz" pos="1071" userDrawn="1">
          <p15:clr>
            <a:srgbClr val="F26B43"/>
          </p15:clr>
        </p15:guide>
        <p15:guide id="14" orient="horz" pos="1250" userDrawn="1">
          <p15:clr>
            <a:srgbClr val="F26B43"/>
          </p15:clr>
        </p15:guide>
        <p15:guide id="15" orient="horz" pos="1432" userDrawn="1">
          <p15:clr>
            <a:srgbClr val="F26B43"/>
          </p15:clr>
        </p15:guide>
        <p15:guide id="16" orient="horz" pos="1614" userDrawn="1">
          <p15:clr>
            <a:srgbClr val="F26B43"/>
          </p15:clr>
        </p15:guide>
        <p15:guide id="17" orient="horz" pos="1796" userDrawn="1">
          <p15:clr>
            <a:srgbClr val="F26B43"/>
          </p15:clr>
        </p15:guide>
        <p15:guide id="18" orient="horz" pos="1978" userDrawn="1">
          <p15:clr>
            <a:srgbClr val="F26B43"/>
          </p15:clr>
        </p15:guide>
        <p15:guide id="19" orient="horz" pos="2160" userDrawn="1">
          <p15:clr>
            <a:srgbClr val="F26B43"/>
          </p15:clr>
        </p15:guide>
        <p15:guide id="20" orient="horz" pos="2341" userDrawn="1">
          <p15:clr>
            <a:srgbClr val="F26B43"/>
          </p15:clr>
        </p15:guide>
        <p15:guide id="21" orient="horz" pos="2523" userDrawn="1">
          <p15:clr>
            <a:srgbClr val="F26B43"/>
          </p15:clr>
        </p15:guide>
        <p15:guide id="22" orient="horz" pos="2705" userDrawn="1">
          <p15:clr>
            <a:srgbClr val="F26B43"/>
          </p15:clr>
        </p15:guide>
        <p15:guide id="23" orient="horz" pos="2887" userDrawn="1">
          <p15:clr>
            <a:srgbClr val="F26B43"/>
          </p15:clr>
        </p15:guide>
        <p15:guide id="24" orient="horz" pos="3069" userDrawn="1">
          <p15:clr>
            <a:srgbClr val="F26B43"/>
          </p15:clr>
        </p15:guide>
        <p15:guide id="25" orient="horz" pos="3251" userDrawn="1">
          <p15:clr>
            <a:srgbClr val="F26B43"/>
          </p15:clr>
        </p15:guide>
        <p15:guide id="26" orient="horz" pos="3433" userDrawn="1">
          <p15:clr>
            <a:srgbClr val="F26B43"/>
          </p15:clr>
        </p15:guide>
        <p15:guide id="27" orient="horz" pos="3615" userDrawn="1">
          <p15:clr>
            <a:srgbClr val="F26B43"/>
          </p15:clr>
        </p15:guide>
        <p15:guide id="28" orient="horz" pos="3793" userDrawn="1">
          <p15:clr>
            <a:srgbClr val="F26B43"/>
          </p15:clr>
        </p15:guide>
        <p15:guide id="29" orient="horz" pos="397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xml.rels><?xml version="1.0" encoding="UTF-8" standalone="yes"?>
<Relationships xmlns="http://schemas.openxmlformats.org/package/2006/relationships"><Relationship Id="rId2" Type="http://schemas.openxmlformats.org/officeDocument/2006/relationships/hyperlink" Target="mailto:https://drive.google.com/file/d/1cB-WV_YkXf4vBem1WpxuXQA1y2SXBMpr/view?usp=drive_link" TargetMode="External"/><Relationship Id="rId1" Type="http://schemas.openxmlformats.org/officeDocument/2006/relationships/slideLayout" Target="../slideLayouts/slideLayout3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5.png"/><Relationship Id="rId3" Type="http://schemas.openxmlformats.org/officeDocument/2006/relationships/image" Target="../media/image25.png"/><Relationship Id="rId7" Type="http://schemas.openxmlformats.org/officeDocument/2006/relationships/image" Target="../media/image29.png"/><Relationship Id="rId12" Type="http://schemas.openxmlformats.org/officeDocument/2006/relationships/image" Target="../media/image34.svg"/><Relationship Id="rId2" Type="http://schemas.openxmlformats.org/officeDocument/2006/relationships/image" Target="../media/image24.png"/><Relationship Id="rId16" Type="http://schemas.openxmlformats.org/officeDocument/2006/relationships/image" Target="../media/image38.svg"/><Relationship Id="rId1" Type="http://schemas.openxmlformats.org/officeDocument/2006/relationships/slideLayout" Target="../slideLayouts/slideLayout19.xml"/><Relationship Id="rId6" Type="http://schemas.openxmlformats.org/officeDocument/2006/relationships/image" Target="../media/image28.png"/><Relationship Id="rId11" Type="http://schemas.openxmlformats.org/officeDocument/2006/relationships/image" Target="../media/image33.svg"/><Relationship Id="rId5" Type="http://schemas.openxmlformats.org/officeDocument/2006/relationships/image" Target="../media/image27.png"/><Relationship Id="rId15" Type="http://schemas.openxmlformats.org/officeDocument/2006/relationships/image" Target="../media/image3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svg"/><Relationship Id="rId14" Type="http://schemas.openxmlformats.org/officeDocument/2006/relationships/image" Target="../media/image3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xml"/><Relationship Id="rId1" Type="http://schemas.openxmlformats.org/officeDocument/2006/relationships/slideLayout" Target="../slideLayouts/slideLayout2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xml"/><Relationship Id="rId1" Type="http://schemas.openxmlformats.org/officeDocument/2006/relationships/slideLayout" Target="../slideLayouts/slideLayout22.xml"/><Relationship Id="rId4" Type="http://schemas.openxmlformats.org/officeDocument/2006/relationships/image" Target="../media/image4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EE6F2-8F77-1215-369D-9155F5B4497F}"/>
            </a:ext>
          </a:extLst>
        </p:cNvPr>
        <p:cNvGrpSpPr/>
        <p:nvPr/>
      </p:nvGrpSpPr>
      <p:grpSpPr>
        <a:xfrm>
          <a:off x="0" y="0"/>
          <a:ext cx="0" cy="0"/>
          <a:chOff x="0" y="0"/>
          <a:chExt cx="0" cy="0"/>
        </a:xfrm>
      </p:grpSpPr>
      <p:sp>
        <p:nvSpPr>
          <p:cNvPr id="2" name="Otsikko 1">
            <a:extLst>
              <a:ext uri="{FF2B5EF4-FFF2-40B4-BE49-F238E27FC236}">
                <a16:creationId xmlns:a16="http://schemas.microsoft.com/office/drawing/2014/main" id="{31E6591B-5AAE-3CC3-64F4-B5FD5162FD4D}"/>
              </a:ext>
            </a:extLst>
          </p:cNvPr>
          <p:cNvSpPr>
            <a:spLocks noGrp="1"/>
          </p:cNvSpPr>
          <p:nvPr>
            <p:ph type="title" idx="4294967295"/>
          </p:nvPr>
        </p:nvSpPr>
        <p:spPr>
          <a:xfrm>
            <a:off x="546100" y="215900"/>
            <a:ext cx="10569575" cy="577850"/>
          </a:xfrm>
        </p:spPr>
        <p:txBody>
          <a:bodyPr/>
          <a:lstStyle/>
          <a:p>
            <a:r>
              <a:rPr lang="fi-FI" dirty="0" err="1"/>
              <a:t>AnalogTwins</a:t>
            </a:r>
            <a:r>
              <a:rPr lang="fi-FI" dirty="0"/>
              <a:t> - Potilastietojen yhteenveto - 18</a:t>
            </a:r>
          </a:p>
        </p:txBody>
      </p:sp>
      <p:sp>
        <p:nvSpPr>
          <p:cNvPr id="5" name="Dian numeron paikkamerkki 4">
            <a:extLst>
              <a:ext uri="{FF2B5EF4-FFF2-40B4-BE49-F238E27FC236}">
                <a16:creationId xmlns:a16="http://schemas.microsoft.com/office/drawing/2014/main" id="{F824341C-659D-A250-7B5C-1C3DD760CB2D}"/>
              </a:ext>
            </a:extLst>
          </p:cNvPr>
          <p:cNvSpPr>
            <a:spLocks noGrp="1"/>
          </p:cNvSpPr>
          <p:nvPr>
            <p:ph type="sldNum" sz="quarter" idx="4294967295"/>
          </p:nvPr>
        </p:nvSpPr>
        <p:spPr>
          <a:xfrm>
            <a:off x="11650663" y="6318250"/>
            <a:ext cx="541337" cy="365125"/>
          </a:xfrm>
        </p:spPr>
        <p:txBody>
          <a:bodyPr/>
          <a:lstStyle/>
          <a:p>
            <a:fld id="{07F0CC26-4241-4995-BDB3-9E0D3B0C702B}" type="slidenum">
              <a:rPr lang="fi-FI" smtClean="0"/>
              <a:t>1</a:t>
            </a:fld>
            <a:endParaRPr lang="fi-FI"/>
          </a:p>
        </p:txBody>
      </p:sp>
      <p:sp>
        <p:nvSpPr>
          <p:cNvPr id="20" name="Tiimi ja haaste">
            <a:extLst>
              <a:ext uri="{FF2B5EF4-FFF2-40B4-BE49-F238E27FC236}">
                <a16:creationId xmlns:a16="http://schemas.microsoft.com/office/drawing/2014/main" id="{88197F9C-D25E-199B-39FF-5C80954C9B5A}"/>
              </a:ext>
            </a:extLst>
          </p:cNvPr>
          <p:cNvSpPr/>
          <p:nvPr/>
        </p:nvSpPr>
        <p:spPr>
          <a:xfrm>
            <a:off x="546100" y="850900"/>
            <a:ext cx="11112500" cy="279400"/>
          </a:xfrm>
          <a:prstGeom prst="rect">
            <a:avLst/>
          </a:prstGeom>
          <a:noFill/>
          <a:ln>
            <a:noFill/>
          </a:ln>
        </p:spPr>
        <p:txBody>
          <a:bodyPr wrap="square" lIns="0" tIns="0" rIns="0" bIns="0" anchor="t">
            <a:noAutofit/>
          </a:bodyPr>
          <a:lstStyle/>
          <a:p>
            <a:pPr>
              <a:spcAft>
                <a:spcPts val="0"/>
              </a:spcAft>
              <a:buNone/>
            </a:pPr>
            <a:r>
              <a:rPr lang="fi-FI" sz="1400" b="1" dirty="0">
                <a:solidFill>
                  <a:srgbClr val="000000"/>
                </a:solidFill>
              </a:rPr>
              <a:t>Haaste: </a:t>
            </a:r>
            <a:r>
              <a:rPr lang="fi-FI" sz="1400" dirty="0">
                <a:solidFill>
                  <a:srgbClr val="000000"/>
                </a:solidFill>
              </a:rPr>
              <a:t>2.1 Asiakkaan valmiit esitiedot asioinnissa</a:t>
            </a:r>
          </a:p>
        </p:txBody>
      </p:sp>
      <p:sp>
        <p:nvSpPr>
          <p:cNvPr id="21" name="Bar">
            <a:extLst>
              <a:ext uri="{FF2B5EF4-FFF2-40B4-BE49-F238E27FC236}">
                <a16:creationId xmlns:a16="http://schemas.microsoft.com/office/drawing/2014/main" id="{5A97C2BE-EE22-229E-0865-8A2657A56FB2}"/>
              </a:ext>
            </a:extLst>
          </p:cNvPr>
          <p:cNvSpPr/>
          <p:nvPr/>
        </p:nvSpPr>
        <p:spPr>
          <a:xfrm>
            <a:off x="546100" y="1168400"/>
            <a:ext cx="11112500" cy="50800"/>
          </a:xfrm>
          <a:prstGeom prst="rect">
            <a:avLst/>
          </a:prstGeom>
          <a:solidFill>
            <a:srgbClr val="6E112E"/>
          </a:solidFill>
          <a:ln>
            <a:noFill/>
          </a:ln>
        </p:spPr>
        <p:txBody>
          <a:bodyPr/>
          <a:lstStyle/>
          <a:p>
            <a:endParaRPr lang="fi-FI"/>
          </a:p>
        </p:txBody>
      </p:sp>
      <p:sp>
        <p:nvSpPr>
          <p:cNvPr id="22" name="Ratkaisun kuvaus">
            <a:extLst>
              <a:ext uri="{FF2B5EF4-FFF2-40B4-BE49-F238E27FC236}">
                <a16:creationId xmlns:a16="http://schemas.microsoft.com/office/drawing/2014/main" id="{DD7D0366-3514-B2E4-B954-C9CBDC8D2384}"/>
              </a:ext>
            </a:extLst>
          </p:cNvPr>
          <p:cNvSpPr/>
          <p:nvPr/>
        </p:nvSpPr>
        <p:spPr>
          <a:xfrm>
            <a:off x="546100" y="1219200"/>
            <a:ext cx="11112500" cy="4165600"/>
          </a:xfrm>
          <a:prstGeom prst="rect">
            <a:avLst/>
          </a:prstGeom>
          <a:solidFill>
            <a:srgbClr val="F4F2EF"/>
          </a:solidFill>
          <a:ln>
            <a:noFill/>
          </a:ln>
        </p:spPr>
        <p:txBody>
          <a:bodyPr wrap="square" lIns="177800" tIns="127000" rIns="177800" bIns="127000" anchor="t">
            <a:noAutofit/>
          </a:bodyPr>
          <a:lstStyle/>
          <a:p>
            <a:pPr>
              <a:spcAft>
                <a:spcPts val="800"/>
              </a:spcAft>
            </a:pPr>
            <a:r>
              <a:rPr lang="fi-FI" sz="1400" b="1" dirty="0">
                <a:solidFill>
                  <a:srgbClr val="6E112E"/>
                </a:solidFill>
              </a:rPr>
              <a:t>Ratkaisun kuvaus</a:t>
            </a:r>
            <a:r>
              <a:rPr lang="fi-FI" sz="1400" dirty="0">
                <a:solidFill>
                  <a:srgbClr val="5F5F5F"/>
                </a:solidFill>
              </a:rPr>
              <a:t>   </a:t>
            </a:r>
            <a:r>
              <a:rPr lang="fi-FI" sz="1400" b="1" dirty="0">
                <a:solidFill>
                  <a:srgbClr val="5F5F5F"/>
                </a:solidFill>
              </a:rPr>
              <a:t>Omat terveystietoni</a:t>
            </a:r>
            <a:r>
              <a:rPr lang="fi-FI" sz="1400" dirty="0">
                <a:solidFill>
                  <a:srgbClr val="5F5F5F"/>
                </a:solidFill>
              </a:rPr>
              <a:t> -sovellus voimaannuttaa potilaan omien terveys- ja hyvinvointitietojensa haltijaksi ja helpottaa tietojen välittämistä eri palvelujen välillä. Sen sijaan, että asiakas täyttäisi käsin tietoja lomakkeille, josta niitä siirretään käsin eri järjestelmiin, tiedot lääkityksistä, allergioista, diagnooseista ym. siirtyvät automatisoidusti asiakkaan hallitsemina hänen valitsemiinsa paikkoihin. Omat terveystiedot perustuu kansainväliseen potilastietojen yhteenvedon määritykseen ja tiedot tallennetaan kansainvälisten standardien mukaan, mikä helpottaa tietojen uudelleenkäyttöä. Kun perustiedot siirtyvät automaattisesti, jää enemmän aikaa keskittyä asiakkaan kohtaamiseen ja akuutteihin tietoihin.</a:t>
            </a:r>
            <a:endParaRPr lang="fi-FI" sz="1400" b="1" dirty="0">
              <a:solidFill>
                <a:srgbClr val="5F5F5F"/>
              </a:solidFill>
            </a:endParaRPr>
          </a:p>
          <a:p>
            <a:pPr>
              <a:spcAft>
                <a:spcPts val="800"/>
              </a:spcAft>
              <a:buNone/>
            </a:pPr>
            <a:r>
              <a:rPr lang="fi-FI" sz="1400" b="1" dirty="0">
                <a:solidFill>
                  <a:srgbClr val="6E112E"/>
                </a:solidFill>
              </a:rPr>
              <a:t>Ratkaisu lyhyesti: </a:t>
            </a:r>
            <a:r>
              <a:rPr lang="fi-FI" sz="1400" dirty="0">
                <a:solidFill>
                  <a:srgbClr val="5F5F5F"/>
                </a:solidFill>
              </a:rPr>
              <a:t>Sovellus hakee tiedot Kanta-palveluista ja muista lähteistä ja tallentaa ne rakenteisina potilaan itsensä hallinnoimaan sovellukseen. Potilas voi jakaa tiedot esimerkiksi Lunnaan. Näitä tietoja voidaan käyttää esimerkiksi täyttämään automaattisesti esitietokyselyjen vastauksia.</a:t>
            </a:r>
          </a:p>
          <a:p>
            <a:pPr>
              <a:spcAft>
                <a:spcPts val="800"/>
              </a:spcAft>
              <a:buNone/>
            </a:pPr>
            <a:r>
              <a:rPr lang="fi-FI" sz="1400" b="1" dirty="0">
                <a:solidFill>
                  <a:srgbClr val="6E112E"/>
                </a:solidFill>
              </a:rPr>
              <a:t>Miten ratkaisu vastaa haasteeseen: </a:t>
            </a:r>
            <a:r>
              <a:rPr lang="fi-FI" sz="1400" dirty="0">
                <a:solidFill>
                  <a:srgbClr val="5F5F5F"/>
                </a:solidFill>
              </a:rPr>
              <a:t>Näemme keskeisenä haasteena sen, että yleisten perustietojen kysyminen potilaalta haastattelussa tai syöttäminen käsin lomakkeille kuluttaa resursseja ja turhauttaa. Tietoja saattaa unohtua tai ne voivat tulla kirjatuksi epäselvästi tai väärin. Rakenteisessa standardimuodossa välitetyt tiedot sujuvoittavat prosessia ja parantavat tietojen laatua.</a:t>
            </a:r>
          </a:p>
          <a:p>
            <a:pPr>
              <a:spcAft>
                <a:spcPts val="0"/>
              </a:spcAft>
              <a:buNone/>
            </a:pPr>
            <a:r>
              <a:rPr lang="fi-FI" sz="1400" b="1" dirty="0">
                <a:solidFill>
                  <a:srgbClr val="6E112E"/>
                </a:solidFill>
              </a:rPr>
              <a:t>Tekoälyn käyttö: </a:t>
            </a:r>
            <a:r>
              <a:rPr lang="fi-FI" sz="1400" dirty="0">
                <a:solidFill>
                  <a:srgbClr val="5F5F5F"/>
                </a:solidFill>
              </a:rPr>
              <a:t>Tekoäly auttaa muokkaamaan omat terveystiedot rakenteiseen standardimuotoon. Ratkaisussa tekoäly tekee ehdotuksia, jotka ihminen (potilas tai terveydenhuollon ammattilainen) aina tarkastaa. Muodostetusta potilastietoyhteenvedosta käy ilmi, kuka sen on tarkastanut sekä onko sen luomisessa käytetty tekoälyä.</a:t>
            </a:r>
          </a:p>
        </p:txBody>
      </p:sp>
      <p:sp>
        <p:nvSpPr>
          <p:cNvPr id="3" name="Suorakulmio 2">
            <a:extLst>
              <a:ext uri="{FF2B5EF4-FFF2-40B4-BE49-F238E27FC236}">
                <a16:creationId xmlns:a16="http://schemas.microsoft.com/office/drawing/2014/main" id="{14786B14-1672-E848-C5FD-CE2B7482C9C4}"/>
              </a:ext>
            </a:extLst>
          </p:cNvPr>
          <p:cNvSpPr/>
          <p:nvPr/>
        </p:nvSpPr>
        <p:spPr>
          <a:xfrm>
            <a:off x="546100" y="5486400"/>
            <a:ext cx="11112500" cy="812800"/>
          </a:xfrm>
          <a:prstGeom prst="rect">
            <a:avLst/>
          </a:prstGeom>
          <a:solidFill>
            <a:srgbClr val="F4F2EF"/>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oAutofit/>
          </a:bodyPr>
          <a:lstStyle/>
          <a:p>
            <a:pPr algn="l"/>
            <a:endParaRPr lang="fi-FI" err="1"/>
          </a:p>
        </p:txBody>
      </p:sp>
      <p:sp>
        <p:nvSpPr>
          <p:cNvPr id="4" name="Tekstiruutu 3">
            <a:extLst>
              <a:ext uri="{FF2B5EF4-FFF2-40B4-BE49-F238E27FC236}">
                <a16:creationId xmlns:a16="http://schemas.microsoft.com/office/drawing/2014/main" id="{D11CC246-68F1-2448-2C2F-C2CCF2F7D81D}"/>
              </a:ext>
            </a:extLst>
          </p:cNvPr>
          <p:cNvSpPr txBox="1"/>
          <p:nvPr/>
        </p:nvSpPr>
        <p:spPr>
          <a:xfrm>
            <a:off x="3594100" y="5486400"/>
            <a:ext cx="8064500" cy="812800"/>
          </a:xfrm>
          <a:prstGeom prst="rect">
            <a:avLst/>
          </a:prstGeom>
          <a:noFill/>
        </p:spPr>
        <p:txBody>
          <a:bodyPr wrap="square" lIns="101600" tIns="25400" rIns="177800" bIns="25400" anchor="ctr">
            <a:noAutofit/>
          </a:bodyPr>
          <a:lstStyle/>
          <a:p>
            <a:pPr marL="171450" indent="-171450">
              <a:spcAft>
                <a:spcPts val="0"/>
              </a:spcAft>
              <a:buClr>
                <a:srgbClr val="6E112E"/>
              </a:buClr>
              <a:buFont typeface="+mj-lt"/>
              <a:buAutoNum type="arabicPeriod"/>
            </a:pPr>
            <a:r>
              <a:rPr lang="fi-FI" sz="1000" dirty="0">
                <a:solidFill>
                  <a:srgbClr val="5F5F5F"/>
                </a:solidFill>
              </a:rPr>
              <a:t>Malli tai palvelu: Potilaan voimaannuttaminen, IPS-määrittely</a:t>
            </a:r>
          </a:p>
          <a:p>
            <a:pPr marL="171450" indent="-171450">
              <a:spcAft>
                <a:spcPts val="0"/>
              </a:spcAft>
              <a:buClr>
                <a:srgbClr val="6E112E"/>
              </a:buClr>
              <a:buFont typeface="+mj-lt"/>
              <a:buAutoNum type="arabicPeriod"/>
            </a:pPr>
            <a:r>
              <a:rPr lang="fi-FI" sz="1000" dirty="0">
                <a:solidFill>
                  <a:srgbClr val="5F5F5F"/>
                </a:solidFill>
              </a:rPr>
              <a:t>Kehitysympäristö: Claude </a:t>
            </a:r>
            <a:r>
              <a:rPr lang="fi-FI" sz="1000" dirty="0" err="1">
                <a:solidFill>
                  <a:srgbClr val="5F5F5F"/>
                </a:solidFill>
              </a:rPr>
              <a:t>Code</a:t>
            </a:r>
            <a:endParaRPr lang="fi-FI" sz="1000" dirty="0">
              <a:solidFill>
                <a:srgbClr val="5F5F5F"/>
              </a:solidFill>
            </a:endParaRPr>
          </a:p>
          <a:p>
            <a:pPr marL="171450" indent="-171450">
              <a:spcAft>
                <a:spcPts val="0"/>
              </a:spcAft>
              <a:buClr>
                <a:srgbClr val="6E112E"/>
              </a:buClr>
              <a:buFont typeface="+mj-lt"/>
              <a:buAutoNum type="arabicPeriod"/>
            </a:pPr>
            <a:r>
              <a:rPr lang="fi-FI" sz="1000" dirty="0">
                <a:solidFill>
                  <a:srgbClr val="5F5F5F"/>
                </a:solidFill>
              </a:rPr>
              <a:t>Komponentti tai kirjasto: </a:t>
            </a:r>
            <a:r>
              <a:rPr lang="fi-FI" sz="1000" dirty="0" err="1">
                <a:solidFill>
                  <a:srgbClr val="5F5F5F"/>
                </a:solidFill>
              </a:rPr>
              <a:t>Procivis</a:t>
            </a:r>
            <a:r>
              <a:rPr lang="fi-FI" sz="1000" dirty="0">
                <a:solidFill>
                  <a:srgbClr val="5F5F5F"/>
                </a:solidFill>
              </a:rPr>
              <a:t> One </a:t>
            </a:r>
            <a:r>
              <a:rPr lang="fi-FI" sz="1000" dirty="0" err="1">
                <a:solidFill>
                  <a:srgbClr val="5F5F5F"/>
                </a:solidFill>
              </a:rPr>
              <a:t>Core</a:t>
            </a:r>
            <a:r>
              <a:rPr lang="fi-FI" sz="1000" dirty="0">
                <a:solidFill>
                  <a:srgbClr val="5F5F5F"/>
                </a:solidFill>
              </a:rPr>
              <a:t> digitaalisten todisteiden hallintaan</a:t>
            </a:r>
          </a:p>
          <a:p>
            <a:pPr marL="171450" indent="-171450">
              <a:spcAft>
                <a:spcPts val="0"/>
              </a:spcAft>
              <a:buClr>
                <a:srgbClr val="6E112E"/>
              </a:buClr>
              <a:buFont typeface="+mj-lt"/>
              <a:buAutoNum type="arabicPeriod"/>
            </a:pPr>
            <a:r>
              <a:rPr lang="fi-FI" sz="1000" dirty="0">
                <a:solidFill>
                  <a:srgbClr val="5F5F5F"/>
                </a:solidFill>
              </a:rPr>
              <a:t>Olemassa oleva tuote: Olemassa oleva tuote: Terveystiedot talteen, Sensotrend </a:t>
            </a:r>
            <a:r>
              <a:rPr lang="fi-FI" sz="1000" dirty="0" err="1">
                <a:solidFill>
                  <a:srgbClr val="5F5F5F"/>
                </a:solidFill>
              </a:rPr>
              <a:t>Patient</a:t>
            </a:r>
            <a:r>
              <a:rPr lang="fi-FI" sz="1000" dirty="0">
                <a:solidFill>
                  <a:srgbClr val="5F5F5F"/>
                </a:solidFill>
              </a:rPr>
              <a:t> </a:t>
            </a:r>
            <a:r>
              <a:rPr lang="fi-FI" sz="1000" dirty="0" err="1">
                <a:solidFill>
                  <a:srgbClr val="5F5F5F"/>
                </a:solidFill>
              </a:rPr>
              <a:t>Summary</a:t>
            </a:r>
            <a:endParaRPr lang="fi-FI" sz="1000" dirty="0">
              <a:solidFill>
                <a:srgbClr val="5F5F5F"/>
              </a:solidFill>
            </a:endParaRPr>
          </a:p>
          <a:p>
            <a:pPr marL="171450" indent="-171450">
              <a:spcAft>
                <a:spcPts val="0"/>
              </a:spcAft>
              <a:buClr>
                <a:srgbClr val="6E112E"/>
              </a:buClr>
              <a:buFont typeface="+mj-lt"/>
              <a:buAutoNum type="arabicPeriod"/>
            </a:pPr>
            <a:r>
              <a:rPr lang="fi-FI" sz="1000" dirty="0">
                <a:solidFill>
                  <a:srgbClr val="5F5F5F"/>
                </a:solidFill>
              </a:rPr>
              <a:t>Muu: Vahva tieto kansainvälisestä potilastietojen yhteenvedon IPS-määrittelystä ja käyttökohteista</a:t>
            </a:r>
          </a:p>
        </p:txBody>
      </p:sp>
      <p:sp>
        <p:nvSpPr>
          <p:cNvPr id="62" name="Mitä toimme valmiina otsikko">
            <a:extLst>
              <a:ext uri="{FF2B5EF4-FFF2-40B4-BE49-F238E27FC236}">
                <a16:creationId xmlns:a16="http://schemas.microsoft.com/office/drawing/2014/main" id="{F5DFB805-2CCF-981C-DF3B-8D8A7421574F}"/>
              </a:ext>
            </a:extLst>
          </p:cNvPr>
          <p:cNvSpPr/>
          <p:nvPr/>
        </p:nvSpPr>
        <p:spPr>
          <a:xfrm>
            <a:off x="546100" y="5486400"/>
            <a:ext cx="3048000" cy="812800"/>
          </a:xfrm>
          <a:prstGeom prst="rect">
            <a:avLst/>
          </a:prstGeom>
          <a:noFill/>
          <a:ln>
            <a:noFill/>
          </a:ln>
        </p:spPr>
        <p:txBody>
          <a:bodyPr wrap="square" lIns="177800" tIns="50800" rIns="101600" bIns="50800" anchor="ctr">
            <a:noAutofit/>
          </a:bodyPr>
          <a:lstStyle/>
          <a:p>
            <a:pPr>
              <a:spcAft>
                <a:spcPts val="200"/>
              </a:spcAft>
              <a:buNone/>
            </a:pPr>
            <a:r>
              <a:rPr lang="fi-FI" sz="1200" b="1">
                <a:solidFill>
                  <a:srgbClr val="6E112E"/>
                </a:solidFill>
              </a:rPr>
              <a:t>Mitä toimme valmiina</a:t>
            </a:r>
          </a:p>
          <a:p>
            <a:pPr>
              <a:spcAft>
                <a:spcPts val="0"/>
              </a:spcAft>
              <a:buNone/>
            </a:pPr>
            <a:r>
              <a:rPr lang="fi-FI" sz="1000">
                <a:solidFill>
                  <a:srgbClr val="5F5F5F"/>
                </a:solidFill>
              </a:rPr>
              <a:t>Pakollinen, enintään 5 riviä: tuotteet, komponentit, mallit ja kehitysympäristöt</a:t>
            </a:r>
          </a:p>
        </p:txBody>
      </p:sp>
    </p:spTree>
    <p:extLst>
      <p:ext uri="{BB962C8B-B14F-4D97-AF65-F5344CB8AC3E}">
        <p14:creationId xmlns:p14="http://schemas.microsoft.com/office/powerpoint/2010/main" val="30427846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CD164-86A4-ED62-94D7-F0AF02E636DF}"/>
            </a:ext>
          </a:extLst>
        </p:cNvPr>
        <p:cNvGrpSpPr/>
        <p:nvPr/>
      </p:nvGrpSpPr>
      <p:grpSpPr>
        <a:xfrm>
          <a:off x="0" y="0"/>
          <a:ext cx="0" cy="0"/>
          <a:chOff x="0" y="0"/>
          <a:chExt cx="0" cy="0"/>
        </a:xfrm>
      </p:grpSpPr>
      <p:sp>
        <p:nvSpPr>
          <p:cNvPr id="2" name="Otsikko 1">
            <a:extLst>
              <a:ext uri="{FF2B5EF4-FFF2-40B4-BE49-F238E27FC236}">
                <a16:creationId xmlns:a16="http://schemas.microsoft.com/office/drawing/2014/main" id="{4D6CF817-08EF-8224-5499-42B0F79B7168}"/>
              </a:ext>
            </a:extLst>
          </p:cNvPr>
          <p:cNvSpPr>
            <a:spLocks noGrp="1"/>
          </p:cNvSpPr>
          <p:nvPr>
            <p:ph type="title" idx="4294967295"/>
          </p:nvPr>
        </p:nvSpPr>
        <p:spPr>
          <a:xfrm>
            <a:off x="546100" y="260349"/>
            <a:ext cx="10569575" cy="577850"/>
          </a:xfrm>
        </p:spPr>
        <p:txBody>
          <a:bodyPr/>
          <a:lstStyle/>
          <a:p>
            <a:r>
              <a:rPr lang="fi-FI" dirty="0" err="1"/>
              <a:t>AnalogTwins</a:t>
            </a:r>
            <a:r>
              <a:rPr lang="fi-FI" dirty="0"/>
              <a:t> - Potilastietojen yhteenveto - 18</a:t>
            </a:r>
          </a:p>
        </p:txBody>
      </p:sp>
      <p:sp>
        <p:nvSpPr>
          <p:cNvPr id="5" name="Dian numeron paikkamerkki 4">
            <a:extLst>
              <a:ext uri="{FF2B5EF4-FFF2-40B4-BE49-F238E27FC236}">
                <a16:creationId xmlns:a16="http://schemas.microsoft.com/office/drawing/2014/main" id="{6CE65CA4-9FB7-2F64-3DB0-18FF410E4B01}"/>
              </a:ext>
            </a:extLst>
          </p:cNvPr>
          <p:cNvSpPr>
            <a:spLocks noGrp="1"/>
          </p:cNvSpPr>
          <p:nvPr>
            <p:ph type="sldNum" sz="quarter" idx="4294967295"/>
          </p:nvPr>
        </p:nvSpPr>
        <p:spPr>
          <a:xfrm>
            <a:off x="11650663" y="6318250"/>
            <a:ext cx="541337" cy="365125"/>
          </a:xfrm>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fld id="{07F0CC26-4241-4995-BDB3-9E0D3B0C702B}" type="slidenum">
              <a:rPr kumimoji="0" lang="fi-FI" sz="1200" b="1" i="0" u="none" strike="noStrike" kern="1200" cap="none" spc="0" normalizeH="0" baseline="0" noProof="0" smtClean="0">
                <a:ln>
                  <a:noFill/>
                </a:ln>
                <a:solidFill>
                  <a:srgbClr val="1C541A"/>
                </a:solidFill>
                <a:effectLst/>
                <a:uLnTx/>
                <a:uFillTx/>
                <a:latin typeface="Verdana"/>
                <a:ea typeface="+mn-ea"/>
                <a:cs typeface="+mn-cs"/>
              </a:rPr>
              <a:pPr marL="0" marR="0" lvl="0" indent="0" algn="l" defTabSz="609585" rtl="0" eaLnBrk="1" fontAlgn="auto" latinLnBrk="0" hangingPunct="1">
                <a:lnSpc>
                  <a:spcPct val="100000"/>
                </a:lnSpc>
                <a:spcBef>
                  <a:spcPts val="0"/>
                </a:spcBef>
                <a:spcAft>
                  <a:spcPts val="0"/>
                </a:spcAft>
                <a:buClrTx/>
                <a:buSzTx/>
                <a:buFontTx/>
                <a:buNone/>
                <a:tabLst/>
                <a:defRPr/>
              </a:pPr>
              <a:t>2</a:t>
            </a:fld>
            <a:endParaRPr kumimoji="0" lang="fi-FI" sz="1200" b="1" i="0" u="none" strike="noStrike" kern="1200" cap="none" spc="0" normalizeH="0" baseline="0" noProof="0">
              <a:ln>
                <a:noFill/>
              </a:ln>
              <a:solidFill>
                <a:srgbClr val="1C541A"/>
              </a:solidFill>
              <a:effectLst/>
              <a:uLnTx/>
              <a:uFillTx/>
              <a:latin typeface="Verdana"/>
              <a:ea typeface="+mn-ea"/>
              <a:cs typeface="+mn-cs"/>
            </a:endParaRPr>
          </a:p>
        </p:txBody>
      </p:sp>
      <p:sp>
        <p:nvSpPr>
          <p:cNvPr id="20" name="Ohje">
            <a:extLst>
              <a:ext uri="{FF2B5EF4-FFF2-40B4-BE49-F238E27FC236}">
                <a16:creationId xmlns:a16="http://schemas.microsoft.com/office/drawing/2014/main" id="{FCBE78CD-3B38-E1E3-CC98-28E54B874ABB}"/>
              </a:ext>
            </a:extLst>
          </p:cNvPr>
          <p:cNvSpPr/>
          <p:nvPr/>
        </p:nvSpPr>
        <p:spPr>
          <a:xfrm>
            <a:off x="546100" y="850900"/>
            <a:ext cx="11112500" cy="279400"/>
          </a:xfrm>
          <a:prstGeom prst="rect">
            <a:avLst/>
          </a:prstGeom>
          <a:noFill/>
          <a:ln>
            <a:noFill/>
          </a:ln>
        </p:spPr>
        <p:txBody>
          <a:bodyPr wrap="square" lIns="0" tIns="0" rIns="0" bIns="0" anchor="t">
            <a:noAutofit/>
          </a:bodyPr>
          <a:lstStyle/>
          <a:p>
            <a:pPr>
              <a:spcAft>
                <a:spcPts val="0"/>
              </a:spcAft>
              <a:buNone/>
            </a:pPr>
            <a:r>
              <a:rPr lang="fi-FI" sz="1400" b="1">
                <a:solidFill>
                  <a:srgbClr val="000000"/>
                </a:solidFill>
              </a:rPr>
              <a:t>Itsearviointi kriteerejä vasten</a:t>
            </a:r>
            <a:r>
              <a:rPr lang="fi-FI" sz="1200">
                <a:solidFill>
                  <a:srgbClr val="5F5F5F"/>
                </a:solidFill>
              </a:rPr>
              <a:t>   Yhteensä enintään 200 sanaa, noin 40 sanaa kriteeriä kohden.</a:t>
            </a:r>
          </a:p>
        </p:txBody>
      </p:sp>
      <p:sp>
        <p:nvSpPr>
          <p:cNvPr id="21" name="a) Vaikuttavuus">
            <a:extLst>
              <a:ext uri="{FF2B5EF4-FFF2-40B4-BE49-F238E27FC236}">
                <a16:creationId xmlns:a16="http://schemas.microsoft.com/office/drawing/2014/main" id="{F25622CA-B7C0-CDEC-6190-04D1AD5A85D0}"/>
              </a:ext>
            </a:extLst>
          </p:cNvPr>
          <p:cNvSpPr/>
          <p:nvPr/>
        </p:nvSpPr>
        <p:spPr>
          <a:xfrm>
            <a:off x="546100" y="1219200"/>
            <a:ext cx="2413000" cy="914400"/>
          </a:xfrm>
          <a:prstGeom prst="rect">
            <a:avLst/>
          </a:prstGeom>
          <a:solidFill>
            <a:srgbClr val="6E112E"/>
          </a:solidFill>
          <a:ln>
            <a:noFill/>
          </a:ln>
        </p:spPr>
        <p:txBody>
          <a:bodyPr wrap="square" lIns="152400" tIns="76200" rIns="152400" bIns="76200" anchor="ctr">
            <a:noAutofit/>
          </a:bodyPr>
          <a:lstStyle/>
          <a:p>
            <a:pPr>
              <a:spcAft>
                <a:spcPts val="0"/>
              </a:spcAft>
              <a:buNone/>
            </a:pPr>
            <a:r>
              <a:rPr lang="fi-FI" sz="1300" b="1">
                <a:solidFill>
                  <a:srgbClr val="FFFFFF"/>
                </a:solidFill>
              </a:rPr>
              <a:t>a) Vaikuttavuus</a:t>
            </a:r>
          </a:p>
        </p:txBody>
      </p:sp>
      <p:sp>
        <p:nvSpPr>
          <p:cNvPr id="22" name="a) Vaikuttavuus vastaus">
            <a:extLst>
              <a:ext uri="{FF2B5EF4-FFF2-40B4-BE49-F238E27FC236}">
                <a16:creationId xmlns:a16="http://schemas.microsoft.com/office/drawing/2014/main" id="{76AE4DBA-F01A-7A5B-C5DC-389116004F3C}"/>
              </a:ext>
            </a:extLst>
          </p:cNvPr>
          <p:cNvSpPr/>
          <p:nvPr/>
        </p:nvSpPr>
        <p:spPr>
          <a:xfrm>
            <a:off x="2959100" y="1219200"/>
            <a:ext cx="8699500" cy="914400"/>
          </a:xfrm>
          <a:prstGeom prst="rect">
            <a:avLst/>
          </a:prstGeom>
          <a:solidFill>
            <a:srgbClr val="F4F2EF"/>
          </a:solidFill>
          <a:ln>
            <a:noFill/>
          </a:ln>
        </p:spPr>
        <p:txBody>
          <a:bodyPr wrap="square" lIns="177800" tIns="101600" rIns="177800" bIns="76200" anchor="t">
            <a:noAutofit/>
          </a:bodyPr>
          <a:lstStyle/>
          <a:p>
            <a:pPr>
              <a:spcAft>
                <a:spcPts val="0"/>
              </a:spcAft>
              <a:buNone/>
            </a:pPr>
            <a:r>
              <a:rPr lang="fi-FI" sz="1200" dirty="0">
                <a:solidFill>
                  <a:srgbClr val="5F5F5F"/>
                </a:solidFill>
              </a:rPr>
              <a:t>Asiakastyytyväisyys paranee, aikaa ja vaivaa säästyy sekä asiakkaalta että ammattilaiselta, potilasturvallisuus paranee. Vaikuttavuuden uskomme lisääntyvän teknologia-adoption myötä. Lähdetään liikkeelle halukkaista varhaisista omaksujista, palvelu leviää myöhemmin valtavirran ja viimein vastahankaisten pariin.</a:t>
            </a:r>
          </a:p>
        </p:txBody>
      </p:sp>
      <p:sp>
        <p:nvSpPr>
          <p:cNvPr id="23" name="b) Toteutettavuus">
            <a:extLst>
              <a:ext uri="{FF2B5EF4-FFF2-40B4-BE49-F238E27FC236}">
                <a16:creationId xmlns:a16="http://schemas.microsoft.com/office/drawing/2014/main" id="{D9E43B60-01B4-1AC1-E875-22DC3071C368}"/>
              </a:ext>
            </a:extLst>
          </p:cNvPr>
          <p:cNvSpPr/>
          <p:nvPr/>
        </p:nvSpPr>
        <p:spPr>
          <a:xfrm>
            <a:off x="546100" y="2235200"/>
            <a:ext cx="2413000" cy="914400"/>
          </a:xfrm>
          <a:prstGeom prst="rect">
            <a:avLst/>
          </a:prstGeom>
          <a:solidFill>
            <a:srgbClr val="6E112E"/>
          </a:solidFill>
          <a:ln>
            <a:noFill/>
          </a:ln>
        </p:spPr>
        <p:txBody>
          <a:bodyPr wrap="square" lIns="152400" tIns="76200" rIns="152400" bIns="76200" anchor="ctr">
            <a:noAutofit/>
          </a:bodyPr>
          <a:lstStyle/>
          <a:p>
            <a:pPr>
              <a:spcAft>
                <a:spcPts val="0"/>
              </a:spcAft>
              <a:buNone/>
            </a:pPr>
            <a:r>
              <a:rPr lang="fi-FI" sz="1300" b="1">
                <a:solidFill>
                  <a:srgbClr val="FFFFFF"/>
                </a:solidFill>
              </a:rPr>
              <a:t>b) Toteutettavuus</a:t>
            </a:r>
          </a:p>
        </p:txBody>
      </p:sp>
      <p:sp>
        <p:nvSpPr>
          <p:cNvPr id="24" name="b) Toteutettavuus vastaus">
            <a:extLst>
              <a:ext uri="{FF2B5EF4-FFF2-40B4-BE49-F238E27FC236}">
                <a16:creationId xmlns:a16="http://schemas.microsoft.com/office/drawing/2014/main" id="{9F8FD541-D50F-AAEF-A1B1-0A7B477DBFBB}"/>
              </a:ext>
            </a:extLst>
          </p:cNvPr>
          <p:cNvSpPr/>
          <p:nvPr/>
        </p:nvSpPr>
        <p:spPr>
          <a:xfrm>
            <a:off x="2959100" y="2235200"/>
            <a:ext cx="8699500" cy="914400"/>
          </a:xfrm>
          <a:prstGeom prst="rect">
            <a:avLst/>
          </a:prstGeom>
          <a:solidFill>
            <a:srgbClr val="F4F2EF"/>
          </a:solidFill>
          <a:ln>
            <a:noFill/>
          </a:ln>
        </p:spPr>
        <p:txBody>
          <a:bodyPr wrap="square" lIns="177800" tIns="101600" rIns="177800" bIns="76200" anchor="t">
            <a:noAutofit/>
          </a:bodyPr>
          <a:lstStyle/>
          <a:p>
            <a:pPr>
              <a:spcAft>
                <a:spcPts val="0"/>
              </a:spcAft>
              <a:buNone/>
            </a:pPr>
            <a:r>
              <a:rPr lang="fi-FI" sz="1200" dirty="0">
                <a:solidFill>
                  <a:srgbClr val="5F5F5F"/>
                </a:solidFill>
              </a:rPr>
              <a:t>Terveystiedot -talteen palvelu on valmis ja </a:t>
            </a:r>
            <a:r>
              <a:rPr lang="fi-FI" sz="1200">
                <a:solidFill>
                  <a:srgbClr val="5F5F5F"/>
                </a:solidFill>
              </a:rPr>
              <a:t>tulee käyttöön lähiaikoina</a:t>
            </a:r>
            <a:r>
              <a:rPr lang="fi-FI" sz="1200" dirty="0">
                <a:solidFill>
                  <a:srgbClr val="5F5F5F"/>
                </a:solidFill>
              </a:rPr>
              <a:t>. </a:t>
            </a:r>
            <a:r>
              <a:rPr lang="fi-FI" sz="1200">
                <a:solidFill>
                  <a:srgbClr val="5F5F5F"/>
                </a:solidFill>
              </a:rPr>
              <a:t>Sen avulla ihmiset saavat omat </a:t>
            </a:r>
            <a:r>
              <a:rPr lang="fi-FI" sz="1200" dirty="0">
                <a:solidFill>
                  <a:srgbClr val="5F5F5F"/>
                </a:solidFill>
              </a:rPr>
              <a:t>terveystietonsa rakenteisessa muodossa. </a:t>
            </a:r>
            <a:r>
              <a:rPr lang="fi-FI" sz="1200">
                <a:solidFill>
                  <a:srgbClr val="5F5F5F"/>
                </a:solidFill>
              </a:rPr>
              <a:t>Voimme </a:t>
            </a:r>
            <a:r>
              <a:rPr lang="fi-FI" sz="1200" dirty="0">
                <a:solidFill>
                  <a:srgbClr val="5F5F5F"/>
                </a:solidFill>
              </a:rPr>
              <a:t>laajentaa palvelua </a:t>
            </a:r>
            <a:r>
              <a:rPr lang="fi-FI" sz="1200">
                <a:solidFill>
                  <a:srgbClr val="5F5F5F"/>
                </a:solidFill>
              </a:rPr>
              <a:t>siten</a:t>
            </a:r>
            <a:r>
              <a:rPr lang="fi-FI" sz="1200" dirty="0">
                <a:solidFill>
                  <a:srgbClr val="5F5F5F"/>
                </a:solidFill>
              </a:rPr>
              <a:t>, että </a:t>
            </a:r>
            <a:r>
              <a:rPr lang="fi-FI" sz="1200">
                <a:solidFill>
                  <a:srgbClr val="5F5F5F"/>
                </a:solidFill>
              </a:rPr>
              <a:t>käyttäjä </a:t>
            </a:r>
            <a:r>
              <a:rPr lang="fi-FI" sz="1200" dirty="0">
                <a:solidFill>
                  <a:srgbClr val="5F5F5F"/>
                </a:solidFill>
              </a:rPr>
              <a:t>voi siirtää tietonsa Lunnaan hyvinvointialueen </a:t>
            </a:r>
            <a:r>
              <a:rPr lang="fi-FI" sz="1200">
                <a:solidFill>
                  <a:srgbClr val="5F5F5F"/>
                </a:solidFill>
              </a:rPr>
              <a:t>monien palvelujen käyttöön. Toinen vaihtoehto on </a:t>
            </a:r>
            <a:r>
              <a:rPr lang="fi-FI" sz="1200" dirty="0">
                <a:solidFill>
                  <a:srgbClr val="5F5F5F"/>
                </a:solidFill>
              </a:rPr>
              <a:t>muokata esitietolomakkeita </a:t>
            </a:r>
            <a:r>
              <a:rPr lang="fi-FI" sz="1200">
                <a:solidFill>
                  <a:srgbClr val="5F5F5F"/>
                </a:solidFill>
              </a:rPr>
              <a:t>tai auttaa niiden muokkaamisessa </a:t>
            </a:r>
            <a:r>
              <a:rPr lang="fi-FI" sz="1200" dirty="0">
                <a:solidFill>
                  <a:srgbClr val="5F5F5F"/>
                </a:solidFill>
              </a:rPr>
              <a:t>niin, että </a:t>
            </a:r>
            <a:r>
              <a:rPr lang="fi-FI" sz="1200">
                <a:solidFill>
                  <a:srgbClr val="5F5F5F"/>
                </a:solidFill>
              </a:rPr>
              <a:t>ne</a:t>
            </a:r>
            <a:r>
              <a:rPr lang="fi-FI" sz="1200" dirty="0">
                <a:solidFill>
                  <a:srgbClr val="5F5F5F"/>
                </a:solidFill>
              </a:rPr>
              <a:t> hyödyntävät näitä tietoja.</a:t>
            </a:r>
          </a:p>
        </p:txBody>
      </p:sp>
      <p:sp>
        <p:nvSpPr>
          <p:cNvPr id="25" name="c) Tekoälyn hyödyntäminen">
            <a:extLst>
              <a:ext uri="{FF2B5EF4-FFF2-40B4-BE49-F238E27FC236}">
                <a16:creationId xmlns:a16="http://schemas.microsoft.com/office/drawing/2014/main" id="{741685A9-2955-C6C3-F6FC-C2BB057DB70C}"/>
              </a:ext>
            </a:extLst>
          </p:cNvPr>
          <p:cNvSpPr/>
          <p:nvPr/>
        </p:nvSpPr>
        <p:spPr>
          <a:xfrm>
            <a:off x="546100" y="3251200"/>
            <a:ext cx="2413000" cy="914400"/>
          </a:xfrm>
          <a:prstGeom prst="rect">
            <a:avLst/>
          </a:prstGeom>
          <a:solidFill>
            <a:srgbClr val="6E112E"/>
          </a:solidFill>
          <a:ln>
            <a:noFill/>
          </a:ln>
        </p:spPr>
        <p:txBody>
          <a:bodyPr wrap="square" lIns="152400" tIns="76200" rIns="152400" bIns="76200" anchor="ctr">
            <a:noAutofit/>
          </a:bodyPr>
          <a:lstStyle/>
          <a:p>
            <a:pPr>
              <a:spcAft>
                <a:spcPts val="0"/>
              </a:spcAft>
              <a:buNone/>
            </a:pPr>
            <a:r>
              <a:rPr lang="fi-FI" sz="1300" b="1">
                <a:solidFill>
                  <a:srgbClr val="FFFFFF"/>
                </a:solidFill>
              </a:rPr>
              <a:t>c) Tekoälyn hyödyntäminen</a:t>
            </a:r>
          </a:p>
        </p:txBody>
      </p:sp>
      <p:sp>
        <p:nvSpPr>
          <p:cNvPr id="26" name="c) Tekoälyn hyödyntäminen vastaus">
            <a:extLst>
              <a:ext uri="{FF2B5EF4-FFF2-40B4-BE49-F238E27FC236}">
                <a16:creationId xmlns:a16="http://schemas.microsoft.com/office/drawing/2014/main" id="{402A7C83-EE7C-07D8-C2BC-0AE8B8907FE7}"/>
              </a:ext>
            </a:extLst>
          </p:cNvPr>
          <p:cNvSpPr/>
          <p:nvPr/>
        </p:nvSpPr>
        <p:spPr>
          <a:xfrm>
            <a:off x="2959100" y="3251200"/>
            <a:ext cx="8699500" cy="914400"/>
          </a:xfrm>
          <a:prstGeom prst="rect">
            <a:avLst/>
          </a:prstGeom>
          <a:solidFill>
            <a:srgbClr val="F4F2EF"/>
          </a:solidFill>
          <a:ln>
            <a:noFill/>
          </a:ln>
        </p:spPr>
        <p:txBody>
          <a:bodyPr wrap="square" lIns="177800" tIns="101600" rIns="177800" bIns="76200" anchor="t">
            <a:noAutofit/>
          </a:bodyPr>
          <a:lstStyle/>
          <a:p>
            <a:pPr>
              <a:spcAft>
                <a:spcPts val="0"/>
              </a:spcAft>
              <a:buNone/>
            </a:pPr>
            <a:r>
              <a:rPr lang="fi-FI" sz="1200" dirty="0">
                <a:solidFill>
                  <a:srgbClr val="5F5F5F"/>
                </a:solidFill>
              </a:rPr>
              <a:t>Ratkaisu voi muodostaa IPS-dokumentteja täysin sääntöpohjaisesti. Esimerkiksi hackathonissa käytetty asiakasdata on jo niin rakenteista, että sen muuttaminen IPS-muotoon onnistuu ilman tekoälyä. Tekoälyä käytettiin hackathon-aineiston analysointiin ja muunnossääntöjen laatimiseen.</a:t>
            </a:r>
            <a:br>
              <a:rPr lang="fi-FI" sz="1200" dirty="0">
                <a:solidFill>
                  <a:srgbClr val="5F5F5F"/>
                </a:solidFill>
              </a:rPr>
            </a:br>
            <a:r>
              <a:rPr lang="fi-FI" sz="1200" dirty="0">
                <a:solidFill>
                  <a:srgbClr val="5F5F5F"/>
                </a:solidFill>
              </a:rPr>
              <a:t>Ratkaisun komponentit on kehitetty tekoälyn avulla.</a:t>
            </a:r>
          </a:p>
        </p:txBody>
      </p:sp>
      <p:sp>
        <p:nvSpPr>
          <p:cNvPr id="27" name="d) Vastuullisuus">
            <a:extLst>
              <a:ext uri="{FF2B5EF4-FFF2-40B4-BE49-F238E27FC236}">
                <a16:creationId xmlns:a16="http://schemas.microsoft.com/office/drawing/2014/main" id="{ED8E2B2B-FF66-DDB9-A95B-E8C7AE102343}"/>
              </a:ext>
            </a:extLst>
          </p:cNvPr>
          <p:cNvSpPr/>
          <p:nvPr/>
        </p:nvSpPr>
        <p:spPr>
          <a:xfrm>
            <a:off x="546100" y="4267200"/>
            <a:ext cx="2413000" cy="914400"/>
          </a:xfrm>
          <a:prstGeom prst="rect">
            <a:avLst/>
          </a:prstGeom>
          <a:solidFill>
            <a:srgbClr val="6E112E"/>
          </a:solidFill>
          <a:ln>
            <a:noFill/>
          </a:ln>
        </p:spPr>
        <p:txBody>
          <a:bodyPr wrap="square" lIns="152400" tIns="76200" rIns="152400" bIns="76200" anchor="ctr">
            <a:noAutofit/>
          </a:bodyPr>
          <a:lstStyle/>
          <a:p>
            <a:pPr>
              <a:spcAft>
                <a:spcPts val="0"/>
              </a:spcAft>
              <a:buNone/>
            </a:pPr>
            <a:r>
              <a:rPr lang="fi-FI" sz="1300" b="1">
                <a:solidFill>
                  <a:srgbClr val="FFFFFF"/>
                </a:solidFill>
              </a:rPr>
              <a:t>d) Vastuullisuus</a:t>
            </a:r>
          </a:p>
        </p:txBody>
      </p:sp>
      <p:sp>
        <p:nvSpPr>
          <p:cNvPr id="28" name="d) Vastuullisuus vastaus">
            <a:extLst>
              <a:ext uri="{FF2B5EF4-FFF2-40B4-BE49-F238E27FC236}">
                <a16:creationId xmlns:a16="http://schemas.microsoft.com/office/drawing/2014/main" id="{D8E11546-38AC-F935-86F8-9F9958FF697B}"/>
              </a:ext>
            </a:extLst>
          </p:cNvPr>
          <p:cNvSpPr/>
          <p:nvPr/>
        </p:nvSpPr>
        <p:spPr>
          <a:xfrm>
            <a:off x="2959100" y="4267200"/>
            <a:ext cx="8699500" cy="914400"/>
          </a:xfrm>
          <a:prstGeom prst="rect">
            <a:avLst/>
          </a:prstGeom>
          <a:solidFill>
            <a:srgbClr val="F4F2EF"/>
          </a:solidFill>
          <a:ln>
            <a:noFill/>
          </a:ln>
        </p:spPr>
        <p:txBody>
          <a:bodyPr wrap="square" lIns="177800" tIns="101600" rIns="177800" bIns="76200" anchor="t">
            <a:noAutofit/>
          </a:bodyPr>
          <a:lstStyle/>
          <a:p>
            <a:pPr>
              <a:spcAft>
                <a:spcPts val="0"/>
              </a:spcAft>
              <a:buNone/>
            </a:pPr>
            <a:r>
              <a:rPr lang="fi-FI" sz="1200" dirty="0">
                <a:solidFill>
                  <a:srgbClr val="5F5F5F"/>
                </a:solidFill>
              </a:rPr>
              <a:t>Ihmisen voimaannuttaminen on tässä kaiken ytimessä. On harkittu lokaalin mallin käyttöä tietojen muokkaamisessa. Vielä avoinna. Saavutettavuus kunnossa, palvelu on semanttisesti oikeaoppinen.</a:t>
            </a:r>
          </a:p>
        </p:txBody>
      </p:sp>
      <p:sp>
        <p:nvSpPr>
          <p:cNvPr id="29" name="e) Innovatiivisuus">
            <a:extLst>
              <a:ext uri="{FF2B5EF4-FFF2-40B4-BE49-F238E27FC236}">
                <a16:creationId xmlns:a16="http://schemas.microsoft.com/office/drawing/2014/main" id="{AB030645-F16E-A495-7802-18131B0B0D42}"/>
              </a:ext>
            </a:extLst>
          </p:cNvPr>
          <p:cNvSpPr/>
          <p:nvPr/>
        </p:nvSpPr>
        <p:spPr>
          <a:xfrm>
            <a:off x="546100" y="5283200"/>
            <a:ext cx="2413000" cy="914400"/>
          </a:xfrm>
          <a:prstGeom prst="rect">
            <a:avLst/>
          </a:prstGeom>
          <a:solidFill>
            <a:srgbClr val="6E112E"/>
          </a:solidFill>
          <a:ln>
            <a:noFill/>
          </a:ln>
        </p:spPr>
        <p:txBody>
          <a:bodyPr wrap="square" lIns="152400" tIns="76200" rIns="152400" bIns="76200" anchor="ctr">
            <a:noAutofit/>
          </a:bodyPr>
          <a:lstStyle/>
          <a:p>
            <a:pPr>
              <a:spcAft>
                <a:spcPts val="0"/>
              </a:spcAft>
              <a:buNone/>
            </a:pPr>
            <a:r>
              <a:rPr lang="fi-FI" sz="1300" b="1">
                <a:solidFill>
                  <a:srgbClr val="FFFFFF"/>
                </a:solidFill>
              </a:rPr>
              <a:t>e) Innovatiivisuus</a:t>
            </a:r>
          </a:p>
        </p:txBody>
      </p:sp>
      <p:sp>
        <p:nvSpPr>
          <p:cNvPr id="30" name="e) Innovatiivisuus vastaus">
            <a:extLst>
              <a:ext uri="{FF2B5EF4-FFF2-40B4-BE49-F238E27FC236}">
                <a16:creationId xmlns:a16="http://schemas.microsoft.com/office/drawing/2014/main" id="{5BD46D04-5DDE-3C80-6DF1-6AB213A74A11}"/>
              </a:ext>
            </a:extLst>
          </p:cNvPr>
          <p:cNvSpPr/>
          <p:nvPr/>
        </p:nvSpPr>
        <p:spPr>
          <a:xfrm>
            <a:off x="2959100" y="5283200"/>
            <a:ext cx="8699500" cy="914400"/>
          </a:xfrm>
          <a:prstGeom prst="rect">
            <a:avLst/>
          </a:prstGeom>
          <a:solidFill>
            <a:srgbClr val="F4F2EF"/>
          </a:solidFill>
          <a:ln>
            <a:noFill/>
          </a:ln>
        </p:spPr>
        <p:txBody>
          <a:bodyPr wrap="square" lIns="177800" tIns="101600" rIns="177800" bIns="76200" anchor="t">
            <a:noAutofit/>
          </a:bodyPr>
          <a:lstStyle/>
          <a:p>
            <a:pPr>
              <a:spcAft>
                <a:spcPts val="0"/>
              </a:spcAft>
              <a:buNone/>
            </a:pPr>
            <a:r>
              <a:rPr lang="fi-FI" sz="1200" dirty="0">
                <a:solidFill>
                  <a:srgbClr val="5F5F5F"/>
                </a:solidFill>
              </a:rPr>
              <a:t>Voimaannutamme potilasta, usein terveydenhuollossa alihyödynnettyä resurssia. Hyödynnämme Kantaa, mutta täysin uudella tavalla. Hyödynnämme uutta kansainvälistä standardia. Tämä on ensimmäinen ja tärkeä askel eurooppalaisen terveystietoalueen (EHDS) tuomien mahdollisuuksien hyödyntämisessä.</a:t>
            </a:r>
          </a:p>
        </p:txBody>
      </p:sp>
    </p:spTree>
    <p:extLst>
      <p:ext uri="{BB962C8B-B14F-4D97-AF65-F5344CB8AC3E}">
        <p14:creationId xmlns:p14="http://schemas.microsoft.com/office/powerpoint/2010/main" val="10200131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32857B8B-6D84-FF47-34AF-803B0D2A6794}"/>
              </a:ext>
            </a:extLst>
          </p:cNvPr>
          <p:cNvSpPr>
            <a:spLocks noGrp="1"/>
          </p:cNvSpPr>
          <p:nvPr>
            <p:ph type="title" idx="4294967295"/>
          </p:nvPr>
        </p:nvSpPr>
        <p:spPr>
          <a:xfrm>
            <a:off x="0" y="153670"/>
            <a:ext cx="12191999" cy="577850"/>
          </a:xfrm>
        </p:spPr>
        <p:txBody>
          <a:bodyPr/>
          <a:lstStyle/>
          <a:p>
            <a:pPr algn="ctr"/>
            <a:r>
              <a:rPr lang="fi-FI" err="1"/>
              <a:t>AnalogTwins</a:t>
            </a:r>
            <a:r>
              <a:rPr lang="fi-FI"/>
              <a:t> - Potilastietojen yhteenveto- DEMO</a:t>
            </a:r>
          </a:p>
        </p:txBody>
      </p:sp>
      <p:sp>
        <p:nvSpPr>
          <p:cNvPr id="40" name="Videon paikka"/>
          <p:cNvSpPr/>
          <p:nvPr/>
        </p:nvSpPr>
        <p:spPr>
          <a:xfrm>
            <a:off x="1169035" y="915670"/>
            <a:ext cx="9853929" cy="4905375"/>
          </a:xfrm>
          <a:prstGeom prst="rect">
            <a:avLst/>
          </a:prstGeom>
          <a:solidFill>
            <a:srgbClr val="F4F2EF"/>
          </a:solidFill>
          <a:ln w="12700">
            <a:solidFill>
              <a:srgbClr val="6E112E"/>
            </a:solidFill>
            <a:prstDash val="dash"/>
          </a:ln>
        </p:spPr>
        <p:txBody>
          <a:bodyPr wrap="square" anchor="ctr">
            <a:noAutofit/>
          </a:bodyPr>
          <a:lstStyle/>
          <a:p>
            <a:r>
              <a:rPr lang="fi-FI">
                <a:hlinkClick r:id="rId2"/>
              </a:rPr>
              <a:t>https://</a:t>
            </a:r>
            <a:r>
              <a:rPr lang="fi-FI" err="1">
                <a:hlinkClick r:id="rId2"/>
              </a:rPr>
              <a:t>drive.google.com</a:t>
            </a:r>
            <a:r>
              <a:rPr lang="fi-FI">
                <a:hlinkClick r:id="rId2"/>
              </a:rPr>
              <a:t>/file/d/1cB-WV_YkXf4vBem1WpxuXQA1y2SXBMpr/</a:t>
            </a:r>
            <a:r>
              <a:rPr lang="fi-FI" err="1">
                <a:hlinkClick r:id="rId2"/>
              </a:rPr>
              <a:t>view?usp</a:t>
            </a:r>
            <a:r>
              <a:rPr lang="fi-FI">
                <a:hlinkClick r:id="rId2"/>
              </a:rPr>
              <a:t>=</a:t>
            </a:r>
            <a:r>
              <a:rPr lang="fi-FI" err="1">
                <a:hlinkClick r:id="rId2"/>
              </a:rPr>
              <a:t>drive_link</a:t>
            </a:r>
            <a:endParaRPr lang="fi-FI"/>
          </a:p>
        </p:txBody>
      </p:sp>
      <p:sp>
        <p:nvSpPr>
          <p:cNvPr id="8" name="Bar">
            <a:extLst>
              <a:ext uri="{FF2B5EF4-FFF2-40B4-BE49-F238E27FC236}">
                <a16:creationId xmlns:a16="http://schemas.microsoft.com/office/drawing/2014/main" id="{12137A6C-D1B4-6EB3-CBF5-42179CB01BA5}"/>
              </a:ext>
            </a:extLst>
          </p:cNvPr>
          <p:cNvSpPr/>
          <p:nvPr/>
        </p:nvSpPr>
        <p:spPr>
          <a:xfrm>
            <a:off x="1169036" y="5891530"/>
            <a:ext cx="9853928" cy="50800"/>
          </a:xfrm>
          <a:prstGeom prst="rect">
            <a:avLst/>
          </a:prstGeom>
          <a:solidFill>
            <a:srgbClr val="6E112E"/>
          </a:solidFill>
          <a:ln>
            <a:noFill/>
          </a:ln>
        </p:spPr>
        <p:txBody>
          <a:bodyPr wrap="square" lIns="0" tIns="0" rIns="0" bIns="0" anchor="t">
            <a:normAutofit fontScale="25000" lnSpcReduction="20000"/>
          </a:bodyPr>
          <a:lstStyle/>
          <a:p>
            <a:endParaRPr lang="fi-FI"/>
          </a:p>
        </p:txBody>
      </p:sp>
      <p:sp>
        <p:nvSpPr>
          <p:cNvPr id="10" name="Demon kulku">
            <a:extLst>
              <a:ext uri="{FF2B5EF4-FFF2-40B4-BE49-F238E27FC236}">
                <a16:creationId xmlns:a16="http://schemas.microsoft.com/office/drawing/2014/main" id="{3B0B2FEC-EFBE-2F46-B86D-85B3C8674793}"/>
              </a:ext>
            </a:extLst>
          </p:cNvPr>
          <p:cNvSpPr/>
          <p:nvPr/>
        </p:nvSpPr>
        <p:spPr>
          <a:xfrm>
            <a:off x="1169036" y="5942330"/>
            <a:ext cx="9853928" cy="762000"/>
          </a:xfrm>
          <a:prstGeom prst="rect">
            <a:avLst/>
          </a:prstGeom>
          <a:solidFill>
            <a:srgbClr val="F4F2EF"/>
          </a:solidFill>
          <a:ln>
            <a:noFill/>
          </a:ln>
        </p:spPr>
        <p:txBody>
          <a:bodyPr wrap="square" lIns="177800" tIns="101600" rIns="177800" bIns="101600" anchor="ctr">
            <a:normAutofit/>
          </a:bodyPr>
          <a:lstStyle/>
          <a:p>
            <a:pPr>
              <a:spcAft>
                <a:spcPts val="300"/>
              </a:spcAft>
              <a:buNone/>
            </a:pPr>
            <a:r>
              <a:rPr lang="fi-FI" sz="1600" b="1">
                <a:solidFill>
                  <a:srgbClr val="6E112E"/>
                </a:solidFill>
              </a:rPr>
              <a:t>Demon kulku</a:t>
            </a:r>
            <a:r>
              <a:rPr lang="fi-FI" sz="1400" b="1">
                <a:solidFill>
                  <a:srgbClr val="000000"/>
                </a:solidFill>
              </a:rPr>
              <a:t>     Kesto: </a:t>
            </a:r>
            <a:r>
              <a:rPr lang="fi-FI" sz="1400">
                <a:solidFill>
                  <a:srgbClr val="5F5F5F"/>
                </a:solidFill>
              </a:rPr>
              <a:t>[mm:ss]</a:t>
            </a:r>
          </a:p>
          <a:p>
            <a:pPr>
              <a:spcAft>
                <a:spcPts val="0"/>
              </a:spcAft>
              <a:buNone/>
            </a:pPr>
            <a:r>
              <a:rPr lang="fi-FI" sz="1400" b="1">
                <a:solidFill>
                  <a:srgbClr val="6E112E"/>
                </a:solidFill>
              </a:rPr>
              <a:t>1. </a:t>
            </a:r>
            <a:r>
              <a:rPr lang="fi-FI" sz="1400">
                <a:solidFill>
                  <a:srgbClr val="5F5F5F"/>
                </a:solidFill>
              </a:rPr>
              <a:t>[Lähtötilanne ja käyttäjän tarve]</a:t>
            </a:r>
            <a:r>
              <a:rPr lang="fi-FI" sz="1400" b="1">
                <a:solidFill>
                  <a:srgbClr val="6E112E"/>
                </a:solidFill>
              </a:rPr>
              <a:t>    2. </a:t>
            </a:r>
            <a:r>
              <a:rPr lang="fi-FI" sz="1400">
                <a:solidFill>
                  <a:srgbClr val="5F5F5F"/>
                </a:solidFill>
              </a:rPr>
              <a:t>[Mitä tekoäly tekee]</a:t>
            </a:r>
            <a:r>
              <a:rPr lang="fi-FI" sz="1400" b="1">
                <a:solidFill>
                  <a:srgbClr val="6E112E"/>
                </a:solidFill>
              </a:rPr>
              <a:t>    3. </a:t>
            </a:r>
            <a:r>
              <a:rPr lang="fi-FI" sz="1400">
                <a:solidFill>
                  <a:srgbClr val="5F5F5F"/>
                </a:solidFill>
              </a:rPr>
              <a:t>[Lopputulos ja hyöty]</a:t>
            </a:r>
          </a:p>
        </p:txBody>
      </p:sp>
    </p:spTree>
    <p:extLst>
      <p:ext uri="{BB962C8B-B14F-4D97-AF65-F5344CB8AC3E}">
        <p14:creationId xmlns:p14="http://schemas.microsoft.com/office/powerpoint/2010/main" val="1870256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00ED1-D85F-3B81-CB50-DBB9B913955A}"/>
              </a:ext>
            </a:extLst>
          </p:cNvPr>
          <p:cNvSpPr>
            <a:spLocks noGrp="1"/>
          </p:cNvSpPr>
          <p:nvPr>
            <p:ph type="title"/>
          </p:nvPr>
        </p:nvSpPr>
        <p:spPr/>
        <p:txBody>
          <a:bodyPr/>
          <a:lstStyle/>
          <a:p>
            <a:r>
              <a:rPr lang="en-FI" dirty="0"/>
              <a:t>Vaikuttavuus</a:t>
            </a:r>
          </a:p>
        </p:txBody>
      </p:sp>
      <p:sp>
        <p:nvSpPr>
          <p:cNvPr id="3" name="Text Placeholder 2">
            <a:extLst>
              <a:ext uri="{FF2B5EF4-FFF2-40B4-BE49-F238E27FC236}">
                <a16:creationId xmlns:a16="http://schemas.microsoft.com/office/drawing/2014/main" id="{4004B335-3A69-8098-ED6C-BB40258A1AD4}"/>
              </a:ext>
            </a:extLst>
          </p:cNvPr>
          <p:cNvSpPr>
            <a:spLocks noGrp="1"/>
          </p:cNvSpPr>
          <p:nvPr>
            <p:ph type="body" idx="1"/>
          </p:nvPr>
        </p:nvSpPr>
        <p:spPr>
          <a:xfrm>
            <a:off x="539750" y="725717"/>
            <a:ext cx="5374662" cy="866774"/>
          </a:xfrm>
        </p:spPr>
        <p:txBody>
          <a:bodyPr/>
          <a:lstStyle/>
          <a:p>
            <a:r>
              <a:rPr lang="en-FI" dirty="0"/>
              <a:t>SoTe-toimijoille</a:t>
            </a:r>
          </a:p>
        </p:txBody>
      </p:sp>
      <p:sp>
        <p:nvSpPr>
          <p:cNvPr id="4" name="Content Placeholder 3">
            <a:extLst>
              <a:ext uri="{FF2B5EF4-FFF2-40B4-BE49-F238E27FC236}">
                <a16:creationId xmlns:a16="http://schemas.microsoft.com/office/drawing/2014/main" id="{E5A4ED05-8454-C043-2B07-F206D18E5B7B}"/>
              </a:ext>
            </a:extLst>
          </p:cNvPr>
          <p:cNvSpPr>
            <a:spLocks noGrp="1"/>
          </p:cNvSpPr>
          <p:nvPr>
            <p:ph sz="half" idx="2"/>
          </p:nvPr>
        </p:nvSpPr>
        <p:spPr>
          <a:xfrm>
            <a:off x="539751" y="1881417"/>
            <a:ext cx="5375274" cy="1883063"/>
          </a:xfrm>
        </p:spPr>
        <p:txBody>
          <a:bodyPr/>
          <a:lstStyle/>
          <a:p>
            <a:r>
              <a:rPr lang="en-FI" dirty="0"/>
              <a:t>Parempi tiedon laatu, turvallisuus</a:t>
            </a:r>
          </a:p>
          <a:p>
            <a:pPr lvl="1"/>
            <a:r>
              <a:rPr lang="en-FI" sz="1400" dirty="0"/>
              <a:t>Vrt. </a:t>
            </a:r>
            <a:r>
              <a:rPr lang="en-GB" sz="1400" dirty="0"/>
              <a:t>m</a:t>
            </a:r>
            <a:r>
              <a:rPr lang="en-FI" sz="1400" dirty="0"/>
              <a:t>uistinvarainen lomakkeiden täyttö</a:t>
            </a:r>
          </a:p>
          <a:p>
            <a:pPr lvl="1"/>
            <a:r>
              <a:rPr lang="en-FI" sz="1400" dirty="0"/>
              <a:t>Standardoitu muoto</a:t>
            </a:r>
            <a:endParaRPr lang="en-FI" dirty="0"/>
          </a:p>
          <a:p>
            <a:r>
              <a:rPr lang="en-FI" dirty="0"/>
              <a:t>Ajan säästö</a:t>
            </a:r>
          </a:p>
          <a:p>
            <a:r>
              <a:rPr lang="en-FI" dirty="0"/>
              <a:t>Asiakastyytyväisyys</a:t>
            </a:r>
          </a:p>
          <a:p>
            <a:endParaRPr lang="en-FI" dirty="0"/>
          </a:p>
        </p:txBody>
      </p:sp>
      <p:sp>
        <p:nvSpPr>
          <p:cNvPr id="5" name="Text Placeholder 4">
            <a:extLst>
              <a:ext uri="{FF2B5EF4-FFF2-40B4-BE49-F238E27FC236}">
                <a16:creationId xmlns:a16="http://schemas.microsoft.com/office/drawing/2014/main" id="{689AFAF7-74FF-24CA-C1B8-ED7F91E250C9}"/>
              </a:ext>
            </a:extLst>
          </p:cNvPr>
          <p:cNvSpPr>
            <a:spLocks noGrp="1"/>
          </p:cNvSpPr>
          <p:nvPr>
            <p:ph type="body" sz="quarter" idx="3"/>
          </p:nvPr>
        </p:nvSpPr>
        <p:spPr>
          <a:xfrm>
            <a:off x="6275388" y="725716"/>
            <a:ext cx="5374662" cy="866775"/>
          </a:xfrm>
        </p:spPr>
        <p:txBody>
          <a:bodyPr/>
          <a:lstStyle/>
          <a:p>
            <a:r>
              <a:rPr lang="en-FI" dirty="0"/>
              <a:t>Asiakkaille</a:t>
            </a:r>
          </a:p>
        </p:txBody>
      </p:sp>
      <p:sp>
        <p:nvSpPr>
          <p:cNvPr id="6" name="Content Placeholder 5">
            <a:extLst>
              <a:ext uri="{FF2B5EF4-FFF2-40B4-BE49-F238E27FC236}">
                <a16:creationId xmlns:a16="http://schemas.microsoft.com/office/drawing/2014/main" id="{4107F136-18F7-E8A4-6626-B355B3CA45F4}"/>
              </a:ext>
            </a:extLst>
          </p:cNvPr>
          <p:cNvSpPr>
            <a:spLocks noGrp="1"/>
          </p:cNvSpPr>
          <p:nvPr>
            <p:ph sz="quarter" idx="4"/>
          </p:nvPr>
        </p:nvSpPr>
        <p:spPr>
          <a:xfrm>
            <a:off x="6275388" y="1905230"/>
            <a:ext cx="5374662" cy="1859250"/>
          </a:xfrm>
        </p:spPr>
        <p:txBody>
          <a:bodyPr/>
          <a:lstStyle/>
          <a:p>
            <a:r>
              <a:rPr lang="en-FI" dirty="0"/>
              <a:t>Parempi hoito, kun tiedot ovat oikein</a:t>
            </a:r>
          </a:p>
          <a:p>
            <a:r>
              <a:rPr lang="en-FI" dirty="0"/>
              <a:t>Vähemmän aikaa samojen tietojen täyttämisessä</a:t>
            </a:r>
          </a:p>
          <a:p>
            <a:r>
              <a:rPr lang="en-FI" dirty="0"/>
              <a:t>Hallinnan tunne, omat tiedot aina mukana</a:t>
            </a:r>
          </a:p>
          <a:p>
            <a:pPr marL="0" indent="0">
              <a:buNone/>
            </a:pPr>
            <a:endParaRPr lang="en-FI" dirty="0"/>
          </a:p>
        </p:txBody>
      </p:sp>
      <p:sp>
        <p:nvSpPr>
          <p:cNvPr id="7" name="Footer Placeholder 6">
            <a:extLst>
              <a:ext uri="{FF2B5EF4-FFF2-40B4-BE49-F238E27FC236}">
                <a16:creationId xmlns:a16="http://schemas.microsoft.com/office/drawing/2014/main" id="{4161E951-B15A-D9F3-0798-83FC75BB8E4B}"/>
              </a:ext>
            </a:extLst>
          </p:cNvPr>
          <p:cNvSpPr>
            <a:spLocks noGrp="1"/>
          </p:cNvSpPr>
          <p:nvPr>
            <p:ph type="ftr" sz="quarter" idx="11"/>
          </p:nvPr>
        </p:nvSpPr>
        <p:spPr/>
        <p:txBody>
          <a:bodyPr/>
          <a:lstStyle/>
          <a:p>
            <a:endParaRPr lang="fi-FI"/>
          </a:p>
        </p:txBody>
      </p:sp>
      <p:sp>
        <p:nvSpPr>
          <p:cNvPr id="8" name="Date Placeholder 7">
            <a:extLst>
              <a:ext uri="{FF2B5EF4-FFF2-40B4-BE49-F238E27FC236}">
                <a16:creationId xmlns:a16="http://schemas.microsoft.com/office/drawing/2014/main" id="{5736F29D-79B4-A4FF-27BF-4ED3840905CA}"/>
              </a:ext>
            </a:extLst>
          </p:cNvPr>
          <p:cNvSpPr>
            <a:spLocks noGrp="1"/>
          </p:cNvSpPr>
          <p:nvPr>
            <p:ph type="dt" sz="half" idx="10"/>
          </p:nvPr>
        </p:nvSpPr>
        <p:spPr/>
        <p:txBody>
          <a:bodyPr/>
          <a:lstStyle/>
          <a:p>
            <a:fld id="{E18AEC8B-7DE7-4725-ADD5-60689C9DA047}" type="datetime1">
              <a:rPr lang="fi-FI" smtClean="0"/>
              <a:t>14.10.2026</a:t>
            </a:fld>
            <a:endParaRPr lang="fi-FI"/>
          </a:p>
        </p:txBody>
      </p:sp>
      <p:sp>
        <p:nvSpPr>
          <p:cNvPr id="9" name="Slide Number Placeholder 8">
            <a:extLst>
              <a:ext uri="{FF2B5EF4-FFF2-40B4-BE49-F238E27FC236}">
                <a16:creationId xmlns:a16="http://schemas.microsoft.com/office/drawing/2014/main" id="{B4C24852-8585-07D7-7197-F8857D4D2523}"/>
              </a:ext>
            </a:extLst>
          </p:cNvPr>
          <p:cNvSpPr>
            <a:spLocks noGrp="1"/>
          </p:cNvSpPr>
          <p:nvPr>
            <p:ph type="sldNum" sz="quarter" idx="12"/>
          </p:nvPr>
        </p:nvSpPr>
        <p:spPr/>
        <p:txBody>
          <a:bodyPr/>
          <a:lstStyle/>
          <a:p>
            <a:fld id="{07F0CC26-4241-4995-BDB3-9E0D3B0C702B}" type="slidenum">
              <a:rPr lang="fi-FI" smtClean="0"/>
              <a:t>4</a:t>
            </a:fld>
            <a:endParaRPr lang="fi-FI"/>
          </a:p>
        </p:txBody>
      </p:sp>
      <p:sp>
        <p:nvSpPr>
          <p:cNvPr id="10" name="Content Placeholder 5">
            <a:extLst>
              <a:ext uri="{FF2B5EF4-FFF2-40B4-BE49-F238E27FC236}">
                <a16:creationId xmlns:a16="http://schemas.microsoft.com/office/drawing/2014/main" id="{07061DF8-310D-82FC-C4A5-89B56A6AF637}"/>
              </a:ext>
            </a:extLst>
          </p:cNvPr>
          <p:cNvSpPr txBox="1">
            <a:spLocks/>
          </p:cNvSpPr>
          <p:nvPr/>
        </p:nvSpPr>
        <p:spPr>
          <a:xfrm>
            <a:off x="539749" y="4286992"/>
            <a:ext cx="11110300" cy="1637700"/>
          </a:xfrm>
          <a:prstGeom prst="rect">
            <a:avLst/>
          </a:prstGeom>
        </p:spPr>
        <p:txBody>
          <a:bodyPr vert="horz" wrap="square" lIns="0" tIns="0" rIns="0" bIns="0" rtlCol="0">
            <a:noAutofit/>
          </a:bodyPr>
          <a:lstStyle>
            <a:lvl1pPr marL="180000" indent="-180000" algn="l" defTabSz="914377" rtl="0" eaLnBrk="1" latinLnBrk="0" hangingPunct="1">
              <a:lnSpc>
                <a:spcPct val="100000"/>
              </a:lnSpc>
              <a:spcBef>
                <a:spcPts val="1000"/>
              </a:spcBef>
              <a:buClr>
                <a:schemeClr val="accent1"/>
              </a:buClr>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1pPr>
            <a:lvl2pPr marL="540000" indent="-180000" algn="l" defTabSz="914377" rtl="0" eaLnBrk="1" latinLnBrk="0" hangingPunct="1">
              <a:lnSpc>
                <a:spcPct val="100000"/>
              </a:lnSpc>
              <a:spcBef>
                <a:spcPts val="500"/>
              </a:spcBef>
              <a:buClr>
                <a:schemeClr val="accent1"/>
              </a:buClr>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2pPr>
            <a:lvl3pPr marL="900000" indent="-180000" algn="l" defTabSz="914377" rtl="0" eaLnBrk="1" latinLnBrk="0" hangingPunct="1">
              <a:lnSpc>
                <a:spcPct val="100000"/>
              </a:lnSpc>
              <a:spcBef>
                <a:spcPts val="500"/>
              </a:spcBef>
              <a:buClr>
                <a:schemeClr val="accent1"/>
              </a:buClr>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mn-cs"/>
              </a:defRPr>
            </a:lvl3pPr>
            <a:lvl4pPr marL="1260000" indent="-180000" algn="l" defTabSz="914377" rtl="0" eaLnBrk="1" latinLnBrk="0" hangingPunct="1">
              <a:lnSpc>
                <a:spcPct val="100000"/>
              </a:lnSpc>
              <a:spcBef>
                <a:spcPts val="500"/>
              </a:spcBef>
              <a:buClr>
                <a:schemeClr val="accent1"/>
              </a:buClr>
              <a:buFont typeface="Arial" panose="020B0604020202020204" pitchFamily="34" charset="0"/>
              <a:buChar char="•"/>
              <a:defRPr sz="1400" kern="1200">
                <a:solidFill>
                  <a:schemeClr val="tx1"/>
                </a:solidFill>
                <a:latin typeface="Verdana" panose="020B0604030504040204" pitchFamily="34" charset="0"/>
                <a:ea typeface="Verdana" panose="020B0604030504040204" pitchFamily="34" charset="0"/>
                <a:cs typeface="+mn-cs"/>
              </a:defRPr>
            </a:lvl4pPr>
            <a:lvl5pPr marL="1620000" indent="-180000" algn="l" defTabSz="914377" rtl="0" eaLnBrk="1" latinLnBrk="0" hangingPunct="1">
              <a:lnSpc>
                <a:spcPct val="100000"/>
              </a:lnSpc>
              <a:spcBef>
                <a:spcPts val="500"/>
              </a:spcBef>
              <a:buClr>
                <a:schemeClr val="accent1"/>
              </a:buClr>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FI" dirty="0"/>
              <a:t>Suuret volyymit – yleiset tiedot, joita kysytään lähes joka tilanteessa</a:t>
            </a:r>
          </a:p>
          <a:p>
            <a:r>
              <a:rPr lang="en-FI" dirty="0"/>
              <a:t>IPS on kehitetty yleiseen tarpeeseen – palvelemaan sekä terveydenhuoltoa että asiakkaita</a:t>
            </a:r>
          </a:p>
          <a:p>
            <a:r>
              <a:rPr lang="en-FI" dirty="0"/>
              <a:t>Standardit ja teknologiat ovat valmiita käyttöönotettaviksi</a:t>
            </a:r>
          </a:p>
          <a:p>
            <a:r>
              <a:rPr lang="en-FI" b="1" dirty="0"/>
              <a:t>Annetaan digikyvykkäille asiakkaille hyvät välineet, itsepalvelu säästää resursseja</a:t>
            </a:r>
          </a:p>
        </p:txBody>
      </p:sp>
    </p:spTree>
    <p:extLst>
      <p:ext uri="{BB962C8B-B14F-4D97-AF65-F5344CB8AC3E}">
        <p14:creationId xmlns:p14="http://schemas.microsoft.com/office/powerpoint/2010/main" val="19775749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94A37-8A10-79F9-66C5-EBAFE7A4AD58}"/>
              </a:ext>
            </a:extLst>
          </p:cNvPr>
          <p:cNvSpPr>
            <a:spLocks noGrp="1"/>
          </p:cNvSpPr>
          <p:nvPr>
            <p:ph type="title"/>
          </p:nvPr>
        </p:nvSpPr>
        <p:spPr/>
        <p:txBody>
          <a:bodyPr/>
          <a:lstStyle/>
          <a:p>
            <a:r>
              <a:rPr lang="en-FI" dirty="0"/>
              <a:t>Mitä toteutimme hackathonissa</a:t>
            </a:r>
          </a:p>
        </p:txBody>
      </p:sp>
      <p:sp>
        <p:nvSpPr>
          <p:cNvPr id="3" name="Content Placeholder 2">
            <a:extLst>
              <a:ext uri="{FF2B5EF4-FFF2-40B4-BE49-F238E27FC236}">
                <a16:creationId xmlns:a16="http://schemas.microsoft.com/office/drawing/2014/main" id="{BAC7BD63-4BFB-F4CC-61EF-4DBB33E491C6}"/>
              </a:ext>
            </a:extLst>
          </p:cNvPr>
          <p:cNvSpPr>
            <a:spLocks noGrp="1"/>
          </p:cNvSpPr>
          <p:nvPr>
            <p:ph idx="1"/>
          </p:nvPr>
        </p:nvSpPr>
        <p:spPr/>
        <p:txBody>
          <a:bodyPr vert="horz" wrap="square" lIns="0" tIns="0" rIns="0" bIns="0" rtlCol="0">
            <a:noAutofit/>
          </a:bodyPr>
          <a:lstStyle/>
          <a:p>
            <a:pPr marL="179705" indent="-179705"/>
            <a:r>
              <a:rPr lang="en-FI" err="1">
                <a:latin typeface="Verdana"/>
                <a:ea typeface="Verdana"/>
              </a:rPr>
              <a:t>Synteettisen</a:t>
            </a:r>
            <a:r>
              <a:rPr lang="en-FI">
                <a:latin typeface="Verdana"/>
                <a:ea typeface="Verdana"/>
              </a:rPr>
              <a:t> </a:t>
            </a:r>
            <a:r>
              <a:rPr lang="en-FI" err="1">
                <a:latin typeface="Verdana"/>
                <a:ea typeface="Verdana"/>
              </a:rPr>
              <a:t>testiaineiston</a:t>
            </a:r>
            <a:r>
              <a:rPr lang="en-FI">
                <a:latin typeface="Verdana"/>
                <a:ea typeface="Verdana"/>
              </a:rPr>
              <a:t> </a:t>
            </a:r>
            <a:r>
              <a:rPr lang="en-FI" err="1">
                <a:latin typeface="Verdana"/>
                <a:ea typeface="Verdana"/>
              </a:rPr>
              <a:t>käsittely</a:t>
            </a:r>
            <a:endParaRPr lang="en-US" err="1">
              <a:latin typeface="Verdana"/>
              <a:ea typeface="Verdana"/>
            </a:endParaRPr>
          </a:p>
          <a:p>
            <a:pPr marL="539750" lvl="1" indent="-179705"/>
            <a:r>
              <a:rPr lang="en-FI" err="1">
                <a:latin typeface="Verdana"/>
                <a:ea typeface="Verdana"/>
              </a:rPr>
              <a:t>Lataus</a:t>
            </a:r>
            <a:r>
              <a:rPr lang="en-FI">
                <a:latin typeface="Verdana"/>
                <a:ea typeface="Verdana"/>
              </a:rPr>
              <a:t> </a:t>
            </a:r>
            <a:r>
              <a:rPr lang="en-FI" err="1">
                <a:latin typeface="Verdana"/>
                <a:ea typeface="Verdana"/>
              </a:rPr>
              <a:t>tietokantaan</a:t>
            </a:r>
            <a:r>
              <a:rPr lang="en-FI">
                <a:latin typeface="Verdana"/>
                <a:ea typeface="Verdana"/>
              </a:rPr>
              <a:t> ja </a:t>
            </a:r>
            <a:r>
              <a:rPr lang="en-GB">
                <a:latin typeface="Verdana"/>
                <a:ea typeface="Verdana"/>
              </a:rPr>
              <a:t>p</a:t>
            </a:r>
            <a:r>
              <a:rPr lang="en-FI" err="1">
                <a:latin typeface="Verdana"/>
                <a:ea typeface="Verdana"/>
              </a:rPr>
              <a:t>otilaskohtaisten</a:t>
            </a:r>
            <a:r>
              <a:rPr lang="en-FI">
                <a:latin typeface="Verdana"/>
                <a:ea typeface="Verdana"/>
              </a:rPr>
              <a:t> </a:t>
            </a:r>
            <a:r>
              <a:rPr lang="en-FI" err="1">
                <a:latin typeface="Verdana"/>
                <a:ea typeface="Verdana"/>
              </a:rPr>
              <a:t>tietokoosteiden</a:t>
            </a:r>
            <a:r>
              <a:rPr lang="en-FI">
                <a:latin typeface="Verdana"/>
                <a:ea typeface="Verdana"/>
              </a:rPr>
              <a:t> </a:t>
            </a:r>
            <a:r>
              <a:rPr lang="en-FI" err="1">
                <a:latin typeface="Verdana"/>
                <a:ea typeface="Verdana"/>
              </a:rPr>
              <a:t>luominen</a:t>
            </a:r>
            <a:r>
              <a:rPr lang="en-FI">
                <a:latin typeface="Verdana"/>
                <a:ea typeface="Verdana"/>
              </a:rPr>
              <a:t> </a:t>
            </a:r>
            <a:r>
              <a:rPr lang="en-FI" err="1">
                <a:latin typeface="Verdana"/>
                <a:ea typeface="Verdana"/>
              </a:rPr>
              <a:t>sieltä</a:t>
            </a:r>
          </a:p>
          <a:p>
            <a:pPr marL="179705" indent="-179705"/>
            <a:r>
              <a:rPr lang="en-FI">
                <a:latin typeface="Verdana"/>
                <a:ea typeface="Verdana"/>
              </a:rPr>
              <a:t>IPS-</a:t>
            </a:r>
            <a:r>
              <a:rPr lang="en-FI" err="1">
                <a:latin typeface="Verdana"/>
                <a:ea typeface="Verdana"/>
              </a:rPr>
              <a:t>tiedostojen</a:t>
            </a:r>
            <a:r>
              <a:rPr lang="en-FI">
                <a:latin typeface="Verdana"/>
                <a:ea typeface="Verdana"/>
              </a:rPr>
              <a:t> </a:t>
            </a:r>
            <a:r>
              <a:rPr lang="en-FI" err="1">
                <a:latin typeface="Verdana"/>
                <a:ea typeface="Verdana"/>
              </a:rPr>
              <a:t>muodostaminen</a:t>
            </a:r>
          </a:p>
          <a:p>
            <a:pPr marL="539750" lvl="1" indent="-179705"/>
            <a:r>
              <a:rPr lang="en-FI" err="1">
                <a:latin typeface="Verdana"/>
                <a:ea typeface="Verdana"/>
              </a:rPr>
              <a:t>Rakenteisesta</a:t>
            </a:r>
            <a:r>
              <a:rPr lang="en-FI">
                <a:latin typeface="Verdana"/>
                <a:ea typeface="Verdana"/>
              </a:rPr>
              <a:t> </a:t>
            </a:r>
            <a:r>
              <a:rPr lang="en-FI" err="1">
                <a:latin typeface="Verdana"/>
                <a:ea typeface="Verdana"/>
              </a:rPr>
              <a:t>tiedosta</a:t>
            </a:r>
            <a:r>
              <a:rPr lang="en-FI">
                <a:latin typeface="Verdana"/>
                <a:ea typeface="Verdana"/>
              </a:rPr>
              <a:t> </a:t>
            </a:r>
            <a:r>
              <a:rPr lang="en-FI" err="1">
                <a:latin typeface="Verdana"/>
                <a:ea typeface="Verdana"/>
              </a:rPr>
              <a:t>sääntöpohjaisesti</a:t>
            </a:r>
          </a:p>
          <a:p>
            <a:pPr marL="539750" lvl="1" indent="-179705"/>
            <a:r>
              <a:rPr lang="en-FI" err="1">
                <a:latin typeface="Verdana"/>
                <a:ea typeface="Verdana"/>
              </a:rPr>
              <a:t>Vapaamuotoisesta</a:t>
            </a:r>
            <a:r>
              <a:rPr lang="en-FI">
                <a:latin typeface="Verdana"/>
                <a:ea typeface="Verdana"/>
              </a:rPr>
              <a:t> </a:t>
            </a:r>
            <a:r>
              <a:rPr lang="en-FI" err="1">
                <a:latin typeface="Verdana"/>
                <a:ea typeface="Verdana"/>
              </a:rPr>
              <a:t>tiedosta</a:t>
            </a:r>
            <a:r>
              <a:rPr lang="en-FI">
                <a:latin typeface="Verdana"/>
                <a:ea typeface="Verdana"/>
              </a:rPr>
              <a:t> </a:t>
            </a:r>
            <a:r>
              <a:rPr lang="en-FI" err="1">
                <a:latin typeface="Verdana"/>
                <a:ea typeface="Verdana"/>
              </a:rPr>
              <a:t>kielimallin</a:t>
            </a:r>
            <a:r>
              <a:rPr lang="en-FI">
                <a:latin typeface="Verdana"/>
                <a:ea typeface="Verdana"/>
              </a:rPr>
              <a:t> </a:t>
            </a:r>
            <a:r>
              <a:rPr lang="en-FI" err="1">
                <a:latin typeface="Verdana"/>
                <a:ea typeface="Verdana"/>
              </a:rPr>
              <a:t>avulla</a:t>
            </a:r>
            <a:r>
              <a:rPr lang="en-FI">
                <a:latin typeface="Verdana"/>
                <a:ea typeface="Verdana"/>
              </a:rPr>
              <a:t> (</a:t>
            </a:r>
            <a:r>
              <a:rPr lang="en-FI" err="1">
                <a:latin typeface="Verdana"/>
                <a:ea typeface="Verdana"/>
              </a:rPr>
              <a:t>tekoäly</a:t>
            </a:r>
            <a:r>
              <a:rPr lang="en-FI">
                <a:latin typeface="Verdana"/>
                <a:ea typeface="Verdana"/>
              </a:rPr>
              <a:t> </a:t>
            </a:r>
            <a:r>
              <a:rPr lang="en-FI" err="1">
                <a:latin typeface="Verdana"/>
                <a:ea typeface="Verdana"/>
              </a:rPr>
              <a:t>ei</a:t>
            </a:r>
            <a:r>
              <a:rPr lang="en-FI">
                <a:latin typeface="Verdana"/>
                <a:ea typeface="Verdana"/>
              </a:rPr>
              <a:t> </a:t>
            </a:r>
            <a:r>
              <a:rPr lang="en-FI" err="1">
                <a:latin typeface="Verdana"/>
                <a:ea typeface="Verdana"/>
              </a:rPr>
              <a:t>muodosta</a:t>
            </a:r>
            <a:r>
              <a:rPr lang="en-FI">
                <a:latin typeface="Verdana"/>
                <a:ea typeface="Verdana"/>
              </a:rPr>
              <a:t> </a:t>
            </a:r>
            <a:r>
              <a:rPr lang="en-FI" err="1">
                <a:latin typeface="Verdana"/>
                <a:ea typeface="Verdana"/>
              </a:rPr>
              <a:t>suoraan</a:t>
            </a:r>
            <a:r>
              <a:rPr lang="en-FI">
                <a:latin typeface="Verdana"/>
                <a:ea typeface="Verdana"/>
              </a:rPr>
              <a:t> IPS-</a:t>
            </a:r>
            <a:r>
              <a:rPr lang="en-FI" err="1">
                <a:latin typeface="Verdana"/>
                <a:ea typeface="Verdana"/>
              </a:rPr>
              <a:t>tietoja</a:t>
            </a:r>
            <a:r>
              <a:rPr lang="en-FI">
                <a:latin typeface="Verdana"/>
                <a:ea typeface="Verdana"/>
              </a:rPr>
              <a:t>)</a:t>
            </a:r>
          </a:p>
          <a:p>
            <a:pPr marL="539750" lvl="1" indent="-179705"/>
            <a:r>
              <a:rPr lang="en-FI">
                <a:latin typeface="Verdana"/>
                <a:ea typeface="Verdana"/>
              </a:rPr>
              <a:t>IPS-</a:t>
            </a:r>
            <a:r>
              <a:rPr lang="en-FI" err="1">
                <a:latin typeface="Verdana"/>
                <a:ea typeface="Verdana"/>
              </a:rPr>
              <a:t>dokumentin</a:t>
            </a:r>
            <a:r>
              <a:rPr lang="en-FI">
                <a:latin typeface="Verdana"/>
                <a:ea typeface="Verdana"/>
              </a:rPr>
              <a:t> </a:t>
            </a:r>
            <a:r>
              <a:rPr lang="en-FI" err="1">
                <a:latin typeface="Verdana"/>
                <a:ea typeface="Verdana"/>
              </a:rPr>
              <a:t>lataaminen</a:t>
            </a:r>
            <a:r>
              <a:rPr lang="en-FI">
                <a:latin typeface="Verdana"/>
                <a:ea typeface="Verdana"/>
              </a:rPr>
              <a:t> </a:t>
            </a:r>
            <a:r>
              <a:rPr lang="en-FI" err="1">
                <a:latin typeface="Verdana"/>
                <a:ea typeface="Verdana"/>
              </a:rPr>
              <a:t>digitaaliseen</a:t>
            </a:r>
            <a:r>
              <a:rPr lang="en-FI">
                <a:latin typeface="Verdana"/>
                <a:ea typeface="Verdana"/>
              </a:rPr>
              <a:t> </a:t>
            </a:r>
            <a:r>
              <a:rPr lang="en-FI" err="1">
                <a:latin typeface="Verdana"/>
                <a:ea typeface="Verdana"/>
              </a:rPr>
              <a:t>lompakkoon</a:t>
            </a:r>
            <a:r>
              <a:rPr lang="en-FI">
                <a:latin typeface="Verdana"/>
                <a:ea typeface="Verdana"/>
              </a:rPr>
              <a:t> (</a:t>
            </a:r>
            <a:r>
              <a:rPr lang="en-FI" err="1">
                <a:latin typeface="Verdana"/>
                <a:ea typeface="Verdana"/>
              </a:rPr>
              <a:t>valmisratkaisujen</a:t>
            </a:r>
            <a:r>
              <a:rPr lang="en-FI">
                <a:latin typeface="Verdana"/>
                <a:ea typeface="Verdana"/>
              </a:rPr>
              <a:t> </a:t>
            </a:r>
            <a:r>
              <a:rPr lang="en-FI" err="1">
                <a:latin typeface="Verdana"/>
                <a:ea typeface="Verdana"/>
              </a:rPr>
              <a:t>avulla</a:t>
            </a:r>
            <a:r>
              <a:rPr lang="en-FI">
                <a:latin typeface="Verdana"/>
                <a:ea typeface="Verdana"/>
              </a:rPr>
              <a:t>)</a:t>
            </a:r>
          </a:p>
          <a:p>
            <a:pPr marL="179705" indent="-179705"/>
            <a:r>
              <a:rPr lang="en-FI">
                <a:latin typeface="Verdana"/>
                <a:ea typeface="Verdana"/>
              </a:rPr>
              <a:t>IPS-</a:t>
            </a:r>
            <a:r>
              <a:rPr lang="en-FI" err="1">
                <a:latin typeface="Verdana"/>
                <a:ea typeface="Verdana"/>
              </a:rPr>
              <a:t>näkymän</a:t>
            </a:r>
            <a:r>
              <a:rPr lang="en-FI">
                <a:latin typeface="Verdana"/>
                <a:ea typeface="Verdana"/>
              </a:rPr>
              <a:t> </a:t>
            </a:r>
            <a:r>
              <a:rPr lang="en-FI" err="1">
                <a:latin typeface="Verdana"/>
                <a:ea typeface="Verdana"/>
              </a:rPr>
              <a:t>käännös</a:t>
            </a:r>
            <a:r>
              <a:rPr lang="en-FI">
                <a:latin typeface="Verdana"/>
                <a:ea typeface="Verdana"/>
              </a:rPr>
              <a:t> </a:t>
            </a:r>
            <a:r>
              <a:rPr lang="en-FI" err="1">
                <a:latin typeface="Verdana"/>
                <a:ea typeface="Verdana"/>
              </a:rPr>
              <a:t>kielestä</a:t>
            </a:r>
            <a:r>
              <a:rPr lang="en-FI">
                <a:latin typeface="Verdana"/>
                <a:ea typeface="Verdana"/>
              </a:rPr>
              <a:t> </a:t>
            </a:r>
            <a:r>
              <a:rPr lang="en-FI" err="1">
                <a:latin typeface="Verdana"/>
                <a:ea typeface="Verdana"/>
              </a:rPr>
              <a:t>toiseen</a:t>
            </a:r>
            <a:endParaRPr lang="en-FI">
              <a:latin typeface="Verdana"/>
              <a:ea typeface="Verdana"/>
            </a:endParaRPr>
          </a:p>
          <a:p>
            <a:pPr marL="539750" lvl="1" indent="-179705"/>
            <a:r>
              <a:rPr lang="en-FI">
                <a:latin typeface="Verdana"/>
                <a:ea typeface="Verdana"/>
              </a:rPr>
              <a:t>Tietosuojaa </a:t>
            </a:r>
            <a:r>
              <a:rPr lang="en-FI" err="1">
                <a:latin typeface="Verdana"/>
                <a:ea typeface="Verdana"/>
              </a:rPr>
              <a:t>kunnioittaen</a:t>
            </a:r>
            <a:r>
              <a:rPr lang="en-FI">
                <a:latin typeface="Verdana"/>
                <a:ea typeface="Verdana"/>
              </a:rPr>
              <a:t>, </a:t>
            </a:r>
            <a:r>
              <a:rPr lang="en-FI" err="1">
                <a:latin typeface="Verdana"/>
                <a:ea typeface="Verdana"/>
              </a:rPr>
              <a:t>paikallisesti</a:t>
            </a:r>
            <a:r>
              <a:rPr lang="en-FI">
                <a:latin typeface="Verdana"/>
                <a:ea typeface="Verdana"/>
              </a:rPr>
              <a:t> </a:t>
            </a:r>
            <a:r>
              <a:rPr lang="en-FI" err="1">
                <a:latin typeface="Verdana"/>
                <a:ea typeface="Verdana"/>
              </a:rPr>
              <a:t>tarpeen</a:t>
            </a:r>
            <a:r>
              <a:rPr lang="en-FI">
                <a:latin typeface="Verdana"/>
                <a:ea typeface="Verdana"/>
              </a:rPr>
              <a:t> </a:t>
            </a:r>
            <a:r>
              <a:rPr lang="en-FI" err="1">
                <a:latin typeface="Verdana"/>
                <a:ea typeface="Verdana"/>
              </a:rPr>
              <a:t>mukaan</a:t>
            </a:r>
            <a:r>
              <a:rPr lang="en-FI">
                <a:latin typeface="Verdana"/>
                <a:ea typeface="Verdana"/>
              </a:rPr>
              <a:t> </a:t>
            </a:r>
            <a:r>
              <a:rPr lang="en-FI" err="1">
                <a:latin typeface="Verdana"/>
                <a:ea typeface="Verdana"/>
              </a:rPr>
              <a:t>ladatun</a:t>
            </a:r>
            <a:r>
              <a:rPr lang="en-FI">
                <a:latin typeface="Verdana"/>
                <a:ea typeface="Verdana"/>
              </a:rPr>
              <a:t> </a:t>
            </a:r>
            <a:r>
              <a:rPr lang="en-FI" err="1">
                <a:latin typeface="Verdana"/>
                <a:ea typeface="Verdana"/>
              </a:rPr>
              <a:t>kääntäjän</a:t>
            </a:r>
            <a:r>
              <a:rPr lang="en-FI">
                <a:latin typeface="Verdana"/>
                <a:ea typeface="Verdana"/>
              </a:rPr>
              <a:t> </a:t>
            </a:r>
            <a:r>
              <a:rPr lang="en-FI" err="1">
                <a:latin typeface="Verdana"/>
                <a:ea typeface="Verdana"/>
              </a:rPr>
              <a:t>avulla</a:t>
            </a:r>
            <a:endParaRPr lang="en-FI">
              <a:latin typeface="Verdana"/>
              <a:ea typeface="Verdana"/>
            </a:endParaRPr>
          </a:p>
          <a:p>
            <a:pPr marL="179705" indent="-179705"/>
            <a:r>
              <a:rPr lang="en-FI" err="1">
                <a:latin typeface="Verdana"/>
                <a:ea typeface="Verdana"/>
              </a:rPr>
              <a:t>Esitietolomakkeiden</a:t>
            </a:r>
            <a:r>
              <a:rPr lang="en-FI">
                <a:latin typeface="Verdana"/>
                <a:ea typeface="Verdana"/>
              </a:rPr>
              <a:t> </a:t>
            </a:r>
            <a:r>
              <a:rPr lang="en-FI" err="1">
                <a:latin typeface="Verdana"/>
                <a:ea typeface="Verdana"/>
              </a:rPr>
              <a:t>muuntaminen</a:t>
            </a:r>
            <a:r>
              <a:rPr lang="en-FI">
                <a:latin typeface="Verdana"/>
                <a:ea typeface="Verdana"/>
              </a:rPr>
              <a:t> HL7 FHIR Questionnaire -</a:t>
            </a:r>
            <a:r>
              <a:rPr lang="en-FI" err="1">
                <a:latin typeface="Verdana"/>
                <a:ea typeface="Verdana"/>
              </a:rPr>
              <a:t>kyselyiksi</a:t>
            </a:r>
            <a:endParaRPr lang="en-FI" err="1"/>
          </a:p>
          <a:p>
            <a:pPr marL="539750" lvl="1" indent="-179705"/>
            <a:r>
              <a:rPr lang="en-FI" err="1">
                <a:latin typeface="Verdana"/>
                <a:ea typeface="Verdana"/>
              </a:rPr>
              <a:t>Tietojen</a:t>
            </a:r>
            <a:r>
              <a:rPr lang="en-FI">
                <a:latin typeface="Verdana"/>
                <a:ea typeface="Verdana"/>
              </a:rPr>
              <a:t> </a:t>
            </a:r>
            <a:r>
              <a:rPr lang="en-FI" err="1">
                <a:latin typeface="Verdana"/>
                <a:ea typeface="Verdana"/>
              </a:rPr>
              <a:t>esitäyttö</a:t>
            </a:r>
            <a:r>
              <a:rPr lang="en-FI">
                <a:latin typeface="Verdana"/>
                <a:ea typeface="Verdana"/>
              </a:rPr>
              <a:t> IPS-</a:t>
            </a:r>
            <a:r>
              <a:rPr lang="en-FI" err="1">
                <a:latin typeface="Verdana"/>
                <a:ea typeface="Verdana"/>
              </a:rPr>
              <a:t>dokumenttien</a:t>
            </a:r>
            <a:r>
              <a:rPr lang="en-FI">
                <a:latin typeface="Verdana"/>
                <a:ea typeface="Verdana"/>
              </a:rPr>
              <a:t> </a:t>
            </a:r>
            <a:r>
              <a:rPr lang="en-FI" err="1">
                <a:latin typeface="Verdana"/>
                <a:ea typeface="Verdana"/>
              </a:rPr>
              <a:t>avulla</a:t>
            </a:r>
            <a:r>
              <a:rPr lang="en-FI">
                <a:latin typeface="Verdana"/>
                <a:ea typeface="Verdana"/>
              </a:rPr>
              <a:t> (</a:t>
            </a:r>
            <a:r>
              <a:rPr lang="en-FI" err="1">
                <a:latin typeface="Verdana"/>
                <a:ea typeface="Verdana"/>
              </a:rPr>
              <a:t>myös</a:t>
            </a:r>
            <a:r>
              <a:rPr lang="en-FI">
                <a:latin typeface="Verdana"/>
                <a:ea typeface="Verdana"/>
              </a:rPr>
              <a:t> </a:t>
            </a:r>
            <a:r>
              <a:rPr lang="en-FI" err="1">
                <a:latin typeface="Verdana"/>
                <a:ea typeface="Verdana"/>
              </a:rPr>
              <a:t>esittäminen</a:t>
            </a:r>
            <a:r>
              <a:rPr lang="en-FI">
                <a:latin typeface="Verdana"/>
                <a:ea typeface="Verdana"/>
              </a:rPr>
              <a:t> </a:t>
            </a:r>
            <a:r>
              <a:rPr lang="en-FI" err="1">
                <a:latin typeface="Verdana"/>
                <a:ea typeface="Verdana"/>
              </a:rPr>
              <a:t>lompakosta</a:t>
            </a:r>
            <a:r>
              <a:rPr lang="en-FI">
                <a:latin typeface="Verdana"/>
                <a:ea typeface="Verdana"/>
              </a:rPr>
              <a:t>)</a:t>
            </a:r>
          </a:p>
          <a:p>
            <a:endParaRPr lang="en-FI" dirty="0"/>
          </a:p>
          <a:p>
            <a:pPr lvl="1"/>
            <a:endParaRPr lang="en-FI" dirty="0"/>
          </a:p>
          <a:p>
            <a:endParaRPr lang="en-FI" dirty="0"/>
          </a:p>
          <a:p>
            <a:endParaRPr lang="en-FI" dirty="0"/>
          </a:p>
        </p:txBody>
      </p:sp>
      <p:sp>
        <p:nvSpPr>
          <p:cNvPr id="4" name="Footer Placeholder 3">
            <a:extLst>
              <a:ext uri="{FF2B5EF4-FFF2-40B4-BE49-F238E27FC236}">
                <a16:creationId xmlns:a16="http://schemas.microsoft.com/office/drawing/2014/main" id="{B7839963-B292-4281-C527-B385C88EFB10}"/>
              </a:ext>
            </a:extLst>
          </p:cNvPr>
          <p:cNvSpPr>
            <a:spLocks noGrp="1"/>
          </p:cNvSpPr>
          <p:nvPr>
            <p:ph type="ftr" sz="quarter" idx="11"/>
          </p:nvPr>
        </p:nvSpPr>
        <p:spPr/>
        <p:txBody>
          <a:bodyPr/>
          <a:lstStyle/>
          <a:p>
            <a:endParaRPr lang="fi-FI"/>
          </a:p>
        </p:txBody>
      </p:sp>
      <p:sp>
        <p:nvSpPr>
          <p:cNvPr id="5" name="Date Placeholder 4">
            <a:extLst>
              <a:ext uri="{FF2B5EF4-FFF2-40B4-BE49-F238E27FC236}">
                <a16:creationId xmlns:a16="http://schemas.microsoft.com/office/drawing/2014/main" id="{6EFF38D7-145E-86CC-2200-018EAC99FDD5}"/>
              </a:ext>
            </a:extLst>
          </p:cNvPr>
          <p:cNvSpPr>
            <a:spLocks noGrp="1"/>
          </p:cNvSpPr>
          <p:nvPr>
            <p:ph type="dt" sz="half" idx="10"/>
          </p:nvPr>
        </p:nvSpPr>
        <p:spPr/>
        <p:txBody>
          <a:bodyPr/>
          <a:lstStyle/>
          <a:p>
            <a:fld id="{86A6E30B-5A65-4D34-AD3D-A55BCB95F61E}" type="datetime1">
              <a:rPr lang="fi-FI" smtClean="0"/>
              <a:t>14.10.2026</a:t>
            </a:fld>
            <a:endParaRPr lang="fi-FI"/>
          </a:p>
        </p:txBody>
      </p:sp>
      <p:sp>
        <p:nvSpPr>
          <p:cNvPr id="6" name="Slide Number Placeholder 5">
            <a:extLst>
              <a:ext uri="{FF2B5EF4-FFF2-40B4-BE49-F238E27FC236}">
                <a16:creationId xmlns:a16="http://schemas.microsoft.com/office/drawing/2014/main" id="{8B61E314-9D25-A2BD-9549-B3C0591EB842}"/>
              </a:ext>
            </a:extLst>
          </p:cNvPr>
          <p:cNvSpPr>
            <a:spLocks noGrp="1"/>
          </p:cNvSpPr>
          <p:nvPr>
            <p:ph type="sldNum" sz="quarter" idx="12"/>
          </p:nvPr>
        </p:nvSpPr>
        <p:spPr/>
        <p:txBody>
          <a:bodyPr/>
          <a:lstStyle/>
          <a:p>
            <a:fld id="{07F0CC26-4241-4995-BDB3-9E0D3B0C702B}" type="slidenum">
              <a:rPr lang="fi-FI" smtClean="0"/>
              <a:t>5</a:t>
            </a:fld>
            <a:endParaRPr lang="fi-FI"/>
          </a:p>
        </p:txBody>
      </p:sp>
    </p:spTree>
    <p:extLst>
      <p:ext uri="{BB962C8B-B14F-4D97-AF65-F5344CB8AC3E}">
        <p14:creationId xmlns:p14="http://schemas.microsoft.com/office/powerpoint/2010/main" val="34101449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9A6D7-FFB3-8551-8091-6396AF9226DE}"/>
              </a:ext>
            </a:extLst>
          </p:cNvPr>
          <p:cNvSpPr>
            <a:spLocks noGrp="1"/>
          </p:cNvSpPr>
          <p:nvPr>
            <p:ph type="title"/>
          </p:nvPr>
        </p:nvSpPr>
        <p:spPr/>
        <p:txBody>
          <a:bodyPr/>
          <a:lstStyle/>
          <a:p>
            <a:r>
              <a:rPr lang="en-FI" dirty="0"/>
              <a:t>AnalogTwins</a:t>
            </a:r>
          </a:p>
        </p:txBody>
      </p:sp>
      <p:sp>
        <p:nvSpPr>
          <p:cNvPr id="7" name="Content Placeholder 6">
            <a:extLst>
              <a:ext uri="{FF2B5EF4-FFF2-40B4-BE49-F238E27FC236}">
                <a16:creationId xmlns:a16="http://schemas.microsoft.com/office/drawing/2014/main" id="{1F676378-85D2-EB8D-DB1A-C3C77497876C}"/>
              </a:ext>
            </a:extLst>
          </p:cNvPr>
          <p:cNvSpPr>
            <a:spLocks noGrp="1"/>
          </p:cNvSpPr>
          <p:nvPr>
            <p:ph sz="half" idx="1"/>
          </p:nvPr>
        </p:nvSpPr>
        <p:spPr/>
        <p:txBody>
          <a:bodyPr vert="horz" wrap="square" lIns="0" tIns="0" rIns="0" bIns="0" rtlCol="0">
            <a:noAutofit/>
          </a:bodyPr>
          <a:lstStyle/>
          <a:p>
            <a:r>
              <a:rPr lang="en-FI" b="1" dirty="0"/>
              <a:t>Mikael Rinnetmäki</a:t>
            </a:r>
          </a:p>
          <a:p>
            <a:pPr marL="179705" indent="-179705"/>
            <a:r>
              <a:rPr lang="en-FI" dirty="0">
                <a:latin typeface="Verdana"/>
                <a:ea typeface="Verdana"/>
              </a:rPr>
              <a:t>Sensotrend Oy</a:t>
            </a:r>
            <a:endParaRPr lang="en-FI" dirty="0"/>
          </a:p>
          <a:p>
            <a:pPr marL="0" indent="0">
              <a:buNone/>
            </a:pPr>
            <a:r>
              <a:rPr lang="en-FI" dirty="0">
                <a:latin typeface="Verdana"/>
                <a:ea typeface="Verdana"/>
              </a:rPr>
              <a:t>Sensotrend on terveysalan startup-yhtiö, joka toteuttaa potilaskeskeisiä palveluja omien terveystietojen hallintaan.</a:t>
            </a:r>
          </a:p>
          <a:p>
            <a:pPr marL="0" indent="0">
              <a:buNone/>
            </a:pPr>
            <a:endParaRPr lang="en-FI" dirty="0"/>
          </a:p>
          <a:p>
            <a:pPr marL="0" indent="0">
              <a:buNone/>
            </a:pPr>
            <a:r>
              <a:rPr lang="en-FI" dirty="0">
                <a:latin typeface="Verdana"/>
                <a:ea typeface="Verdana"/>
              </a:rPr>
              <a:t>Meillä on ISO 13485 -sertifioitu laatujärjestelmä ja 8 CE-merkittyä lääkinnällistä laitetta. </a:t>
            </a:r>
          </a:p>
          <a:p>
            <a:pPr marL="0" indent="0">
              <a:buNone/>
            </a:pPr>
            <a:br>
              <a:rPr lang="en-FI" dirty="0"/>
            </a:br>
            <a:r>
              <a:rPr lang="en-FI" dirty="0">
                <a:latin typeface="Verdana"/>
                <a:ea typeface="Verdana"/>
              </a:rPr>
              <a:t>Tarjoamme myös konsultointia ja apua integraatioprojekteihin.</a:t>
            </a:r>
            <a:endParaRPr lang="en-FI" dirty="0"/>
          </a:p>
        </p:txBody>
      </p:sp>
      <p:sp>
        <p:nvSpPr>
          <p:cNvPr id="8" name="Content Placeholder 7">
            <a:extLst>
              <a:ext uri="{FF2B5EF4-FFF2-40B4-BE49-F238E27FC236}">
                <a16:creationId xmlns:a16="http://schemas.microsoft.com/office/drawing/2014/main" id="{51EBB128-50C8-CB22-E695-6F941EAAACBE}"/>
              </a:ext>
            </a:extLst>
          </p:cNvPr>
          <p:cNvSpPr>
            <a:spLocks noGrp="1"/>
          </p:cNvSpPr>
          <p:nvPr>
            <p:ph sz="half" idx="2"/>
          </p:nvPr>
        </p:nvSpPr>
        <p:spPr>
          <a:xfrm>
            <a:off x="6276976" y="1406526"/>
            <a:ext cx="5373073" cy="3057156"/>
          </a:xfrm>
        </p:spPr>
        <p:txBody>
          <a:bodyPr/>
          <a:lstStyle/>
          <a:p>
            <a:r>
              <a:rPr lang="en-FI" b="1" dirty="0"/>
              <a:t>Samuel Rinnetmäki</a:t>
            </a:r>
          </a:p>
          <a:p>
            <a:r>
              <a:rPr lang="en-FI" dirty="0"/>
              <a:t>Findynet Osuuskunta</a:t>
            </a:r>
          </a:p>
          <a:p>
            <a:pPr marL="0" indent="0">
              <a:buNone/>
            </a:pPr>
            <a:r>
              <a:rPr lang="en-FI" dirty="0"/>
              <a:t>Findynet rakentaa luotettavien toimijoiden ja palvelujen verkostoa. Tarjoamme tukea ja ratkaisuja turvallisten ja sujuvien digitaalisten palvelujen kehittämiseen.</a:t>
            </a:r>
          </a:p>
          <a:p>
            <a:pPr marL="0" indent="0">
              <a:buNone/>
            </a:pPr>
            <a:r>
              <a:rPr lang="en-FI" dirty="0"/>
              <a:t>Osuuskunnassa on 11 jäsentä yksityiseltä ja julkiselta sektorilta.</a:t>
            </a:r>
          </a:p>
          <a:p>
            <a:pPr marL="0" indent="0">
              <a:buNone/>
            </a:pPr>
            <a:endParaRPr lang="en-FI" dirty="0"/>
          </a:p>
        </p:txBody>
      </p:sp>
      <p:sp>
        <p:nvSpPr>
          <p:cNvPr id="4" name="Footer Placeholder 3">
            <a:extLst>
              <a:ext uri="{FF2B5EF4-FFF2-40B4-BE49-F238E27FC236}">
                <a16:creationId xmlns:a16="http://schemas.microsoft.com/office/drawing/2014/main" id="{6AE634C7-DD48-036A-11D9-547D8FADEF73}"/>
              </a:ext>
            </a:extLst>
          </p:cNvPr>
          <p:cNvSpPr>
            <a:spLocks noGrp="1"/>
          </p:cNvSpPr>
          <p:nvPr>
            <p:ph type="ftr" sz="quarter" idx="11"/>
          </p:nvPr>
        </p:nvSpPr>
        <p:spPr/>
        <p:txBody>
          <a:bodyPr/>
          <a:lstStyle/>
          <a:p>
            <a:endParaRPr lang="fi-FI"/>
          </a:p>
        </p:txBody>
      </p:sp>
      <p:sp>
        <p:nvSpPr>
          <p:cNvPr id="5" name="Date Placeholder 4">
            <a:extLst>
              <a:ext uri="{FF2B5EF4-FFF2-40B4-BE49-F238E27FC236}">
                <a16:creationId xmlns:a16="http://schemas.microsoft.com/office/drawing/2014/main" id="{B999C67D-D8F8-99A5-100A-EFCB623450BA}"/>
              </a:ext>
            </a:extLst>
          </p:cNvPr>
          <p:cNvSpPr>
            <a:spLocks noGrp="1"/>
          </p:cNvSpPr>
          <p:nvPr>
            <p:ph type="dt" sz="half" idx="10"/>
          </p:nvPr>
        </p:nvSpPr>
        <p:spPr/>
        <p:txBody>
          <a:bodyPr/>
          <a:lstStyle/>
          <a:p>
            <a:fld id="{86A6E30B-5A65-4D34-AD3D-A55BCB95F61E}" type="datetime1">
              <a:rPr lang="fi-FI" smtClean="0"/>
              <a:t>14.10.2026</a:t>
            </a:fld>
            <a:endParaRPr lang="fi-FI"/>
          </a:p>
        </p:txBody>
      </p:sp>
      <p:sp>
        <p:nvSpPr>
          <p:cNvPr id="6" name="Slide Number Placeholder 5">
            <a:extLst>
              <a:ext uri="{FF2B5EF4-FFF2-40B4-BE49-F238E27FC236}">
                <a16:creationId xmlns:a16="http://schemas.microsoft.com/office/drawing/2014/main" id="{6D74277B-5537-C513-6D65-5D9DE5647DB2}"/>
              </a:ext>
            </a:extLst>
          </p:cNvPr>
          <p:cNvSpPr>
            <a:spLocks noGrp="1"/>
          </p:cNvSpPr>
          <p:nvPr>
            <p:ph type="sldNum" sz="quarter" idx="12"/>
          </p:nvPr>
        </p:nvSpPr>
        <p:spPr/>
        <p:txBody>
          <a:bodyPr/>
          <a:lstStyle/>
          <a:p>
            <a:fld id="{07F0CC26-4241-4995-BDB3-9E0D3B0C702B}" type="slidenum">
              <a:rPr lang="fi-FI" smtClean="0"/>
              <a:t>6</a:t>
            </a:fld>
            <a:endParaRPr lang="fi-FI"/>
          </a:p>
        </p:txBody>
      </p:sp>
      <p:pic>
        <p:nvPicPr>
          <p:cNvPr id="9" name="Picture 7" descr="A pink logo with a black background&#10;&#10;Description automatically generated with low confidence">
            <a:extLst>
              <a:ext uri="{FF2B5EF4-FFF2-40B4-BE49-F238E27FC236}">
                <a16:creationId xmlns:a16="http://schemas.microsoft.com/office/drawing/2014/main" id="{FE73A1DE-2C9F-9F40-A65A-80606BA6B9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92629" y="4580483"/>
            <a:ext cx="618909" cy="506824"/>
          </a:xfrm>
          <a:prstGeom prst="rect">
            <a:avLst/>
          </a:prstGeom>
          <a:solidFill>
            <a:schemeClr val="bg1">
              <a:alpha val="0"/>
            </a:schemeClr>
          </a:solidFill>
        </p:spPr>
      </p:pic>
      <p:pic>
        <p:nvPicPr>
          <p:cNvPr id="10" name="Picture 8" descr="A blue text on a black background&#10;&#10;Description automatically generated with low confidence">
            <a:extLst>
              <a:ext uri="{FF2B5EF4-FFF2-40B4-BE49-F238E27FC236}">
                <a16:creationId xmlns:a16="http://schemas.microsoft.com/office/drawing/2014/main" id="{7F34C19D-EA1C-1D3D-AF23-946B5979E1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63588" y="5225704"/>
            <a:ext cx="621325" cy="300132"/>
          </a:xfrm>
          <a:prstGeom prst="rect">
            <a:avLst/>
          </a:prstGeom>
          <a:solidFill>
            <a:schemeClr val="bg1">
              <a:alpha val="0"/>
            </a:schemeClr>
          </a:solidFill>
        </p:spPr>
      </p:pic>
      <p:pic>
        <p:nvPicPr>
          <p:cNvPr id="11" name="Picture 9">
            <a:extLst>
              <a:ext uri="{FF2B5EF4-FFF2-40B4-BE49-F238E27FC236}">
                <a16:creationId xmlns:a16="http://schemas.microsoft.com/office/drawing/2014/main" id="{B8A902FE-DA7E-282F-401A-38CFCFFF3129}"/>
              </a:ext>
            </a:extLst>
          </p:cNvPr>
          <p:cNvPicPr>
            <a:picLocks noChangeAspect="1"/>
          </p:cNvPicPr>
          <p:nvPr/>
        </p:nvPicPr>
        <p:blipFill>
          <a:blip r:embed="rId4"/>
          <a:srcRect/>
          <a:stretch/>
        </p:blipFill>
        <p:spPr>
          <a:xfrm>
            <a:off x="7617684" y="4480406"/>
            <a:ext cx="902076" cy="606901"/>
          </a:xfrm>
          <a:prstGeom prst="rect">
            <a:avLst/>
          </a:prstGeom>
          <a:solidFill>
            <a:schemeClr val="bg1">
              <a:alpha val="0"/>
            </a:schemeClr>
          </a:solidFill>
        </p:spPr>
      </p:pic>
      <p:pic>
        <p:nvPicPr>
          <p:cNvPr id="12" name="Picture 10" descr="A picture containing symbol, circle, graphics, logo&#10;&#10;Description automatically generated">
            <a:extLst>
              <a:ext uri="{FF2B5EF4-FFF2-40B4-BE49-F238E27FC236}">
                <a16:creationId xmlns:a16="http://schemas.microsoft.com/office/drawing/2014/main" id="{FDCC8F9E-1D02-5CC2-BC06-E94FC2C26F9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92629" y="5153980"/>
            <a:ext cx="621325" cy="621325"/>
          </a:xfrm>
          <a:prstGeom prst="rect">
            <a:avLst/>
          </a:prstGeom>
          <a:solidFill>
            <a:schemeClr val="bg1">
              <a:alpha val="0"/>
            </a:schemeClr>
          </a:solidFill>
        </p:spPr>
      </p:pic>
      <p:pic>
        <p:nvPicPr>
          <p:cNvPr id="13" name="Picture 11" descr="A picture containing font, graphics, symbol, logo&#10;&#10;Description automatically generated">
            <a:extLst>
              <a:ext uri="{FF2B5EF4-FFF2-40B4-BE49-F238E27FC236}">
                <a16:creationId xmlns:a16="http://schemas.microsoft.com/office/drawing/2014/main" id="{3D6918C2-4621-55F1-9620-720D909CF43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243989" y="5267384"/>
            <a:ext cx="780256" cy="458400"/>
          </a:xfrm>
          <a:prstGeom prst="rect">
            <a:avLst/>
          </a:prstGeom>
          <a:solidFill>
            <a:schemeClr val="bg1">
              <a:alpha val="0"/>
            </a:schemeClr>
          </a:solidFill>
        </p:spPr>
      </p:pic>
      <p:pic>
        <p:nvPicPr>
          <p:cNvPr id="14" name="Picture 12" descr="A blue text on a black background&#10;&#10;Description automatically generated with medium confidence">
            <a:extLst>
              <a:ext uri="{FF2B5EF4-FFF2-40B4-BE49-F238E27FC236}">
                <a16:creationId xmlns:a16="http://schemas.microsoft.com/office/drawing/2014/main" id="{5554F6EE-440C-19D3-873F-78608BB614F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518455" y="5225704"/>
            <a:ext cx="1100533" cy="468922"/>
          </a:xfrm>
          <a:prstGeom prst="rect">
            <a:avLst/>
          </a:prstGeom>
          <a:solidFill>
            <a:schemeClr val="bg1">
              <a:alpha val="0"/>
            </a:schemeClr>
          </a:solidFill>
        </p:spPr>
      </p:pic>
      <p:pic>
        <p:nvPicPr>
          <p:cNvPr id="15" name="Picture 13" descr="A picture containing black, darkness&#10;&#10;Description automatically generated">
            <a:extLst>
              <a:ext uri="{FF2B5EF4-FFF2-40B4-BE49-F238E27FC236}">
                <a16:creationId xmlns:a16="http://schemas.microsoft.com/office/drawing/2014/main" id="{97310EEA-34DE-9494-EBB9-04DE3B3F6B6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068721" y="5776191"/>
            <a:ext cx="1577286" cy="548621"/>
          </a:xfrm>
          <a:prstGeom prst="rect">
            <a:avLst/>
          </a:prstGeom>
          <a:solidFill>
            <a:schemeClr val="bg1">
              <a:alpha val="0"/>
            </a:schemeClr>
          </a:solidFill>
        </p:spPr>
      </p:pic>
      <p:pic>
        <p:nvPicPr>
          <p:cNvPr id="16" name="Graphic 15">
            <a:extLst>
              <a:ext uri="{FF2B5EF4-FFF2-40B4-BE49-F238E27FC236}">
                <a16:creationId xmlns:a16="http://schemas.microsoft.com/office/drawing/2014/main" id="{421FC3BA-C6E7-2CC9-A2CE-BF5285EAC47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198881" y="4601926"/>
            <a:ext cx="1228778" cy="478820"/>
          </a:xfrm>
          <a:prstGeom prst="rect">
            <a:avLst/>
          </a:prstGeom>
        </p:spPr>
      </p:pic>
      <p:pic>
        <p:nvPicPr>
          <p:cNvPr id="17" name="Picture 2">
            <a:extLst>
              <a:ext uri="{FF2B5EF4-FFF2-40B4-BE49-F238E27FC236}">
                <a16:creationId xmlns:a16="http://schemas.microsoft.com/office/drawing/2014/main" id="{514DDC74-D50E-EBB7-6B5A-63799DD6CF3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44107" y="5781978"/>
            <a:ext cx="1173577" cy="478820"/>
          </a:xfrm>
          <a:prstGeom prst="rect">
            <a:avLst/>
          </a:prstGeom>
          <a:noFill/>
          <a:extLst>
            <a:ext uri="{909E8E84-426E-40DD-AFC4-6F175D3DCCD1}">
              <a14:hiddenFill xmlns:a14="http://schemas.microsoft.com/office/drawing/2010/main">
                <a:solidFill>
                  <a:srgbClr val="FFFFFF"/>
                </a:solidFill>
              </a14:hiddenFill>
            </a:ext>
          </a:extLst>
        </p:spPr>
      </p:pic>
      <p:pic>
        <p:nvPicPr>
          <p:cNvPr id="18" name="Graphic 17">
            <a:extLst>
              <a:ext uri="{FF2B5EF4-FFF2-40B4-BE49-F238E27FC236}">
                <a16:creationId xmlns:a16="http://schemas.microsoft.com/office/drawing/2014/main" id="{490B8CB1-DA1A-08E7-0369-399C588675D4}"/>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855322" y="5847829"/>
            <a:ext cx="902077" cy="431471"/>
          </a:xfrm>
          <a:prstGeom prst="rect">
            <a:avLst/>
          </a:prstGeom>
        </p:spPr>
      </p:pic>
      <p:pic>
        <p:nvPicPr>
          <p:cNvPr id="19" name="Graphic 18">
            <a:extLst>
              <a:ext uri="{FF2B5EF4-FFF2-40B4-BE49-F238E27FC236}">
                <a16:creationId xmlns:a16="http://schemas.microsoft.com/office/drawing/2014/main" id="{BD4F510C-8409-8F0F-CD5E-86B4E12A8101}"/>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223031" y="4593704"/>
            <a:ext cx="1167710" cy="245175"/>
          </a:xfrm>
          <a:prstGeom prst="rect">
            <a:avLst/>
          </a:prstGeom>
        </p:spPr>
      </p:pic>
      <p:pic>
        <p:nvPicPr>
          <p:cNvPr id="20" name="Picture 19">
            <a:extLst>
              <a:ext uri="{FF2B5EF4-FFF2-40B4-BE49-F238E27FC236}">
                <a16:creationId xmlns:a16="http://schemas.microsoft.com/office/drawing/2014/main" id="{E40229FC-58EA-EDC0-9EA3-713C07D8A0D6}"/>
              </a:ext>
            </a:extLst>
          </p:cNvPr>
          <p:cNvPicPr>
            <a:picLocks noChangeAspect="1"/>
          </p:cNvPicPr>
          <p:nvPr/>
        </p:nvPicPr>
        <p:blipFill>
          <a:blip r:embed="rId13"/>
          <a:stretch>
            <a:fillRect/>
          </a:stretch>
        </p:blipFill>
        <p:spPr>
          <a:xfrm>
            <a:off x="5329428" y="4193362"/>
            <a:ext cx="393192" cy="281787"/>
          </a:xfrm>
          <a:prstGeom prst="rect">
            <a:avLst/>
          </a:prstGeom>
        </p:spPr>
      </p:pic>
      <p:pic>
        <p:nvPicPr>
          <p:cNvPr id="21" name="Picture 20">
            <a:extLst>
              <a:ext uri="{FF2B5EF4-FFF2-40B4-BE49-F238E27FC236}">
                <a16:creationId xmlns:a16="http://schemas.microsoft.com/office/drawing/2014/main" id="{5F122EA2-A7EF-36AE-8BA4-E30CD1F5D4FE}"/>
              </a:ext>
            </a:extLst>
          </p:cNvPr>
          <p:cNvPicPr>
            <a:picLocks noChangeAspect="1"/>
          </p:cNvPicPr>
          <p:nvPr/>
        </p:nvPicPr>
        <p:blipFill>
          <a:blip r:embed="rId14"/>
          <a:stretch>
            <a:fillRect/>
          </a:stretch>
        </p:blipFill>
        <p:spPr>
          <a:xfrm>
            <a:off x="5346032" y="5245227"/>
            <a:ext cx="457520" cy="543306"/>
          </a:xfrm>
          <a:prstGeom prst="rect">
            <a:avLst/>
          </a:prstGeom>
        </p:spPr>
      </p:pic>
      <p:pic>
        <p:nvPicPr>
          <p:cNvPr id="23" name="Picture 22">
            <a:extLst>
              <a:ext uri="{FF2B5EF4-FFF2-40B4-BE49-F238E27FC236}">
                <a16:creationId xmlns:a16="http://schemas.microsoft.com/office/drawing/2014/main" id="{4F2493F5-F09C-8900-5D20-B4A3BB4BC1E1}"/>
              </a:ext>
            </a:extLst>
          </p:cNvPr>
          <p:cNvPicPr>
            <a:picLocks noChangeAspect="1"/>
          </p:cNvPicPr>
          <p:nvPr/>
        </p:nvPicPr>
        <p:blipFill>
          <a:blip r:embed="rId15"/>
          <a:stretch>
            <a:fillRect/>
          </a:stretch>
        </p:blipFill>
        <p:spPr>
          <a:xfrm>
            <a:off x="3838575" y="1451991"/>
            <a:ext cx="1893570" cy="582930"/>
          </a:xfrm>
          <a:prstGeom prst="rect">
            <a:avLst/>
          </a:prstGeom>
        </p:spPr>
      </p:pic>
      <p:pic>
        <p:nvPicPr>
          <p:cNvPr id="22" name="Graphic 21">
            <a:extLst>
              <a:ext uri="{FF2B5EF4-FFF2-40B4-BE49-F238E27FC236}">
                <a16:creationId xmlns:a16="http://schemas.microsoft.com/office/drawing/2014/main" id="{C4F0AB4D-385D-D6AD-F5F8-8EF32D151B68}"/>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9646007" y="1199166"/>
            <a:ext cx="2365993" cy="617713"/>
          </a:xfrm>
          <a:prstGeom prst="rect">
            <a:avLst/>
          </a:prstGeom>
        </p:spPr>
      </p:pic>
    </p:spTree>
    <p:extLst>
      <p:ext uri="{BB962C8B-B14F-4D97-AF65-F5344CB8AC3E}">
        <p14:creationId xmlns:p14="http://schemas.microsoft.com/office/powerpoint/2010/main" val="33224524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1E321-DF7D-A191-DEC1-935DA59945D0}"/>
              </a:ext>
            </a:extLst>
          </p:cNvPr>
          <p:cNvSpPr>
            <a:spLocks noGrp="1"/>
          </p:cNvSpPr>
          <p:nvPr>
            <p:ph type="title"/>
          </p:nvPr>
        </p:nvSpPr>
        <p:spPr/>
        <p:txBody>
          <a:bodyPr/>
          <a:lstStyle/>
          <a:p>
            <a:r>
              <a:rPr lang="en-FI" dirty="0"/>
              <a:t>Lisätietoja</a:t>
            </a:r>
          </a:p>
        </p:txBody>
      </p:sp>
      <p:sp>
        <p:nvSpPr>
          <p:cNvPr id="3" name="Text Placeholder 2">
            <a:extLst>
              <a:ext uri="{FF2B5EF4-FFF2-40B4-BE49-F238E27FC236}">
                <a16:creationId xmlns:a16="http://schemas.microsoft.com/office/drawing/2014/main" id="{CCB14BA6-C71D-74AB-75F3-540117007D76}"/>
              </a:ext>
            </a:extLst>
          </p:cNvPr>
          <p:cNvSpPr>
            <a:spLocks noGrp="1"/>
          </p:cNvSpPr>
          <p:nvPr>
            <p:ph type="body" idx="1"/>
          </p:nvPr>
        </p:nvSpPr>
        <p:spPr/>
        <p:txBody>
          <a:bodyPr/>
          <a:lstStyle/>
          <a:p>
            <a:endParaRPr lang="en-FI" dirty="0"/>
          </a:p>
        </p:txBody>
      </p:sp>
      <p:sp>
        <p:nvSpPr>
          <p:cNvPr id="4" name="Footer Placeholder 3">
            <a:extLst>
              <a:ext uri="{FF2B5EF4-FFF2-40B4-BE49-F238E27FC236}">
                <a16:creationId xmlns:a16="http://schemas.microsoft.com/office/drawing/2014/main" id="{17BAAE35-31C6-A36A-C5A9-2626F4C23FE1}"/>
              </a:ext>
            </a:extLst>
          </p:cNvPr>
          <p:cNvSpPr>
            <a:spLocks noGrp="1"/>
          </p:cNvSpPr>
          <p:nvPr>
            <p:ph type="ftr" sz="quarter" idx="11"/>
          </p:nvPr>
        </p:nvSpPr>
        <p:spPr/>
        <p:txBody>
          <a:bodyPr/>
          <a:lstStyle/>
          <a:p>
            <a:endParaRPr lang="fi-FI"/>
          </a:p>
        </p:txBody>
      </p:sp>
      <p:sp>
        <p:nvSpPr>
          <p:cNvPr id="5" name="Date Placeholder 4">
            <a:extLst>
              <a:ext uri="{FF2B5EF4-FFF2-40B4-BE49-F238E27FC236}">
                <a16:creationId xmlns:a16="http://schemas.microsoft.com/office/drawing/2014/main" id="{9363A33D-004F-1864-1202-D70B9243B954}"/>
              </a:ext>
            </a:extLst>
          </p:cNvPr>
          <p:cNvSpPr>
            <a:spLocks noGrp="1"/>
          </p:cNvSpPr>
          <p:nvPr>
            <p:ph type="dt" sz="half" idx="10"/>
          </p:nvPr>
        </p:nvSpPr>
        <p:spPr/>
        <p:txBody>
          <a:bodyPr/>
          <a:lstStyle/>
          <a:p>
            <a:fld id="{A6B70788-A3AE-43D2-86FD-10DDA28C89A9}" type="datetime1">
              <a:rPr lang="fi-FI" smtClean="0"/>
              <a:t>14.10.2026</a:t>
            </a:fld>
            <a:endParaRPr lang="fi-FI"/>
          </a:p>
        </p:txBody>
      </p:sp>
      <p:sp>
        <p:nvSpPr>
          <p:cNvPr id="6" name="Slide Number Placeholder 5">
            <a:extLst>
              <a:ext uri="{FF2B5EF4-FFF2-40B4-BE49-F238E27FC236}">
                <a16:creationId xmlns:a16="http://schemas.microsoft.com/office/drawing/2014/main" id="{24B9FB42-4305-EB11-5F85-14A1DF69B242}"/>
              </a:ext>
            </a:extLst>
          </p:cNvPr>
          <p:cNvSpPr>
            <a:spLocks noGrp="1"/>
          </p:cNvSpPr>
          <p:nvPr>
            <p:ph type="sldNum" sz="quarter" idx="12"/>
          </p:nvPr>
        </p:nvSpPr>
        <p:spPr/>
        <p:txBody>
          <a:bodyPr/>
          <a:lstStyle/>
          <a:p>
            <a:fld id="{07F0CC26-4241-4995-BDB3-9E0D3B0C702B}" type="slidenum">
              <a:rPr lang="fi-FI" smtClean="0"/>
              <a:pPr/>
              <a:t>7</a:t>
            </a:fld>
            <a:endParaRPr lang="fi-FI"/>
          </a:p>
        </p:txBody>
      </p:sp>
    </p:spTree>
    <p:extLst>
      <p:ext uri="{BB962C8B-B14F-4D97-AF65-F5344CB8AC3E}">
        <p14:creationId xmlns:p14="http://schemas.microsoft.com/office/powerpoint/2010/main" val="8707391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6BD2A-75B1-557E-4507-646827A4E48A}"/>
              </a:ext>
            </a:extLst>
          </p:cNvPr>
          <p:cNvSpPr>
            <a:spLocks noGrp="1"/>
          </p:cNvSpPr>
          <p:nvPr>
            <p:ph type="title"/>
          </p:nvPr>
        </p:nvSpPr>
        <p:spPr/>
        <p:txBody>
          <a:bodyPr/>
          <a:lstStyle/>
          <a:p>
            <a:r>
              <a:rPr lang="en-US" dirty="0"/>
              <a:t>IPS – </a:t>
            </a:r>
            <a:r>
              <a:rPr lang="en-US" dirty="0" err="1"/>
              <a:t>kansainvälinen</a:t>
            </a:r>
            <a:r>
              <a:rPr lang="en-US" dirty="0"/>
              <a:t> </a:t>
            </a:r>
            <a:r>
              <a:rPr lang="en-US" dirty="0" err="1"/>
              <a:t>menestystarina</a:t>
            </a:r>
            <a:endParaRPr lang="en-US" dirty="0"/>
          </a:p>
        </p:txBody>
      </p:sp>
      <p:sp>
        <p:nvSpPr>
          <p:cNvPr id="3" name="Footer Placeholder 2">
            <a:extLst>
              <a:ext uri="{FF2B5EF4-FFF2-40B4-BE49-F238E27FC236}">
                <a16:creationId xmlns:a16="http://schemas.microsoft.com/office/drawing/2014/main" id="{724B0015-A30E-D72C-AED1-517AC3388BE9}"/>
              </a:ext>
            </a:extLst>
          </p:cNvPr>
          <p:cNvSpPr>
            <a:spLocks noGrp="1"/>
          </p:cNvSpPr>
          <p:nvPr>
            <p:ph type="ftr" sz="quarter" idx="11"/>
          </p:nvPr>
        </p:nvSpPr>
        <p:spPr/>
        <p:txBody>
          <a:bodyPr/>
          <a:lstStyle/>
          <a:p>
            <a:endParaRPr lang="fi-FI"/>
          </a:p>
        </p:txBody>
      </p:sp>
      <p:sp>
        <p:nvSpPr>
          <p:cNvPr id="4" name="Date Placeholder 3">
            <a:extLst>
              <a:ext uri="{FF2B5EF4-FFF2-40B4-BE49-F238E27FC236}">
                <a16:creationId xmlns:a16="http://schemas.microsoft.com/office/drawing/2014/main" id="{736C4FA2-71DC-6126-CFB6-E26094FB5FBC}"/>
              </a:ext>
            </a:extLst>
          </p:cNvPr>
          <p:cNvSpPr>
            <a:spLocks noGrp="1"/>
          </p:cNvSpPr>
          <p:nvPr>
            <p:ph type="dt" sz="half" idx="10"/>
          </p:nvPr>
        </p:nvSpPr>
        <p:spPr/>
        <p:txBody>
          <a:bodyPr/>
          <a:lstStyle/>
          <a:p>
            <a:fld id="{24350F47-645D-402B-A8BB-CD8F8293EEB7}" type="datetime1">
              <a:rPr lang="fi-FI" smtClean="0"/>
              <a:t>14.10.2026</a:t>
            </a:fld>
            <a:endParaRPr lang="fi-FI"/>
          </a:p>
        </p:txBody>
      </p:sp>
      <p:sp>
        <p:nvSpPr>
          <p:cNvPr id="5" name="Slide Number Placeholder 4">
            <a:extLst>
              <a:ext uri="{FF2B5EF4-FFF2-40B4-BE49-F238E27FC236}">
                <a16:creationId xmlns:a16="http://schemas.microsoft.com/office/drawing/2014/main" id="{4E84A91B-954A-4C8B-7E7D-347822874047}"/>
              </a:ext>
            </a:extLst>
          </p:cNvPr>
          <p:cNvSpPr>
            <a:spLocks noGrp="1"/>
          </p:cNvSpPr>
          <p:nvPr>
            <p:ph type="sldNum" sz="quarter" idx="12"/>
          </p:nvPr>
        </p:nvSpPr>
        <p:spPr/>
        <p:txBody>
          <a:bodyPr/>
          <a:lstStyle/>
          <a:p>
            <a:fld id="{07F0CC26-4241-4995-BDB3-9E0D3B0C702B}" type="slidenum">
              <a:rPr lang="fi-FI" smtClean="0"/>
              <a:t>8</a:t>
            </a:fld>
            <a:endParaRPr lang="fi-FI"/>
          </a:p>
        </p:txBody>
      </p:sp>
      <p:grpSp>
        <p:nvGrpSpPr>
          <p:cNvPr id="6" name="Group 5">
            <a:extLst>
              <a:ext uri="{FF2B5EF4-FFF2-40B4-BE49-F238E27FC236}">
                <a16:creationId xmlns:a16="http://schemas.microsoft.com/office/drawing/2014/main" id="{6C6DC37C-90F8-B215-B6D9-898D906AC847}"/>
              </a:ext>
            </a:extLst>
          </p:cNvPr>
          <p:cNvGrpSpPr/>
          <p:nvPr/>
        </p:nvGrpSpPr>
        <p:grpSpPr>
          <a:xfrm>
            <a:off x="539312" y="1715596"/>
            <a:ext cx="1283557" cy="2339112"/>
            <a:chOff x="309800" y="91300"/>
            <a:chExt cx="2476550" cy="4514875"/>
          </a:xfrm>
        </p:grpSpPr>
        <p:pic>
          <p:nvPicPr>
            <p:cNvPr id="7" name="Google Shape;63;p14">
              <a:extLst>
                <a:ext uri="{FF2B5EF4-FFF2-40B4-BE49-F238E27FC236}">
                  <a16:creationId xmlns:a16="http://schemas.microsoft.com/office/drawing/2014/main" id="{227757E2-B49A-E755-F4A5-2FDA9295C3EB}"/>
                </a:ext>
              </a:extLst>
            </p:cNvPr>
            <p:cNvPicPr preferRelativeResize="0"/>
            <p:nvPr/>
          </p:nvPicPr>
          <p:blipFill rotWithShape="1">
            <a:blip r:embed="rId3">
              <a:alphaModFix/>
            </a:blip>
            <a:srcRect l="35013" r="34131"/>
            <a:stretch/>
          </p:blipFill>
          <p:spPr>
            <a:xfrm>
              <a:off x="309800" y="91300"/>
              <a:ext cx="2476550" cy="4514875"/>
            </a:xfrm>
            <a:prstGeom prst="rect">
              <a:avLst/>
            </a:prstGeom>
            <a:noFill/>
            <a:ln>
              <a:noFill/>
            </a:ln>
          </p:spPr>
        </p:pic>
        <p:pic>
          <p:nvPicPr>
            <p:cNvPr id="8" name="Google Shape;66;p14">
              <a:extLst>
                <a:ext uri="{FF2B5EF4-FFF2-40B4-BE49-F238E27FC236}">
                  <a16:creationId xmlns:a16="http://schemas.microsoft.com/office/drawing/2014/main" id="{BB24CFA8-2825-7075-3206-67BF76B15252}"/>
                </a:ext>
              </a:extLst>
            </p:cNvPr>
            <p:cNvPicPr preferRelativeResize="0"/>
            <p:nvPr/>
          </p:nvPicPr>
          <p:blipFill rotWithShape="1">
            <a:blip r:embed="rId4">
              <a:alphaModFix/>
            </a:blip>
            <a:srcRect t="4892" b="14902"/>
            <a:stretch/>
          </p:blipFill>
          <p:spPr>
            <a:xfrm>
              <a:off x="621000" y="701200"/>
              <a:ext cx="1931875" cy="3353625"/>
            </a:xfrm>
            <a:prstGeom prst="rect">
              <a:avLst/>
            </a:prstGeom>
            <a:noFill/>
            <a:ln>
              <a:noFill/>
            </a:ln>
          </p:spPr>
        </p:pic>
      </p:grpSp>
      <p:grpSp>
        <p:nvGrpSpPr>
          <p:cNvPr id="9" name="Group 8">
            <a:extLst>
              <a:ext uri="{FF2B5EF4-FFF2-40B4-BE49-F238E27FC236}">
                <a16:creationId xmlns:a16="http://schemas.microsoft.com/office/drawing/2014/main" id="{3A93055A-1CB3-DFEC-D8FC-FD4A6DE97D8B}"/>
              </a:ext>
            </a:extLst>
          </p:cNvPr>
          <p:cNvGrpSpPr/>
          <p:nvPr/>
        </p:nvGrpSpPr>
        <p:grpSpPr>
          <a:xfrm>
            <a:off x="2012371" y="1703404"/>
            <a:ext cx="1283557" cy="2339112"/>
            <a:chOff x="2604087" y="117750"/>
            <a:chExt cx="2476550" cy="4514875"/>
          </a:xfrm>
        </p:grpSpPr>
        <p:pic>
          <p:nvPicPr>
            <p:cNvPr id="10" name="Google Shape;96;p16">
              <a:extLst>
                <a:ext uri="{FF2B5EF4-FFF2-40B4-BE49-F238E27FC236}">
                  <a16:creationId xmlns:a16="http://schemas.microsoft.com/office/drawing/2014/main" id="{618F8772-4D32-4FA0-6217-340BA8616685}"/>
                </a:ext>
              </a:extLst>
            </p:cNvPr>
            <p:cNvPicPr preferRelativeResize="0"/>
            <p:nvPr/>
          </p:nvPicPr>
          <p:blipFill rotWithShape="1">
            <a:blip r:embed="rId3">
              <a:alphaModFix/>
            </a:blip>
            <a:srcRect l="35013" r="34131"/>
            <a:stretch/>
          </p:blipFill>
          <p:spPr>
            <a:xfrm>
              <a:off x="2604087" y="117750"/>
              <a:ext cx="2476550" cy="4514875"/>
            </a:xfrm>
            <a:prstGeom prst="rect">
              <a:avLst/>
            </a:prstGeom>
            <a:noFill/>
            <a:ln>
              <a:noFill/>
            </a:ln>
          </p:spPr>
        </p:pic>
        <p:pic>
          <p:nvPicPr>
            <p:cNvPr id="11" name="Google Shape;97;p16">
              <a:extLst>
                <a:ext uri="{FF2B5EF4-FFF2-40B4-BE49-F238E27FC236}">
                  <a16:creationId xmlns:a16="http://schemas.microsoft.com/office/drawing/2014/main" id="{061E2302-880B-DF4D-D264-095227481B3B}"/>
                </a:ext>
              </a:extLst>
            </p:cNvPr>
            <p:cNvPicPr preferRelativeResize="0"/>
            <p:nvPr/>
          </p:nvPicPr>
          <p:blipFill rotWithShape="1">
            <a:blip r:embed="rId5">
              <a:alphaModFix/>
            </a:blip>
            <a:srcRect t="10469" b="10815"/>
            <a:stretch/>
          </p:blipFill>
          <p:spPr>
            <a:xfrm>
              <a:off x="2917013" y="774450"/>
              <a:ext cx="1926750" cy="3282250"/>
            </a:xfrm>
            <a:prstGeom prst="rect">
              <a:avLst/>
            </a:prstGeom>
            <a:noFill/>
            <a:ln>
              <a:noFill/>
            </a:ln>
          </p:spPr>
        </p:pic>
        <p:sp>
          <p:nvSpPr>
            <p:cNvPr id="12" name="Google Shape;98;p16">
              <a:extLst>
                <a:ext uri="{FF2B5EF4-FFF2-40B4-BE49-F238E27FC236}">
                  <a16:creationId xmlns:a16="http://schemas.microsoft.com/office/drawing/2014/main" id="{EE720ED9-22EA-4322-E22C-F2651EAB0862}"/>
                </a:ext>
              </a:extLst>
            </p:cNvPr>
            <p:cNvSpPr txBox="1"/>
            <p:nvPr/>
          </p:nvSpPr>
          <p:spPr>
            <a:xfrm>
              <a:off x="2916038" y="515275"/>
              <a:ext cx="1911900" cy="193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600" b="0" i="0" u="none" strike="noStrike" kern="0" cap="none" spc="0" normalizeH="0" baseline="0" noProof="0">
                  <a:ln>
                    <a:noFill/>
                  </a:ln>
                  <a:solidFill>
                    <a:prstClr val="white"/>
                  </a:solidFill>
                  <a:effectLst/>
                  <a:uLnTx/>
                  <a:uFillTx/>
                  <a:latin typeface="Arial"/>
                  <a:cs typeface="Arial"/>
                  <a:sym typeface="Arial"/>
                </a:rPr>
                <a:t>Hajj Health Record</a:t>
              </a:r>
              <a:endParaRPr kumimoji="0" sz="600" b="0" i="0" u="none" strike="noStrike" kern="0" cap="none" spc="0" normalizeH="0" baseline="0" noProof="0">
                <a:ln>
                  <a:noFill/>
                </a:ln>
                <a:solidFill>
                  <a:prstClr val="white"/>
                </a:solidFill>
                <a:effectLst/>
                <a:uLnTx/>
                <a:uFillTx/>
                <a:latin typeface="Arial"/>
                <a:cs typeface="Arial"/>
                <a:sym typeface="Arial"/>
              </a:endParaRPr>
            </a:p>
          </p:txBody>
        </p:sp>
      </p:grpSp>
      <p:pic>
        <p:nvPicPr>
          <p:cNvPr id="18" name="Picture 17" descr="A person and person using a mobile phone&#10;&#10;AI-generated content may be incorrect.">
            <a:extLst>
              <a:ext uri="{FF2B5EF4-FFF2-40B4-BE49-F238E27FC236}">
                <a16:creationId xmlns:a16="http://schemas.microsoft.com/office/drawing/2014/main" id="{340E836C-DECD-CCDF-D8BC-424E988AC47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04054" y="1552822"/>
            <a:ext cx="4123381" cy="2311423"/>
          </a:xfrm>
          <a:prstGeom prst="rect">
            <a:avLst/>
          </a:prstGeom>
        </p:spPr>
      </p:pic>
      <p:sp>
        <p:nvSpPr>
          <p:cNvPr id="19" name="TextBox 18">
            <a:extLst>
              <a:ext uri="{FF2B5EF4-FFF2-40B4-BE49-F238E27FC236}">
                <a16:creationId xmlns:a16="http://schemas.microsoft.com/office/drawing/2014/main" id="{B5673215-C9A2-DD1E-B40B-C0878F50CCA0}"/>
              </a:ext>
            </a:extLst>
          </p:cNvPr>
          <p:cNvSpPr txBox="1"/>
          <p:nvPr/>
        </p:nvSpPr>
        <p:spPr>
          <a:xfrm>
            <a:off x="540059" y="4117019"/>
            <a:ext cx="10978717" cy="246221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rtl="0"/>
            <a:r>
              <a:rPr lang="en-US" sz="2000" err="1">
                <a:solidFill>
                  <a:srgbClr val="000000"/>
                </a:solidFill>
                <a:latin typeface="Calibri"/>
                <a:ea typeface="Calibri"/>
                <a:cs typeface="Calibri"/>
              </a:rPr>
              <a:t>Ratkaisumme</a:t>
            </a:r>
            <a:r>
              <a:rPr lang="en-US" sz="2000">
                <a:solidFill>
                  <a:srgbClr val="000000"/>
                </a:solidFill>
                <a:latin typeface="Calibri"/>
                <a:ea typeface="Calibri"/>
                <a:cs typeface="Calibri"/>
              </a:rPr>
              <a:t> </a:t>
            </a:r>
            <a:r>
              <a:rPr lang="en-US" sz="2000" err="1">
                <a:solidFill>
                  <a:srgbClr val="000000"/>
                </a:solidFill>
                <a:latin typeface="Calibri"/>
                <a:ea typeface="Calibri"/>
                <a:cs typeface="Calibri"/>
              </a:rPr>
              <a:t>perustuu</a:t>
            </a:r>
            <a:r>
              <a:rPr lang="en-US" sz="2000">
                <a:solidFill>
                  <a:srgbClr val="000000"/>
                </a:solidFill>
                <a:latin typeface="Calibri"/>
                <a:ea typeface="Calibri"/>
                <a:cs typeface="Calibri"/>
              </a:rPr>
              <a:t> </a:t>
            </a:r>
            <a:r>
              <a:rPr lang="en-US" sz="2000" err="1">
                <a:solidFill>
                  <a:srgbClr val="000000"/>
                </a:solidFill>
                <a:latin typeface="Calibri"/>
                <a:ea typeface="Calibri"/>
                <a:cs typeface="Calibri"/>
              </a:rPr>
              <a:t>kansainväliseen</a:t>
            </a:r>
            <a:r>
              <a:rPr lang="en-US" sz="2000">
                <a:solidFill>
                  <a:srgbClr val="000000"/>
                </a:solidFill>
                <a:latin typeface="Calibri"/>
                <a:ea typeface="Calibri"/>
                <a:cs typeface="Calibri"/>
              </a:rPr>
              <a:t> </a:t>
            </a:r>
            <a:r>
              <a:rPr lang="en-US" sz="2000" err="1">
                <a:solidFill>
                  <a:srgbClr val="000000"/>
                </a:solidFill>
                <a:latin typeface="Calibri"/>
                <a:ea typeface="Calibri"/>
                <a:cs typeface="Calibri"/>
              </a:rPr>
              <a:t>potilastietojen</a:t>
            </a:r>
            <a:r>
              <a:rPr lang="en-US" sz="2000">
                <a:solidFill>
                  <a:srgbClr val="000000"/>
                </a:solidFill>
                <a:latin typeface="Calibri"/>
                <a:ea typeface="Calibri"/>
                <a:cs typeface="Calibri"/>
              </a:rPr>
              <a:t> </a:t>
            </a:r>
            <a:r>
              <a:rPr lang="en-US" sz="2000" err="1">
                <a:solidFill>
                  <a:srgbClr val="000000"/>
                </a:solidFill>
                <a:latin typeface="Calibri"/>
                <a:ea typeface="Calibri"/>
                <a:cs typeface="Calibri"/>
              </a:rPr>
              <a:t>yhteenvedon</a:t>
            </a:r>
            <a:r>
              <a:rPr lang="en-US" sz="2000">
                <a:solidFill>
                  <a:srgbClr val="000000"/>
                </a:solidFill>
                <a:latin typeface="Calibri"/>
                <a:ea typeface="Calibri"/>
                <a:cs typeface="Calibri"/>
              </a:rPr>
              <a:t> </a:t>
            </a:r>
            <a:r>
              <a:rPr lang="en-US" sz="2000" err="1">
                <a:solidFill>
                  <a:srgbClr val="000000"/>
                </a:solidFill>
                <a:latin typeface="Calibri"/>
                <a:ea typeface="Calibri"/>
                <a:cs typeface="Calibri"/>
              </a:rPr>
              <a:t>määrittelyyn</a:t>
            </a:r>
            <a:r>
              <a:rPr lang="en-US" sz="2000">
                <a:solidFill>
                  <a:srgbClr val="000000"/>
                </a:solidFill>
                <a:latin typeface="Calibri"/>
                <a:ea typeface="Calibri"/>
                <a:cs typeface="Calibri"/>
              </a:rPr>
              <a:t>. Yksi </a:t>
            </a:r>
            <a:r>
              <a:rPr lang="en-US" sz="2000" err="1">
                <a:solidFill>
                  <a:srgbClr val="000000"/>
                </a:solidFill>
                <a:latin typeface="Calibri"/>
                <a:ea typeface="Calibri"/>
                <a:cs typeface="Calibri"/>
              </a:rPr>
              <a:t>hyvä</a:t>
            </a:r>
            <a:r>
              <a:rPr lang="en-US" sz="2000">
                <a:solidFill>
                  <a:srgbClr val="000000"/>
                </a:solidFill>
                <a:latin typeface="Calibri"/>
                <a:ea typeface="Calibri"/>
                <a:cs typeface="Calibri"/>
              </a:rPr>
              <a:t> </a:t>
            </a:r>
            <a:r>
              <a:rPr lang="en-US" sz="2000" err="1">
                <a:solidFill>
                  <a:srgbClr val="000000"/>
                </a:solidFill>
                <a:latin typeface="Calibri"/>
                <a:ea typeface="Calibri"/>
                <a:cs typeface="Calibri"/>
              </a:rPr>
              <a:t>esimerkki</a:t>
            </a:r>
            <a:r>
              <a:rPr lang="en-US" sz="2000">
                <a:solidFill>
                  <a:srgbClr val="000000"/>
                </a:solidFill>
                <a:latin typeface="Calibri"/>
                <a:ea typeface="Calibri"/>
                <a:cs typeface="Calibri"/>
              </a:rPr>
              <a:t> </a:t>
            </a:r>
            <a:r>
              <a:rPr lang="en-US" sz="2000" err="1">
                <a:solidFill>
                  <a:srgbClr val="000000"/>
                </a:solidFill>
                <a:latin typeface="Calibri"/>
                <a:ea typeface="Calibri"/>
                <a:cs typeface="Calibri"/>
              </a:rPr>
              <a:t>tämän</a:t>
            </a:r>
            <a:r>
              <a:rPr lang="en-US" sz="2000">
                <a:solidFill>
                  <a:srgbClr val="000000"/>
                </a:solidFill>
                <a:latin typeface="Calibri"/>
                <a:ea typeface="Calibri"/>
                <a:cs typeface="Calibri"/>
              </a:rPr>
              <a:t> </a:t>
            </a:r>
            <a:r>
              <a:rPr lang="en-US" sz="2000" err="1">
                <a:solidFill>
                  <a:srgbClr val="000000"/>
                </a:solidFill>
                <a:latin typeface="Calibri"/>
                <a:ea typeface="Calibri"/>
                <a:cs typeface="Calibri"/>
              </a:rPr>
              <a:t>käytöstä</a:t>
            </a:r>
            <a:r>
              <a:rPr lang="en-US" sz="2000">
                <a:solidFill>
                  <a:srgbClr val="000000"/>
                </a:solidFill>
                <a:latin typeface="Calibri"/>
                <a:ea typeface="Calibri"/>
                <a:cs typeface="Calibri"/>
              </a:rPr>
              <a:t> on </a:t>
            </a:r>
            <a:r>
              <a:rPr lang="en-US" sz="2000" err="1">
                <a:solidFill>
                  <a:srgbClr val="000000"/>
                </a:solidFill>
                <a:latin typeface="Calibri"/>
                <a:ea typeface="Calibri"/>
                <a:cs typeface="Calibri"/>
              </a:rPr>
              <a:t>muslimien</a:t>
            </a:r>
            <a:r>
              <a:rPr lang="en-US" sz="2000">
                <a:solidFill>
                  <a:srgbClr val="000000"/>
                </a:solidFill>
                <a:latin typeface="Calibri"/>
                <a:ea typeface="Calibri"/>
                <a:cs typeface="Calibri"/>
              </a:rPr>
              <a:t> </a:t>
            </a:r>
            <a:r>
              <a:rPr lang="en-US" sz="2000" err="1">
                <a:solidFill>
                  <a:srgbClr val="000000"/>
                </a:solidFill>
                <a:latin typeface="Calibri"/>
                <a:ea typeface="Calibri"/>
                <a:cs typeface="Calibri"/>
              </a:rPr>
              <a:t>pyhiinvaellus</a:t>
            </a:r>
            <a:r>
              <a:rPr lang="en-US" sz="2000">
                <a:solidFill>
                  <a:srgbClr val="000000"/>
                </a:solidFill>
                <a:latin typeface="Calibri"/>
                <a:ea typeface="Calibri"/>
                <a:cs typeface="Calibri"/>
              </a:rPr>
              <a:t> </a:t>
            </a:r>
            <a:r>
              <a:rPr lang="en-US" sz="2000" err="1">
                <a:solidFill>
                  <a:srgbClr val="000000"/>
                </a:solidFill>
                <a:latin typeface="Calibri"/>
                <a:ea typeface="Calibri"/>
                <a:cs typeface="Calibri"/>
              </a:rPr>
              <a:t>Mekkaan</a:t>
            </a:r>
            <a:r>
              <a:rPr lang="en-US" sz="2000">
                <a:solidFill>
                  <a:srgbClr val="000000"/>
                </a:solidFill>
                <a:latin typeface="Calibri"/>
                <a:ea typeface="Calibri"/>
                <a:cs typeface="Calibri"/>
              </a:rPr>
              <a:t>. </a:t>
            </a:r>
            <a:r>
              <a:rPr lang="en-US" sz="2000" err="1">
                <a:solidFill>
                  <a:srgbClr val="000000"/>
                </a:solidFill>
                <a:latin typeface="Calibri"/>
                <a:ea typeface="Calibri"/>
                <a:cs typeface="Calibri"/>
              </a:rPr>
              <a:t>Yli</a:t>
            </a:r>
            <a:r>
              <a:rPr lang="en-US" sz="2000">
                <a:solidFill>
                  <a:srgbClr val="000000"/>
                </a:solidFill>
                <a:latin typeface="Calibri"/>
                <a:ea typeface="Calibri"/>
                <a:cs typeface="Calibri"/>
              </a:rPr>
              <a:t> </a:t>
            </a:r>
            <a:r>
              <a:rPr lang="en-US" sz="2000" err="1">
                <a:solidFill>
                  <a:srgbClr val="000000"/>
                </a:solidFill>
                <a:latin typeface="Calibri"/>
                <a:ea typeface="Calibri"/>
                <a:cs typeface="Calibri"/>
              </a:rPr>
              <a:t>puolitoista</a:t>
            </a:r>
            <a:r>
              <a:rPr lang="en-US" sz="2000">
                <a:solidFill>
                  <a:srgbClr val="000000"/>
                </a:solidFill>
                <a:latin typeface="Calibri"/>
                <a:ea typeface="Calibri"/>
                <a:cs typeface="Calibri"/>
              </a:rPr>
              <a:t> </a:t>
            </a:r>
            <a:r>
              <a:rPr lang="en-US" sz="2000" err="1">
                <a:solidFill>
                  <a:srgbClr val="000000"/>
                </a:solidFill>
                <a:latin typeface="Calibri"/>
                <a:ea typeface="Calibri"/>
                <a:cs typeface="Calibri"/>
              </a:rPr>
              <a:t>miljoonaa</a:t>
            </a:r>
            <a:r>
              <a:rPr lang="en-US" sz="2000">
                <a:solidFill>
                  <a:srgbClr val="000000"/>
                </a:solidFill>
                <a:latin typeface="Calibri"/>
                <a:ea typeface="Calibri"/>
                <a:cs typeface="Calibri"/>
              </a:rPr>
              <a:t> </a:t>
            </a:r>
            <a:r>
              <a:rPr lang="en-US" sz="2000" err="1">
                <a:solidFill>
                  <a:srgbClr val="000000"/>
                </a:solidFill>
                <a:latin typeface="Calibri"/>
                <a:ea typeface="Calibri"/>
                <a:cs typeface="Calibri"/>
              </a:rPr>
              <a:t>ihmistä</a:t>
            </a:r>
            <a:r>
              <a:rPr lang="en-US" sz="2000">
                <a:solidFill>
                  <a:srgbClr val="000000"/>
                </a:solidFill>
                <a:latin typeface="Calibri"/>
                <a:ea typeface="Calibri"/>
                <a:cs typeface="Calibri"/>
              </a:rPr>
              <a:t> </a:t>
            </a:r>
            <a:r>
              <a:rPr lang="en-US" sz="2000" err="1">
                <a:solidFill>
                  <a:srgbClr val="000000"/>
                </a:solidFill>
                <a:latin typeface="Calibri"/>
                <a:ea typeface="Calibri"/>
                <a:cs typeface="Calibri"/>
              </a:rPr>
              <a:t>osallistuu</a:t>
            </a:r>
            <a:r>
              <a:rPr lang="en-US" sz="2000">
                <a:solidFill>
                  <a:srgbClr val="000000"/>
                </a:solidFill>
                <a:latin typeface="Calibri"/>
                <a:ea typeface="Calibri"/>
                <a:cs typeface="Calibri"/>
              </a:rPr>
              <a:t> </a:t>
            </a:r>
            <a:r>
              <a:rPr lang="en-US" sz="2000" err="1">
                <a:solidFill>
                  <a:srgbClr val="000000"/>
                </a:solidFill>
                <a:latin typeface="Calibri"/>
                <a:ea typeface="Calibri"/>
                <a:cs typeface="Calibri"/>
              </a:rPr>
              <a:t>tapahtumaan</a:t>
            </a:r>
            <a:r>
              <a:rPr lang="en-US" sz="2000">
                <a:solidFill>
                  <a:srgbClr val="000000"/>
                </a:solidFill>
                <a:latin typeface="Calibri"/>
                <a:ea typeface="Calibri"/>
                <a:cs typeface="Calibri"/>
              </a:rPr>
              <a:t> </a:t>
            </a:r>
            <a:r>
              <a:rPr lang="en-US" sz="2000" err="1">
                <a:solidFill>
                  <a:srgbClr val="000000"/>
                </a:solidFill>
                <a:latin typeface="Calibri"/>
                <a:ea typeface="Calibri"/>
                <a:cs typeface="Calibri"/>
              </a:rPr>
              <a:t>vuosittain</a:t>
            </a:r>
            <a:r>
              <a:rPr lang="en-US" sz="2000">
                <a:solidFill>
                  <a:srgbClr val="000000"/>
                </a:solidFill>
                <a:latin typeface="Calibri"/>
                <a:ea typeface="Calibri"/>
                <a:cs typeface="Calibri"/>
              </a:rPr>
              <a:t>, </a:t>
            </a:r>
            <a:r>
              <a:rPr lang="en-US" sz="2000" err="1">
                <a:solidFill>
                  <a:srgbClr val="000000"/>
                </a:solidFill>
                <a:latin typeface="Calibri"/>
                <a:ea typeface="Calibri"/>
                <a:cs typeface="Calibri"/>
              </a:rPr>
              <a:t>eri</a:t>
            </a:r>
            <a:r>
              <a:rPr lang="en-US" sz="2000">
                <a:solidFill>
                  <a:srgbClr val="000000"/>
                </a:solidFill>
                <a:latin typeface="Calibri"/>
                <a:ea typeface="Calibri"/>
                <a:cs typeface="Calibri"/>
              </a:rPr>
              <a:t> </a:t>
            </a:r>
            <a:r>
              <a:rPr lang="en-US" sz="2000" err="1">
                <a:solidFill>
                  <a:srgbClr val="000000"/>
                </a:solidFill>
                <a:latin typeface="Calibri"/>
                <a:ea typeface="Calibri"/>
                <a:cs typeface="Calibri"/>
              </a:rPr>
              <a:t>puolilta</a:t>
            </a:r>
            <a:r>
              <a:rPr lang="en-US" sz="2000">
                <a:solidFill>
                  <a:srgbClr val="000000"/>
                </a:solidFill>
                <a:latin typeface="Calibri"/>
                <a:ea typeface="Calibri"/>
                <a:cs typeface="Calibri"/>
              </a:rPr>
              <a:t> </a:t>
            </a:r>
            <a:r>
              <a:rPr lang="en-US" sz="2000" err="1">
                <a:solidFill>
                  <a:srgbClr val="000000"/>
                </a:solidFill>
                <a:latin typeface="Calibri"/>
                <a:ea typeface="Calibri"/>
                <a:cs typeface="Calibri"/>
              </a:rPr>
              <a:t>maailmaa</a:t>
            </a:r>
            <a:r>
              <a:rPr lang="en-US" sz="2000">
                <a:solidFill>
                  <a:srgbClr val="000000"/>
                </a:solidFill>
                <a:latin typeface="Calibri"/>
                <a:ea typeface="Calibri"/>
                <a:cs typeface="Calibri"/>
              </a:rPr>
              <a:t>.</a:t>
            </a:r>
            <a:r>
              <a:rPr lang="en-US" sz="2000">
                <a:solidFill>
                  <a:srgbClr val="444444"/>
                </a:solidFill>
                <a:latin typeface="Calibri"/>
                <a:ea typeface="Calibri"/>
                <a:cs typeface="Calibri"/>
              </a:rPr>
              <a:t>​</a:t>
            </a:r>
          </a:p>
          <a:p>
            <a:pPr rtl="0"/>
            <a:r>
              <a:rPr lang="en-US" sz="2000">
                <a:solidFill>
                  <a:srgbClr val="444444"/>
                </a:solidFill>
                <a:latin typeface="Calibri"/>
                <a:ea typeface="Calibri"/>
                <a:cs typeface="Calibri"/>
              </a:rPr>
              <a:t>​</a:t>
            </a:r>
          </a:p>
          <a:p>
            <a:pPr rtl="0"/>
            <a:r>
              <a:rPr lang="en-US" sz="2000" err="1">
                <a:solidFill>
                  <a:srgbClr val="000000"/>
                </a:solidFill>
                <a:latin typeface="Calibri"/>
                <a:ea typeface="Calibri"/>
                <a:cs typeface="Calibri"/>
              </a:rPr>
              <a:t>Useat</a:t>
            </a:r>
            <a:r>
              <a:rPr lang="en-US" sz="2000">
                <a:solidFill>
                  <a:srgbClr val="000000"/>
                </a:solidFill>
                <a:latin typeface="Calibri"/>
                <a:ea typeface="Calibri"/>
                <a:cs typeface="Calibri"/>
              </a:rPr>
              <a:t> </a:t>
            </a:r>
            <a:r>
              <a:rPr lang="en-US" sz="2000" err="1">
                <a:solidFill>
                  <a:srgbClr val="000000"/>
                </a:solidFill>
                <a:latin typeface="Calibri"/>
                <a:ea typeface="Calibri"/>
                <a:cs typeface="Calibri"/>
              </a:rPr>
              <a:t>maat</a:t>
            </a:r>
            <a:r>
              <a:rPr lang="en-US" sz="2000">
                <a:solidFill>
                  <a:srgbClr val="000000"/>
                </a:solidFill>
                <a:latin typeface="Calibri"/>
                <a:ea typeface="Calibri"/>
                <a:cs typeface="Calibri"/>
              </a:rPr>
              <a:t> ja </a:t>
            </a:r>
            <a:r>
              <a:rPr lang="en-US" sz="2000" err="1">
                <a:solidFill>
                  <a:srgbClr val="000000"/>
                </a:solidFill>
                <a:latin typeface="Calibri"/>
                <a:ea typeface="Calibri"/>
                <a:cs typeface="Calibri"/>
              </a:rPr>
              <a:t>terveydenhuollon</a:t>
            </a:r>
            <a:r>
              <a:rPr lang="en-US" sz="2000">
                <a:solidFill>
                  <a:srgbClr val="000000"/>
                </a:solidFill>
                <a:latin typeface="Calibri"/>
                <a:ea typeface="Calibri"/>
                <a:cs typeface="Calibri"/>
              </a:rPr>
              <a:t> </a:t>
            </a:r>
            <a:r>
              <a:rPr lang="en-US" sz="2000" err="1">
                <a:solidFill>
                  <a:srgbClr val="000000"/>
                </a:solidFill>
                <a:latin typeface="Calibri"/>
                <a:ea typeface="Calibri"/>
                <a:cs typeface="Calibri"/>
              </a:rPr>
              <a:t>organisaatiot</a:t>
            </a:r>
            <a:r>
              <a:rPr lang="en-US" sz="2000">
                <a:solidFill>
                  <a:srgbClr val="000000"/>
                </a:solidFill>
                <a:latin typeface="Calibri"/>
                <a:ea typeface="Calibri"/>
                <a:cs typeface="Calibri"/>
              </a:rPr>
              <a:t> </a:t>
            </a:r>
            <a:r>
              <a:rPr lang="en-US" sz="2000" err="1">
                <a:solidFill>
                  <a:srgbClr val="000000"/>
                </a:solidFill>
                <a:latin typeface="Calibri"/>
                <a:ea typeface="Calibri"/>
                <a:cs typeface="Calibri"/>
              </a:rPr>
              <a:t>antavat</a:t>
            </a:r>
            <a:r>
              <a:rPr lang="en-US" sz="2000">
                <a:solidFill>
                  <a:srgbClr val="000000"/>
                </a:solidFill>
                <a:latin typeface="Calibri"/>
                <a:ea typeface="Calibri"/>
                <a:cs typeface="Calibri"/>
              </a:rPr>
              <a:t> </a:t>
            </a:r>
            <a:r>
              <a:rPr lang="en-US" sz="2000" err="1">
                <a:solidFill>
                  <a:srgbClr val="000000"/>
                </a:solidFill>
                <a:latin typeface="Calibri"/>
                <a:ea typeface="Calibri"/>
                <a:cs typeface="Calibri"/>
              </a:rPr>
              <a:t>ihmisille</a:t>
            </a:r>
            <a:r>
              <a:rPr lang="en-US" sz="2000">
                <a:solidFill>
                  <a:srgbClr val="000000"/>
                </a:solidFill>
                <a:latin typeface="Calibri"/>
                <a:ea typeface="Calibri"/>
                <a:cs typeface="Calibri"/>
              </a:rPr>
              <a:t> </a:t>
            </a:r>
            <a:r>
              <a:rPr lang="en-US" sz="2000" err="1">
                <a:solidFill>
                  <a:srgbClr val="000000"/>
                </a:solidFill>
                <a:latin typeface="Calibri"/>
                <a:ea typeface="Calibri"/>
                <a:cs typeface="Calibri"/>
              </a:rPr>
              <a:t>heidän</a:t>
            </a:r>
            <a:r>
              <a:rPr lang="en-US" sz="2000">
                <a:solidFill>
                  <a:srgbClr val="000000"/>
                </a:solidFill>
                <a:latin typeface="Calibri"/>
                <a:ea typeface="Calibri"/>
                <a:cs typeface="Calibri"/>
              </a:rPr>
              <a:t> </a:t>
            </a:r>
            <a:r>
              <a:rPr lang="en-US" sz="2000" err="1">
                <a:solidFill>
                  <a:srgbClr val="000000"/>
                </a:solidFill>
                <a:latin typeface="Calibri"/>
                <a:ea typeface="Calibri"/>
                <a:cs typeface="Calibri"/>
              </a:rPr>
              <a:t>terveystietonsa</a:t>
            </a:r>
            <a:r>
              <a:rPr lang="en-US" sz="2000">
                <a:solidFill>
                  <a:srgbClr val="000000"/>
                </a:solidFill>
                <a:latin typeface="Calibri"/>
                <a:ea typeface="Calibri"/>
                <a:cs typeface="Calibri"/>
              </a:rPr>
              <a:t> </a:t>
            </a:r>
            <a:r>
              <a:rPr lang="en-US" sz="2000" err="1">
                <a:solidFill>
                  <a:srgbClr val="000000"/>
                </a:solidFill>
                <a:latin typeface="Calibri"/>
                <a:ea typeface="Calibri"/>
                <a:cs typeface="Calibri"/>
              </a:rPr>
              <a:t>mukaan</a:t>
            </a:r>
            <a:r>
              <a:rPr lang="en-US" sz="2000">
                <a:solidFill>
                  <a:srgbClr val="000000"/>
                </a:solidFill>
                <a:latin typeface="Calibri"/>
                <a:ea typeface="Calibri"/>
                <a:cs typeface="Calibri"/>
              </a:rPr>
              <a:t> </a:t>
            </a:r>
            <a:r>
              <a:rPr lang="en-US" sz="2000" err="1">
                <a:solidFill>
                  <a:srgbClr val="000000"/>
                </a:solidFill>
                <a:latin typeface="Calibri"/>
                <a:ea typeface="Calibri"/>
                <a:cs typeface="Calibri"/>
              </a:rPr>
              <a:t>standardoidussa</a:t>
            </a:r>
            <a:r>
              <a:rPr lang="en-US" sz="2000">
                <a:solidFill>
                  <a:srgbClr val="000000"/>
                </a:solidFill>
                <a:latin typeface="Calibri"/>
                <a:ea typeface="Calibri"/>
                <a:cs typeface="Calibri"/>
              </a:rPr>
              <a:t> </a:t>
            </a:r>
            <a:r>
              <a:rPr lang="en-US" sz="2000" err="1">
                <a:solidFill>
                  <a:srgbClr val="000000"/>
                </a:solidFill>
                <a:latin typeface="Calibri"/>
                <a:ea typeface="Calibri"/>
                <a:cs typeface="Calibri"/>
              </a:rPr>
              <a:t>koneluettavassa</a:t>
            </a:r>
            <a:r>
              <a:rPr lang="en-US" sz="2000">
                <a:solidFill>
                  <a:srgbClr val="000000"/>
                </a:solidFill>
                <a:latin typeface="Calibri"/>
                <a:ea typeface="Calibri"/>
                <a:cs typeface="Calibri"/>
              </a:rPr>
              <a:t> </a:t>
            </a:r>
            <a:r>
              <a:rPr lang="en-US" sz="2000" err="1">
                <a:solidFill>
                  <a:srgbClr val="000000"/>
                </a:solidFill>
                <a:latin typeface="Calibri"/>
                <a:ea typeface="Calibri"/>
                <a:cs typeface="Calibri"/>
              </a:rPr>
              <a:t>muodossa</a:t>
            </a:r>
            <a:r>
              <a:rPr lang="en-US" sz="2000">
                <a:solidFill>
                  <a:srgbClr val="000000"/>
                </a:solidFill>
                <a:latin typeface="Calibri"/>
                <a:ea typeface="Calibri"/>
                <a:cs typeface="Calibri"/>
              </a:rPr>
              <a:t> ja </a:t>
            </a:r>
            <a:r>
              <a:rPr lang="en-US" sz="2000" err="1">
                <a:solidFill>
                  <a:srgbClr val="000000"/>
                </a:solidFill>
                <a:latin typeface="Calibri"/>
                <a:ea typeface="Calibri"/>
                <a:cs typeface="Calibri"/>
              </a:rPr>
              <a:t>sairaalat</a:t>
            </a:r>
            <a:r>
              <a:rPr lang="en-US" sz="2000">
                <a:solidFill>
                  <a:srgbClr val="000000"/>
                </a:solidFill>
                <a:latin typeface="Calibri"/>
                <a:ea typeface="Calibri"/>
                <a:cs typeface="Calibri"/>
              </a:rPr>
              <a:t> Saudi-</a:t>
            </a:r>
            <a:r>
              <a:rPr lang="en-US" sz="2000" err="1">
                <a:solidFill>
                  <a:srgbClr val="000000"/>
                </a:solidFill>
                <a:latin typeface="Calibri"/>
                <a:ea typeface="Calibri"/>
                <a:cs typeface="Calibri"/>
              </a:rPr>
              <a:t>Arabiassa</a:t>
            </a:r>
            <a:r>
              <a:rPr lang="en-US" sz="2000">
                <a:solidFill>
                  <a:srgbClr val="000000"/>
                </a:solidFill>
                <a:latin typeface="Calibri"/>
                <a:ea typeface="Calibri"/>
                <a:cs typeface="Calibri"/>
              </a:rPr>
              <a:t> </a:t>
            </a:r>
            <a:r>
              <a:rPr lang="en-US" sz="2000" err="1">
                <a:solidFill>
                  <a:srgbClr val="000000"/>
                </a:solidFill>
                <a:latin typeface="Calibri"/>
                <a:ea typeface="Calibri"/>
                <a:cs typeface="Calibri"/>
              </a:rPr>
              <a:t>osaavat</a:t>
            </a:r>
            <a:r>
              <a:rPr lang="en-US" sz="2000">
                <a:solidFill>
                  <a:srgbClr val="000000"/>
                </a:solidFill>
                <a:latin typeface="Calibri"/>
                <a:ea typeface="Calibri"/>
                <a:cs typeface="Calibri"/>
              </a:rPr>
              <a:t> </a:t>
            </a:r>
            <a:r>
              <a:rPr lang="en-US" sz="2000" err="1">
                <a:solidFill>
                  <a:srgbClr val="000000"/>
                </a:solidFill>
                <a:latin typeface="Calibri"/>
                <a:ea typeface="Calibri"/>
                <a:cs typeface="Calibri"/>
              </a:rPr>
              <a:t>hyödyntää</a:t>
            </a:r>
            <a:r>
              <a:rPr lang="en-US" sz="2000">
                <a:solidFill>
                  <a:srgbClr val="000000"/>
                </a:solidFill>
                <a:latin typeface="Calibri"/>
                <a:ea typeface="Calibri"/>
                <a:cs typeface="Calibri"/>
              </a:rPr>
              <a:t> </a:t>
            </a:r>
            <a:r>
              <a:rPr lang="en-US" sz="2000" err="1">
                <a:solidFill>
                  <a:srgbClr val="000000"/>
                </a:solidFill>
                <a:latin typeface="Calibri"/>
                <a:ea typeface="Calibri"/>
                <a:cs typeface="Calibri"/>
              </a:rPr>
              <a:t>näitä</a:t>
            </a:r>
            <a:r>
              <a:rPr lang="en-US" sz="2000">
                <a:solidFill>
                  <a:srgbClr val="000000"/>
                </a:solidFill>
                <a:latin typeface="Calibri"/>
                <a:ea typeface="Calibri"/>
                <a:cs typeface="Calibri"/>
              </a:rPr>
              <a:t> </a:t>
            </a:r>
            <a:r>
              <a:rPr lang="en-US" sz="2000" err="1">
                <a:solidFill>
                  <a:srgbClr val="000000"/>
                </a:solidFill>
                <a:latin typeface="Calibri"/>
                <a:ea typeface="Calibri"/>
                <a:cs typeface="Calibri"/>
              </a:rPr>
              <a:t>tietoja</a:t>
            </a:r>
            <a:r>
              <a:rPr lang="en-US" sz="2000">
                <a:solidFill>
                  <a:srgbClr val="000000"/>
                </a:solidFill>
                <a:latin typeface="Calibri"/>
                <a:ea typeface="Calibri"/>
                <a:cs typeface="Calibri"/>
              </a:rPr>
              <a:t>.</a:t>
            </a:r>
            <a:r>
              <a:rPr lang="en-US" sz="2000">
                <a:solidFill>
                  <a:srgbClr val="444444"/>
                </a:solidFill>
                <a:latin typeface="Calibri"/>
                <a:ea typeface="Calibri"/>
                <a:cs typeface="Calibri"/>
              </a:rPr>
              <a:t>​</a:t>
            </a:r>
          </a:p>
          <a:p>
            <a:pPr rtl="0"/>
            <a:r>
              <a:rPr lang="en-US" sz="2000">
                <a:solidFill>
                  <a:srgbClr val="444444"/>
                </a:solidFill>
                <a:latin typeface="Calibri"/>
                <a:ea typeface="Calibri"/>
                <a:cs typeface="Calibri"/>
              </a:rPr>
              <a:t>​</a:t>
            </a:r>
          </a:p>
          <a:p>
            <a:pPr algn="l"/>
            <a:endParaRPr lang="en-US" sz="2000">
              <a:ea typeface="Verdana"/>
            </a:endParaRPr>
          </a:p>
        </p:txBody>
      </p:sp>
    </p:spTree>
    <p:extLst>
      <p:ext uri="{BB962C8B-B14F-4D97-AF65-F5344CB8AC3E}">
        <p14:creationId xmlns:p14="http://schemas.microsoft.com/office/powerpoint/2010/main" val="37426058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9A2CC-0828-FF2A-375E-058A7FACD3F6}"/>
              </a:ext>
            </a:extLst>
          </p:cNvPr>
          <p:cNvSpPr>
            <a:spLocks noGrp="1"/>
          </p:cNvSpPr>
          <p:nvPr>
            <p:ph type="title"/>
          </p:nvPr>
        </p:nvSpPr>
        <p:spPr/>
        <p:txBody>
          <a:bodyPr/>
          <a:lstStyle/>
          <a:p>
            <a:r>
              <a:rPr lang="en-US">
                <a:latin typeface="Verdana"/>
                <a:ea typeface="Verdana"/>
              </a:rPr>
              <a:t>Kill the Clipboard</a:t>
            </a:r>
            <a:endParaRPr lang="en-US"/>
          </a:p>
        </p:txBody>
      </p:sp>
      <p:sp>
        <p:nvSpPr>
          <p:cNvPr id="3" name="Content Placeholder 2">
            <a:extLst>
              <a:ext uri="{FF2B5EF4-FFF2-40B4-BE49-F238E27FC236}">
                <a16:creationId xmlns:a16="http://schemas.microsoft.com/office/drawing/2014/main" id="{019E472F-B637-CF9A-A583-78D4D4AF6220}"/>
              </a:ext>
            </a:extLst>
          </p:cNvPr>
          <p:cNvSpPr>
            <a:spLocks noGrp="1"/>
          </p:cNvSpPr>
          <p:nvPr>
            <p:ph idx="1"/>
          </p:nvPr>
        </p:nvSpPr>
        <p:spPr>
          <a:xfrm>
            <a:off x="539751" y="1406525"/>
            <a:ext cx="6270688" cy="4614863"/>
          </a:xfrm>
        </p:spPr>
        <p:txBody>
          <a:bodyPr vert="horz" wrap="square" lIns="0" tIns="0" rIns="0" bIns="0" rtlCol="0">
            <a:noAutofit/>
          </a:bodyPr>
          <a:lstStyle/>
          <a:p>
            <a:pPr marL="0" indent="0">
              <a:buNone/>
            </a:pPr>
            <a:r>
              <a:rPr lang="en-US" err="1"/>
              <a:t>Amerikassa</a:t>
            </a:r>
            <a:r>
              <a:rPr lang="en-US"/>
              <a:t>, </a:t>
            </a:r>
            <a:r>
              <a:rPr lang="en-US" err="1"/>
              <a:t>jossa</a:t>
            </a:r>
            <a:r>
              <a:rPr lang="en-US"/>
              <a:t> </a:t>
            </a:r>
            <a:r>
              <a:rPr lang="en-US" err="1"/>
              <a:t>potilaat</a:t>
            </a:r>
            <a:r>
              <a:rPr lang="en-US"/>
              <a:t> </a:t>
            </a:r>
            <a:r>
              <a:rPr lang="en-US" err="1"/>
              <a:t>ovat</a:t>
            </a:r>
            <a:r>
              <a:rPr lang="en-US"/>
              <a:t> jo </a:t>
            </a:r>
            <a:r>
              <a:rPr lang="en-US" err="1"/>
              <a:t>vuosikausia</a:t>
            </a:r>
            <a:r>
              <a:rPr lang="en-US"/>
              <a:t> </a:t>
            </a:r>
            <a:r>
              <a:rPr lang="en-US" err="1"/>
              <a:t>saaneet</a:t>
            </a:r>
            <a:r>
              <a:rPr lang="en-US"/>
              <a:t> </a:t>
            </a:r>
            <a:r>
              <a:rPr lang="en-US" err="1"/>
              <a:t>terveystiedot</a:t>
            </a:r>
            <a:r>
              <a:rPr lang="en-US"/>
              <a:t> </a:t>
            </a:r>
            <a:r>
              <a:rPr lang="en-US" err="1"/>
              <a:t>rakenteisina</a:t>
            </a:r>
            <a:r>
              <a:rPr lang="en-US"/>
              <a:t> </a:t>
            </a:r>
            <a:r>
              <a:rPr lang="en-US" err="1"/>
              <a:t>itselleen</a:t>
            </a:r>
            <a:r>
              <a:rPr lang="en-US"/>
              <a:t>, on </a:t>
            </a:r>
            <a:r>
              <a:rPr lang="en-US" err="1"/>
              <a:t>syntynyt</a:t>
            </a:r>
            <a:r>
              <a:rPr lang="en-US"/>
              <a:t> Kill the Clipboard -</a:t>
            </a:r>
            <a:r>
              <a:rPr lang="en-US" err="1"/>
              <a:t>ajatus</a:t>
            </a:r>
            <a:r>
              <a:rPr lang="en-US"/>
              <a:t>. Sen </a:t>
            </a:r>
            <a:r>
              <a:rPr lang="en-US" err="1"/>
              <a:t>sijaan</a:t>
            </a:r>
            <a:r>
              <a:rPr lang="en-US"/>
              <a:t>, </a:t>
            </a:r>
            <a:r>
              <a:rPr lang="en-US" err="1"/>
              <a:t>että</a:t>
            </a:r>
            <a:r>
              <a:rPr lang="en-US"/>
              <a:t> </a:t>
            </a:r>
            <a:r>
              <a:rPr lang="en-US" err="1"/>
              <a:t>täyttäisin</a:t>
            </a:r>
            <a:r>
              <a:rPr lang="en-US"/>
              <a:t> </a:t>
            </a:r>
            <a:r>
              <a:rPr lang="en-US" err="1"/>
              <a:t>aina</a:t>
            </a:r>
            <a:r>
              <a:rPr lang="en-US"/>
              <a:t> </a:t>
            </a:r>
            <a:r>
              <a:rPr lang="en-US" err="1"/>
              <a:t>uuden</a:t>
            </a:r>
            <a:r>
              <a:rPr lang="en-US"/>
              <a:t> </a:t>
            </a:r>
            <a:r>
              <a:rPr lang="en-US" err="1"/>
              <a:t>kyselylomakkeen</a:t>
            </a:r>
            <a:r>
              <a:rPr lang="en-US"/>
              <a:t> </a:t>
            </a:r>
            <a:r>
              <a:rPr lang="en-US" err="1"/>
              <a:t>alusta</a:t>
            </a:r>
            <a:r>
              <a:rPr lang="en-US"/>
              <a:t> </a:t>
            </a:r>
            <a:r>
              <a:rPr lang="en-US" err="1"/>
              <a:t>asti</a:t>
            </a:r>
            <a:r>
              <a:rPr lang="en-US"/>
              <a:t> </a:t>
            </a:r>
            <a:r>
              <a:rPr lang="en-US" err="1"/>
              <a:t>käsin</a:t>
            </a:r>
            <a:r>
              <a:rPr lang="en-US"/>
              <a:t>, </a:t>
            </a:r>
            <a:r>
              <a:rPr lang="en-US" err="1"/>
              <a:t>kyselylomake</a:t>
            </a:r>
            <a:r>
              <a:rPr lang="en-US"/>
              <a:t> </a:t>
            </a:r>
            <a:r>
              <a:rPr lang="en-US" err="1"/>
              <a:t>voi</a:t>
            </a:r>
            <a:r>
              <a:rPr lang="en-US"/>
              <a:t> </a:t>
            </a:r>
            <a:r>
              <a:rPr lang="en-US" err="1"/>
              <a:t>pyytää</a:t>
            </a:r>
            <a:r>
              <a:rPr lang="en-US"/>
              <a:t> </a:t>
            </a:r>
            <a:r>
              <a:rPr lang="en-US" err="1"/>
              <a:t>minua</a:t>
            </a:r>
            <a:r>
              <a:rPr lang="en-US"/>
              <a:t> </a:t>
            </a:r>
            <a:r>
              <a:rPr lang="en-US" err="1"/>
              <a:t>jakamaan</a:t>
            </a:r>
            <a:r>
              <a:rPr lang="en-US"/>
              <a:t> </a:t>
            </a:r>
            <a:r>
              <a:rPr lang="en-US" err="1"/>
              <a:t>rakenteiset</a:t>
            </a:r>
            <a:r>
              <a:rPr lang="en-US"/>
              <a:t> </a:t>
            </a:r>
            <a:r>
              <a:rPr lang="en-US" err="1"/>
              <a:t>terveystietoni</a:t>
            </a:r>
            <a:r>
              <a:rPr lang="en-US"/>
              <a:t> ja </a:t>
            </a:r>
            <a:r>
              <a:rPr lang="en-US" err="1"/>
              <a:t>lomakkeen</a:t>
            </a:r>
            <a:r>
              <a:rPr lang="en-US"/>
              <a:t> </a:t>
            </a:r>
            <a:r>
              <a:rPr lang="en-US" err="1"/>
              <a:t>kentät</a:t>
            </a:r>
            <a:r>
              <a:rPr lang="en-US"/>
              <a:t> </a:t>
            </a:r>
            <a:r>
              <a:rPr lang="en-US" err="1"/>
              <a:t>voidaan</a:t>
            </a:r>
            <a:r>
              <a:rPr lang="en-US"/>
              <a:t> </a:t>
            </a:r>
            <a:r>
              <a:rPr lang="en-US" err="1"/>
              <a:t>täyttää</a:t>
            </a:r>
            <a:r>
              <a:rPr lang="en-US"/>
              <a:t> </a:t>
            </a:r>
            <a:r>
              <a:rPr lang="en-US" err="1"/>
              <a:t>automaattisesti</a:t>
            </a:r>
            <a:r>
              <a:rPr lang="en-US"/>
              <a:t> </a:t>
            </a:r>
            <a:r>
              <a:rPr lang="en-US" err="1"/>
              <a:t>soveltuvin</a:t>
            </a:r>
            <a:r>
              <a:rPr lang="en-US"/>
              <a:t> </a:t>
            </a:r>
            <a:r>
              <a:rPr lang="en-US" err="1"/>
              <a:t>osin</a:t>
            </a:r>
            <a:r>
              <a:rPr lang="en-US"/>
              <a:t>.</a:t>
            </a:r>
          </a:p>
          <a:p>
            <a:pPr marL="0" indent="0">
              <a:buNone/>
            </a:pPr>
            <a:endParaRPr lang="en-US"/>
          </a:p>
          <a:p>
            <a:pPr marL="0" indent="0">
              <a:buNone/>
            </a:pPr>
            <a:r>
              <a:rPr lang="en-US" err="1"/>
              <a:t>Voisiko</a:t>
            </a:r>
            <a:r>
              <a:rPr lang="en-US"/>
              <a:t> </a:t>
            </a:r>
            <a:r>
              <a:rPr lang="en-US" err="1"/>
              <a:t>tätä</a:t>
            </a:r>
            <a:r>
              <a:rPr lang="en-US"/>
              <a:t> </a:t>
            </a:r>
            <a:r>
              <a:rPr lang="en-US" err="1"/>
              <a:t>hyödyntää</a:t>
            </a:r>
            <a:r>
              <a:rPr lang="en-US"/>
              <a:t> </a:t>
            </a:r>
            <a:r>
              <a:rPr lang="en-US" err="1"/>
              <a:t>Suomessakin</a:t>
            </a:r>
            <a:r>
              <a:rPr lang="en-US"/>
              <a:t>? </a:t>
            </a:r>
            <a:r>
              <a:rPr lang="en-US" err="1"/>
              <a:t>Olemme</a:t>
            </a:r>
            <a:r>
              <a:rPr lang="en-US"/>
              <a:t> </a:t>
            </a:r>
            <a:r>
              <a:rPr lang="en-US" err="1"/>
              <a:t>ymmärtäneet</a:t>
            </a:r>
            <a:r>
              <a:rPr lang="en-US"/>
              <a:t>, </a:t>
            </a:r>
            <a:r>
              <a:rPr lang="en-US" err="1"/>
              <a:t>että</a:t>
            </a:r>
            <a:r>
              <a:rPr lang="en-US"/>
              <a:t> </a:t>
            </a:r>
            <a:r>
              <a:rPr lang="en-US" err="1"/>
              <a:t>esimerkiksi</a:t>
            </a:r>
            <a:r>
              <a:rPr lang="en-US"/>
              <a:t> Lunna </a:t>
            </a:r>
            <a:r>
              <a:rPr lang="en-US" err="1"/>
              <a:t>ei</a:t>
            </a:r>
            <a:r>
              <a:rPr lang="en-US"/>
              <a:t> </a:t>
            </a:r>
            <a:r>
              <a:rPr lang="en-US" err="1"/>
              <a:t>nykyään</a:t>
            </a:r>
            <a:r>
              <a:rPr lang="en-US"/>
              <a:t> </a:t>
            </a:r>
            <a:r>
              <a:rPr lang="en-US" err="1"/>
              <a:t>pääse</a:t>
            </a:r>
            <a:r>
              <a:rPr lang="en-US"/>
              <a:t> </a:t>
            </a:r>
            <a:r>
              <a:rPr lang="en-US" err="1"/>
              <a:t>käsiksi</a:t>
            </a:r>
            <a:r>
              <a:rPr lang="en-US"/>
              <a:t> </a:t>
            </a:r>
            <a:r>
              <a:rPr lang="en-US" err="1"/>
              <a:t>kaikkiin</a:t>
            </a:r>
            <a:r>
              <a:rPr lang="en-US"/>
              <a:t> </a:t>
            </a:r>
            <a:r>
              <a:rPr lang="en-US" err="1"/>
              <a:t>potilaasta</a:t>
            </a:r>
            <a:r>
              <a:rPr lang="en-US"/>
              <a:t> </a:t>
            </a:r>
            <a:r>
              <a:rPr lang="en-US" err="1"/>
              <a:t>eri</a:t>
            </a:r>
            <a:r>
              <a:rPr lang="en-US"/>
              <a:t> </a:t>
            </a:r>
            <a:r>
              <a:rPr lang="en-US" err="1"/>
              <a:t>paikoissa</a:t>
            </a:r>
            <a:r>
              <a:rPr lang="en-US"/>
              <a:t> </a:t>
            </a:r>
            <a:r>
              <a:rPr lang="en-US" err="1"/>
              <a:t>kirjattuihin</a:t>
            </a:r>
            <a:r>
              <a:rPr lang="en-US"/>
              <a:t> </a:t>
            </a:r>
            <a:r>
              <a:rPr lang="en-US" err="1"/>
              <a:t>tietoihin</a:t>
            </a:r>
            <a:r>
              <a:rPr lang="en-US"/>
              <a:t>. </a:t>
            </a:r>
            <a:r>
              <a:rPr lang="en-US" err="1"/>
              <a:t>Tässäkin</a:t>
            </a:r>
            <a:r>
              <a:rPr lang="en-US"/>
              <a:t> </a:t>
            </a:r>
            <a:r>
              <a:rPr lang="en-US" err="1"/>
              <a:t>voisimme</a:t>
            </a:r>
            <a:r>
              <a:rPr lang="en-US"/>
              <a:t> </a:t>
            </a:r>
            <a:r>
              <a:rPr lang="en-US" err="1"/>
              <a:t>hyödyntää</a:t>
            </a:r>
            <a:r>
              <a:rPr lang="en-US"/>
              <a:t> </a:t>
            </a:r>
            <a:r>
              <a:rPr lang="en-US" err="1"/>
              <a:t>potilasta</a:t>
            </a:r>
            <a:r>
              <a:rPr lang="en-US"/>
              <a:t>, </a:t>
            </a:r>
            <a:r>
              <a:rPr lang="en-US" err="1"/>
              <a:t>terveydenhuollossa</a:t>
            </a:r>
            <a:r>
              <a:rPr lang="en-US"/>
              <a:t> </a:t>
            </a:r>
            <a:r>
              <a:rPr lang="en-US" err="1"/>
              <a:t>usein</a:t>
            </a:r>
            <a:r>
              <a:rPr lang="en-US"/>
              <a:t> </a:t>
            </a:r>
            <a:r>
              <a:rPr lang="en-US" err="1"/>
              <a:t>alikäytettyä</a:t>
            </a:r>
            <a:r>
              <a:rPr lang="en-US"/>
              <a:t> </a:t>
            </a:r>
            <a:r>
              <a:rPr lang="en-US" err="1"/>
              <a:t>resurssia</a:t>
            </a:r>
            <a:r>
              <a:rPr lang="en-US"/>
              <a:t>.</a:t>
            </a:r>
          </a:p>
          <a:p>
            <a:pPr marL="0" indent="0">
              <a:buNone/>
            </a:pPr>
            <a:endParaRPr lang="en-US"/>
          </a:p>
        </p:txBody>
      </p:sp>
      <p:sp>
        <p:nvSpPr>
          <p:cNvPr id="4" name="Footer Placeholder 3">
            <a:extLst>
              <a:ext uri="{FF2B5EF4-FFF2-40B4-BE49-F238E27FC236}">
                <a16:creationId xmlns:a16="http://schemas.microsoft.com/office/drawing/2014/main" id="{B4003105-15FA-3748-EE17-174E7102FEE9}"/>
              </a:ext>
            </a:extLst>
          </p:cNvPr>
          <p:cNvSpPr>
            <a:spLocks noGrp="1"/>
          </p:cNvSpPr>
          <p:nvPr>
            <p:ph type="ftr" sz="quarter" idx="11"/>
          </p:nvPr>
        </p:nvSpPr>
        <p:spPr/>
        <p:txBody>
          <a:bodyPr/>
          <a:lstStyle/>
          <a:p>
            <a:endParaRPr lang="fi-FI"/>
          </a:p>
        </p:txBody>
      </p:sp>
      <p:sp>
        <p:nvSpPr>
          <p:cNvPr id="5" name="Date Placeholder 4">
            <a:extLst>
              <a:ext uri="{FF2B5EF4-FFF2-40B4-BE49-F238E27FC236}">
                <a16:creationId xmlns:a16="http://schemas.microsoft.com/office/drawing/2014/main" id="{54A5A6FA-66D6-C856-A6F8-2C3E374BF543}"/>
              </a:ext>
            </a:extLst>
          </p:cNvPr>
          <p:cNvSpPr>
            <a:spLocks noGrp="1"/>
          </p:cNvSpPr>
          <p:nvPr>
            <p:ph type="dt" sz="half" idx="10"/>
          </p:nvPr>
        </p:nvSpPr>
        <p:spPr/>
        <p:txBody>
          <a:bodyPr/>
          <a:lstStyle/>
          <a:p>
            <a:fld id="{86A6E30B-5A65-4D34-AD3D-A55BCB95F61E}" type="datetime1">
              <a:rPr lang="fi-FI" smtClean="0"/>
              <a:t>14.10.2026</a:t>
            </a:fld>
            <a:endParaRPr lang="fi-FI"/>
          </a:p>
        </p:txBody>
      </p:sp>
      <p:sp>
        <p:nvSpPr>
          <p:cNvPr id="6" name="Slide Number Placeholder 5">
            <a:extLst>
              <a:ext uri="{FF2B5EF4-FFF2-40B4-BE49-F238E27FC236}">
                <a16:creationId xmlns:a16="http://schemas.microsoft.com/office/drawing/2014/main" id="{27EF70A3-7A34-B48E-70A5-2D1D410AA2DE}"/>
              </a:ext>
            </a:extLst>
          </p:cNvPr>
          <p:cNvSpPr>
            <a:spLocks noGrp="1"/>
          </p:cNvSpPr>
          <p:nvPr>
            <p:ph type="sldNum" sz="quarter" idx="12"/>
          </p:nvPr>
        </p:nvSpPr>
        <p:spPr/>
        <p:txBody>
          <a:bodyPr/>
          <a:lstStyle/>
          <a:p>
            <a:fld id="{07F0CC26-4241-4995-BDB3-9E0D3B0C702B}" type="slidenum">
              <a:rPr lang="fi-FI" smtClean="0"/>
              <a:t>9</a:t>
            </a:fld>
            <a:endParaRPr lang="fi-FI"/>
          </a:p>
        </p:txBody>
      </p:sp>
      <p:pic>
        <p:nvPicPr>
          <p:cNvPr id="8" name="Picture 7" descr="A screenshot of a computer&#10;&#10;AI-generated content may be incorrect.">
            <a:extLst>
              <a:ext uri="{FF2B5EF4-FFF2-40B4-BE49-F238E27FC236}">
                <a16:creationId xmlns:a16="http://schemas.microsoft.com/office/drawing/2014/main" id="{D95C789A-57E6-4A36-5A0C-C809D6924A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45807" y="1385515"/>
            <a:ext cx="4803647" cy="2982716"/>
          </a:xfrm>
          <a:prstGeom prst="rect">
            <a:avLst/>
          </a:prstGeom>
        </p:spPr>
      </p:pic>
    </p:spTree>
    <p:extLst>
      <p:ext uri="{BB962C8B-B14F-4D97-AF65-F5344CB8AC3E}">
        <p14:creationId xmlns:p14="http://schemas.microsoft.com/office/powerpoint/2010/main" val="39210216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shot of a computer&#10;&#10;AI-generated content may be incorrect.">
            <a:extLst>
              <a:ext uri="{FF2B5EF4-FFF2-40B4-BE49-F238E27FC236}">
                <a16:creationId xmlns:a16="http://schemas.microsoft.com/office/drawing/2014/main" id="{4BF012EF-C0B3-707A-3C55-FA4E71A42DD4}"/>
              </a:ext>
            </a:extLst>
          </p:cNvPr>
          <p:cNvPicPr>
            <a:picLocks noChangeAspect="1"/>
          </p:cNvPicPr>
          <p:nvPr/>
        </p:nvPicPr>
        <p:blipFill>
          <a:blip r:embed="rId3"/>
          <a:stretch>
            <a:fillRect/>
          </a:stretch>
        </p:blipFill>
        <p:spPr>
          <a:xfrm>
            <a:off x="0" y="0"/>
            <a:ext cx="12191999" cy="6858000"/>
          </a:xfrm>
          <a:prstGeom prst="rect">
            <a:avLst/>
          </a:prstGeom>
        </p:spPr>
      </p:pic>
      <p:sp>
        <p:nvSpPr>
          <p:cNvPr id="4" name="Date Placeholder 3">
            <a:extLst>
              <a:ext uri="{FF2B5EF4-FFF2-40B4-BE49-F238E27FC236}">
                <a16:creationId xmlns:a16="http://schemas.microsoft.com/office/drawing/2014/main" id="{494EF07A-8BFC-0379-B501-02D8C5C77DBA}"/>
              </a:ext>
            </a:extLst>
          </p:cNvPr>
          <p:cNvSpPr>
            <a:spLocks noGrp="1"/>
          </p:cNvSpPr>
          <p:nvPr>
            <p:ph type="dt" sz="half" idx="10"/>
          </p:nvPr>
        </p:nvSpPr>
        <p:spPr/>
        <p:txBody>
          <a:bodyPr/>
          <a:lstStyle/>
          <a:p>
            <a:fld id="{24350F47-645D-402B-A8BB-CD8F8293EEB7}" type="datetime1">
              <a:rPr lang="fi-FI" smtClean="0"/>
              <a:t>14.10.2026</a:t>
            </a:fld>
            <a:endParaRPr lang="fi-FI"/>
          </a:p>
        </p:txBody>
      </p:sp>
      <p:sp>
        <p:nvSpPr>
          <p:cNvPr id="5" name="Slide Number Placeholder 4">
            <a:extLst>
              <a:ext uri="{FF2B5EF4-FFF2-40B4-BE49-F238E27FC236}">
                <a16:creationId xmlns:a16="http://schemas.microsoft.com/office/drawing/2014/main" id="{5305621C-BF4A-8DF1-D1FF-B47AC67BE144}"/>
              </a:ext>
            </a:extLst>
          </p:cNvPr>
          <p:cNvSpPr>
            <a:spLocks noGrp="1"/>
          </p:cNvSpPr>
          <p:nvPr>
            <p:ph type="sldNum" sz="quarter" idx="12"/>
          </p:nvPr>
        </p:nvSpPr>
        <p:spPr/>
        <p:txBody>
          <a:bodyPr/>
          <a:lstStyle/>
          <a:p>
            <a:fld id="{07F0CC26-4241-4995-BDB3-9E0D3B0C702B}" type="slidenum">
              <a:rPr lang="fi-FI" smtClean="0"/>
              <a:t>10</a:t>
            </a:fld>
            <a:endParaRPr lang="fi-FI"/>
          </a:p>
        </p:txBody>
      </p:sp>
      <p:pic>
        <p:nvPicPr>
          <p:cNvPr id="7" name="Graphic 6">
            <a:extLst>
              <a:ext uri="{FF2B5EF4-FFF2-40B4-BE49-F238E27FC236}">
                <a16:creationId xmlns:a16="http://schemas.microsoft.com/office/drawing/2014/main" id="{178468B5-5B6D-9AF5-33D7-A59C5F629FB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750656" y="2151271"/>
            <a:ext cx="2911101" cy="2911101"/>
          </a:xfrm>
          <a:prstGeom prst="rect">
            <a:avLst/>
          </a:prstGeom>
        </p:spPr>
      </p:pic>
      <p:sp>
        <p:nvSpPr>
          <p:cNvPr id="8" name="TextBox 7">
            <a:extLst>
              <a:ext uri="{FF2B5EF4-FFF2-40B4-BE49-F238E27FC236}">
                <a16:creationId xmlns:a16="http://schemas.microsoft.com/office/drawing/2014/main" id="{85930587-50D8-2198-C596-52DB080C0062}"/>
              </a:ext>
            </a:extLst>
          </p:cNvPr>
          <p:cNvSpPr txBox="1"/>
          <p:nvPr/>
        </p:nvSpPr>
        <p:spPr>
          <a:xfrm>
            <a:off x="8724152" y="5062372"/>
            <a:ext cx="3176299" cy="400110"/>
          </a:xfrm>
          <a:prstGeom prst="rect">
            <a:avLst/>
          </a:prstGeom>
          <a:noFill/>
        </p:spPr>
        <p:txBody>
          <a:bodyPr wrap="square" rtlCol="0">
            <a:spAutoFit/>
          </a:bodyPr>
          <a:lstStyle/>
          <a:p>
            <a:r>
              <a:rPr lang="en-US" sz="2000" dirty="0" err="1"/>
              <a:t>terveystiedot.talteen.fi</a:t>
            </a:r>
            <a:endParaRPr lang="en-US" sz="2000" dirty="0"/>
          </a:p>
        </p:txBody>
      </p:sp>
      <p:sp>
        <p:nvSpPr>
          <p:cNvPr id="2" name="TextBox 1">
            <a:extLst>
              <a:ext uri="{FF2B5EF4-FFF2-40B4-BE49-F238E27FC236}">
                <a16:creationId xmlns:a16="http://schemas.microsoft.com/office/drawing/2014/main" id="{730BE9A6-B9A6-E02E-5A7F-9734CCBE8793}"/>
              </a:ext>
            </a:extLst>
          </p:cNvPr>
          <p:cNvSpPr txBox="1"/>
          <p:nvPr/>
        </p:nvSpPr>
        <p:spPr>
          <a:xfrm>
            <a:off x="266331" y="1165195"/>
            <a:ext cx="3314330" cy="480131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rtl="0"/>
            <a:r>
              <a:rPr lang="en-US"/>
              <a:t>Olemme lähiaikoina lanseeraamassa Terveystiedot talteen -palvelua, jonka avulla kaikki ihmiset voivat saada omat terveystietonsa Kannasta itselleen, rakenteisessa muodossa ja edelleen jaettaviksi.​</a:t>
            </a:r>
          </a:p>
          <a:p>
            <a:pPr rtl="0"/>
            <a:r>
              <a:rPr lang="en-US"/>
              <a:t>​</a:t>
            </a:r>
          </a:p>
          <a:p>
            <a:pPr algn="l"/>
            <a:endParaRPr lang="en-US"/>
          </a:p>
        </p:txBody>
      </p:sp>
    </p:spTree>
    <p:extLst>
      <p:ext uri="{BB962C8B-B14F-4D97-AF65-F5344CB8AC3E}">
        <p14:creationId xmlns:p14="http://schemas.microsoft.com/office/powerpoint/2010/main" val="396367095"/>
      </p:ext>
    </p:extLst>
  </p:cSld>
  <p:clrMapOvr>
    <a:masterClrMapping/>
  </p:clrMapOvr>
</p:sld>
</file>

<file path=ppt/theme/theme1.xml><?xml version="1.0" encoding="utf-8"?>
<a:theme xmlns:a="http://schemas.openxmlformats.org/drawingml/2006/main" name="LUH perustyyli">
  <a:themeElements>
    <a:clrScheme name="LUH_paavarit_tummat_vaaleat">
      <a:dk1>
        <a:srgbClr val="000000"/>
      </a:dk1>
      <a:lt1>
        <a:srgbClr val="FFFFFF"/>
      </a:lt1>
      <a:dk2>
        <a:srgbClr val="888B8D"/>
      </a:dk2>
      <a:lt2>
        <a:srgbClr val="E4E1DC"/>
      </a:lt2>
      <a:accent1>
        <a:srgbClr val="6E112E"/>
      </a:accent1>
      <a:accent2>
        <a:srgbClr val="F4CDD4"/>
      </a:accent2>
      <a:accent3>
        <a:srgbClr val="1C541A"/>
      </a:accent3>
      <a:accent4>
        <a:srgbClr val="9FD4B7"/>
      </a:accent4>
      <a:accent5>
        <a:srgbClr val="004976"/>
      </a:accent5>
      <a:accent6>
        <a:srgbClr val="9DCEEF"/>
      </a:accent6>
      <a:hlink>
        <a:srgbClr val="6E112E"/>
      </a:hlink>
      <a:folHlink>
        <a:srgbClr val="C15715"/>
      </a:folHlink>
    </a:clrScheme>
    <a:fontScheme name="LUVN">
      <a:majorFont>
        <a:latin typeface="Verdana"/>
        <a:ea typeface=""/>
        <a:cs typeface=""/>
      </a:majorFont>
      <a:minorFont>
        <a:latin typeface="Verdana"/>
        <a:ea typeface=""/>
        <a:cs typeface=""/>
      </a:minorFont>
    </a:fontScheme>
    <a:fmtScheme name="Office-te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72000" tIns="72000" rIns="72000" bIns="72000" rtlCol="0" anchor="ctr">
        <a:noAutofit/>
      </a:bodyPr>
      <a:lstStyle>
        <a:defPPr algn="l">
          <a:defRPr dirty="0" err="1"/>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dirty="0"/>
        </a:defPPr>
      </a:lstStyle>
    </a:txDef>
  </a:objectDefaults>
  <a:extraClrSchemeLst/>
  <a:extLst>
    <a:ext uri="{05A4C25C-085E-4340-85A3-A5531E510DB2}">
      <thm15:themeFamily xmlns:thm15="http://schemas.microsoft.com/office/thememl/2012/main" name="Esityspohja_LUVN" id="{907B3797-65F6-B24F-8DBD-8DC952F223A9}" vid="{756EFB53-CBE4-C042-84F9-53C8BBDD103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te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4F3281D-FD9A-49C9-A5CE-88D1A2052F30}">
  <we:reference id="WA200010001" version="1.0.0.1" store="Omex" storeType="OMEX"/>
  <we:alternateReferences>
    <we:reference id="WA200010001" version="1.0.0.1" store="WA200010001" storeType="OMEX"/>
  </we:alternateReferences>
  <we:properties>
    <we:property name="claude.fileId" value="&quot;89251fd5-954a-48f1-a605-b2bdbedb9723&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DF85B910BB40E429497DE17A383F260" ma:contentTypeVersion="16" ma:contentTypeDescription="Create a new document." ma:contentTypeScope="" ma:versionID="833697d24c15d71544523cc8a5674aaf">
  <xsd:schema xmlns:xsd="http://www.w3.org/2001/XMLSchema" xmlns:xs="http://www.w3.org/2001/XMLSchema" xmlns:p="http://schemas.microsoft.com/office/2006/metadata/properties" xmlns:ns2="759dd784-260d-4758-9684-2ce42da81a9b" xmlns:ns3="72e2ef0d-a8c8-43de-afca-81b1bfad5bf5" targetNamespace="http://schemas.microsoft.com/office/2006/metadata/properties" ma:root="true" ma:fieldsID="79fd64c3a1546aede8dbfd903142ce0d" ns2:_="" ns3:_="">
    <xsd:import namespace="759dd784-260d-4758-9684-2ce42da81a9b"/>
    <xsd:import namespace="72e2ef0d-a8c8-43de-afca-81b1bfad5bf5"/>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ObjectDetectorVersions" minOccurs="0"/>
                <xsd:element ref="ns2:MediaLengthInSeconds" minOccurs="0"/>
                <xsd:element ref="ns2:MediaServiceGenerationTime" minOccurs="0"/>
                <xsd:element ref="ns2:MediaServiceEventHashCode" minOccurs="0"/>
                <xsd:element ref="ns2:MediaServiceSearchProperties" minOccurs="0"/>
                <xsd:element ref="ns3:SharedWithUsers" minOccurs="0"/>
                <xsd:element ref="ns3:SharedWithDetails" minOccurs="0"/>
                <xsd:element ref="ns2:lcf76f155ced4ddcb4097134ff3c332f" minOccurs="0"/>
                <xsd:element ref="ns3:TaxCatchAll" minOccurs="0"/>
                <xsd:element ref="ns2:MediaServiceLocation"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59dd784-260d-4758-9684-2ce42da81a9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b6203885-ae0d-4291-b9c0-04729068ed99" ma:termSetId="09814cd3-568e-fe90-9814-8d621ff8fb84" ma:anchorId="fba54fb3-c3e1-fe81-a776-ca4b69148c4d" ma:open="true" ma:isKeyword="false">
      <xsd:complexType>
        <xsd:sequence>
          <xsd:element ref="pc:Terms" minOccurs="0" maxOccurs="1"/>
        </xsd:sequence>
      </xsd:complexType>
    </xsd:element>
    <xsd:element name="MediaServiceLocation" ma:index="21" nillable="true" ma:displayName="Location" ma:indexed="true" ma:internalName="MediaServiceLocation" ma:readOnly="true">
      <xsd:simpleType>
        <xsd:restriction base="dms:Text"/>
      </xsd:simpleType>
    </xsd:element>
    <xsd:element name="MediaServiceOCR" ma:index="22" nillable="true" ma:displayName="Extracted Text" ma:internalName="MediaServiceOCR" ma:readOnly="true">
      <xsd:simpleType>
        <xsd:restriction base="dms:Note">
          <xsd:maxLength value="255"/>
        </xsd:restriction>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2e2ef0d-a8c8-43de-afca-81b1bfad5bf5"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b3bdf833-5b49-4f22-8122-dbe3a5ab0b3c}" ma:internalName="TaxCatchAll" ma:showField="CatchAllData" ma:web="72e2ef0d-a8c8-43de-afca-81b1bfad5bf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72e2ef0d-a8c8-43de-afca-81b1bfad5bf5" xsi:nil="true"/>
    <lcf76f155ced4ddcb4097134ff3c332f xmlns="759dd784-260d-4758-9684-2ce42da81a9b">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5A6CF11-1A5A-43FA-92E2-6B5FE8E1E4F0}">
  <ds:schemaRefs>
    <ds:schemaRef ds:uri="http://schemas.microsoft.com/sharepoint/v3/contenttype/forms"/>
  </ds:schemaRefs>
</ds:datastoreItem>
</file>

<file path=customXml/itemProps2.xml><?xml version="1.0" encoding="utf-8"?>
<ds:datastoreItem xmlns:ds="http://schemas.openxmlformats.org/officeDocument/2006/customXml" ds:itemID="{E8C0B863-0C39-4C99-8CBA-D78299F4C8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59dd784-260d-4758-9684-2ce42da81a9b"/>
    <ds:schemaRef ds:uri="72e2ef0d-a8c8-43de-afca-81b1bfad5bf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62A9F00-D94E-4978-8944-B1D74AED194D}">
  <ds:schemaRefs>
    <ds:schemaRef ds:uri="http://schemas.openxmlformats.org/package/2006/metadata/core-properties"/>
    <ds:schemaRef ds:uri="759dd784-260d-4758-9684-2ce42da81a9b"/>
    <ds:schemaRef ds:uri="72e2ef0d-a8c8-43de-afca-81b1bfad5bf5"/>
    <ds:schemaRef ds:uri="http://purl.org/dc/terms/"/>
    <ds:schemaRef ds:uri="http://purl.org/dc/elements/1.1/"/>
    <ds:schemaRef ds:uri="http://www.w3.org/XML/1998/namespace"/>
    <ds:schemaRef ds:uri="http://schemas.microsoft.com/office/2006/documentManagement/types"/>
    <ds:schemaRef ds:uri="http://schemas.microsoft.com/office/infopath/2007/PartnerControls"/>
    <ds:schemaRef ds:uri="http://schemas.microsoft.com/office/2006/metadata/properties"/>
    <ds:schemaRef ds:uri="http://purl.org/dc/dcmitype/"/>
  </ds:schemaRefs>
</ds:datastoreItem>
</file>

<file path=docMetadata/LabelInfo.xml><?xml version="1.0" encoding="utf-8"?>
<clbl:labelList xmlns:clbl="http://schemas.microsoft.com/office/2020/mipLabelMetadata">
  <clbl:label id="{defa4170-0d19-0005-0004-bc88714345d2}" enabled="1" method="Standard" siteId="{af159990-de6b-414c-bf46-292737142613}" removed="0"/>
</clbl:labelList>
</file>

<file path=docProps/app.xml><?xml version="1.0" encoding="utf-8"?>
<Properties xmlns="http://schemas.openxmlformats.org/officeDocument/2006/extended-properties" xmlns:vt="http://schemas.openxmlformats.org/officeDocument/2006/docPropsVTypes">
  <Template>Esityspohja_LUVN</Template>
  <TotalTime>1448</TotalTime>
  <Words>1070</Words>
  <Application>Microsoft Macintosh PowerPoint</Application>
  <PresentationFormat>Widescreen</PresentationFormat>
  <Paragraphs>107</Paragraphs>
  <Slides>10</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Arial</vt:lpstr>
      <vt:lpstr>Calibri</vt:lpstr>
      <vt:lpstr>Verdana</vt:lpstr>
      <vt:lpstr>LUH perustyyli</vt:lpstr>
      <vt:lpstr>AnalogTwins - Potilastietojen yhteenveto - 18</vt:lpstr>
      <vt:lpstr>AnalogTwins - Potilastietojen yhteenveto - 18</vt:lpstr>
      <vt:lpstr>AnalogTwins - Potilastietojen yhteenveto- DEMO</vt:lpstr>
      <vt:lpstr>Vaikuttavuus</vt:lpstr>
      <vt:lpstr>Mitä toteutimme hackathonissa</vt:lpstr>
      <vt:lpstr>AnalogTwins</vt:lpstr>
      <vt:lpstr>Lisätietoja</vt:lpstr>
      <vt:lpstr>IPS – kansainvälinen menestystarina</vt:lpstr>
      <vt:lpstr>Kill the Clipboard</vt:lpstr>
      <vt:lpstr>PowerPoint Presentation</vt:lpstr>
    </vt:vector>
  </TitlesOfParts>
  <Manager/>
  <Company>Lansi-Uudenmaan hyvinvointialue</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Vihula Veera</dc:creator>
  <cp:keywords/>
  <dc:description/>
  <cp:lastModifiedBy>Samuel Rinnetmäki</cp:lastModifiedBy>
  <cp:revision>16</cp:revision>
  <dcterms:created xsi:type="dcterms:W3CDTF">2026-10-08T06:40:21Z</dcterms:created>
  <dcterms:modified xsi:type="dcterms:W3CDTF">2026-10-14T11:01:54Z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2023-06-05T07:08:02Z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af159990-de6b-414c-bf46-292737142613</vt:lpwstr>
  </property>
  <property fmtid="{D5CDD505-2E9C-101B-9397-08002B2CF9AE}" pid="7" name="MSIP_Label_defa4170-0d19-0005-0004-bc88714345d2_ActionId">
    <vt:lpwstr>852f9aa9-316e-4916-a515-9bf42dddd87e</vt:lpwstr>
  </property>
  <property fmtid="{D5CDD505-2E9C-101B-9397-08002B2CF9AE}" pid="8" name="MSIP_Label_defa4170-0d19-0005-0004-bc88714345d2_ContentBits">
    <vt:lpwstr>0</vt:lpwstr>
  </property>
  <property fmtid="{D5CDD505-2E9C-101B-9397-08002B2CF9AE}" pid="9" name="MediaServiceImageTags">
    <vt:lpwstr/>
  </property>
  <property fmtid="{D5CDD505-2E9C-101B-9397-08002B2CF9AE}" pid="10" name="ContentTypeId">
    <vt:lpwstr>0x010100BDF85B910BB40E429497DE17A383F260</vt:lpwstr>
  </property>
</Properties>
</file>
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4" r:id="rId4"/>
  </p:sldMasterIdLst>
  <p:notesMasterIdLst>
    <p:notesMasterId r:id="rId14"/>
  </p:notesMasterIdLst>
  <p:handoutMasterIdLst>
    <p:handoutMasterId r:id="rId15"/>
  </p:handoutMasterIdLst>
  <p:sldIdLst>
    <p:sldId id="318" r:id="rId5"/>
    <p:sldId id="319" r:id="rId6"/>
    <p:sldId id="297" r:id="rId7"/>
    <p:sldId id="284" r:id="rId8"/>
    <p:sldId id="323" r:id="rId9"/>
    <p:sldId id="321" r:id="rId10"/>
    <p:sldId id="322" r:id="rId11"/>
    <p:sldId id="324" r:id="rId12"/>
    <p:sldId id="320" r:id="rId13"/>
  </p:sldIdLst>
  <p:sldSz cx="12192000" cy="6858000"/>
  <p:notesSz cx="6858000" cy="9144000"/>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2EF"/>
    <a:srgbClr val="FAE7EA"/>
    <a:srgbClr val="888B8D"/>
    <a:srgbClr val="E4E1DC"/>
    <a:srgbClr val="555858"/>
    <a:srgbClr val="C25715"/>
    <a:srgbClr val="FF5F14"/>
    <a:srgbClr val="F3A0BA"/>
    <a:srgbClr val="F8BEA4"/>
    <a:srgbClr val="F4CD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0"/>
    <p:restoredTop sz="84956"/>
  </p:normalViewPr>
  <p:slideViewPr>
    <p:cSldViewPr snapToGrid="0">
      <p:cViewPr varScale="1">
        <p:scale>
          <a:sx n="100" d="100"/>
          <a:sy n="100" d="100"/>
        </p:scale>
        <p:origin x="11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Ylätunnisteen paikkamerkki 1">
            <a:extLst>
              <a:ext uri="{FF2B5EF4-FFF2-40B4-BE49-F238E27FC236}">
                <a16:creationId xmlns:a16="http://schemas.microsoft.com/office/drawing/2014/main" id="{77B5EAB4-5DC6-B51F-553F-4DD7076D111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Päivämäärän paikkamerkki 2">
            <a:extLst>
              <a:ext uri="{FF2B5EF4-FFF2-40B4-BE49-F238E27FC236}">
                <a16:creationId xmlns:a16="http://schemas.microsoft.com/office/drawing/2014/main" id="{E8C3C56E-2A3F-D586-C790-BC725E0619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0C79CC-B82A-4164-B7C6-0CEE461D152C}" type="datetimeFigureOut">
              <a:rPr lang="fi-FI" smtClean="0"/>
              <a:t>14.10.2026</a:t>
            </a:fld>
            <a:endParaRPr lang="fi-FI"/>
          </a:p>
        </p:txBody>
      </p:sp>
      <p:sp>
        <p:nvSpPr>
          <p:cNvPr id="4" name="Alatunnisteen paikkamerkki 3">
            <a:extLst>
              <a:ext uri="{FF2B5EF4-FFF2-40B4-BE49-F238E27FC236}">
                <a16:creationId xmlns:a16="http://schemas.microsoft.com/office/drawing/2014/main" id="{D6D88180-835C-0741-ED93-48FEA971014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5" name="Dian numeron paikkamerkki 4">
            <a:extLst>
              <a:ext uri="{FF2B5EF4-FFF2-40B4-BE49-F238E27FC236}">
                <a16:creationId xmlns:a16="http://schemas.microsoft.com/office/drawing/2014/main" id="{1120A0F0-7A86-A816-5A01-4E0CDC4C83A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E37CA02-3AE2-435D-AF19-DCD3CEACA4E5}" type="slidenum">
              <a:rPr lang="fi-FI" smtClean="0"/>
              <a:t>‹#›</a:t>
            </a:fld>
            <a:endParaRPr lang="fi-FI"/>
          </a:p>
        </p:txBody>
      </p:sp>
    </p:spTree>
    <p:extLst>
      <p:ext uri="{BB962C8B-B14F-4D97-AF65-F5344CB8AC3E}">
        <p14:creationId xmlns:p14="http://schemas.microsoft.com/office/powerpoint/2010/main" val="1097671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Ylätunnisteen paikkamerkki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Päivämäärän paikkamerkki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5473C0-83C4-43D4-83D5-973EDABA07ED}" type="datetimeFigureOut">
              <a:rPr lang="fi-FI" smtClean="0"/>
              <a:t>14.10.2026</a:t>
            </a:fld>
            <a:endParaRPr lang="fi-FI"/>
          </a:p>
        </p:txBody>
      </p:sp>
      <p:sp>
        <p:nvSpPr>
          <p:cNvPr id="4" name="Dian kuvan paikkamerkki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Huomautusten paikkamerkki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Dian numeron paikkamerkki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BA6E19-73B1-42CD-94BE-1BDDEFA17463}" type="slidenum">
              <a:rPr lang="fi-FI" smtClean="0"/>
              <a:t>‹#›</a:t>
            </a:fld>
            <a:endParaRPr lang="fi-FI"/>
          </a:p>
        </p:txBody>
      </p:sp>
    </p:spTree>
    <p:extLst>
      <p:ext uri="{BB962C8B-B14F-4D97-AF65-F5344CB8AC3E}">
        <p14:creationId xmlns:p14="http://schemas.microsoft.com/office/powerpoint/2010/main" val="49683549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spcAft>
                <a:spcPts val="0"/>
              </a:spcAft>
              <a:buClr>
                <a:srgbClr val="6E112E"/>
              </a:buClr>
              <a:buFont typeface="+mj-lt"/>
              <a:buAutoNum type="arabicPeriod"/>
            </a:pPr>
            <a:r>
              <a:rPr lang="fi-FI" sz="1600" dirty="0">
                <a:solidFill>
                  <a:srgbClr val="5F5F5F"/>
                </a:solidFill>
              </a:rPr>
              <a:t>Olemassa oleva tuote: Terveystiedot talteen, Sensotrend </a:t>
            </a:r>
            <a:r>
              <a:rPr lang="fi-FI" sz="1600" dirty="0" err="1">
                <a:solidFill>
                  <a:srgbClr val="5F5F5F"/>
                </a:solidFill>
              </a:rPr>
              <a:t>Patient</a:t>
            </a:r>
            <a:r>
              <a:rPr lang="fi-FI" sz="1600" dirty="0">
                <a:solidFill>
                  <a:srgbClr val="5F5F5F"/>
                </a:solidFill>
              </a:rPr>
              <a:t> </a:t>
            </a:r>
            <a:r>
              <a:rPr lang="fi-FI" sz="1600" dirty="0" err="1">
                <a:solidFill>
                  <a:srgbClr val="5F5F5F"/>
                </a:solidFill>
              </a:rPr>
              <a:t>Summary</a:t>
            </a:r>
            <a:endParaRPr lang="fi-FI" sz="1600" dirty="0">
              <a:solidFill>
                <a:srgbClr val="5F5F5F"/>
              </a:solidFill>
            </a:endParaRPr>
          </a:p>
          <a:p>
            <a:pPr marL="171450" lvl="0" indent="-171450">
              <a:spcAft>
                <a:spcPts val="0"/>
              </a:spcAft>
              <a:buClr>
                <a:srgbClr val="6E112E"/>
              </a:buClr>
              <a:buFont typeface="+mj-lt"/>
              <a:buAutoNum type="arabicPeriod"/>
            </a:pPr>
            <a:r>
              <a:rPr lang="fi-FI" sz="1600" dirty="0">
                <a:solidFill>
                  <a:srgbClr val="5F5F5F"/>
                </a:solidFill>
              </a:rPr>
              <a:t>Vahva tieto IPS-määrittelystä</a:t>
            </a: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1</a:t>
            </a:fld>
            <a:endParaRPr lang="fi-FI"/>
          </a:p>
        </p:txBody>
      </p:sp>
    </p:spTree>
    <p:extLst>
      <p:ext uri="{BB962C8B-B14F-4D97-AF65-F5344CB8AC3E}">
        <p14:creationId xmlns:p14="http://schemas.microsoft.com/office/powerpoint/2010/main" val="26758544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a:solidFill>
                  <a:schemeClr val="tx1"/>
                </a:solidFill>
                <a:effectLst/>
                <a:latin typeface="+mn-lt"/>
                <a:ea typeface="+mn-ea"/>
                <a:cs typeface="+mn-cs"/>
              </a:rPr>
              <a:t>Me </a:t>
            </a:r>
            <a:r>
              <a:rPr lang="en-US" sz="1600" kern="1200" dirty="0" err="1">
                <a:solidFill>
                  <a:schemeClr val="tx1"/>
                </a:solidFill>
                <a:effectLst/>
                <a:latin typeface="+mn-lt"/>
                <a:ea typeface="+mn-ea"/>
                <a:cs typeface="+mn-cs"/>
              </a:rPr>
              <a:t>olemme</a:t>
            </a:r>
            <a:r>
              <a:rPr lang="en-US" sz="1600" kern="1200" dirty="0">
                <a:solidFill>
                  <a:schemeClr val="tx1"/>
                </a:solidFill>
                <a:effectLst/>
                <a:latin typeface="+mn-lt"/>
                <a:ea typeface="+mn-ea"/>
                <a:cs typeface="+mn-cs"/>
              </a:rPr>
              <a:t> Analog Twins ja me </a:t>
            </a:r>
            <a:r>
              <a:rPr lang="en-US" sz="1600" kern="1200" dirty="0" err="1">
                <a:solidFill>
                  <a:schemeClr val="tx1"/>
                </a:solidFill>
                <a:effectLst/>
                <a:latin typeface="+mn-lt"/>
                <a:ea typeface="+mn-ea"/>
                <a:cs typeface="+mn-cs"/>
              </a:rPr>
              <a:t>voimaannutamme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omien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terveystietojensa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käyttäjiksi</a:t>
            </a:r>
            <a:r>
              <a:rPr lang="en-US" sz="16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5</a:t>
            </a:fld>
            <a:endParaRPr lang="fi-FI"/>
          </a:p>
        </p:txBody>
      </p:sp>
    </p:spTree>
    <p:extLst>
      <p:ext uri="{BB962C8B-B14F-4D97-AF65-F5344CB8AC3E}">
        <p14:creationId xmlns:p14="http://schemas.microsoft.com/office/powerpoint/2010/main" val="2426004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kern="1200" dirty="0" err="1">
                <a:solidFill>
                  <a:schemeClr val="tx1"/>
                </a:solidFill>
                <a:effectLst/>
                <a:latin typeface="+mn-lt"/>
                <a:ea typeface="+mn-ea"/>
                <a:cs typeface="+mn-cs"/>
              </a:rPr>
              <a:t>Ratkaisumme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perustuu</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kansainväliseen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potilastietojen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yhteenvedon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määrittelyyn</a:t>
            </a:r>
            <a:r>
              <a:rPr lang="en-US" sz="1600" kern="1200" dirty="0">
                <a:solidFill>
                  <a:schemeClr val="tx1"/>
                </a:solidFill>
                <a:effectLst/>
                <a:latin typeface="+mn-lt"/>
                <a:ea typeface="+mn-ea"/>
                <a:cs typeface="+mn-cs"/>
              </a:rPr>
              <a:t>. Yksi </a:t>
            </a:r>
            <a:r>
              <a:rPr lang="en-US" sz="1600" kern="1200" dirty="0" err="1">
                <a:solidFill>
                  <a:schemeClr val="tx1"/>
                </a:solidFill>
                <a:effectLst/>
                <a:latin typeface="+mn-lt"/>
                <a:ea typeface="+mn-ea"/>
                <a:cs typeface="+mn-cs"/>
              </a:rPr>
              <a:t>hyvä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esimerkki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tämän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käytöstä</a:t>
            </a:r>
            <a:r>
              <a:rPr lang="en-US" sz="1600" kern="1200" dirty="0">
                <a:solidFill>
                  <a:schemeClr val="tx1"/>
                </a:solidFill>
                <a:effectLst/>
                <a:latin typeface="+mn-lt"/>
                <a:ea typeface="+mn-ea"/>
                <a:cs typeface="+mn-cs"/>
              </a:rPr>
              <a:t> on </a:t>
            </a:r>
            <a:r>
              <a:rPr lang="en-US" sz="1600" kern="1200" dirty="0" err="1">
                <a:solidFill>
                  <a:schemeClr val="tx1"/>
                </a:solidFill>
                <a:effectLst/>
                <a:latin typeface="+mn-lt"/>
                <a:ea typeface="+mn-ea"/>
                <a:cs typeface="+mn-cs"/>
              </a:rPr>
              <a:t>muslimien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pyhiinvaellus</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Mekkaan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Yli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puolitoista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miljoonaa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osallistuu</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tapahtumaan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vuosittain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puolilta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maailmaa</a:t>
            </a:r>
            <a:r>
              <a:rPr lang="en-US" sz="16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14BA6E19-73B1-42CD-94BE-1BDDEFA17463}" type="slidenum">
              <a:rPr lang="fi-FI" smtClean="0"/>
              <a:t>6</a:t>
            </a:fld>
            <a:endParaRPr lang="fi-FI"/>
          </a:p>
        </p:txBody>
      </p:sp>
    </p:spTree>
    <p:extLst>
      <p:ext uri="{BB962C8B-B14F-4D97-AF65-F5344CB8AC3E}">
        <p14:creationId xmlns:p14="http://schemas.microsoft.com/office/powerpoint/2010/main" val="910386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kern="1200" dirty="0" err="1">
                <a:solidFill>
                  <a:schemeClr val="tx1"/>
                </a:solidFill>
                <a:effectLst/>
                <a:latin typeface="+mn-lt"/>
                <a:ea typeface="+mn-ea"/>
                <a:cs typeface="+mn-cs"/>
              </a:rPr>
              <a:t>Useat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maat</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terveydenhuollon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organisaatiot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antavat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ihmisille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heidän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mukaan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standardoidussa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koneluettavassa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muodossa</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sairaalat</a:t>
            </a:r>
            <a:r>
              <a:rPr lang="en-US" sz="1600" kern="1200" dirty="0">
                <a:solidFill>
                  <a:schemeClr val="tx1"/>
                </a:solidFill>
                <a:effectLst/>
                <a:latin typeface="+mn-lt"/>
                <a:ea typeface="+mn-ea"/>
                <a:cs typeface="+mn-cs"/>
              </a:rPr>
              <a:t> Saudi-</a:t>
            </a:r>
            <a:r>
              <a:rPr lang="en-US" sz="1600" kern="1200" dirty="0" err="1">
                <a:solidFill>
                  <a:schemeClr val="tx1"/>
                </a:solidFill>
                <a:effectLst/>
                <a:latin typeface="+mn-lt"/>
                <a:ea typeface="+mn-ea"/>
                <a:cs typeface="+mn-cs"/>
              </a:rPr>
              <a:t>Arabiassa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osaavat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näitä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tietoja</a:t>
            </a:r>
            <a:r>
              <a:rPr lang="en-US" sz="160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7</a:t>
            </a:fld>
            <a:endParaRPr lang="fi-FI"/>
          </a:p>
        </p:txBody>
      </p:sp>
    </p:spTree>
    <p:extLst>
      <p:ext uri="{BB962C8B-B14F-4D97-AF65-F5344CB8AC3E}">
        <p14:creationId xmlns:p14="http://schemas.microsoft.com/office/powerpoint/2010/main" val="25220363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err="1">
                <a:solidFill>
                  <a:schemeClr val="tx1"/>
                </a:solidFill>
                <a:effectLst/>
                <a:latin typeface="+mn-lt"/>
                <a:ea typeface="+mn-ea"/>
                <a:cs typeface="+mn-cs"/>
              </a:rPr>
              <a:t>Amerikassa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ovat</a:t>
            </a:r>
            <a:r>
              <a:rPr lang="en-US" sz="1600" kern="1200" dirty="0">
                <a:solidFill>
                  <a:schemeClr val="tx1"/>
                </a:solidFill>
                <a:effectLst/>
                <a:latin typeface="+mn-lt"/>
                <a:ea typeface="+mn-ea"/>
                <a:cs typeface="+mn-cs"/>
              </a:rPr>
              <a:t> jo </a:t>
            </a:r>
            <a:r>
              <a:rPr lang="en-US" sz="1600" kern="1200" dirty="0" err="1">
                <a:solidFill>
                  <a:schemeClr val="tx1"/>
                </a:solidFill>
                <a:effectLst/>
                <a:latin typeface="+mn-lt"/>
                <a:ea typeface="+mn-ea"/>
                <a:cs typeface="+mn-cs"/>
              </a:rPr>
              <a:t>vuosikausia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saaneet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itselleen</a:t>
            </a:r>
            <a:r>
              <a:rPr lang="en-US" sz="1600" kern="1200" dirty="0">
                <a:solidFill>
                  <a:schemeClr val="tx1"/>
                </a:solidFill>
                <a:effectLst/>
                <a:latin typeface="+mn-lt"/>
                <a:ea typeface="+mn-ea"/>
                <a:cs typeface="+mn-cs"/>
              </a:rPr>
              <a:t>, on </a:t>
            </a:r>
            <a:r>
              <a:rPr lang="en-US" sz="1600" kern="1200" dirty="0" err="1">
                <a:solidFill>
                  <a:schemeClr val="tx1"/>
                </a:solidFill>
                <a:effectLst/>
                <a:latin typeface="+mn-lt"/>
                <a:ea typeface="+mn-ea"/>
                <a:cs typeface="+mn-cs"/>
              </a:rPr>
              <a:t>syntynyt</a:t>
            </a:r>
            <a:r>
              <a:rPr lang="en-US" sz="1600" kern="1200" dirty="0">
                <a:solidFill>
                  <a:schemeClr val="tx1"/>
                </a:solidFill>
                <a:effectLst/>
                <a:latin typeface="+mn-lt"/>
                <a:ea typeface="+mn-ea"/>
                <a:cs typeface="+mn-cs"/>
              </a:rPr>
              <a:t> Kill the Clipboard -</a:t>
            </a:r>
            <a:r>
              <a:rPr lang="en-US" sz="1600" kern="1200" dirty="0" err="1">
                <a:solidFill>
                  <a:schemeClr val="tx1"/>
                </a:solidFill>
                <a:effectLst/>
                <a:latin typeface="+mn-lt"/>
                <a:ea typeface="+mn-ea"/>
                <a:cs typeface="+mn-cs"/>
              </a:rPr>
              <a:t>ajatus</a:t>
            </a:r>
            <a:r>
              <a:rPr lang="en-US" sz="1600" kern="1200" dirty="0">
                <a:solidFill>
                  <a:schemeClr val="tx1"/>
                </a:solidFill>
                <a:effectLst/>
                <a:latin typeface="+mn-lt"/>
                <a:ea typeface="+mn-ea"/>
                <a:cs typeface="+mn-cs"/>
              </a:rPr>
              <a:t>. Sen </a:t>
            </a:r>
            <a:r>
              <a:rPr lang="en-US" sz="1600" kern="1200" dirty="0" err="1">
                <a:solidFill>
                  <a:schemeClr val="tx1"/>
                </a:solidFill>
                <a:effectLst/>
                <a:latin typeface="+mn-lt"/>
                <a:ea typeface="+mn-ea"/>
                <a:cs typeface="+mn-cs"/>
              </a:rPr>
              <a:t>sijaan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että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täyttäisin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uuden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kyselylomakkeen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alusta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asti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käsin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kyselylomake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pyytää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minua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jakamaan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terveystietoni</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lomakkeen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kentät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voidaan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täyttää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automaattisesti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soveltuvin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osin</a:t>
            </a:r>
            <a:r>
              <a:rPr lang="en-US" sz="1600" kern="1200" dirty="0">
                <a:solidFill>
                  <a:schemeClr val="tx1"/>
                </a:solidFill>
                <a:effectLst/>
                <a:latin typeface="+mn-lt"/>
                <a:ea typeface="+mn-ea"/>
                <a:cs typeface="+mn-cs"/>
              </a:rPr>
              <a:t>.</a:t>
            </a:r>
          </a:p>
          <a:p>
            <a:endParaRPr lang="en-US" dirty="0"/>
          </a:p>
          <a:p>
            <a:r>
              <a:rPr lang="en-US" sz="1600" kern="1200" dirty="0" err="1">
                <a:solidFill>
                  <a:schemeClr val="tx1"/>
                </a:solidFill>
                <a:effectLst/>
                <a:latin typeface="+mn-lt"/>
                <a:ea typeface="+mn-ea"/>
                <a:cs typeface="+mn-cs"/>
              </a:rPr>
              <a:t>Voisiko</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Suomessakin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Olemme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ymmärtäneet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että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esimerkiksi</a:t>
            </a:r>
            <a:r>
              <a:rPr lang="en-US" sz="1600" kern="1200" dirty="0">
                <a:solidFill>
                  <a:schemeClr val="tx1"/>
                </a:solidFill>
                <a:effectLst/>
                <a:latin typeface="+mn-lt"/>
                <a:ea typeface="+mn-ea"/>
                <a:cs typeface="+mn-cs"/>
              </a:rPr>
              <a:t> Lunna </a:t>
            </a:r>
            <a:r>
              <a:rPr lang="en-US" sz="1600" kern="1200" dirty="0" err="1">
                <a:solidFill>
                  <a:schemeClr val="tx1"/>
                </a:solidFill>
                <a:effectLst/>
                <a:latin typeface="+mn-lt"/>
                <a:ea typeface="+mn-ea"/>
                <a:cs typeface="+mn-cs"/>
              </a:rPr>
              <a:t>ei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nykyään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pääse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käsiksi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kaikkiin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paikoissa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kirjattuihin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tietoihin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Tässäkin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voisimme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terveydenhuollossa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usein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alikäytettyä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resurssia</a:t>
            </a:r>
            <a:r>
              <a:rPr lang="en-US" sz="160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8</a:t>
            </a:fld>
            <a:endParaRPr lang="fi-FI"/>
          </a:p>
        </p:txBody>
      </p:sp>
    </p:spTree>
    <p:extLst>
      <p:ext uri="{BB962C8B-B14F-4D97-AF65-F5344CB8AC3E}">
        <p14:creationId xmlns:p14="http://schemas.microsoft.com/office/powerpoint/2010/main" val="42572668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a:solidFill>
                  <a:schemeClr val="tx1"/>
                </a:solidFill>
                <a:effectLst/>
                <a:latin typeface="+mn-lt"/>
                <a:ea typeface="+mn-ea"/>
                <a:cs typeface="+mn-cs"/>
              </a:rPr>
              <a:t>Olemme </a:t>
            </a:r>
            <a:r>
              <a:rPr lang="en-US" sz="1600" kern="1200" dirty="0" err="1">
                <a:solidFill>
                  <a:schemeClr val="tx1"/>
                </a:solidFill>
                <a:effectLst/>
                <a:latin typeface="+mn-lt"/>
                <a:ea typeface="+mn-ea"/>
                <a:cs typeface="+mn-cs"/>
              </a:rPr>
              <a:t>lähiaikoina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lanseeraamassa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talteen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palvelua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jonka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avulla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kaikki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saada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omat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Kannasta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itselleen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rakenteisessa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muodossa</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edelleen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jaettaviksi</a:t>
            </a:r>
            <a:r>
              <a:rPr lang="en-US" sz="1600" kern="1200" dirty="0">
                <a:solidFill>
                  <a:schemeClr val="tx1"/>
                </a:solidFill>
                <a:effectLst/>
                <a:latin typeface="+mn-lt"/>
                <a:ea typeface="+mn-ea"/>
                <a:cs typeface="+mn-cs"/>
              </a:rPr>
              <a:t>.</a:t>
            </a:r>
          </a:p>
          <a:p>
            <a:pPr marL="0" marR="0" lvl="0" indent="0" algn="l" defTabSz="1219170" rtl="0" eaLnBrk="1" fontAlgn="auto" latinLnBrk="0" hangingPunct="1">
              <a:lnSpc>
                <a:spcPct val="100000"/>
              </a:lnSpc>
              <a:spcBef>
                <a:spcPts val="0"/>
              </a:spcBef>
              <a:spcAft>
                <a:spcPts val="0"/>
              </a:spcAft>
              <a:buClrTx/>
              <a:buSzTx/>
              <a:buFontTx/>
              <a:buNone/>
              <a:tabLst/>
              <a:defRPr/>
            </a:pPr>
            <a:endParaRPr lang="en-US" sz="1600" kern="1200" dirty="0">
              <a:solidFill>
                <a:schemeClr val="tx1"/>
              </a:solidFill>
              <a:effectLst/>
              <a:latin typeface="+mn-lt"/>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err="1">
                <a:solidFill>
                  <a:schemeClr val="tx1"/>
                </a:solidFill>
                <a:effectLst/>
                <a:latin typeface="+mn-lt"/>
                <a:ea typeface="+mn-ea"/>
                <a:cs typeface="+mn-cs"/>
              </a:rPr>
              <a:t>Näitä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tietoja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usealla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tavalla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Niiden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avulla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voidaan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automatisoida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esitietokyselyn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täyttämistä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kuten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demoissamme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myös</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rakentaa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ratkaisun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kaikki</a:t>
            </a:r>
            <a:r>
              <a:rPr lang="en-US" sz="1600" kern="1200" dirty="0">
                <a:solidFill>
                  <a:schemeClr val="tx1"/>
                </a:solidFill>
                <a:effectLst/>
                <a:latin typeface="+mn-lt"/>
                <a:ea typeface="+mn-ea"/>
                <a:cs typeface="+mn-cs"/>
              </a:rPr>
              <a:t> Kanta-</a:t>
            </a:r>
            <a:r>
              <a:rPr lang="en-US" sz="1600" kern="1200" dirty="0" err="1">
                <a:solidFill>
                  <a:schemeClr val="tx1"/>
                </a:solidFill>
                <a:effectLst/>
                <a:latin typeface="+mn-lt"/>
                <a:ea typeface="+mn-ea"/>
                <a:cs typeface="+mn-cs"/>
              </a:rPr>
              <a:t>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siirtyvät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jatkuvasti</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automaattisesti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Lunnaan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potilaskeskeiseen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osioon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niitä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voidaan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tarkoituksiin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Olemme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myös</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toteuttaneet</a:t>
            </a:r>
            <a:r>
              <a:rPr lang="en-US" sz="1600" kern="1200" dirty="0">
                <a:solidFill>
                  <a:schemeClr val="tx1"/>
                </a:solidFill>
                <a:effectLst/>
                <a:latin typeface="+mn-lt"/>
                <a:ea typeface="+mn-ea"/>
                <a:cs typeface="+mn-cs"/>
              </a:rPr>
              <a:t> demon, </a:t>
            </a:r>
            <a:r>
              <a:rPr lang="en-US" sz="1600" kern="1200" dirty="0" err="1">
                <a:solidFill>
                  <a:schemeClr val="tx1"/>
                </a:solidFill>
                <a:effectLst/>
                <a:latin typeface="+mn-lt"/>
                <a:ea typeface="+mn-ea"/>
                <a:cs typeface="+mn-cs"/>
              </a:rPr>
              <a:t>jossa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voidaan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tallentaa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varmenteiksi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digitaaliseen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lompakkoon</a:t>
            </a:r>
            <a:r>
              <a:rPr lang="en-US" sz="1600" kern="1200">
                <a:solidFill>
                  <a:schemeClr val="tx1"/>
                </a:solidFill>
                <a:effectLst/>
                <a:latin typeface="+mn-lt"/>
                <a:ea typeface="+mn-ea"/>
                <a:cs typeface="+mn-cs"/>
              </a:rPr>
              <a:t>.</a:t>
            </a:r>
            <a:endParaRPr lang="en-US" sz="1600" kern="1200" dirty="0">
              <a:solidFill>
                <a:schemeClr val="tx1"/>
              </a:solidFill>
              <a:effectLst/>
              <a:latin typeface="+mn-lt"/>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endParaRPr lang="en-US" sz="16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9</a:t>
            </a:fld>
            <a:endParaRPr lang="fi-FI"/>
          </a:p>
        </p:txBody>
      </p:sp>
    </p:spTree>
    <p:extLst>
      <p:ext uri="{BB962C8B-B14F-4D97-AF65-F5344CB8AC3E}">
        <p14:creationId xmlns:p14="http://schemas.microsoft.com/office/powerpoint/2010/main" val="2973899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8.svg"/><Relationship Id="rId4" Type="http://schemas.openxmlformats.org/officeDocument/2006/relationships/image" Target="../media/image7.sv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1.svg"/><Relationship Id="rId7" Type="http://schemas.openxmlformats.org/officeDocument/2006/relationships/hyperlink" Target="https://www.instagram.com/luhyvinvointialue/" TargetMode="External"/><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8.svg"/><Relationship Id="rId10" Type="http://schemas.openxmlformats.org/officeDocument/2006/relationships/hyperlink" Target="https://x.com/LUpelastus" TargetMode="External"/><Relationship Id="rId4" Type="http://schemas.openxmlformats.org/officeDocument/2006/relationships/image" Target="../media/image7.svg"/><Relationship Id="rId9" Type="http://schemas.openxmlformats.org/officeDocument/2006/relationships/hyperlink" Target="https://x.com/LUhyvinvointi" TargetMode="External"/></Relationships>
</file>

<file path=ppt/slideLayouts/_rels/slideLayout29.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3.svg"/><Relationship Id="rId7" Type="http://schemas.openxmlformats.org/officeDocument/2006/relationships/hyperlink" Target="https://www.instagram.com/luhyvinvointialue/" TargetMode="External"/><Relationship Id="rId2" Type="http://schemas.openxmlformats.org/officeDocument/2006/relationships/image" Target="../media/image12.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15.svg"/><Relationship Id="rId10" Type="http://schemas.openxmlformats.org/officeDocument/2006/relationships/hyperlink" Target="https://x.com/LUpelastus" TargetMode="External"/><Relationship Id="rId4" Type="http://schemas.openxmlformats.org/officeDocument/2006/relationships/image" Target="../media/image14.svg"/><Relationship Id="rId9" Type="http://schemas.openxmlformats.org/officeDocument/2006/relationships/hyperlink" Target="https://x.com/LUhyvinvointi" TargetMode="External"/></Relationships>
</file>

<file path=ppt/slideLayouts/_rels/slideLayout30.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7.svg"/><Relationship Id="rId7" Type="http://schemas.openxmlformats.org/officeDocument/2006/relationships/hyperlink" Target="https://www.instagram.com/luhyvinvointialue/" TargetMode="External"/><Relationship Id="rId2" Type="http://schemas.openxmlformats.org/officeDocument/2006/relationships/image" Target="../media/image16.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19.svg"/><Relationship Id="rId10" Type="http://schemas.openxmlformats.org/officeDocument/2006/relationships/hyperlink" Target="https://x.com/LUpelastus" TargetMode="External"/><Relationship Id="rId4" Type="http://schemas.openxmlformats.org/officeDocument/2006/relationships/image" Target="../media/image18.svg"/><Relationship Id="rId9" Type="http://schemas.openxmlformats.org/officeDocument/2006/relationships/hyperlink" Target="https://x.com/LUhyvinvointi" TargetMode="External"/></Relationships>
</file>

<file path=ppt/slideLayouts/_rels/slideLayout31.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21.svg"/><Relationship Id="rId7" Type="http://schemas.openxmlformats.org/officeDocument/2006/relationships/hyperlink" Target="https://www.instagram.com/luhyvinvointialue/" TargetMode="External"/><Relationship Id="rId2" Type="http://schemas.openxmlformats.org/officeDocument/2006/relationships/image" Target="../media/image20.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23.svg"/><Relationship Id="rId10" Type="http://schemas.openxmlformats.org/officeDocument/2006/relationships/hyperlink" Target="https://x.com/LUpelastus" TargetMode="External"/><Relationship Id="rId4" Type="http://schemas.openxmlformats.org/officeDocument/2006/relationships/image" Target="../media/image22.svg"/><Relationship Id="rId9" Type="http://schemas.openxmlformats.org/officeDocument/2006/relationships/hyperlink" Target="https://x.com/LUhyvinvointi" TargetMode="Externa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tsikkodia Vaalea">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accent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4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7" name="Kuvan paikkamerkki 6">
            <a:extLst>
              <a:ext uri="{FF2B5EF4-FFF2-40B4-BE49-F238E27FC236}">
                <a16:creationId xmlns:a16="http://schemas.microsoft.com/office/drawing/2014/main" id="{0E8B8E50-8211-BAA9-15FA-72AE49FD75AA}"/>
              </a:ext>
              <a:ext uri="{C183D7F6-B498-43B3-948B-1728B52AA6E4}">
                <adec:decorative xmlns:adec="http://schemas.microsoft.com/office/drawing/2017/decorative" val="0"/>
              </a:ext>
            </a:extLst>
          </p:cNvPr>
          <p:cNvSpPr>
            <a:spLocks noGrp="1"/>
          </p:cNvSpPr>
          <p:nvPr>
            <p:ph type="pic" sz="quarter" idx="10"/>
          </p:nvPr>
        </p:nvSpPr>
        <p:spPr>
          <a:xfrm>
            <a:off x="6275388" y="-600"/>
            <a:ext cx="5916613" cy="6859200"/>
          </a:xfrm>
          <a:solidFill>
            <a:schemeClr val="bg2"/>
          </a:solidFill>
          <a:ln>
            <a:noFill/>
          </a:ln>
        </p:spPr>
        <p:txBody>
          <a:bodyPr anchor="ctr"/>
          <a:lstStyle>
            <a:lvl1pPr marL="0" indent="0" algn="ctr">
              <a:buNone/>
              <a:defRPr/>
            </a:lvl1pPr>
          </a:lstStyle>
          <a:p>
            <a:r>
              <a:rPr lang="fi-FI"/>
              <a:t>Lisää kuva napsauttamalla kuvaketta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tx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14.10.2026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2296191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tsikkodia Tumma">
    <p:bg>
      <p:bgPr>
        <a:solidFill>
          <a:schemeClr val="accent1"/>
        </a:solidFill>
        <a:effectLst/>
      </p:bgPr>
    </p:bg>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400">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solidFill>
                  <a:schemeClr val="bg1"/>
                </a:solidFill>
              </a:defRPr>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7" name="Kuvan paikkamerkki 6">
            <a:extLst>
              <a:ext uri="{FF2B5EF4-FFF2-40B4-BE49-F238E27FC236}">
                <a16:creationId xmlns:a16="http://schemas.microsoft.com/office/drawing/2014/main" id="{0E8B8E50-8211-BAA9-15FA-72AE49FD75AA}"/>
              </a:ext>
              <a:ext uri="{C183D7F6-B498-43B3-948B-1728B52AA6E4}">
                <adec:decorative xmlns:adec="http://schemas.microsoft.com/office/drawing/2017/decorative" val="0"/>
              </a:ext>
            </a:extLst>
          </p:cNvPr>
          <p:cNvSpPr>
            <a:spLocks noGrp="1"/>
          </p:cNvSpPr>
          <p:nvPr>
            <p:ph type="pic" sz="quarter" idx="10"/>
          </p:nvPr>
        </p:nvSpPr>
        <p:spPr>
          <a:xfrm>
            <a:off x="6275388" y="-600"/>
            <a:ext cx="5916613" cy="6859200"/>
          </a:xfrm>
          <a:solidFill>
            <a:schemeClr val="bg2"/>
          </a:solidFill>
          <a:ln>
            <a:noFill/>
          </a:ln>
        </p:spPr>
        <p:txBody>
          <a:bodyPr anchor="ctr"/>
          <a:lstStyle>
            <a:lvl1pPr marL="0" indent="0" algn="ctr">
              <a:buNone/>
              <a:defRPr/>
            </a:lvl1pPr>
          </a:lstStyle>
          <a:p>
            <a:r>
              <a:rPr lang="fi-FI"/>
              <a:t>Lisää kuva napsauttamalla kuvaketta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14.10.2026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lvl1pPr>
              <a:defRPr>
                <a:solidFill>
                  <a:srgbClr val="FAE7EA"/>
                </a:solidFill>
              </a:defRPr>
            </a:lvl1p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3191184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Kaksikielinen Otsikkodia Tumma">
    <p:bg>
      <p:bgPr>
        <a:solidFill>
          <a:schemeClr val="accent1"/>
        </a:solidFill>
        <a:effectLst/>
      </p:bgPr>
    </p:bg>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200">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solidFill>
                  <a:schemeClr val="bg1"/>
                </a:solidFill>
              </a:defRPr>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14.10.2026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lvl1pPr>
              <a:defRPr>
                <a:solidFill>
                  <a:srgbClr val="FAE7EA"/>
                </a:solidFill>
              </a:defRPr>
            </a:lvl1p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
        <p:nvSpPr>
          <p:cNvPr id="11" name="Tekstin paikkamerkki 10">
            <a:extLst>
              <a:ext uri="{FF2B5EF4-FFF2-40B4-BE49-F238E27FC236}">
                <a16:creationId xmlns:a16="http://schemas.microsoft.com/office/drawing/2014/main" id="{110769BD-A504-6EB4-1BCD-D80153559BDD}"/>
              </a:ext>
            </a:extLst>
          </p:cNvPr>
          <p:cNvSpPr>
            <a:spLocks noGrp="1"/>
          </p:cNvSpPr>
          <p:nvPr>
            <p:ph type="body" sz="quarter" idx="15" hasCustomPrompt="1"/>
          </p:nvPr>
        </p:nvSpPr>
        <p:spPr>
          <a:xfrm>
            <a:off x="6299200" y="1700213"/>
            <a:ext cx="5367657" cy="2593975"/>
          </a:xfrm>
        </p:spPr>
        <p:txBody>
          <a:bodyPr anchor="b"/>
          <a:lstStyle>
            <a:lvl1pPr marL="0" indent="0">
              <a:buNone/>
              <a:defRPr sz="4000" b="1">
                <a:solidFill>
                  <a:schemeClr val="bg1"/>
                </a:solidFill>
              </a:defRPr>
            </a:lvl1pPr>
          </a:lstStyle>
          <a:p>
            <a:pPr lvl="0"/>
            <a:r>
              <a:rPr lang="fi-FI"/>
              <a:t>Lisää otsikko napsauttamalla</a:t>
            </a:r>
          </a:p>
        </p:txBody>
      </p:sp>
      <p:sp>
        <p:nvSpPr>
          <p:cNvPr id="13" name="Tekstin paikkamerkki 12">
            <a:extLst>
              <a:ext uri="{FF2B5EF4-FFF2-40B4-BE49-F238E27FC236}">
                <a16:creationId xmlns:a16="http://schemas.microsoft.com/office/drawing/2014/main" id="{9D6C2E3A-7FE4-1EDF-A876-94AB3BFEEF02}"/>
              </a:ext>
            </a:extLst>
          </p:cNvPr>
          <p:cNvSpPr>
            <a:spLocks noGrp="1"/>
          </p:cNvSpPr>
          <p:nvPr>
            <p:ph type="body" idx="16" hasCustomPrompt="1"/>
          </p:nvPr>
        </p:nvSpPr>
        <p:spPr>
          <a:xfrm>
            <a:off x="6299200" y="4579936"/>
            <a:ext cx="5367657" cy="577851"/>
          </a:xfrm>
        </p:spPr>
        <p:txBody>
          <a:bodyPr/>
          <a:lstStyle>
            <a:lvl1pPr marL="0" indent="0">
              <a:buNone/>
              <a:defRPr sz="2200">
                <a:solidFill>
                  <a:schemeClr val="bg1"/>
                </a:solidFill>
              </a:defRPr>
            </a:lvl1pPr>
          </a:lstStyle>
          <a:p>
            <a:pPr lvl="0"/>
            <a:r>
              <a:rPr lang="fi-FI"/>
              <a:t>Lisää alaotsikko napsauttamalla</a:t>
            </a:r>
          </a:p>
        </p:txBody>
      </p:sp>
    </p:spTree>
    <p:extLst>
      <p:ext uri="{BB962C8B-B14F-4D97-AF65-F5344CB8AC3E}">
        <p14:creationId xmlns:p14="http://schemas.microsoft.com/office/powerpoint/2010/main" val="66104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tsikkodia Vaalea Laatikko">
    <p:bg>
      <p:bgPr>
        <a:solidFill>
          <a:schemeClr val="bg1"/>
        </a:solidFill>
        <a:effectLst/>
      </p:bgPr>
    </p:bg>
    <p:spTree>
      <p:nvGrpSpPr>
        <p:cNvPr id="1" name=""/>
        <p:cNvGrpSpPr/>
        <p:nvPr/>
      </p:nvGrpSpPr>
      <p:grpSpPr>
        <a:xfrm>
          <a:off x="0" y="0"/>
          <a:ext cx="0" cy="0"/>
          <a:chOff x="0" y="0"/>
          <a:chExt cx="0" cy="0"/>
        </a:xfrm>
      </p:grpSpPr>
      <p:pic>
        <p:nvPicPr>
          <p:cNvPr id="5" name="Graphic 4" descr="Länsi-Uudenmaan hyvinvointialueen tunnus.">
            <a:extLst>
              <a:ext uri="{FF2B5EF4-FFF2-40B4-BE49-F238E27FC236}">
                <a16:creationId xmlns:a16="http://schemas.microsoft.com/office/drawing/2014/main" id="{7195974A-5FEB-BEA2-CC07-9263FB173E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4713" y="1707833"/>
            <a:ext cx="3473451" cy="438995"/>
          </a:xfrm>
          <a:prstGeom prst="rect">
            <a:avLst/>
          </a:prstGeom>
        </p:spPr>
      </p:pic>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874713" y="2562225"/>
            <a:ext cx="4755620" cy="2309813"/>
          </a:xfrm>
        </p:spPr>
        <p:txBody>
          <a:bodyPr wrap="square" anchor="b">
            <a:noAutofit/>
          </a:bodyPr>
          <a:lstStyle>
            <a:lvl1pPr algn="l">
              <a:defRPr sz="4000">
                <a:solidFill>
                  <a:schemeClr val="accent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874713" y="5160963"/>
            <a:ext cx="4755620" cy="856500"/>
          </a:xfrm>
        </p:spPr>
        <p:txBody>
          <a:bodyPr wrap="square">
            <a:noAutofit/>
          </a:bodyPr>
          <a:lstStyle>
            <a:lvl1pPr marL="0" indent="0" algn="l">
              <a:buNone/>
              <a:defRPr sz="1800" b="1"/>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6" name="Kuvan paikkamerkki 5">
            <a:extLst>
              <a:ext uri="{FF2B5EF4-FFF2-40B4-BE49-F238E27FC236}">
                <a16:creationId xmlns:a16="http://schemas.microsoft.com/office/drawing/2014/main" id="{7F3EB405-C97B-959C-CC0D-3D325C97148A}"/>
              </a:ext>
            </a:extLst>
          </p:cNvPr>
          <p:cNvSpPr>
            <a:spLocks noGrp="1"/>
          </p:cNvSpPr>
          <p:nvPr>
            <p:ph type="pic" sz="quarter" idx="10"/>
          </p:nvPr>
        </p:nvSpPr>
        <p:spPr>
          <a:xfrm>
            <a:off x="0" y="0"/>
            <a:ext cx="12192000" cy="6858000"/>
          </a:xfrm>
          <a:custGeom>
            <a:avLst/>
            <a:gdLst>
              <a:gd name="connsiteX0" fmla="*/ 539749 w 12192000"/>
              <a:gd name="connsiteY0" fmla="*/ 1406526 h 6858000"/>
              <a:gd name="connsiteX1" fmla="*/ 539749 w 12192000"/>
              <a:gd name="connsiteY1" fmla="*/ 6027738 h 6858000"/>
              <a:gd name="connsiteX2" fmla="*/ 5915024 w 12192000"/>
              <a:gd name="connsiteY2" fmla="*/ 6027738 h 6858000"/>
              <a:gd name="connsiteX3" fmla="*/ 5915024 w 12192000"/>
              <a:gd name="connsiteY3" fmla="*/ 1406526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39749" y="1406526"/>
                </a:moveTo>
                <a:lnTo>
                  <a:pt x="539749" y="6027738"/>
                </a:lnTo>
                <a:lnTo>
                  <a:pt x="5915024" y="6027738"/>
                </a:lnTo>
                <a:lnTo>
                  <a:pt x="5915024" y="1406526"/>
                </a:lnTo>
                <a:close/>
                <a:moveTo>
                  <a:pt x="0" y="0"/>
                </a:moveTo>
                <a:lnTo>
                  <a:pt x="12192000" y="0"/>
                </a:lnTo>
                <a:lnTo>
                  <a:pt x="12192000" y="6858000"/>
                </a:lnTo>
                <a:lnTo>
                  <a:pt x="0" y="6858000"/>
                </a:lnTo>
                <a:close/>
              </a:path>
            </a:pathLst>
          </a:custGeom>
          <a:solidFill>
            <a:schemeClr val="bg2"/>
          </a:solidFill>
        </p:spPr>
        <p:txBody>
          <a:bodyPr wrap="square" rIns="3240000" anchor="ctr">
            <a:noAutofit/>
          </a:bodyPr>
          <a:lstStyle>
            <a:lvl1pPr marL="0" indent="0" algn="r">
              <a:buNone/>
              <a:defRPr/>
            </a:lvl1pPr>
          </a:lstStyle>
          <a:p>
            <a:r>
              <a:rPr lang="fi-FI"/>
              <a:t>Lisää kuva napsauttamalla kuvaketta</a:t>
            </a:r>
          </a:p>
        </p:txBody>
      </p:sp>
      <p:sp>
        <p:nvSpPr>
          <p:cNvPr id="7" name="Tekstiruutu 6">
            <a:extLst>
              <a:ext uri="{FF2B5EF4-FFF2-40B4-BE49-F238E27FC236}">
                <a16:creationId xmlns:a16="http://schemas.microsoft.com/office/drawing/2014/main" id="{3A37DD5E-D4A0-2F95-FF31-52E2990D808E}"/>
              </a:ext>
              <a:ext uri="{C183D7F6-B498-43B3-948B-1728B52AA6E4}">
                <adec:decorative xmlns:adec="http://schemas.microsoft.com/office/drawing/2017/decorative" val="1"/>
              </a:ext>
            </a:extLst>
          </p:cNvPr>
          <p:cNvSpPr txBox="1"/>
          <p:nvPr userDrawn="1"/>
        </p:nvSpPr>
        <p:spPr>
          <a:xfrm>
            <a:off x="-4826000" y="1409700"/>
            <a:ext cx="4076700" cy="2222500"/>
          </a:xfrm>
          <a:prstGeom prst="rect">
            <a:avLst/>
          </a:prstGeom>
          <a:solidFill>
            <a:schemeClr val="accent4"/>
          </a:solidFill>
        </p:spPr>
        <p:txBody>
          <a:bodyPr wrap="square" lIns="180000" tIns="180000" rIns="0" bIns="180000" rtlCol="0">
            <a:noAutofit/>
          </a:bodyPr>
          <a:lstStyle/>
          <a:p>
            <a:pPr algn="l"/>
            <a:r>
              <a:rPr lang="fi-FI"/>
              <a:t>Laatikon väriä saat vaihdettua muuttamalla taustaväriä. Muista varmistaa riittävä kontrasti!</a:t>
            </a:r>
          </a:p>
        </p:txBody>
      </p:sp>
    </p:spTree>
    <p:extLst>
      <p:ext uri="{BB962C8B-B14F-4D97-AF65-F5344CB8AC3E}">
        <p14:creationId xmlns:p14="http://schemas.microsoft.com/office/powerpoint/2010/main" val="3153929517"/>
      </p:ext>
    </p:extLst>
  </p:cSld>
  <p:clrMapOvr>
    <a:masterClrMapping/>
  </p:clrMapOvr>
  <p:extLst>
    <p:ext uri="{DCECCB84-F9BA-43D5-87BE-67443E8EF086}">
      <p15:sldGuideLst xmlns:p15="http://schemas.microsoft.com/office/powerpoint/2012/main">
        <p15:guide id="1" pos="55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tsikkodia Tumma Laatikko">
    <p:bg>
      <p:bgPr>
        <a:solidFill>
          <a:schemeClr val="accent1"/>
        </a:solidFill>
        <a:effectLst/>
      </p:bgPr>
    </p:bg>
    <p:spTree>
      <p:nvGrpSpPr>
        <p:cNvPr id="1" name=""/>
        <p:cNvGrpSpPr/>
        <p:nvPr/>
      </p:nvGrpSpPr>
      <p:grpSpPr>
        <a:xfrm>
          <a:off x="0" y="0"/>
          <a:ext cx="0" cy="0"/>
          <a:chOff x="0" y="0"/>
          <a:chExt cx="0" cy="0"/>
        </a:xfrm>
      </p:grpSpPr>
      <p:pic>
        <p:nvPicPr>
          <p:cNvPr id="5" name="Graphic 4" descr="Länsi-Uudenmaan hyvinvointialueen tunnus.">
            <a:extLst>
              <a:ext uri="{FF2B5EF4-FFF2-40B4-BE49-F238E27FC236}">
                <a16:creationId xmlns:a16="http://schemas.microsoft.com/office/drawing/2014/main" id="{7195974A-5FEB-BEA2-CC07-9263FB173E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4713" y="1707833"/>
            <a:ext cx="3473451" cy="438995"/>
          </a:xfrm>
          <a:prstGeom prst="rect">
            <a:avLst/>
          </a:prstGeom>
        </p:spPr>
      </p:pic>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874713" y="2562225"/>
            <a:ext cx="4755620" cy="2309813"/>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874713" y="5160963"/>
            <a:ext cx="4755620" cy="856500"/>
          </a:xfrm>
        </p:spPr>
        <p:txBody>
          <a:bodyPr wrap="square">
            <a:noAutofit/>
          </a:bodyPr>
          <a:lstStyle>
            <a:lvl1pPr marL="0" indent="0" algn="l">
              <a:buNone/>
              <a:defRPr sz="1800" b="1">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6" name="Kuvan paikkamerkki 5">
            <a:extLst>
              <a:ext uri="{FF2B5EF4-FFF2-40B4-BE49-F238E27FC236}">
                <a16:creationId xmlns:a16="http://schemas.microsoft.com/office/drawing/2014/main" id="{C4D1189C-EAC2-F0CD-6E42-1B7991D36FDF}"/>
              </a:ext>
            </a:extLst>
          </p:cNvPr>
          <p:cNvSpPr>
            <a:spLocks noGrp="1"/>
          </p:cNvSpPr>
          <p:nvPr>
            <p:ph type="pic" sz="quarter" idx="10"/>
          </p:nvPr>
        </p:nvSpPr>
        <p:spPr>
          <a:xfrm>
            <a:off x="0" y="0"/>
            <a:ext cx="12192000" cy="6858000"/>
          </a:xfrm>
          <a:custGeom>
            <a:avLst/>
            <a:gdLst>
              <a:gd name="connsiteX0" fmla="*/ 539749 w 12192000"/>
              <a:gd name="connsiteY0" fmla="*/ 1406526 h 6858000"/>
              <a:gd name="connsiteX1" fmla="*/ 539749 w 12192000"/>
              <a:gd name="connsiteY1" fmla="*/ 6027738 h 6858000"/>
              <a:gd name="connsiteX2" fmla="*/ 5915024 w 12192000"/>
              <a:gd name="connsiteY2" fmla="*/ 6027738 h 6858000"/>
              <a:gd name="connsiteX3" fmla="*/ 5915024 w 12192000"/>
              <a:gd name="connsiteY3" fmla="*/ 1406526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39749" y="1406526"/>
                </a:moveTo>
                <a:lnTo>
                  <a:pt x="539749" y="6027738"/>
                </a:lnTo>
                <a:lnTo>
                  <a:pt x="5915024" y="6027738"/>
                </a:lnTo>
                <a:lnTo>
                  <a:pt x="5915024" y="1406526"/>
                </a:lnTo>
                <a:close/>
                <a:moveTo>
                  <a:pt x="0" y="0"/>
                </a:moveTo>
                <a:lnTo>
                  <a:pt x="12192000" y="0"/>
                </a:lnTo>
                <a:lnTo>
                  <a:pt x="12192000" y="6858000"/>
                </a:lnTo>
                <a:lnTo>
                  <a:pt x="0" y="6858000"/>
                </a:lnTo>
                <a:close/>
              </a:path>
            </a:pathLst>
          </a:custGeom>
          <a:solidFill>
            <a:schemeClr val="bg2"/>
          </a:solidFill>
        </p:spPr>
        <p:txBody>
          <a:bodyPr wrap="square" rIns="3240000" anchor="ctr">
            <a:noAutofit/>
          </a:bodyPr>
          <a:lstStyle>
            <a:lvl1pPr marL="0" indent="0" algn="r">
              <a:buNone/>
              <a:defRPr/>
            </a:lvl1pPr>
          </a:lstStyle>
          <a:p>
            <a:r>
              <a:rPr lang="fi-FI"/>
              <a:t>Lisää kuva napsauttamalla kuvaketta</a:t>
            </a:r>
          </a:p>
        </p:txBody>
      </p:sp>
      <p:sp>
        <p:nvSpPr>
          <p:cNvPr id="8" name="Tekstiruutu 7">
            <a:extLst>
              <a:ext uri="{FF2B5EF4-FFF2-40B4-BE49-F238E27FC236}">
                <a16:creationId xmlns:a16="http://schemas.microsoft.com/office/drawing/2014/main" id="{7E8CD6C7-4059-47EC-3644-4D195281B5E6}"/>
              </a:ext>
              <a:ext uri="{C183D7F6-B498-43B3-948B-1728B52AA6E4}">
                <adec:decorative xmlns:adec="http://schemas.microsoft.com/office/drawing/2017/decorative" val="1"/>
              </a:ext>
            </a:extLst>
          </p:cNvPr>
          <p:cNvSpPr txBox="1"/>
          <p:nvPr userDrawn="1"/>
        </p:nvSpPr>
        <p:spPr>
          <a:xfrm>
            <a:off x="-4826000" y="1409700"/>
            <a:ext cx="4076700" cy="2222500"/>
          </a:xfrm>
          <a:prstGeom prst="rect">
            <a:avLst/>
          </a:prstGeom>
          <a:solidFill>
            <a:schemeClr val="accent4"/>
          </a:solidFill>
        </p:spPr>
        <p:txBody>
          <a:bodyPr wrap="square" lIns="180000" tIns="180000" rIns="0" bIns="180000" rtlCol="0">
            <a:noAutofit/>
          </a:bodyPr>
          <a:lstStyle/>
          <a:p>
            <a:pPr algn="l"/>
            <a:r>
              <a:rPr lang="fi-FI">
                <a:solidFill>
                  <a:schemeClr val="tx1"/>
                </a:solidFill>
              </a:rPr>
              <a:t>Laatikon väriä saat vaihdettua muuttamalla taustaväriä. Muista varmistaa riittävä kontrasti!</a:t>
            </a:r>
          </a:p>
        </p:txBody>
      </p:sp>
    </p:spTree>
    <p:extLst>
      <p:ext uri="{BB962C8B-B14F-4D97-AF65-F5344CB8AC3E}">
        <p14:creationId xmlns:p14="http://schemas.microsoft.com/office/powerpoint/2010/main" val="3395690898"/>
      </p:ext>
    </p:extLst>
  </p:cSld>
  <p:clrMapOvr>
    <a:masterClrMapping/>
  </p:clrMapOvr>
  <p:extLst>
    <p:ext uri="{DCECCB84-F9BA-43D5-87BE-67443E8EF086}">
      <p15:sldGuideLst xmlns:p15="http://schemas.microsoft.com/office/powerpoint/2012/main">
        <p15:guide id="1" pos="55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tsikko ja sisältö ">
    <p:spTree>
      <p:nvGrpSpPr>
        <p:cNvPr id="1" name=""/>
        <p:cNvGrpSpPr/>
        <p:nvPr/>
      </p:nvGrpSpPr>
      <p:grpSpPr>
        <a:xfrm>
          <a:off x="0" y="0"/>
          <a:ext cx="0" cy="0"/>
          <a:chOff x="0" y="0"/>
          <a:chExt cx="0" cy="0"/>
        </a:xfrm>
      </p:grpSpPr>
      <p:sp>
        <p:nvSpPr>
          <p:cNvPr id="2" name="Title 1"/>
          <p:cNvSpPr>
            <a:spLocks noGrp="1"/>
          </p:cNvSpPr>
          <p:nvPr>
            <p:ph type="title"/>
          </p:nvPr>
        </p:nvSpPr>
        <p:spPr>
          <a:xfrm>
            <a:off x="539751" y="539750"/>
            <a:ext cx="11110300" cy="577850"/>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406525"/>
            <a:ext cx="11110912" cy="4614863"/>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18251"/>
            <a:ext cx="3343899" cy="365125"/>
          </a:xfrm>
        </p:spPr>
        <p:txBody>
          <a:bodyPr wrap="square" lIns="0"/>
          <a:lstStyle>
            <a:lvl1pPr algn="l">
              <a:defRPr>
                <a:solidFill>
                  <a:srgbClr val="888B8D"/>
                </a:solidFill>
              </a:defRPr>
            </a:lvl1pPr>
          </a:lstStyle>
          <a:p>
            <a:endParaRPr lang="fi-FI"/>
          </a:p>
        </p:txBody>
      </p:sp>
      <p:sp>
        <p:nvSpPr>
          <p:cNvPr id="4" name="Date Placeholder 3"/>
          <p:cNvSpPr>
            <a:spLocks noGrp="1"/>
          </p:cNvSpPr>
          <p:nvPr>
            <p:ph type="dt" sz="half" idx="10"/>
          </p:nvPr>
        </p:nvSpPr>
        <p:spPr/>
        <p:txBody>
          <a:bodyPr/>
          <a:lstStyle/>
          <a:p>
            <a:fld id="{86A6E30B-5A65-4D34-AD3D-A55BCB95F61E}" type="datetime1">
              <a:rPr lang="fi-FI" smtClean="0"/>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4643B979-5760-02EA-D7B9-F0061C0335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4109748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Otsikko ja sisältö graafikuvalla">
    <p:spTree>
      <p:nvGrpSpPr>
        <p:cNvPr id="1" name=""/>
        <p:cNvGrpSpPr/>
        <p:nvPr/>
      </p:nvGrpSpPr>
      <p:grpSpPr>
        <a:xfrm>
          <a:off x="0" y="0"/>
          <a:ext cx="0" cy="0"/>
          <a:chOff x="0" y="0"/>
          <a:chExt cx="0" cy="0"/>
        </a:xfrm>
      </p:grpSpPr>
      <p:sp>
        <p:nvSpPr>
          <p:cNvPr id="2" name="Title 1"/>
          <p:cNvSpPr>
            <a:spLocks noGrp="1"/>
          </p:cNvSpPr>
          <p:nvPr>
            <p:ph type="title"/>
          </p:nvPr>
        </p:nvSpPr>
        <p:spPr>
          <a:xfrm>
            <a:off x="541951" y="544513"/>
            <a:ext cx="5733437" cy="115570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984376"/>
            <a:ext cx="5735637" cy="4037012"/>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18251"/>
            <a:ext cx="3045449" cy="365125"/>
          </a:xfrm>
        </p:spPr>
        <p:txBody>
          <a:bodyPr wrap="square" lIns="0"/>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rgbClr val="757575"/>
                </a:solidFill>
              </a:defRPr>
            </a:lvl1pPr>
          </a:lstStyle>
          <a:p>
            <a:fld id="{FBF2A43C-0E45-4F6F-9202-F4B01303AA36}" type="datetime1">
              <a:rPr lang="fi-FI" smtClean="0"/>
              <a:t>14.10.2026</a:t>
            </a:fld>
            <a:endParaRPr lang="fi-FI"/>
          </a:p>
        </p:txBody>
      </p:sp>
      <p:sp>
        <p:nvSpPr>
          <p:cNvPr id="6" name="Slide Number Placeholder 5"/>
          <p:cNvSpPr>
            <a:spLocks noGrp="1"/>
          </p:cNvSpPr>
          <p:nvPr>
            <p:ph type="sldNum" sz="quarter" idx="12"/>
          </p:nvPr>
        </p:nvSpPr>
        <p:spPr/>
        <p:txBody>
          <a:bodyPr/>
          <a:lstStyle>
            <a:lvl1pPr>
              <a:defRPr b="1">
                <a:solidFill>
                  <a:schemeClr val="accent3"/>
                </a:solidFill>
              </a:defRPr>
            </a:lvl1pPr>
          </a:lstStyle>
          <a:p>
            <a:fld id="{07F0CC26-4241-4995-BDB3-9E0D3B0C702B}" type="slidenum">
              <a:rPr lang="fi-FI" smtClean="0"/>
              <a:pPr/>
              <a:t>‹#›</a:t>
            </a:fld>
            <a:endParaRPr lang="fi-FI"/>
          </a:p>
        </p:txBody>
      </p:sp>
      <p:sp>
        <p:nvSpPr>
          <p:cNvPr id="13" name="Kuvan paikkamerkki 12">
            <a:extLst>
              <a:ext uri="{FF2B5EF4-FFF2-40B4-BE49-F238E27FC236}">
                <a16:creationId xmlns:a16="http://schemas.microsoft.com/office/drawing/2014/main" id="{713735FC-BF41-39DB-D3F7-7A9917D2D150}"/>
              </a:ext>
              <a:ext uri="{C183D7F6-B498-43B3-948B-1728B52AA6E4}">
                <adec:decorative xmlns:adec="http://schemas.microsoft.com/office/drawing/2017/decorative" val="1"/>
              </a:ext>
            </a:extLst>
          </p:cNvPr>
          <p:cNvSpPr>
            <a:spLocks noGrp="1"/>
          </p:cNvSpPr>
          <p:nvPr>
            <p:ph type="pic" sz="quarter" idx="13"/>
          </p:nvPr>
        </p:nvSpPr>
        <p:spPr>
          <a:xfrm>
            <a:off x="7126002" y="539749"/>
            <a:ext cx="4524047" cy="5767139"/>
          </a:xfrm>
          <a:custGeom>
            <a:avLst/>
            <a:gdLst>
              <a:gd name="connsiteX0" fmla="*/ 1264334 w 3008873"/>
              <a:gd name="connsiteY0" fmla="*/ 132 h 3835634"/>
              <a:gd name="connsiteX1" fmla="*/ 1442118 w 3008873"/>
              <a:gd name="connsiteY1" fmla="*/ 58040 h 3835634"/>
              <a:gd name="connsiteX2" fmla="*/ 1651451 w 3008873"/>
              <a:gd name="connsiteY2" fmla="*/ 309505 h 3835634"/>
              <a:gd name="connsiteX3" fmla="*/ 1861057 w 3008873"/>
              <a:gd name="connsiteY3" fmla="*/ 667238 h 3835634"/>
              <a:gd name="connsiteX4" fmla="*/ 2013035 w 3008873"/>
              <a:gd name="connsiteY4" fmla="*/ 998282 h 3835634"/>
              <a:gd name="connsiteX5" fmla="*/ 2078804 w 3008873"/>
              <a:gd name="connsiteY5" fmla="*/ 859309 h 3835634"/>
              <a:gd name="connsiteX6" fmla="*/ 2449670 w 3008873"/>
              <a:gd name="connsiteY6" fmla="*/ 791066 h 3835634"/>
              <a:gd name="connsiteX7" fmla="*/ 2634112 w 3008873"/>
              <a:gd name="connsiteY7" fmla="*/ 1215141 h 3835634"/>
              <a:gd name="connsiteX8" fmla="*/ 2653351 w 3008873"/>
              <a:gd name="connsiteY8" fmla="*/ 1610947 h 3835634"/>
              <a:gd name="connsiteX9" fmla="*/ 2895719 w 3008873"/>
              <a:gd name="connsiteY9" fmla="*/ 1522832 h 3835634"/>
              <a:gd name="connsiteX10" fmla="*/ 2896048 w 3008873"/>
              <a:gd name="connsiteY10" fmla="*/ 1522503 h 3835634"/>
              <a:gd name="connsiteX11" fmla="*/ 3005257 w 3008873"/>
              <a:gd name="connsiteY11" fmla="*/ 1616570 h 3835634"/>
              <a:gd name="connsiteX12" fmla="*/ 2357365 w 3008873"/>
              <a:gd name="connsiteY12" fmla="*/ 3292599 h 3835634"/>
              <a:gd name="connsiteX13" fmla="*/ 930293 w 3008873"/>
              <a:gd name="connsiteY13" fmla="*/ 3752973 h 3835634"/>
              <a:gd name="connsiteX14" fmla="*/ 865967 w 3008873"/>
              <a:gd name="connsiteY14" fmla="*/ 3217279 h 3835634"/>
              <a:gd name="connsiteX15" fmla="*/ 1371972 w 3008873"/>
              <a:gd name="connsiteY15" fmla="*/ 2781865 h 3835634"/>
              <a:gd name="connsiteX16" fmla="*/ 330281 w 3008873"/>
              <a:gd name="connsiteY16" fmla="*/ 2421551 h 3835634"/>
              <a:gd name="connsiteX17" fmla="*/ 411960 w 3008873"/>
              <a:gd name="connsiteY17" fmla="*/ 1871229 h 3835634"/>
              <a:gd name="connsiteX18" fmla="*/ 812386 w 3008873"/>
              <a:gd name="connsiteY18" fmla="*/ 1609370 h 3835634"/>
              <a:gd name="connsiteX19" fmla="*/ 12878 w 3008873"/>
              <a:gd name="connsiteY19" fmla="*/ 665686 h 3835634"/>
              <a:gd name="connsiteX20" fmla="*/ 103237 w 3008873"/>
              <a:gd name="connsiteY20" fmla="*/ 346561 h 3835634"/>
              <a:gd name="connsiteX21" fmla="*/ 447701 w 3008873"/>
              <a:gd name="connsiteY21" fmla="*/ 323674 h 3835634"/>
              <a:gd name="connsiteX22" fmla="*/ 1015263 w 3008873"/>
              <a:gd name="connsiteY22" fmla="*/ 555486 h 3835634"/>
              <a:gd name="connsiteX23" fmla="*/ 1028119 w 3008873"/>
              <a:gd name="connsiteY23" fmla="*/ 172683 h 3835634"/>
              <a:gd name="connsiteX24" fmla="*/ 1264334 w 3008873"/>
              <a:gd name="connsiteY24" fmla="*/ 132 h 3835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08873" h="3835634">
                <a:moveTo>
                  <a:pt x="1264334" y="132"/>
                </a:moveTo>
                <a:cubicBezTo>
                  <a:pt x="1323522" y="-1770"/>
                  <a:pt x="1385443" y="16917"/>
                  <a:pt x="1442118" y="58040"/>
                </a:cubicBezTo>
                <a:cubicBezTo>
                  <a:pt x="1530770" y="122333"/>
                  <a:pt x="1592081" y="219851"/>
                  <a:pt x="1651451" y="309505"/>
                </a:cubicBezTo>
                <a:cubicBezTo>
                  <a:pt x="1728112" y="425008"/>
                  <a:pt x="1797543" y="544472"/>
                  <a:pt x="1861057" y="667238"/>
                </a:cubicBezTo>
                <a:cubicBezTo>
                  <a:pt x="1917083" y="775271"/>
                  <a:pt x="1967523" y="885619"/>
                  <a:pt x="2013035" y="998282"/>
                </a:cubicBezTo>
                <a:cubicBezTo>
                  <a:pt x="2024688" y="950027"/>
                  <a:pt x="2044862" y="903708"/>
                  <a:pt x="2078804" y="859309"/>
                </a:cubicBezTo>
                <a:cubicBezTo>
                  <a:pt x="2168765" y="741895"/>
                  <a:pt x="2327004" y="700000"/>
                  <a:pt x="2449670" y="791066"/>
                </a:cubicBezTo>
                <a:cubicBezTo>
                  <a:pt x="2580187" y="888007"/>
                  <a:pt x="2610707" y="1065337"/>
                  <a:pt x="2634112" y="1215141"/>
                </a:cubicBezTo>
                <a:cubicBezTo>
                  <a:pt x="2654630" y="1346260"/>
                  <a:pt x="2660058" y="1478746"/>
                  <a:pt x="2653351" y="1610947"/>
                </a:cubicBezTo>
                <a:cubicBezTo>
                  <a:pt x="2726642" y="1569031"/>
                  <a:pt x="2807101" y="1540206"/>
                  <a:pt x="2895719" y="1522832"/>
                </a:cubicBezTo>
                <a:lnTo>
                  <a:pt x="2896048" y="1522503"/>
                </a:lnTo>
                <a:cubicBezTo>
                  <a:pt x="2950532" y="1511812"/>
                  <a:pt x="3002485" y="1566398"/>
                  <a:pt x="3005257" y="1616570"/>
                </a:cubicBezTo>
                <a:cubicBezTo>
                  <a:pt x="3041421" y="2230752"/>
                  <a:pt x="2804981" y="2859363"/>
                  <a:pt x="2357365" y="3292599"/>
                </a:cubicBezTo>
                <a:cubicBezTo>
                  <a:pt x="2022969" y="3616537"/>
                  <a:pt x="1400027" y="4009406"/>
                  <a:pt x="930293" y="3752973"/>
                </a:cubicBezTo>
                <a:cubicBezTo>
                  <a:pt x="717851" y="3636647"/>
                  <a:pt x="729882" y="3391928"/>
                  <a:pt x="865967" y="3217279"/>
                </a:cubicBezTo>
                <a:cubicBezTo>
                  <a:pt x="997442" y="3047895"/>
                  <a:pt x="1183920" y="2905864"/>
                  <a:pt x="1371972" y="2781865"/>
                </a:cubicBezTo>
                <a:cubicBezTo>
                  <a:pt x="977378" y="2790172"/>
                  <a:pt x="526965" y="2815735"/>
                  <a:pt x="330281" y="2421551"/>
                </a:cubicBezTo>
                <a:cubicBezTo>
                  <a:pt x="238778" y="2237881"/>
                  <a:pt x="284791" y="2029119"/>
                  <a:pt x="411960" y="1871229"/>
                </a:cubicBezTo>
                <a:cubicBezTo>
                  <a:pt x="516396" y="1741956"/>
                  <a:pt x="659348" y="1664366"/>
                  <a:pt x="812386" y="1609370"/>
                </a:cubicBezTo>
                <a:cubicBezTo>
                  <a:pt x="414148" y="1445499"/>
                  <a:pt x="100230" y="1091421"/>
                  <a:pt x="12878" y="665686"/>
                </a:cubicBezTo>
                <a:cubicBezTo>
                  <a:pt x="-11626" y="547700"/>
                  <a:pt x="-10837" y="419456"/>
                  <a:pt x="103237" y="346561"/>
                </a:cubicBezTo>
                <a:cubicBezTo>
                  <a:pt x="204817" y="281582"/>
                  <a:pt x="337919" y="298159"/>
                  <a:pt x="447701" y="323674"/>
                </a:cubicBezTo>
                <a:cubicBezTo>
                  <a:pt x="649242" y="370507"/>
                  <a:pt x="839843" y="449850"/>
                  <a:pt x="1015263" y="555486"/>
                </a:cubicBezTo>
                <a:cubicBezTo>
                  <a:pt x="982271" y="427034"/>
                  <a:pt x="977180" y="292251"/>
                  <a:pt x="1028119" y="172683"/>
                </a:cubicBezTo>
                <a:cubicBezTo>
                  <a:pt x="1074633" y="63666"/>
                  <a:pt x="1165687" y="3302"/>
                  <a:pt x="1264334" y="132"/>
                </a:cubicBezTo>
                <a:close/>
              </a:path>
            </a:pathLst>
          </a:custGeom>
          <a:solidFill>
            <a:schemeClr val="bg2"/>
          </a:solidFill>
        </p:spPr>
        <p:txBody>
          <a:bodyPr wrap="square" anchor="ctr">
            <a:noAutofit/>
          </a:bodyPr>
          <a:lstStyle>
            <a:lvl1pPr marL="0" indent="0" algn="ctr">
              <a:buNone/>
              <a:defRPr/>
            </a:lvl1pPr>
          </a:lstStyle>
          <a:p>
            <a:r>
              <a:rPr lang="fi-FI"/>
              <a:t>Lisää kuva napsauttamalla kuvaketta</a:t>
            </a:r>
          </a:p>
        </p:txBody>
      </p:sp>
      <p:pic>
        <p:nvPicPr>
          <p:cNvPr id="8" name="Graphic 4" descr="Länsi-Uudenmaan hyvinvointialueen tunnus.">
            <a:extLst>
              <a:ext uri="{FF2B5EF4-FFF2-40B4-BE49-F238E27FC236}">
                <a16:creationId xmlns:a16="http://schemas.microsoft.com/office/drawing/2014/main" id="{757F28AC-1D1F-CB58-1DCC-426735EDF12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8999261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tsikko ja sisältö 2">
    <p:spTree>
      <p:nvGrpSpPr>
        <p:cNvPr id="1" name=""/>
        <p:cNvGrpSpPr/>
        <p:nvPr/>
      </p:nvGrpSpPr>
      <p:grpSpPr>
        <a:xfrm>
          <a:off x="0" y="0"/>
          <a:ext cx="0" cy="0"/>
          <a:chOff x="0" y="0"/>
          <a:chExt cx="0" cy="0"/>
        </a:xfrm>
      </p:grpSpPr>
      <p:sp>
        <p:nvSpPr>
          <p:cNvPr id="29" name="Kuvan paikkamerkki 28">
            <a:extLst>
              <a:ext uri="{FF2B5EF4-FFF2-40B4-BE49-F238E27FC236}">
                <a16:creationId xmlns:a16="http://schemas.microsoft.com/office/drawing/2014/main" id="{C9601309-2813-7398-3C30-5104D94F0B76}"/>
              </a:ext>
              <a:ext uri="{C183D7F6-B498-43B3-948B-1728B52AA6E4}">
                <adec:decorative xmlns:adec="http://schemas.microsoft.com/office/drawing/2017/decorative" val="1"/>
              </a:ext>
            </a:extLst>
          </p:cNvPr>
          <p:cNvSpPr>
            <a:spLocks noGrp="1"/>
          </p:cNvSpPr>
          <p:nvPr>
            <p:ph type="pic" sz="quarter" idx="13"/>
          </p:nvPr>
        </p:nvSpPr>
        <p:spPr>
          <a:xfrm>
            <a:off x="7048581" y="0"/>
            <a:ext cx="5143420" cy="6858000"/>
          </a:xfrm>
          <a:custGeom>
            <a:avLst/>
            <a:gdLst>
              <a:gd name="connsiteX0" fmla="*/ 1958792 w 3857565"/>
              <a:gd name="connsiteY0" fmla="*/ 0 h 5143500"/>
              <a:gd name="connsiteX1" fmla="*/ 3740455 w 3857565"/>
              <a:gd name="connsiteY1" fmla="*/ 0 h 5143500"/>
              <a:gd name="connsiteX2" fmla="*/ 3857565 w 3857565"/>
              <a:gd name="connsiteY2" fmla="*/ 0 h 5143500"/>
              <a:gd name="connsiteX3" fmla="*/ 3857565 w 3857565"/>
              <a:gd name="connsiteY3" fmla="*/ 148131 h 5143500"/>
              <a:gd name="connsiteX4" fmla="*/ 3857565 w 3857565"/>
              <a:gd name="connsiteY4" fmla="*/ 5030001 h 5143500"/>
              <a:gd name="connsiteX5" fmla="*/ 3857565 w 3857565"/>
              <a:gd name="connsiteY5" fmla="*/ 5143500 h 5143500"/>
              <a:gd name="connsiteX6" fmla="*/ 3617421 w 3857565"/>
              <a:gd name="connsiteY6" fmla="*/ 5143500 h 5143500"/>
              <a:gd name="connsiteX7" fmla="*/ 2352615 w 3857565"/>
              <a:gd name="connsiteY7" fmla="*/ 5143500 h 5143500"/>
              <a:gd name="connsiteX8" fmla="*/ 1097973 w 3857565"/>
              <a:gd name="connsiteY8" fmla="*/ 5143500 h 5143500"/>
              <a:gd name="connsiteX9" fmla="*/ 1049792 w 3857565"/>
              <a:gd name="connsiteY9" fmla="*/ 5133623 h 5143500"/>
              <a:gd name="connsiteX10" fmla="*/ 731210 w 3857565"/>
              <a:gd name="connsiteY10" fmla="*/ 5060098 h 5143500"/>
              <a:gd name="connsiteX11" fmla="*/ 275748 w 3857565"/>
              <a:gd name="connsiteY11" fmla="*/ 4866075 h 5143500"/>
              <a:gd name="connsiteX12" fmla="*/ 127292 w 3857565"/>
              <a:gd name="connsiteY12" fmla="*/ 4422203 h 5143500"/>
              <a:gd name="connsiteX13" fmla="*/ 840133 w 3857565"/>
              <a:gd name="connsiteY13" fmla="*/ 3819801 h 5143500"/>
              <a:gd name="connsiteX14" fmla="*/ 476711 w 3857565"/>
              <a:gd name="connsiteY14" fmla="*/ 3242741 h 5143500"/>
              <a:gd name="connsiteX15" fmla="*/ 632 w 3857565"/>
              <a:gd name="connsiteY15" fmla="*/ 2721264 h 5143500"/>
              <a:gd name="connsiteX16" fmla="*/ 541170 w 3857565"/>
              <a:gd name="connsiteY16" fmla="*/ 2143571 h 5143500"/>
              <a:gd name="connsiteX17" fmla="*/ 839959 w 3857565"/>
              <a:gd name="connsiteY17" fmla="*/ 1318458 h 5143500"/>
              <a:gd name="connsiteX18" fmla="*/ 840719 w 3857565"/>
              <a:gd name="connsiteY18" fmla="*/ 745356 h 5143500"/>
              <a:gd name="connsiteX19" fmla="*/ 1735520 w 3857565"/>
              <a:gd name="connsiteY19" fmla="*/ 448512 h 5143500"/>
              <a:gd name="connsiteX20" fmla="*/ 1957773 w 3857565"/>
              <a:gd name="connsiteY20" fmla="*/ 1942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857565" h="5143500">
                <a:moveTo>
                  <a:pt x="1958792" y="0"/>
                </a:moveTo>
                <a:lnTo>
                  <a:pt x="3740455" y="0"/>
                </a:lnTo>
                <a:lnTo>
                  <a:pt x="3857565" y="0"/>
                </a:lnTo>
                <a:lnTo>
                  <a:pt x="3857565" y="148131"/>
                </a:lnTo>
                <a:lnTo>
                  <a:pt x="3857565" y="5030001"/>
                </a:lnTo>
                <a:lnTo>
                  <a:pt x="3857565" y="5143500"/>
                </a:lnTo>
                <a:lnTo>
                  <a:pt x="3617421" y="5143500"/>
                </a:lnTo>
                <a:lnTo>
                  <a:pt x="2352615" y="5143500"/>
                </a:lnTo>
                <a:lnTo>
                  <a:pt x="1097973" y="5143500"/>
                </a:lnTo>
                <a:lnTo>
                  <a:pt x="1049792" y="5133623"/>
                </a:lnTo>
                <a:cubicBezTo>
                  <a:pt x="935951" y="5109211"/>
                  <a:pt x="829070" y="5084239"/>
                  <a:pt x="731210" y="5060098"/>
                </a:cubicBezTo>
                <a:cubicBezTo>
                  <a:pt x="569984" y="5020292"/>
                  <a:pt x="403898" y="4972970"/>
                  <a:pt x="275748" y="4866075"/>
                </a:cubicBezTo>
                <a:cubicBezTo>
                  <a:pt x="147934" y="4759785"/>
                  <a:pt x="68283" y="4578239"/>
                  <a:pt x="127292" y="4422203"/>
                </a:cubicBezTo>
                <a:cubicBezTo>
                  <a:pt x="241442" y="4123155"/>
                  <a:pt x="743374" y="4125031"/>
                  <a:pt x="840133" y="3819801"/>
                </a:cubicBezTo>
                <a:cubicBezTo>
                  <a:pt x="914359" y="3585303"/>
                  <a:pt x="688075" y="3369297"/>
                  <a:pt x="476711" y="3242741"/>
                </a:cubicBezTo>
                <a:cubicBezTo>
                  <a:pt x="265680" y="3116784"/>
                  <a:pt x="14247" y="2966683"/>
                  <a:pt x="632" y="2721264"/>
                </a:cubicBezTo>
                <a:cubicBezTo>
                  <a:pt x="-17493" y="2385439"/>
                  <a:pt x="359365" y="2336495"/>
                  <a:pt x="541170" y="2143571"/>
                </a:cubicBezTo>
                <a:cubicBezTo>
                  <a:pt x="726212" y="1946550"/>
                  <a:pt x="866922" y="1587074"/>
                  <a:pt x="839959" y="1318458"/>
                </a:cubicBezTo>
                <a:cubicBezTo>
                  <a:pt x="820017" y="1123281"/>
                  <a:pt x="733780" y="909417"/>
                  <a:pt x="840719" y="745356"/>
                </a:cubicBezTo>
                <a:cubicBezTo>
                  <a:pt x="1018087" y="473693"/>
                  <a:pt x="1489227" y="659220"/>
                  <a:pt x="1735520" y="448512"/>
                </a:cubicBezTo>
                <a:cubicBezTo>
                  <a:pt x="1863001" y="339638"/>
                  <a:pt x="1891041" y="156698"/>
                  <a:pt x="1957773" y="1942"/>
                </a:cubicBezTo>
                <a:close/>
              </a:path>
            </a:pathLst>
          </a:custGeom>
          <a:solidFill>
            <a:schemeClr val="accent1"/>
          </a:solidFill>
        </p:spPr>
        <p:txBody>
          <a:bodyPr wrap="square" anchor="ctr">
            <a:noAutofit/>
          </a:bodyPr>
          <a:lstStyle>
            <a:lvl1pPr marL="0" indent="0" algn="ctr">
              <a:buNone/>
              <a:defRPr>
                <a:solidFill>
                  <a:schemeClr val="bg1"/>
                </a:solidFill>
              </a:defRPr>
            </a:lvl1pPr>
          </a:lstStyle>
          <a:p>
            <a:r>
              <a:rPr lang="fi-FI"/>
              <a:t>Lisää kuva napsauttamalla kuvaketta</a:t>
            </a:r>
          </a:p>
        </p:txBody>
      </p:sp>
      <p:sp>
        <p:nvSpPr>
          <p:cNvPr id="2" name="Title 1"/>
          <p:cNvSpPr>
            <a:spLocks noGrp="1"/>
          </p:cNvSpPr>
          <p:nvPr>
            <p:ph type="title"/>
          </p:nvPr>
        </p:nvSpPr>
        <p:spPr>
          <a:xfrm>
            <a:off x="539750" y="544513"/>
            <a:ext cx="5735638" cy="115570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984376"/>
            <a:ext cx="5735637" cy="4044950"/>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30953"/>
            <a:ext cx="3045448" cy="352424"/>
          </a:xfrm>
        </p:spPr>
        <p:txBody>
          <a:bodyPr wrap="square" lIns="0"/>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chemeClr val="bg1"/>
                </a:solidFill>
              </a:defRPr>
            </a:lvl1pPr>
          </a:lstStyle>
          <a:p>
            <a:fld id="{F9E556D2-E796-4943-A3A8-507F8393F64F}" type="datetime1">
              <a:rPr lang="fi-FI" smtClean="0"/>
              <a:t>14.10.2026</a:t>
            </a:fld>
            <a:endParaRPr lang="fi-FI"/>
          </a:p>
        </p:txBody>
      </p:sp>
      <p:sp>
        <p:nvSpPr>
          <p:cNvPr id="6" name="Slide Number Placeholder 5"/>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pic>
        <p:nvPicPr>
          <p:cNvPr id="8" name="Graphic 4" descr="Länsi-Uudenmaan hyvinvointialueen tunnus.">
            <a:extLst>
              <a:ext uri="{FF2B5EF4-FFF2-40B4-BE49-F238E27FC236}">
                <a16:creationId xmlns:a16="http://schemas.microsoft.com/office/drawing/2014/main" id="{178E450B-064D-5BA1-A592-74E7F8E2975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7265601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tsikko ja sisältö kuvalla 1">
    <p:spTree>
      <p:nvGrpSpPr>
        <p:cNvPr id="1" name=""/>
        <p:cNvGrpSpPr/>
        <p:nvPr/>
      </p:nvGrpSpPr>
      <p:grpSpPr>
        <a:xfrm>
          <a:off x="0" y="0"/>
          <a:ext cx="0" cy="0"/>
          <a:chOff x="0" y="0"/>
          <a:chExt cx="0" cy="0"/>
        </a:xfrm>
      </p:grpSpPr>
      <p:sp>
        <p:nvSpPr>
          <p:cNvPr id="2" name="Title 1"/>
          <p:cNvSpPr>
            <a:spLocks noGrp="1"/>
          </p:cNvSpPr>
          <p:nvPr>
            <p:ph type="title"/>
          </p:nvPr>
        </p:nvSpPr>
        <p:spPr>
          <a:xfrm>
            <a:off x="4224338" y="267494"/>
            <a:ext cx="5072062" cy="866775"/>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4224338" y="1406525"/>
            <a:ext cx="7426324" cy="4614863"/>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4233804" y="6318251"/>
            <a:ext cx="4728869" cy="365125"/>
          </a:xfrm>
        </p:spPr>
        <p:txBody>
          <a:bodyPr/>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rgbClr val="555858"/>
                </a:solidFill>
              </a:defRPr>
            </a:lvl1pPr>
          </a:lstStyle>
          <a:p>
            <a:fld id="{C4C7D7BF-E2C0-413D-9D2F-549D59A75D61}" type="datetime1">
              <a:rPr lang="fi-FI" smtClean="0"/>
              <a:pPr/>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7" name="Kuvan paikkamerkki 2">
            <a:extLst>
              <a:ext uri="{FF2B5EF4-FFF2-40B4-BE49-F238E27FC236}">
                <a16:creationId xmlns:a16="http://schemas.microsoft.com/office/drawing/2014/main" id="{1FC9F804-D766-4558-B600-22BBE36C96AB}"/>
              </a:ext>
            </a:extLst>
          </p:cNvPr>
          <p:cNvSpPr>
            <a:spLocks noGrp="1"/>
          </p:cNvSpPr>
          <p:nvPr>
            <p:ph type="pic" sz="quarter" idx="16"/>
          </p:nvPr>
        </p:nvSpPr>
        <p:spPr>
          <a:xfrm>
            <a:off x="1" y="0"/>
            <a:ext cx="3850217"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pPr marL="228594" marR="0" lvl="0" indent="-228594" algn="l" defTabSz="914377" rtl="0" eaLnBrk="1" fontAlgn="auto" latinLnBrk="0" hangingPunct="1">
              <a:lnSpc>
                <a:spcPct val="100000"/>
              </a:lnSpc>
              <a:spcBef>
                <a:spcPts val="1000"/>
              </a:spcBef>
              <a:spcAft>
                <a:spcPts val="0"/>
              </a:spcAft>
              <a:buClrTx/>
              <a:buSzTx/>
              <a:buFont typeface="Arial" panose="020B0604020202020204" pitchFamily="34" charset="0"/>
              <a:buChar char="•"/>
              <a:tabLst/>
              <a:defRPr/>
            </a:pPr>
            <a:r>
              <a:rPr lang="fi-FI"/>
              <a:t>Lisää kuva napsauttamalla kuvaketta</a:t>
            </a:r>
          </a:p>
        </p:txBody>
      </p:sp>
      <p:sp>
        <p:nvSpPr>
          <p:cNvPr id="8" name="Suorakulmio 7">
            <a:extLst>
              <a:ext uri="{FF2B5EF4-FFF2-40B4-BE49-F238E27FC236}">
                <a16:creationId xmlns:a16="http://schemas.microsoft.com/office/drawing/2014/main" id="{F8D896F5-72A9-DC73-52F4-27F040668F1C}"/>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913813742"/>
      </p:ext>
    </p:extLst>
  </p:cSld>
  <p:clrMapOvr>
    <a:masterClrMapping/>
  </p:clrMapOvr>
  <p:extLst>
    <p:ext uri="{DCECCB84-F9BA-43D5-87BE-67443E8EF086}">
      <p15:sldGuideLst xmlns:p15="http://schemas.microsoft.com/office/powerpoint/2012/main">
        <p15:guide id="1" pos="2661"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tsikko ja sisältö kuvalla 2">
    <p:spTree>
      <p:nvGrpSpPr>
        <p:cNvPr id="1" name=""/>
        <p:cNvGrpSpPr/>
        <p:nvPr/>
      </p:nvGrpSpPr>
      <p:grpSpPr>
        <a:xfrm>
          <a:off x="0" y="0"/>
          <a:ext cx="0" cy="0"/>
          <a:chOff x="0" y="0"/>
          <a:chExt cx="0" cy="0"/>
        </a:xfrm>
      </p:grpSpPr>
      <p:sp>
        <p:nvSpPr>
          <p:cNvPr id="2" name="Title 1"/>
          <p:cNvSpPr>
            <a:spLocks noGrp="1"/>
          </p:cNvSpPr>
          <p:nvPr>
            <p:ph type="title"/>
          </p:nvPr>
        </p:nvSpPr>
        <p:spPr>
          <a:xfrm>
            <a:off x="6275389" y="294986"/>
            <a:ext cx="5375273" cy="1111539"/>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6275388" y="1700213"/>
            <a:ext cx="5375273" cy="43211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6275387" y="6316663"/>
            <a:ext cx="3201987" cy="365125"/>
          </a:xfrm>
        </p:spPr>
        <p:txBody>
          <a:bodyPr anchor="b"/>
          <a:lstStyle>
            <a:lvl1pPr algn="l">
              <a:defRPr/>
            </a:lvl1pPr>
          </a:lstStyle>
          <a:p>
            <a:endParaRPr lang="fi-FI"/>
          </a:p>
        </p:txBody>
      </p:sp>
      <p:sp>
        <p:nvSpPr>
          <p:cNvPr id="4" name="Date Placeholder 3"/>
          <p:cNvSpPr>
            <a:spLocks noGrp="1"/>
          </p:cNvSpPr>
          <p:nvPr>
            <p:ph type="dt" sz="half" idx="10"/>
          </p:nvPr>
        </p:nvSpPr>
        <p:spPr>
          <a:xfrm>
            <a:off x="9477373" y="6316663"/>
            <a:ext cx="2173287" cy="365125"/>
          </a:xfrm>
        </p:spPr>
        <p:txBody>
          <a:bodyPr/>
          <a:lstStyle/>
          <a:p>
            <a:fld id="{D3E4E072-6AE8-4AFA-95D2-DB9F563132E6}" type="datetime1">
              <a:rPr lang="fi-FI" smtClean="0"/>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8" name="Kuvan paikkamerkki 2">
            <a:extLst>
              <a:ext uri="{FF2B5EF4-FFF2-40B4-BE49-F238E27FC236}">
                <a16:creationId xmlns:a16="http://schemas.microsoft.com/office/drawing/2014/main" id="{FE5857B9-1DC5-4A90-AA3D-9105332C77D0}"/>
              </a:ext>
            </a:extLst>
          </p:cNvPr>
          <p:cNvSpPr>
            <a:spLocks noGrp="1"/>
          </p:cNvSpPr>
          <p:nvPr>
            <p:ph type="pic" sz="quarter" idx="16"/>
          </p:nvPr>
        </p:nvSpPr>
        <p:spPr>
          <a:xfrm>
            <a:off x="0" y="0"/>
            <a:ext cx="5915025"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sp>
        <p:nvSpPr>
          <p:cNvPr id="9" name="Suorakulmio 8">
            <a:extLst>
              <a:ext uri="{FF2B5EF4-FFF2-40B4-BE49-F238E27FC236}">
                <a16:creationId xmlns:a16="http://schemas.microsoft.com/office/drawing/2014/main" id="{964F005B-65BD-FDC2-4CAA-3135E0A49C52}"/>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165528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tsikko ja sisältö kuvalla 3">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500939" y="539751"/>
            <a:ext cx="4149723" cy="866774"/>
          </a:xfrm>
        </p:spPr>
        <p:txBody>
          <a:bodyPr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7505486" y="1700213"/>
            <a:ext cx="4145178" cy="4314039"/>
          </a:xfrm>
        </p:spPr>
        <p:txBody>
          <a:bodyPr>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7500939" y="6316663"/>
            <a:ext cx="2901772" cy="365125"/>
          </a:xfrm>
        </p:spPr>
        <p:txBody>
          <a:bodyPr anchor="b"/>
          <a:lstStyle>
            <a:lvl1pPr algn="l">
              <a:defRPr>
                <a:solidFill>
                  <a:srgbClr val="757575"/>
                </a:solidFill>
              </a:defRPr>
            </a:lvl1pPr>
          </a:lstStyle>
          <a:p>
            <a:endParaRPr lang="fi-FI"/>
          </a:p>
        </p:txBody>
      </p:sp>
      <p:sp>
        <p:nvSpPr>
          <p:cNvPr id="4" name="Date Placeholder 3"/>
          <p:cNvSpPr>
            <a:spLocks noGrp="1"/>
          </p:cNvSpPr>
          <p:nvPr>
            <p:ph type="dt" sz="half" idx="10"/>
          </p:nvPr>
        </p:nvSpPr>
        <p:spPr>
          <a:xfrm>
            <a:off x="10402711" y="6316663"/>
            <a:ext cx="1247951" cy="365125"/>
          </a:xfrm>
        </p:spPr>
        <p:txBody>
          <a:bodyPr/>
          <a:lstStyle>
            <a:lvl1pPr>
              <a:defRPr>
                <a:solidFill>
                  <a:srgbClr val="757575"/>
                </a:solidFill>
              </a:defRPr>
            </a:lvl1pPr>
          </a:lstStyle>
          <a:p>
            <a:fld id="{2D2EFCBC-A37D-47E5-B14A-B4604466F3D2}" type="datetime1">
              <a:rPr lang="fi-FI" smtClean="0"/>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22" name="Kuvan paikkamerkki 2">
            <a:extLst>
              <a:ext uri="{FF2B5EF4-FFF2-40B4-BE49-F238E27FC236}">
                <a16:creationId xmlns:a16="http://schemas.microsoft.com/office/drawing/2014/main" id="{C484011D-E25A-0AED-D4C5-7DEC58B53FCF}"/>
              </a:ext>
            </a:extLst>
          </p:cNvPr>
          <p:cNvSpPr>
            <a:spLocks noGrp="1"/>
          </p:cNvSpPr>
          <p:nvPr>
            <p:ph type="pic" sz="quarter" idx="16"/>
          </p:nvPr>
        </p:nvSpPr>
        <p:spPr>
          <a:xfrm>
            <a:off x="0" y="0"/>
            <a:ext cx="7145867"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grpSp>
        <p:nvGrpSpPr>
          <p:cNvPr id="7" name="Ryhmä 6">
            <a:extLst>
              <a:ext uri="{FF2B5EF4-FFF2-40B4-BE49-F238E27FC236}">
                <a16:creationId xmlns:a16="http://schemas.microsoft.com/office/drawing/2014/main" id="{25EC7D18-B2BB-1BBD-C6B8-6E40164ED235}"/>
              </a:ext>
              <a:ext uri="{C183D7F6-B498-43B3-948B-1728B52AA6E4}">
                <adec:decorative xmlns:adec="http://schemas.microsoft.com/office/drawing/2017/decorative" val="1"/>
              </a:ext>
            </a:extLst>
          </p:cNvPr>
          <p:cNvGrpSpPr/>
          <p:nvPr userDrawn="1"/>
        </p:nvGrpSpPr>
        <p:grpSpPr>
          <a:xfrm>
            <a:off x="-704072" y="4155441"/>
            <a:ext cx="4111096" cy="3425247"/>
            <a:chOff x="3805300" y="1933603"/>
            <a:chExt cx="1534425" cy="1278439"/>
          </a:xfrm>
          <a:solidFill>
            <a:schemeClr val="bg1"/>
          </a:solidFill>
        </p:grpSpPr>
        <p:sp>
          <p:nvSpPr>
            <p:cNvPr id="11" name="Vapaamuotoinen: Muoto 10">
              <a:extLst>
                <a:ext uri="{FF2B5EF4-FFF2-40B4-BE49-F238E27FC236}">
                  <a16:creationId xmlns:a16="http://schemas.microsoft.com/office/drawing/2014/main" id="{B7F23EB4-103A-35B4-D07F-4039D63D2E2D}"/>
                </a:ext>
                <a:ext uri="{C183D7F6-B498-43B3-948B-1728B52AA6E4}">
                  <adec:decorative xmlns:adec="http://schemas.microsoft.com/office/drawing/2017/decorative" val="1"/>
                </a:ext>
              </a:extLst>
            </p:cNvPr>
            <p:cNvSpPr/>
            <p:nvPr/>
          </p:nvSpPr>
          <p:spPr>
            <a:xfrm>
              <a:off x="4241165" y="2587710"/>
              <a:ext cx="391070" cy="217852"/>
            </a:xfrm>
            <a:custGeom>
              <a:avLst/>
              <a:gdLst>
                <a:gd name="connsiteX0" fmla="*/ 260349 w 391070"/>
                <a:gd name="connsiteY0" fmla="*/ 4423 h 217852"/>
                <a:gd name="connsiteX1" fmla="*/ 128237 w 391070"/>
                <a:gd name="connsiteY1" fmla="*/ 39570 h 217852"/>
                <a:gd name="connsiteX2" fmla="*/ 11651 w 391070"/>
                <a:gd name="connsiteY2" fmla="*/ 103197 h 217852"/>
                <a:gd name="connsiteX3" fmla="*/ 25938 w 391070"/>
                <a:gd name="connsiteY3" fmla="*/ 177873 h 217852"/>
                <a:gd name="connsiteX4" fmla="*/ 151668 w 391070"/>
                <a:gd name="connsiteY4" fmla="*/ 196733 h 217852"/>
                <a:gd name="connsiteX5" fmla="*/ 211866 w 391070"/>
                <a:gd name="connsiteY5" fmla="*/ 196638 h 217852"/>
                <a:gd name="connsiteX6" fmla="*/ 329786 w 391070"/>
                <a:gd name="connsiteY6" fmla="*/ 200638 h 217852"/>
                <a:gd name="connsiteX7" fmla="*/ 367124 w 391070"/>
                <a:gd name="connsiteY7" fmla="*/ 166729 h 217852"/>
                <a:gd name="connsiteX8" fmla="*/ 260444 w 391070"/>
                <a:gd name="connsiteY8" fmla="*/ 4423 h 217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070" h="217852">
                  <a:moveTo>
                    <a:pt x="260349" y="4423"/>
                  </a:moveTo>
                  <a:cubicBezTo>
                    <a:pt x="216534" y="16996"/>
                    <a:pt x="171385" y="24711"/>
                    <a:pt x="128237" y="39570"/>
                  </a:cubicBezTo>
                  <a:cubicBezTo>
                    <a:pt x="86898" y="53763"/>
                    <a:pt x="39464" y="67479"/>
                    <a:pt x="11651" y="103197"/>
                  </a:cubicBezTo>
                  <a:cubicBezTo>
                    <a:pt x="-8161" y="128629"/>
                    <a:pt x="-2256" y="161776"/>
                    <a:pt x="25938" y="177873"/>
                  </a:cubicBezTo>
                  <a:cubicBezTo>
                    <a:pt x="63943" y="199590"/>
                    <a:pt x="109377" y="195209"/>
                    <a:pt x="151668" y="196733"/>
                  </a:cubicBezTo>
                  <a:cubicBezTo>
                    <a:pt x="171576" y="197495"/>
                    <a:pt x="191769" y="196923"/>
                    <a:pt x="211866" y="196638"/>
                  </a:cubicBezTo>
                  <a:cubicBezTo>
                    <a:pt x="245871" y="221117"/>
                    <a:pt x="295210" y="226927"/>
                    <a:pt x="329786" y="200638"/>
                  </a:cubicBezTo>
                  <a:cubicBezTo>
                    <a:pt x="343311" y="190351"/>
                    <a:pt x="356456" y="179969"/>
                    <a:pt x="367124" y="166729"/>
                  </a:cubicBezTo>
                  <a:cubicBezTo>
                    <a:pt x="430656" y="88243"/>
                    <a:pt x="358361" y="-23676"/>
                    <a:pt x="260444" y="4423"/>
                  </a:cubicBezTo>
                  <a:close/>
                </a:path>
              </a:pathLst>
            </a:custGeom>
            <a:grpFill/>
            <a:ln w="9525"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65CE5B0E-0C89-7075-2F05-E4D09BACE72E}"/>
                </a:ext>
                <a:ext uri="{C183D7F6-B498-43B3-948B-1728B52AA6E4}">
                  <adec:decorative xmlns:adec="http://schemas.microsoft.com/office/drawing/2017/decorative" val="1"/>
                </a:ext>
              </a:extLst>
            </p:cNvPr>
            <p:cNvSpPr/>
            <p:nvPr/>
          </p:nvSpPr>
          <p:spPr>
            <a:xfrm>
              <a:off x="3805300" y="2770673"/>
              <a:ext cx="344049" cy="184753"/>
            </a:xfrm>
            <a:custGeom>
              <a:avLst/>
              <a:gdLst>
                <a:gd name="connsiteX0" fmla="*/ 343789 w 344049"/>
                <a:gd name="connsiteY0" fmla="*/ 86255 h 184753"/>
                <a:gd name="connsiteX1" fmla="*/ 245395 w 344049"/>
                <a:gd name="connsiteY1" fmla="*/ 149 h 184753"/>
                <a:gd name="connsiteX2" fmla="*/ 96901 w 344049"/>
                <a:gd name="connsiteY2" fmla="*/ 50631 h 184753"/>
                <a:gd name="connsiteX3" fmla="*/ 3270 w 344049"/>
                <a:gd name="connsiteY3" fmla="*/ 149882 h 184753"/>
                <a:gd name="connsiteX4" fmla="*/ 16414 w 344049"/>
                <a:gd name="connsiteY4" fmla="*/ 176837 h 184753"/>
                <a:gd name="connsiteX5" fmla="*/ 132905 w 344049"/>
                <a:gd name="connsiteY5" fmla="*/ 175504 h 184753"/>
                <a:gd name="connsiteX6" fmla="*/ 257778 w 344049"/>
                <a:gd name="connsiteY6" fmla="*/ 184648 h 184753"/>
                <a:gd name="connsiteX7" fmla="*/ 343884 w 344049"/>
                <a:gd name="connsiteY7" fmla="*/ 86255 h 1847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4049" h="184753">
                  <a:moveTo>
                    <a:pt x="343789" y="86255"/>
                  </a:moveTo>
                  <a:cubicBezTo>
                    <a:pt x="340360" y="35963"/>
                    <a:pt x="295402" y="-2709"/>
                    <a:pt x="245395" y="149"/>
                  </a:cubicBezTo>
                  <a:cubicBezTo>
                    <a:pt x="193675" y="3197"/>
                    <a:pt x="142049" y="26533"/>
                    <a:pt x="96901" y="50631"/>
                  </a:cubicBezTo>
                  <a:cubicBezTo>
                    <a:pt x="53467" y="73777"/>
                    <a:pt x="31654" y="111496"/>
                    <a:pt x="3270" y="149882"/>
                  </a:cubicBezTo>
                  <a:cubicBezTo>
                    <a:pt x="-3969" y="159692"/>
                    <a:pt x="984" y="179885"/>
                    <a:pt x="16414" y="176837"/>
                  </a:cubicBezTo>
                  <a:cubicBezTo>
                    <a:pt x="55181" y="169217"/>
                    <a:pt x="93567" y="177790"/>
                    <a:pt x="132905" y="175504"/>
                  </a:cubicBezTo>
                  <a:cubicBezTo>
                    <a:pt x="175291" y="173123"/>
                    <a:pt x="215677" y="182171"/>
                    <a:pt x="257778" y="184648"/>
                  </a:cubicBezTo>
                  <a:cubicBezTo>
                    <a:pt x="307594" y="187505"/>
                    <a:pt x="346932" y="131594"/>
                    <a:pt x="343884" y="86255"/>
                  </a:cubicBezTo>
                  <a:close/>
                </a:path>
              </a:pathLst>
            </a:custGeom>
            <a:grpFill/>
            <a:ln w="9525"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9C391CB0-B303-71DE-D879-A383FABB6ECD}"/>
                </a:ext>
                <a:ext uri="{C183D7F6-B498-43B3-948B-1728B52AA6E4}">
                  <adec:decorative xmlns:adec="http://schemas.microsoft.com/office/drawing/2017/decorative" val="1"/>
                </a:ext>
              </a:extLst>
            </p:cNvPr>
            <p:cNvSpPr/>
            <p:nvPr/>
          </p:nvSpPr>
          <p:spPr>
            <a:xfrm>
              <a:off x="4056327" y="3013610"/>
              <a:ext cx="458001" cy="198432"/>
            </a:xfrm>
            <a:custGeom>
              <a:avLst/>
              <a:gdLst>
                <a:gd name="connsiteX0" fmla="*/ 415469 w 458001"/>
                <a:gd name="connsiteY0" fmla="*/ 15721 h 198432"/>
                <a:gd name="connsiteX1" fmla="*/ 193727 w 458001"/>
                <a:gd name="connsiteY1" fmla="*/ 35438 h 198432"/>
                <a:gd name="connsiteX2" fmla="*/ 95524 w 458001"/>
                <a:gd name="connsiteY2" fmla="*/ 69251 h 198432"/>
                <a:gd name="connsiteX3" fmla="*/ 5418 w 458001"/>
                <a:gd name="connsiteY3" fmla="*/ 136212 h 198432"/>
                <a:gd name="connsiteX4" fmla="*/ 6656 w 458001"/>
                <a:gd name="connsiteY4" fmla="*/ 157548 h 198432"/>
                <a:gd name="connsiteX5" fmla="*/ 92762 w 458001"/>
                <a:gd name="connsiteY5" fmla="*/ 193743 h 198432"/>
                <a:gd name="connsiteX6" fmla="*/ 214015 w 458001"/>
                <a:gd name="connsiteY6" fmla="*/ 196410 h 198432"/>
                <a:gd name="connsiteX7" fmla="*/ 438615 w 458001"/>
                <a:gd name="connsiteY7" fmla="*/ 136117 h 198432"/>
                <a:gd name="connsiteX8" fmla="*/ 415564 w 458001"/>
                <a:gd name="connsiteY8" fmla="*/ 15626 h 198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001" h="198432">
                  <a:moveTo>
                    <a:pt x="415469" y="15721"/>
                  </a:moveTo>
                  <a:cubicBezTo>
                    <a:pt x="341555" y="-18760"/>
                    <a:pt x="266403" y="10673"/>
                    <a:pt x="193727" y="35438"/>
                  </a:cubicBezTo>
                  <a:cubicBezTo>
                    <a:pt x="161056" y="46582"/>
                    <a:pt x="127433" y="56012"/>
                    <a:pt x="95524" y="69251"/>
                  </a:cubicBezTo>
                  <a:cubicBezTo>
                    <a:pt x="58948" y="84396"/>
                    <a:pt x="35898" y="111828"/>
                    <a:pt x="5418" y="136212"/>
                  </a:cubicBezTo>
                  <a:cubicBezTo>
                    <a:pt x="-1250" y="141546"/>
                    <a:pt x="-2774" y="153738"/>
                    <a:pt x="6656" y="157548"/>
                  </a:cubicBezTo>
                  <a:cubicBezTo>
                    <a:pt x="34945" y="169073"/>
                    <a:pt x="62663" y="187171"/>
                    <a:pt x="92762" y="193743"/>
                  </a:cubicBezTo>
                  <a:cubicBezTo>
                    <a:pt x="130957" y="202125"/>
                    <a:pt x="175249" y="196791"/>
                    <a:pt x="214015" y="196410"/>
                  </a:cubicBezTo>
                  <a:cubicBezTo>
                    <a:pt x="294121" y="195743"/>
                    <a:pt x="379750" y="198220"/>
                    <a:pt x="438615" y="136117"/>
                  </a:cubicBezTo>
                  <a:cubicBezTo>
                    <a:pt x="472524" y="100303"/>
                    <a:pt x="460141" y="36390"/>
                    <a:pt x="415564" y="15626"/>
                  </a:cubicBezTo>
                  <a:close/>
                </a:path>
              </a:pathLst>
            </a:custGeom>
            <a:grpFill/>
            <a:ln w="9525"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06543BBE-6C1F-C890-9626-60D0DF3FE7BA}"/>
                </a:ext>
                <a:ext uri="{C183D7F6-B498-43B3-948B-1728B52AA6E4}">
                  <adec:decorative xmlns:adec="http://schemas.microsoft.com/office/drawing/2017/decorative" val="1"/>
                </a:ext>
              </a:extLst>
            </p:cNvPr>
            <p:cNvSpPr/>
            <p:nvPr/>
          </p:nvSpPr>
          <p:spPr>
            <a:xfrm>
              <a:off x="4861957" y="2824493"/>
              <a:ext cx="317826" cy="162323"/>
            </a:xfrm>
            <a:custGeom>
              <a:avLst/>
              <a:gdLst>
                <a:gd name="connsiteX0" fmla="*/ 317642 w 317826"/>
                <a:gd name="connsiteY0" fmla="*/ 86537 h 162323"/>
                <a:gd name="connsiteX1" fmla="*/ 209914 w 317826"/>
                <a:gd name="connsiteY1" fmla="*/ 3289 h 162323"/>
                <a:gd name="connsiteX2" fmla="*/ 9318 w 317826"/>
                <a:gd name="connsiteY2" fmla="*/ 55200 h 162323"/>
                <a:gd name="connsiteX3" fmla="*/ 7508 w 317826"/>
                <a:gd name="connsiteY3" fmla="*/ 80822 h 162323"/>
                <a:gd name="connsiteX4" fmla="*/ 199342 w 317826"/>
                <a:gd name="connsiteY4" fmla="*/ 155213 h 162323"/>
                <a:gd name="connsiteX5" fmla="*/ 317642 w 317826"/>
                <a:gd name="connsiteY5" fmla="*/ 86633 h 162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7826" h="162323">
                  <a:moveTo>
                    <a:pt x="317642" y="86537"/>
                  </a:moveTo>
                  <a:cubicBezTo>
                    <a:pt x="321452" y="26911"/>
                    <a:pt x="265445" y="-11856"/>
                    <a:pt x="209914" y="3289"/>
                  </a:cubicBezTo>
                  <a:cubicBezTo>
                    <a:pt x="143525" y="21482"/>
                    <a:pt x="76564" y="40436"/>
                    <a:pt x="9318" y="55200"/>
                  </a:cubicBezTo>
                  <a:cubicBezTo>
                    <a:pt x="-1826" y="57677"/>
                    <a:pt x="-3636" y="76917"/>
                    <a:pt x="7508" y="80822"/>
                  </a:cubicBezTo>
                  <a:cubicBezTo>
                    <a:pt x="72088" y="103206"/>
                    <a:pt x="135905" y="129590"/>
                    <a:pt x="199342" y="155213"/>
                  </a:cubicBezTo>
                  <a:cubicBezTo>
                    <a:pt x="252777" y="176834"/>
                    <a:pt x="313737" y="147783"/>
                    <a:pt x="317642" y="86633"/>
                  </a:cubicBezTo>
                  <a:close/>
                </a:path>
              </a:pathLst>
            </a:custGeom>
            <a:grpFill/>
            <a:ln w="9525"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CB177D20-F9B6-916F-7738-4D6180CBB87C}"/>
                </a:ext>
                <a:ext uri="{C183D7F6-B498-43B3-948B-1728B52AA6E4}">
                  <adec:decorative xmlns:adec="http://schemas.microsoft.com/office/drawing/2017/decorative" val="1"/>
                </a:ext>
              </a:extLst>
            </p:cNvPr>
            <p:cNvSpPr/>
            <p:nvPr/>
          </p:nvSpPr>
          <p:spPr>
            <a:xfrm>
              <a:off x="4844250" y="2519405"/>
              <a:ext cx="395470" cy="206724"/>
            </a:xfrm>
            <a:custGeom>
              <a:avLst/>
              <a:gdLst>
                <a:gd name="connsiteX0" fmla="*/ 382593 w 395470"/>
                <a:gd name="connsiteY0" fmla="*/ 80348 h 206724"/>
                <a:gd name="connsiteX1" fmla="*/ 191998 w 395470"/>
                <a:gd name="connsiteY1" fmla="*/ 4624 h 206724"/>
                <a:gd name="connsiteX2" fmla="*/ 98462 w 395470"/>
                <a:gd name="connsiteY2" fmla="*/ 433 h 206724"/>
                <a:gd name="connsiteX3" fmla="*/ 10547 w 395470"/>
                <a:gd name="connsiteY3" fmla="*/ 25388 h 206724"/>
                <a:gd name="connsiteX4" fmla="*/ 5117 w 395470"/>
                <a:gd name="connsiteY4" fmla="*/ 51487 h 206724"/>
                <a:gd name="connsiteX5" fmla="*/ 66839 w 395470"/>
                <a:gd name="connsiteY5" fmla="*/ 105589 h 206724"/>
                <a:gd name="connsiteX6" fmla="*/ 153517 w 395470"/>
                <a:gd name="connsiteY6" fmla="*/ 151309 h 206724"/>
                <a:gd name="connsiteX7" fmla="*/ 340112 w 395470"/>
                <a:gd name="connsiteY7" fmla="*/ 202649 h 206724"/>
                <a:gd name="connsiteX8" fmla="*/ 382498 w 395470"/>
                <a:gd name="connsiteY8" fmla="*/ 80348 h 206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5470" h="206724">
                  <a:moveTo>
                    <a:pt x="382593" y="80348"/>
                  </a:moveTo>
                  <a:cubicBezTo>
                    <a:pt x="337349" y="17102"/>
                    <a:pt x="264864" y="11482"/>
                    <a:pt x="191998" y="4624"/>
                  </a:cubicBezTo>
                  <a:cubicBezTo>
                    <a:pt x="160946" y="1671"/>
                    <a:pt x="129704" y="-1091"/>
                    <a:pt x="98462" y="433"/>
                  </a:cubicBezTo>
                  <a:cubicBezTo>
                    <a:pt x="64172" y="2052"/>
                    <a:pt x="42455" y="17006"/>
                    <a:pt x="10547" y="25388"/>
                  </a:cubicBezTo>
                  <a:cubicBezTo>
                    <a:pt x="-121" y="28151"/>
                    <a:pt x="-4027" y="44724"/>
                    <a:pt x="5117" y="51487"/>
                  </a:cubicBezTo>
                  <a:cubicBezTo>
                    <a:pt x="27596" y="68156"/>
                    <a:pt x="41884" y="90730"/>
                    <a:pt x="66839" y="105589"/>
                  </a:cubicBezTo>
                  <a:cubicBezTo>
                    <a:pt x="94938" y="122353"/>
                    <a:pt x="124561" y="136164"/>
                    <a:pt x="153517" y="151309"/>
                  </a:cubicBezTo>
                  <a:cubicBezTo>
                    <a:pt x="216477" y="184170"/>
                    <a:pt x="267245" y="218746"/>
                    <a:pt x="340112" y="202649"/>
                  </a:cubicBezTo>
                  <a:cubicBezTo>
                    <a:pt x="390880" y="191409"/>
                    <a:pt x="410882" y="119972"/>
                    <a:pt x="382498" y="80348"/>
                  </a:cubicBezTo>
                  <a:close/>
                </a:path>
              </a:pathLst>
            </a:custGeom>
            <a:grpFill/>
            <a:ln w="9525"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BCEE1F6D-0C44-6DC2-6AFE-C05869F80E5E}"/>
                </a:ext>
                <a:ext uri="{C183D7F6-B498-43B3-948B-1728B52AA6E4}">
                  <adec:decorative xmlns:adec="http://schemas.microsoft.com/office/drawing/2017/decorative" val="1"/>
                </a:ext>
              </a:extLst>
            </p:cNvPr>
            <p:cNvSpPr/>
            <p:nvPr/>
          </p:nvSpPr>
          <p:spPr>
            <a:xfrm>
              <a:off x="4446189" y="2285056"/>
              <a:ext cx="304175" cy="162435"/>
            </a:xfrm>
            <a:custGeom>
              <a:avLst/>
              <a:gdLst>
                <a:gd name="connsiteX0" fmla="*/ 303928 w 304175"/>
                <a:gd name="connsiteY0" fmla="*/ 72953 h 162435"/>
                <a:gd name="connsiteX1" fmla="*/ 154004 w 304175"/>
                <a:gd name="connsiteY1" fmla="*/ 9992 h 162435"/>
                <a:gd name="connsiteX2" fmla="*/ 8653 w 304175"/>
                <a:gd name="connsiteY2" fmla="*/ 81906 h 162435"/>
                <a:gd name="connsiteX3" fmla="*/ 10272 w 304175"/>
                <a:gd name="connsiteY3" fmla="*/ 107243 h 162435"/>
                <a:gd name="connsiteX4" fmla="*/ 157243 w 304175"/>
                <a:gd name="connsiteY4" fmla="*/ 159916 h 162435"/>
                <a:gd name="connsiteX5" fmla="*/ 303928 w 304175"/>
                <a:gd name="connsiteY5" fmla="*/ 72953 h 162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4175" h="162435">
                  <a:moveTo>
                    <a:pt x="303928" y="72953"/>
                  </a:moveTo>
                  <a:cubicBezTo>
                    <a:pt x="298594" y="-6200"/>
                    <a:pt x="210773" y="-9534"/>
                    <a:pt x="154004" y="9992"/>
                  </a:cubicBezTo>
                  <a:cubicBezTo>
                    <a:pt x="102283" y="27804"/>
                    <a:pt x="59135" y="61808"/>
                    <a:pt x="8653" y="81906"/>
                  </a:cubicBezTo>
                  <a:cubicBezTo>
                    <a:pt x="-4397" y="87050"/>
                    <a:pt x="-1730" y="103052"/>
                    <a:pt x="10272" y="107243"/>
                  </a:cubicBezTo>
                  <a:cubicBezTo>
                    <a:pt x="59611" y="124007"/>
                    <a:pt x="104950" y="152105"/>
                    <a:pt x="157243" y="159916"/>
                  </a:cubicBezTo>
                  <a:cubicBezTo>
                    <a:pt x="218488" y="169060"/>
                    <a:pt x="309547" y="156201"/>
                    <a:pt x="303928" y="72953"/>
                  </a:cubicBezTo>
                  <a:close/>
                </a:path>
              </a:pathLst>
            </a:custGeom>
            <a:grpFill/>
            <a:ln w="9525"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B1381C45-7BD7-8B2E-DC91-47510A5A3E9A}"/>
                </a:ext>
                <a:ext uri="{C183D7F6-B498-43B3-948B-1728B52AA6E4}">
                  <adec:decorative xmlns:adec="http://schemas.microsoft.com/office/drawing/2017/decorative" val="1"/>
                </a:ext>
              </a:extLst>
            </p:cNvPr>
            <p:cNvSpPr/>
            <p:nvPr/>
          </p:nvSpPr>
          <p:spPr>
            <a:xfrm>
              <a:off x="4913183" y="2140755"/>
              <a:ext cx="426542" cy="192851"/>
            </a:xfrm>
            <a:custGeom>
              <a:avLst/>
              <a:gdLst>
                <a:gd name="connsiteX0" fmla="*/ 330424 w 426542"/>
                <a:gd name="connsiteY0" fmla="*/ 655 h 192851"/>
                <a:gd name="connsiteX1" fmla="*/ 14384 w 426542"/>
                <a:gd name="connsiteY1" fmla="*/ 40851 h 192851"/>
                <a:gd name="connsiteX2" fmla="*/ 8574 w 426542"/>
                <a:gd name="connsiteY2" fmla="*/ 69997 h 192851"/>
                <a:gd name="connsiteX3" fmla="*/ 294991 w 426542"/>
                <a:gd name="connsiteY3" fmla="*/ 178201 h 192851"/>
                <a:gd name="connsiteX4" fmla="*/ 330519 w 426542"/>
                <a:gd name="connsiteY4" fmla="*/ 655 h 192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6542" h="192851">
                  <a:moveTo>
                    <a:pt x="330424" y="655"/>
                  </a:moveTo>
                  <a:cubicBezTo>
                    <a:pt x="223267" y="10847"/>
                    <a:pt x="120207" y="21134"/>
                    <a:pt x="14384" y="40851"/>
                  </a:cubicBezTo>
                  <a:cubicBezTo>
                    <a:pt x="668" y="43422"/>
                    <a:pt x="-6857" y="63139"/>
                    <a:pt x="8574" y="69997"/>
                  </a:cubicBezTo>
                  <a:cubicBezTo>
                    <a:pt x="102967" y="112383"/>
                    <a:pt x="197455" y="144959"/>
                    <a:pt x="294991" y="178201"/>
                  </a:cubicBezTo>
                  <a:cubicBezTo>
                    <a:pt x="424054" y="258021"/>
                    <a:pt x="495492" y="-15061"/>
                    <a:pt x="330519" y="655"/>
                  </a:cubicBezTo>
                  <a:close/>
                </a:path>
              </a:pathLst>
            </a:custGeom>
            <a:grpFill/>
            <a:ln w="9525"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49557382-D542-5A14-42C5-53AD49AAC106}"/>
                </a:ext>
                <a:ext uri="{C183D7F6-B498-43B3-948B-1728B52AA6E4}">
                  <adec:decorative xmlns:adec="http://schemas.microsoft.com/office/drawing/2017/decorative" val="1"/>
                </a:ext>
              </a:extLst>
            </p:cNvPr>
            <p:cNvSpPr/>
            <p:nvPr/>
          </p:nvSpPr>
          <p:spPr>
            <a:xfrm>
              <a:off x="3902470" y="2487419"/>
              <a:ext cx="321642" cy="139966"/>
            </a:xfrm>
            <a:custGeom>
              <a:avLst/>
              <a:gdLst>
                <a:gd name="connsiteX0" fmla="*/ 270908 w 321642"/>
                <a:gd name="connsiteY0" fmla="*/ 10130 h 139966"/>
                <a:gd name="connsiteX1" fmla="*/ 126795 w 321642"/>
                <a:gd name="connsiteY1" fmla="*/ 15179 h 139966"/>
                <a:gd name="connsiteX2" fmla="*/ 8589 w 321642"/>
                <a:gd name="connsiteY2" fmla="*/ 73757 h 139966"/>
                <a:gd name="connsiteX3" fmla="*/ 19924 w 321642"/>
                <a:gd name="connsiteY3" fmla="*/ 107666 h 139966"/>
                <a:gd name="connsiteX4" fmla="*/ 138701 w 321642"/>
                <a:gd name="connsiteY4" fmla="*/ 126621 h 139966"/>
                <a:gd name="connsiteX5" fmla="*/ 262716 w 321642"/>
                <a:gd name="connsiteY5" fmla="*/ 139956 h 139966"/>
                <a:gd name="connsiteX6" fmla="*/ 270908 w 321642"/>
                <a:gd name="connsiteY6" fmla="*/ 10226 h 139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642" h="139966">
                  <a:moveTo>
                    <a:pt x="270908" y="10130"/>
                  </a:moveTo>
                  <a:cubicBezTo>
                    <a:pt x="220425" y="-2633"/>
                    <a:pt x="175563" y="-5776"/>
                    <a:pt x="126795" y="15179"/>
                  </a:cubicBezTo>
                  <a:cubicBezTo>
                    <a:pt x="86504" y="32419"/>
                    <a:pt x="47166" y="53088"/>
                    <a:pt x="8589" y="73757"/>
                  </a:cubicBezTo>
                  <a:cubicBezTo>
                    <a:pt x="-8841" y="83092"/>
                    <a:pt x="2970" y="108047"/>
                    <a:pt x="19924" y="107666"/>
                  </a:cubicBezTo>
                  <a:cubicBezTo>
                    <a:pt x="61834" y="106904"/>
                    <a:pt x="98886" y="113667"/>
                    <a:pt x="138701" y="126621"/>
                  </a:cubicBezTo>
                  <a:cubicBezTo>
                    <a:pt x="180516" y="140242"/>
                    <a:pt x="219282" y="139194"/>
                    <a:pt x="262716" y="139956"/>
                  </a:cubicBezTo>
                  <a:cubicBezTo>
                    <a:pt x="340155" y="141194"/>
                    <a:pt x="339583" y="27656"/>
                    <a:pt x="270908" y="10226"/>
                  </a:cubicBezTo>
                  <a:close/>
                </a:path>
              </a:pathLst>
            </a:custGeom>
            <a:grpFill/>
            <a:ln w="9525" cap="flat">
              <a:noFill/>
              <a:prstDash val="solid"/>
              <a:miter/>
            </a:ln>
          </p:spPr>
          <p:txBody>
            <a:bodyPr rtlCol="0" anchor="ctr"/>
            <a:lstStyle/>
            <a:p>
              <a:endParaRPr lang="fi-FI" sz="3200"/>
            </a:p>
          </p:txBody>
        </p:sp>
        <p:sp>
          <p:nvSpPr>
            <p:cNvPr id="19" name="Vapaamuotoinen: Muoto 18">
              <a:extLst>
                <a:ext uri="{FF2B5EF4-FFF2-40B4-BE49-F238E27FC236}">
                  <a16:creationId xmlns:a16="http://schemas.microsoft.com/office/drawing/2014/main" id="{E1E9CE9E-54C5-1B84-018F-4C5809EC27DE}"/>
                </a:ext>
                <a:ext uri="{C183D7F6-B498-43B3-948B-1728B52AA6E4}">
                  <adec:decorative xmlns:adec="http://schemas.microsoft.com/office/drawing/2017/decorative" val="1"/>
                </a:ext>
              </a:extLst>
            </p:cNvPr>
            <p:cNvSpPr/>
            <p:nvPr/>
          </p:nvSpPr>
          <p:spPr>
            <a:xfrm>
              <a:off x="4187134" y="2170059"/>
              <a:ext cx="262237" cy="104856"/>
            </a:xfrm>
            <a:custGeom>
              <a:avLst/>
              <a:gdLst>
                <a:gd name="connsiteX0" fmla="*/ 226559 w 262237"/>
                <a:gd name="connsiteY0" fmla="*/ 4498 h 104856"/>
                <a:gd name="connsiteX1" fmla="*/ 8151 w 262237"/>
                <a:gd name="connsiteY1" fmla="*/ 53456 h 104856"/>
                <a:gd name="connsiteX2" fmla="*/ 9675 w 262237"/>
                <a:gd name="connsiteY2" fmla="*/ 77269 h 104856"/>
                <a:gd name="connsiteX3" fmla="*/ 232274 w 262237"/>
                <a:gd name="connsiteY3" fmla="*/ 92318 h 104856"/>
                <a:gd name="connsiteX4" fmla="*/ 226559 w 262237"/>
                <a:gd name="connsiteY4" fmla="*/ 4498 h 104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37" h="104856">
                  <a:moveTo>
                    <a:pt x="226559" y="4498"/>
                  </a:moveTo>
                  <a:cubicBezTo>
                    <a:pt x="148264" y="-13885"/>
                    <a:pt x="80255" y="28406"/>
                    <a:pt x="8151" y="53456"/>
                  </a:cubicBezTo>
                  <a:cubicBezTo>
                    <a:pt x="-3279" y="57457"/>
                    <a:pt x="-2612" y="75078"/>
                    <a:pt x="9675" y="77269"/>
                  </a:cubicBezTo>
                  <a:cubicBezTo>
                    <a:pt x="84256" y="90794"/>
                    <a:pt x="158265" y="122322"/>
                    <a:pt x="232274" y="92318"/>
                  </a:cubicBezTo>
                  <a:cubicBezTo>
                    <a:pt x="274184" y="75269"/>
                    <a:pt x="271993" y="15166"/>
                    <a:pt x="226559" y="4498"/>
                  </a:cubicBezTo>
                  <a:close/>
                </a:path>
              </a:pathLst>
            </a:custGeom>
            <a:grpFill/>
            <a:ln w="9525"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E2337B-550A-700B-9879-274A75C7C4F6}"/>
                </a:ext>
                <a:ext uri="{C183D7F6-B498-43B3-948B-1728B52AA6E4}">
                  <adec:decorative xmlns:adec="http://schemas.microsoft.com/office/drawing/2017/decorative" val="1"/>
                </a:ext>
              </a:extLst>
            </p:cNvPr>
            <p:cNvSpPr/>
            <p:nvPr/>
          </p:nvSpPr>
          <p:spPr>
            <a:xfrm>
              <a:off x="4613634" y="1933603"/>
              <a:ext cx="373344" cy="178099"/>
            </a:xfrm>
            <a:custGeom>
              <a:avLst/>
              <a:gdLst>
                <a:gd name="connsiteX0" fmla="*/ 303551 w 373344"/>
                <a:gd name="connsiteY0" fmla="*/ 1781 h 178099"/>
                <a:gd name="connsiteX1" fmla="*/ 136673 w 373344"/>
                <a:gd name="connsiteY1" fmla="*/ 20355 h 178099"/>
                <a:gd name="connsiteX2" fmla="*/ 8467 w 373344"/>
                <a:gd name="connsiteY2" fmla="*/ 77791 h 178099"/>
                <a:gd name="connsiteX3" fmla="*/ 11039 w 373344"/>
                <a:gd name="connsiteY3" fmla="*/ 125892 h 178099"/>
                <a:gd name="connsiteX4" fmla="*/ 137245 w 373344"/>
                <a:gd name="connsiteY4" fmla="*/ 159896 h 178099"/>
                <a:gd name="connsiteX5" fmla="*/ 292407 w 373344"/>
                <a:gd name="connsiteY5" fmla="*/ 177803 h 178099"/>
                <a:gd name="connsiteX6" fmla="*/ 303551 w 373344"/>
                <a:gd name="connsiteY6" fmla="*/ 1876 h 178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3344" h="178099">
                  <a:moveTo>
                    <a:pt x="303551" y="1781"/>
                  </a:moveTo>
                  <a:cubicBezTo>
                    <a:pt x="246973" y="-4220"/>
                    <a:pt x="191442" y="5686"/>
                    <a:pt x="136673" y="20355"/>
                  </a:cubicBezTo>
                  <a:cubicBezTo>
                    <a:pt x="93716" y="31880"/>
                    <a:pt x="36947" y="41119"/>
                    <a:pt x="8467" y="77791"/>
                  </a:cubicBezTo>
                  <a:cubicBezTo>
                    <a:pt x="-2296" y="91602"/>
                    <a:pt x="-4201" y="113890"/>
                    <a:pt x="11039" y="125892"/>
                  </a:cubicBezTo>
                  <a:cubicBezTo>
                    <a:pt x="46567" y="153895"/>
                    <a:pt x="94001" y="152467"/>
                    <a:pt x="137245" y="159896"/>
                  </a:cubicBezTo>
                  <a:cubicBezTo>
                    <a:pt x="188204" y="168659"/>
                    <a:pt x="240496" y="180089"/>
                    <a:pt x="292407" y="177803"/>
                  </a:cubicBezTo>
                  <a:cubicBezTo>
                    <a:pt x="390515" y="173517"/>
                    <a:pt x="405564" y="12640"/>
                    <a:pt x="303551" y="1876"/>
                  </a:cubicBezTo>
                  <a:close/>
                </a:path>
              </a:pathLst>
            </a:custGeom>
            <a:grpFill/>
            <a:ln w="9525" cap="flat">
              <a:noFill/>
              <a:prstDash val="solid"/>
              <a:miter/>
            </a:ln>
          </p:spPr>
          <p:txBody>
            <a:bodyPr rtlCol="0" anchor="ctr"/>
            <a:lstStyle/>
            <a:p>
              <a:endParaRPr lang="fi-FI" sz="3200"/>
            </a:p>
          </p:txBody>
        </p:sp>
      </p:grpSp>
      <p:sp>
        <p:nvSpPr>
          <p:cNvPr id="9" name="Suorakulmio 8">
            <a:extLst>
              <a:ext uri="{FF2B5EF4-FFF2-40B4-BE49-F238E27FC236}">
                <a16:creationId xmlns:a16="http://schemas.microsoft.com/office/drawing/2014/main" id="{C0B108E5-25E6-BFDF-E378-5C4868BD7152}"/>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2758842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4725"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ain kuva">
    <p:spTree>
      <p:nvGrpSpPr>
        <p:cNvPr id="1" name=""/>
        <p:cNvGrpSpPr/>
        <p:nvPr/>
      </p:nvGrpSpPr>
      <p:grpSpPr>
        <a:xfrm>
          <a:off x="0" y="0"/>
          <a:ext cx="0" cy="0"/>
          <a:chOff x="0" y="0"/>
          <a:chExt cx="0" cy="0"/>
        </a:xfrm>
      </p:grpSpPr>
      <p:sp>
        <p:nvSpPr>
          <p:cNvPr id="5" name="Kuvan paikkamerkki 2">
            <a:extLst>
              <a:ext uri="{FF2B5EF4-FFF2-40B4-BE49-F238E27FC236}">
                <a16:creationId xmlns:a16="http://schemas.microsoft.com/office/drawing/2014/main" id="{72E8C8B2-99B5-4BB7-8951-204A0B967187}"/>
              </a:ext>
            </a:extLst>
          </p:cNvPr>
          <p:cNvSpPr>
            <a:spLocks noGrp="1"/>
          </p:cNvSpPr>
          <p:nvPr>
            <p:ph type="pic" sz="quarter" idx="15"/>
          </p:nvPr>
        </p:nvSpPr>
        <p:spPr>
          <a:xfrm>
            <a:off x="0" y="0"/>
            <a:ext cx="12192000"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sp>
        <p:nvSpPr>
          <p:cNvPr id="3" name="Footer Placeholder 2"/>
          <p:cNvSpPr>
            <a:spLocks noGrp="1"/>
          </p:cNvSpPr>
          <p:nvPr>
            <p:ph type="ftr" sz="quarter" idx="11"/>
          </p:nvPr>
        </p:nvSpPr>
        <p:spPr/>
        <p:txBody>
          <a:bodyPr/>
          <a:lstStyle>
            <a:lvl1pPr>
              <a:defRPr>
                <a:solidFill>
                  <a:srgbClr val="555858"/>
                </a:solidFill>
              </a:defRPr>
            </a:lvl1pPr>
          </a:lstStyle>
          <a:p>
            <a:endParaRPr lang="fi-FI"/>
          </a:p>
        </p:txBody>
      </p:sp>
      <p:sp>
        <p:nvSpPr>
          <p:cNvPr id="2" name="Date Placeholder 1"/>
          <p:cNvSpPr>
            <a:spLocks noGrp="1"/>
          </p:cNvSpPr>
          <p:nvPr>
            <p:ph type="dt" sz="half" idx="10"/>
          </p:nvPr>
        </p:nvSpPr>
        <p:spPr/>
        <p:txBody>
          <a:bodyPr/>
          <a:lstStyle>
            <a:lvl1pPr>
              <a:defRPr>
                <a:solidFill>
                  <a:srgbClr val="555858"/>
                </a:solidFill>
              </a:defRPr>
            </a:lvl1pPr>
          </a:lstStyle>
          <a:p>
            <a:fld id="{A144193F-85A9-473A-8ED5-03E1C2633C3C}" type="datetime1">
              <a:rPr lang="fi-FI" smtClean="0"/>
              <a:pPr/>
              <a:t>14.10.2026</a:t>
            </a:fld>
            <a:endParaRPr lang="fi-FI"/>
          </a:p>
        </p:txBody>
      </p:sp>
      <p:sp>
        <p:nvSpPr>
          <p:cNvPr id="4" name="Slide Number Placeholder 3"/>
          <p:cNvSpPr>
            <a:spLocks noGrp="1"/>
          </p:cNvSpPr>
          <p:nvPr>
            <p:ph type="sldNum" sz="quarter" idx="12"/>
          </p:nvPr>
        </p:nvSpPr>
        <p:spPr/>
        <p:txBody>
          <a:bodyPr/>
          <a:lstStyle/>
          <a:p>
            <a:fld id="{07F0CC26-4241-4995-BDB3-9E0D3B0C702B}" type="slidenum">
              <a:rPr lang="fi-FI" smtClean="0"/>
              <a:t>‹#›</a:t>
            </a:fld>
            <a:endParaRPr lang="fi-FI"/>
          </a:p>
        </p:txBody>
      </p:sp>
    </p:spTree>
    <p:extLst>
      <p:ext uri="{BB962C8B-B14F-4D97-AF65-F5344CB8AC3E}">
        <p14:creationId xmlns:p14="http://schemas.microsoft.com/office/powerpoint/2010/main" val="22242309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ngähdysdia Vaalea">
    <p:bg>
      <p:bgPr>
        <a:solidFill>
          <a:schemeClr val="accent4"/>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E3E468B-518E-5646-9A41-48B1B5B2E315}"/>
              </a:ext>
            </a:extLst>
          </p:cNvPr>
          <p:cNvSpPr>
            <a:spLocks noGrp="1"/>
          </p:cNvSpPr>
          <p:nvPr>
            <p:ph type="title"/>
          </p:nvPr>
        </p:nvSpPr>
        <p:spPr>
          <a:xfrm>
            <a:off x="539750" y="1709740"/>
            <a:ext cx="11108099" cy="2871787"/>
          </a:xfrm>
        </p:spPr>
        <p:txBody>
          <a:bodyPr wrap="square" anchor="b">
            <a:noAutofit/>
          </a:bodyPr>
          <a:lstStyle>
            <a:lvl1pPr>
              <a:defRPr sz="6000">
                <a:solidFill>
                  <a:schemeClr val="tx1"/>
                </a:solidFill>
              </a:defRPr>
            </a:lvl1pPr>
          </a:lstStyle>
          <a:p>
            <a:r>
              <a:rPr lang="fi-FI"/>
              <a:t>Muokkaa ots. perustyyl. napsautt.</a:t>
            </a:r>
            <a:endParaRPr lang="en-US"/>
          </a:p>
        </p:txBody>
      </p:sp>
      <p:sp>
        <p:nvSpPr>
          <p:cNvPr id="10" name="Text Placeholder 2">
            <a:extLst>
              <a:ext uri="{FF2B5EF4-FFF2-40B4-BE49-F238E27FC236}">
                <a16:creationId xmlns:a16="http://schemas.microsoft.com/office/drawing/2014/main" id="{9E810529-8A61-7EB7-2FF7-B7B526F97D5E}"/>
              </a:ext>
            </a:extLst>
          </p:cNvPr>
          <p:cNvSpPr>
            <a:spLocks noGrp="1"/>
          </p:cNvSpPr>
          <p:nvPr>
            <p:ph type="body" idx="1"/>
          </p:nvPr>
        </p:nvSpPr>
        <p:spPr>
          <a:xfrm>
            <a:off x="541950" y="4872039"/>
            <a:ext cx="11108099" cy="1155700"/>
          </a:xfrm>
        </p:spPr>
        <p:txBody>
          <a:bodyPr wrap="square">
            <a:noAutofit/>
          </a:bodyPr>
          <a:lstStyle>
            <a:lvl1pPr marL="0" indent="0">
              <a:buNone/>
              <a:defRPr sz="24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6" name="Footer Placeholder 5"/>
          <p:cNvSpPr>
            <a:spLocks noGrp="1"/>
          </p:cNvSpPr>
          <p:nvPr>
            <p:ph type="ftr" sz="quarter" idx="11"/>
          </p:nvPr>
        </p:nvSpPr>
        <p:spPr>
          <a:xfrm>
            <a:off x="541950" y="6318251"/>
            <a:ext cx="8419135" cy="365125"/>
          </a:xfrm>
        </p:spPr>
        <p:txBody>
          <a:bodyPr/>
          <a:lstStyle>
            <a:lvl1pPr algn="l">
              <a:defRPr>
                <a:solidFill>
                  <a:schemeClr val="tx1"/>
                </a:solidFill>
              </a:defRPr>
            </a:lvl1pPr>
          </a:lstStyle>
          <a:p>
            <a:endParaRPr lang="fi-FI"/>
          </a:p>
        </p:txBody>
      </p:sp>
      <p:sp>
        <p:nvSpPr>
          <p:cNvPr id="5" name="Date Placeholder 4"/>
          <p:cNvSpPr>
            <a:spLocks noGrp="1"/>
          </p:cNvSpPr>
          <p:nvPr>
            <p:ph type="dt" sz="half" idx="10"/>
          </p:nvPr>
        </p:nvSpPr>
        <p:spPr/>
        <p:txBody>
          <a:bodyPr/>
          <a:lstStyle>
            <a:lvl1pPr>
              <a:defRPr>
                <a:solidFill>
                  <a:schemeClr val="tx1"/>
                </a:solidFill>
              </a:defRPr>
            </a:lvl1pPr>
          </a:lstStyle>
          <a:p>
            <a:fld id="{A6B70788-A3AE-43D2-86FD-10DDA28C89A9}" type="datetime1">
              <a:rPr lang="fi-FI" smtClean="0"/>
              <a:t>14.10.2026</a:t>
            </a:fld>
            <a:endParaRPr lang="fi-FI"/>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07F0CC26-4241-4995-BDB3-9E0D3B0C702B}" type="slidenum">
              <a:rPr lang="fi-FI" smtClean="0"/>
              <a:pPr/>
              <a:t>‹#›</a:t>
            </a:fld>
            <a:endParaRPr lang="fi-FI"/>
          </a:p>
        </p:txBody>
      </p:sp>
      <p:pic>
        <p:nvPicPr>
          <p:cNvPr id="8" name="Kuva 7">
            <a:extLst>
              <a:ext uri="{FF2B5EF4-FFF2-40B4-BE49-F238E27FC236}">
                <a16:creationId xmlns:a16="http://schemas.microsoft.com/office/drawing/2014/main" id="{18C680C2-A4CF-A9B6-7EA8-7D7AFBBE554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9408903">
            <a:off x="7774482" y="118732"/>
            <a:ext cx="673100" cy="812800"/>
          </a:xfrm>
          <a:prstGeom prst="rect">
            <a:avLst/>
          </a:prstGeom>
        </p:spPr>
      </p:pic>
      <p:pic>
        <p:nvPicPr>
          <p:cNvPr id="9" name="Kuva 8">
            <a:extLst>
              <a:ext uri="{FF2B5EF4-FFF2-40B4-BE49-F238E27FC236}">
                <a16:creationId xmlns:a16="http://schemas.microsoft.com/office/drawing/2014/main" id="{782E804C-06E1-FFEE-E002-7A38B974645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8609914">
            <a:off x="8791071" y="1092063"/>
            <a:ext cx="673100" cy="812800"/>
          </a:xfrm>
          <a:prstGeom prst="rect">
            <a:avLst/>
          </a:prstGeom>
        </p:spPr>
      </p:pic>
      <p:pic>
        <p:nvPicPr>
          <p:cNvPr id="11" name="Kuva 10">
            <a:extLst>
              <a:ext uri="{FF2B5EF4-FFF2-40B4-BE49-F238E27FC236}">
                <a16:creationId xmlns:a16="http://schemas.microsoft.com/office/drawing/2014/main" id="{7A75B477-C967-53BB-2A8B-5B0B0D8E361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887535">
            <a:off x="10049449" y="1780148"/>
            <a:ext cx="673100" cy="812800"/>
          </a:xfrm>
          <a:prstGeom prst="rect">
            <a:avLst/>
          </a:prstGeom>
        </p:spPr>
      </p:pic>
      <p:pic>
        <p:nvPicPr>
          <p:cNvPr id="12" name="Kuva 11">
            <a:extLst>
              <a:ext uri="{FF2B5EF4-FFF2-40B4-BE49-F238E27FC236}">
                <a16:creationId xmlns:a16="http://schemas.microsoft.com/office/drawing/2014/main" id="{A8A43C9D-A17A-1786-4269-25B5F320949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817727">
            <a:off x="11327825" y="2259861"/>
            <a:ext cx="673100" cy="812800"/>
          </a:xfrm>
          <a:prstGeom prst="rect">
            <a:avLst/>
          </a:prstGeom>
        </p:spPr>
      </p:pic>
      <p:pic>
        <p:nvPicPr>
          <p:cNvPr id="13" name="Kuva 12">
            <a:extLst>
              <a:ext uri="{FF2B5EF4-FFF2-40B4-BE49-F238E27FC236}">
                <a16:creationId xmlns:a16="http://schemas.microsoft.com/office/drawing/2014/main" id="{5413631F-77E2-724F-7A04-6F0B831739B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8609914">
            <a:off x="8883113" y="139528"/>
            <a:ext cx="673100" cy="812800"/>
          </a:xfrm>
          <a:prstGeom prst="rect">
            <a:avLst/>
          </a:prstGeom>
        </p:spPr>
      </p:pic>
      <p:pic>
        <p:nvPicPr>
          <p:cNvPr id="14" name="Kuva 13">
            <a:extLst>
              <a:ext uri="{FF2B5EF4-FFF2-40B4-BE49-F238E27FC236}">
                <a16:creationId xmlns:a16="http://schemas.microsoft.com/office/drawing/2014/main" id="{AB02C2D9-46BB-A393-4944-AAE16400206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342281">
            <a:off x="9864742" y="884592"/>
            <a:ext cx="673100" cy="812800"/>
          </a:xfrm>
          <a:prstGeom prst="rect">
            <a:avLst/>
          </a:prstGeom>
        </p:spPr>
      </p:pic>
      <p:pic>
        <p:nvPicPr>
          <p:cNvPr id="15" name="Kuva 14">
            <a:extLst>
              <a:ext uri="{FF2B5EF4-FFF2-40B4-BE49-F238E27FC236}">
                <a16:creationId xmlns:a16="http://schemas.microsoft.com/office/drawing/2014/main" id="{9E5DB3B5-5E7B-20FD-0D25-5B9892FEE5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136788">
            <a:off x="11050617" y="1284588"/>
            <a:ext cx="673100" cy="812800"/>
          </a:xfrm>
          <a:prstGeom prst="rect">
            <a:avLst/>
          </a:prstGeom>
        </p:spPr>
      </p:pic>
      <p:pic>
        <p:nvPicPr>
          <p:cNvPr id="2" name="Graphic 4" descr="Länsi-Uudenmaan hyvinvointialueen tunnus.">
            <a:extLst>
              <a:ext uri="{FF2B5EF4-FFF2-40B4-BE49-F238E27FC236}">
                <a16:creationId xmlns:a16="http://schemas.microsoft.com/office/drawing/2014/main" id="{74CCFCE0-30DA-99BC-5AE5-2BA10E5DA53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350982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249"/>
                                          </p:stCondLst>
                                        </p:cTn>
                                        <p:tgtEl>
                                          <p:spTgt spid="8"/>
                                        </p:tgtEl>
                                        <p:attrNameLst>
                                          <p:attrName>style.visibility</p:attrName>
                                        </p:attrNameLst>
                                      </p:cBhvr>
                                      <p:to>
                                        <p:strVal val="visible"/>
                                      </p:to>
                                    </p:set>
                                  </p:childTnLst>
                                </p:cTn>
                              </p:par>
                            </p:childTnLst>
                          </p:cTn>
                        </p:par>
                        <p:par>
                          <p:cTn id="7" fill="hold">
                            <p:stCondLst>
                              <p:cond delay="250"/>
                            </p:stCondLst>
                            <p:childTnLst>
                              <p:par>
                                <p:cTn id="8" presetID="1" presetClass="exit" presetSubtype="0" fill="hold" nodeType="afterEffect">
                                  <p:stCondLst>
                                    <p:cond delay="500"/>
                                  </p:stCondLst>
                                  <p:childTnLst>
                                    <p:set>
                                      <p:cBhvr>
                                        <p:cTn id="9" dur="1" fill="hold">
                                          <p:stCondLst>
                                            <p:cond delay="9"/>
                                          </p:stCondLst>
                                        </p:cTn>
                                        <p:tgtEl>
                                          <p:spTgt spid="8"/>
                                        </p:tgtEl>
                                        <p:attrNameLst>
                                          <p:attrName>style.visibility</p:attrName>
                                        </p:attrNameLst>
                                      </p:cBhvr>
                                      <p:to>
                                        <p:strVal val="hidden"/>
                                      </p:to>
                                    </p:set>
                                  </p:childTnLst>
                                </p:cTn>
                              </p:par>
                              <p:par>
                                <p:cTn id="10" presetID="1" presetClass="entr" presetSubtype="0" fill="hold" nodeType="withEffect">
                                  <p:stCondLst>
                                    <p:cond delay="0"/>
                                  </p:stCondLst>
                                  <p:childTnLst>
                                    <p:set>
                                      <p:cBhvr>
                                        <p:cTn id="11" dur="1" fill="hold">
                                          <p:stCondLst>
                                            <p:cond delay="249"/>
                                          </p:stCondLst>
                                        </p:cTn>
                                        <p:tgtEl>
                                          <p:spTgt spid="13"/>
                                        </p:tgtEl>
                                        <p:attrNameLst>
                                          <p:attrName>style.visibility</p:attrName>
                                        </p:attrNameLst>
                                      </p:cBhvr>
                                      <p:to>
                                        <p:strVal val="visible"/>
                                      </p:to>
                                    </p:set>
                                  </p:childTnLst>
                                </p:cTn>
                              </p:par>
                            </p:childTnLst>
                          </p:cTn>
                        </p:par>
                        <p:par>
                          <p:cTn id="12" fill="hold">
                            <p:stCondLst>
                              <p:cond delay="760"/>
                            </p:stCondLst>
                            <p:childTnLst>
                              <p:par>
                                <p:cTn id="13" presetID="1" presetClass="exit" presetSubtype="0" fill="hold" nodeType="afterEffect">
                                  <p:stCondLst>
                                    <p:cond delay="500"/>
                                  </p:stCondLst>
                                  <p:childTnLst>
                                    <p:set>
                                      <p:cBhvr>
                                        <p:cTn id="14" dur="1" fill="hold">
                                          <p:stCondLst>
                                            <p:cond delay="9"/>
                                          </p:stCondLst>
                                        </p:cTn>
                                        <p:tgtEl>
                                          <p:spTgt spid="13"/>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249"/>
                                          </p:stCondLst>
                                        </p:cTn>
                                        <p:tgtEl>
                                          <p:spTgt spid="9"/>
                                        </p:tgtEl>
                                        <p:attrNameLst>
                                          <p:attrName>style.visibility</p:attrName>
                                        </p:attrNameLst>
                                      </p:cBhvr>
                                      <p:to>
                                        <p:strVal val="visible"/>
                                      </p:to>
                                    </p:set>
                                  </p:childTnLst>
                                </p:cTn>
                              </p:par>
                            </p:childTnLst>
                          </p:cTn>
                        </p:par>
                        <p:par>
                          <p:cTn id="17" fill="hold">
                            <p:stCondLst>
                              <p:cond delay="1270"/>
                            </p:stCondLst>
                            <p:childTnLst>
                              <p:par>
                                <p:cTn id="18" presetID="1" presetClass="exit" presetSubtype="0" fill="hold" nodeType="afterEffect">
                                  <p:stCondLst>
                                    <p:cond delay="500"/>
                                  </p:stCondLst>
                                  <p:childTnLst>
                                    <p:set>
                                      <p:cBhvr>
                                        <p:cTn id="19" dur="1" fill="hold">
                                          <p:stCondLst>
                                            <p:cond delay="9"/>
                                          </p:stCondLst>
                                        </p:cTn>
                                        <p:tgtEl>
                                          <p:spTgt spid="9"/>
                                        </p:tgtEl>
                                        <p:attrNameLst>
                                          <p:attrName>style.visibility</p:attrName>
                                        </p:attrNameLst>
                                      </p:cBhvr>
                                      <p:to>
                                        <p:strVal val="hidden"/>
                                      </p:to>
                                    </p:set>
                                  </p:childTnLst>
                                </p:cTn>
                              </p:par>
                              <p:par>
                                <p:cTn id="20" presetID="1" presetClass="entr" presetSubtype="0" fill="hold" nodeType="withEffect">
                                  <p:stCondLst>
                                    <p:cond delay="0"/>
                                  </p:stCondLst>
                                  <p:childTnLst>
                                    <p:set>
                                      <p:cBhvr>
                                        <p:cTn id="21" dur="1" fill="hold">
                                          <p:stCondLst>
                                            <p:cond delay="249"/>
                                          </p:stCondLst>
                                        </p:cTn>
                                        <p:tgtEl>
                                          <p:spTgt spid="14"/>
                                        </p:tgtEl>
                                        <p:attrNameLst>
                                          <p:attrName>style.visibility</p:attrName>
                                        </p:attrNameLst>
                                      </p:cBhvr>
                                      <p:to>
                                        <p:strVal val="visible"/>
                                      </p:to>
                                    </p:set>
                                  </p:childTnLst>
                                </p:cTn>
                              </p:par>
                            </p:childTnLst>
                          </p:cTn>
                        </p:par>
                        <p:par>
                          <p:cTn id="22" fill="hold">
                            <p:stCondLst>
                              <p:cond delay="1780"/>
                            </p:stCondLst>
                            <p:childTnLst>
                              <p:par>
                                <p:cTn id="23" presetID="1" presetClass="exit" presetSubtype="0" fill="hold" nodeType="afterEffect">
                                  <p:stCondLst>
                                    <p:cond delay="500"/>
                                  </p:stCondLst>
                                  <p:childTnLst>
                                    <p:set>
                                      <p:cBhvr>
                                        <p:cTn id="24" dur="1" fill="hold">
                                          <p:stCondLst>
                                            <p:cond delay="9"/>
                                          </p:stCondLst>
                                        </p:cTn>
                                        <p:tgtEl>
                                          <p:spTgt spid="14"/>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249"/>
                                          </p:stCondLst>
                                        </p:cTn>
                                        <p:tgtEl>
                                          <p:spTgt spid="11"/>
                                        </p:tgtEl>
                                        <p:attrNameLst>
                                          <p:attrName>style.visibility</p:attrName>
                                        </p:attrNameLst>
                                      </p:cBhvr>
                                      <p:to>
                                        <p:strVal val="visible"/>
                                      </p:to>
                                    </p:set>
                                  </p:childTnLst>
                                </p:cTn>
                              </p:par>
                            </p:childTnLst>
                          </p:cTn>
                        </p:par>
                        <p:par>
                          <p:cTn id="27" fill="hold">
                            <p:stCondLst>
                              <p:cond delay="2290"/>
                            </p:stCondLst>
                            <p:childTnLst>
                              <p:par>
                                <p:cTn id="28" presetID="1" presetClass="exit" presetSubtype="0" fill="hold" nodeType="afterEffect">
                                  <p:stCondLst>
                                    <p:cond delay="500"/>
                                  </p:stCondLst>
                                  <p:childTnLst>
                                    <p:set>
                                      <p:cBhvr>
                                        <p:cTn id="29" dur="1" fill="hold">
                                          <p:stCondLst>
                                            <p:cond delay="9"/>
                                          </p:stCondLst>
                                        </p:cTn>
                                        <p:tgtEl>
                                          <p:spTgt spid="11"/>
                                        </p:tgtEl>
                                        <p:attrNameLst>
                                          <p:attrName>style.visibility</p:attrName>
                                        </p:attrNameLst>
                                      </p:cBhvr>
                                      <p:to>
                                        <p:strVal val="hidden"/>
                                      </p:to>
                                    </p:set>
                                  </p:childTnLst>
                                </p:cTn>
                              </p:par>
                              <p:par>
                                <p:cTn id="30" presetID="1" presetClass="entr" presetSubtype="0" fill="hold" nodeType="withEffect">
                                  <p:stCondLst>
                                    <p:cond delay="0"/>
                                  </p:stCondLst>
                                  <p:childTnLst>
                                    <p:set>
                                      <p:cBhvr>
                                        <p:cTn id="31" dur="1" fill="hold">
                                          <p:stCondLst>
                                            <p:cond delay="249"/>
                                          </p:stCondLst>
                                        </p:cTn>
                                        <p:tgtEl>
                                          <p:spTgt spid="15"/>
                                        </p:tgtEl>
                                        <p:attrNameLst>
                                          <p:attrName>style.visibility</p:attrName>
                                        </p:attrNameLst>
                                      </p:cBhvr>
                                      <p:to>
                                        <p:strVal val="visible"/>
                                      </p:to>
                                    </p:set>
                                  </p:childTnLst>
                                </p:cTn>
                              </p:par>
                            </p:childTnLst>
                          </p:cTn>
                        </p:par>
                        <p:par>
                          <p:cTn id="32" fill="hold">
                            <p:stCondLst>
                              <p:cond delay="2800"/>
                            </p:stCondLst>
                            <p:childTnLst>
                              <p:par>
                                <p:cTn id="33" presetID="1" presetClass="exit" presetSubtype="0" fill="hold" nodeType="afterEffect">
                                  <p:stCondLst>
                                    <p:cond delay="500"/>
                                  </p:stCondLst>
                                  <p:childTnLst>
                                    <p:set>
                                      <p:cBhvr>
                                        <p:cTn id="34" dur="1" fill="hold">
                                          <p:stCondLst>
                                            <p:cond delay="9"/>
                                          </p:stCondLst>
                                        </p:cTn>
                                        <p:tgtEl>
                                          <p:spTgt spid="15"/>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249"/>
                                          </p:stCondLst>
                                        </p:cTn>
                                        <p:tgtEl>
                                          <p:spTgt spid="12"/>
                                        </p:tgtEl>
                                        <p:attrNameLst>
                                          <p:attrName>style.visibility</p:attrName>
                                        </p:attrNameLst>
                                      </p:cBhvr>
                                      <p:to>
                                        <p:strVal val="visible"/>
                                      </p:to>
                                    </p:set>
                                  </p:childTnLst>
                                </p:cTn>
                              </p:par>
                            </p:childTnLst>
                          </p:cTn>
                        </p:par>
                        <p:par>
                          <p:cTn id="37" fill="hold">
                            <p:stCondLst>
                              <p:cond delay="3310"/>
                            </p:stCondLst>
                            <p:childTnLst>
                              <p:par>
                                <p:cTn id="38" presetID="1" presetClass="exit" presetSubtype="0" fill="hold" nodeType="afterEffect">
                                  <p:stCondLst>
                                    <p:cond delay="500"/>
                                  </p:stCondLst>
                                  <p:childTnLst>
                                    <p:set>
                                      <p:cBhvr>
                                        <p:cTn id="39" dur="1" fill="hold">
                                          <p:stCondLst>
                                            <p:cond delay="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Hengähdysdia Tumma">
    <p:bg>
      <p:bgPr>
        <a:solidFill>
          <a:schemeClr val="accent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E3E468B-518E-5646-9A41-48B1B5B2E315}"/>
              </a:ext>
            </a:extLst>
          </p:cNvPr>
          <p:cNvSpPr>
            <a:spLocks noGrp="1"/>
          </p:cNvSpPr>
          <p:nvPr>
            <p:ph type="title"/>
          </p:nvPr>
        </p:nvSpPr>
        <p:spPr>
          <a:xfrm>
            <a:off x="539751" y="1709740"/>
            <a:ext cx="11110912" cy="2873373"/>
          </a:xfrm>
        </p:spPr>
        <p:txBody>
          <a:bodyPr wrap="square" anchor="b">
            <a:noAutofit/>
          </a:bodyPr>
          <a:lstStyle>
            <a:lvl1pPr>
              <a:defRPr sz="6000">
                <a:solidFill>
                  <a:schemeClr val="bg1"/>
                </a:solidFill>
              </a:defRPr>
            </a:lvl1pPr>
          </a:lstStyle>
          <a:p>
            <a:r>
              <a:rPr lang="fi-FI"/>
              <a:t>Muokkaa ots. perustyyl. napsautt.</a:t>
            </a:r>
            <a:endParaRPr lang="en-US"/>
          </a:p>
        </p:txBody>
      </p:sp>
      <p:sp>
        <p:nvSpPr>
          <p:cNvPr id="10" name="Text Placeholder 2">
            <a:extLst>
              <a:ext uri="{FF2B5EF4-FFF2-40B4-BE49-F238E27FC236}">
                <a16:creationId xmlns:a16="http://schemas.microsoft.com/office/drawing/2014/main" id="{9E810529-8A61-7EB7-2FF7-B7B526F97D5E}"/>
              </a:ext>
            </a:extLst>
          </p:cNvPr>
          <p:cNvSpPr>
            <a:spLocks noGrp="1"/>
          </p:cNvSpPr>
          <p:nvPr>
            <p:ph type="body" idx="1"/>
          </p:nvPr>
        </p:nvSpPr>
        <p:spPr>
          <a:xfrm>
            <a:off x="539750" y="4872038"/>
            <a:ext cx="11110299" cy="1155701"/>
          </a:xfrm>
        </p:spPr>
        <p:txBody>
          <a:bodyPr wrap="square">
            <a:noAutofit/>
          </a:bodyPr>
          <a:lstStyle>
            <a:lvl1pPr marL="0" indent="0">
              <a:buNone/>
              <a:defRPr sz="2400">
                <a:solidFill>
                  <a:schemeClr val="bg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6" name="Footer Placeholder 5"/>
          <p:cNvSpPr>
            <a:spLocks noGrp="1"/>
          </p:cNvSpPr>
          <p:nvPr>
            <p:ph type="ftr" sz="quarter" idx="11"/>
          </p:nvPr>
        </p:nvSpPr>
        <p:spPr>
          <a:xfrm>
            <a:off x="539750" y="6316663"/>
            <a:ext cx="8419135" cy="365125"/>
          </a:xfrm>
        </p:spPr>
        <p:txBody>
          <a:bodyPr/>
          <a:lstStyle>
            <a:lvl1pPr algn="l">
              <a:defRPr>
                <a:solidFill>
                  <a:schemeClr val="bg1"/>
                </a:solidFill>
              </a:defRPr>
            </a:lvl1pPr>
          </a:lstStyle>
          <a:p>
            <a:endParaRPr lang="fi-FI"/>
          </a:p>
        </p:txBody>
      </p:sp>
      <p:sp>
        <p:nvSpPr>
          <p:cNvPr id="5" name="Date Placeholder 4"/>
          <p:cNvSpPr>
            <a:spLocks noGrp="1"/>
          </p:cNvSpPr>
          <p:nvPr>
            <p:ph type="dt" sz="half" idx="10"/>
          </p:nvPr>
        </p:nvSpPr>
        <p:spPr/>
        <p:txBody>
          <a:bodyPr/>
          <a:lstStyle>
            <a:lvl1pPr>
              <a:defRPr>
                <a:solidFill>
                  <a:schemeClr val="bg1"/>
                </a:solidFill>
              </a:defRPr>
            </a:lvl1pPr>
          </a:lstStyle>
          <a:p>
            <a:fld id="{C6F93EB4-7588-42E3-AB28-1A922D29352B}" type="datetime1">
              <a:rPr lang="fi-FI" smtClean="0"/>
              <a:pPr/>
              <a:t>14.10.2026</a:t>
            </a:fld>
            <a:endParaRPr lang="fi-FI"/>
          </a:p>
        </p:txBody>
      </p:sp>
      <p:sp>
        <p:nvSpPr>
          <p:cNvPr id="7" name="Slide Number Placeholder 6"/>
          <p:cNvSpPr>
            <a:spLocks noGrp="1"/>
          </p:cNvSpPr>
          <p:nvPr>
            <p:ph type="sldNum" sz="quarter" idx="12"/>
          </p:nvPr>
        </p:nvSpPr>
        <p:spPr>
          <a:solidFill>
            <a:schemeClr val="accent1"/>
          </a:solidFill>
        </p:spPr>
        <p:txBody>
          <a:bodyPr/>
          <a:lstStyle>
            <a:lvl1pPr>
              <a:defRPr>
                <a:solidFill>
                  <a:srgbClr val="F4CDD4"/>
                </a:solidFill>
              </a:defRPr>
            </a:lvl1pPr>
          </a:lstStyle>
          <a:p>
            <a:fld id="{07F0CC26-4241-4995-BDB3-9E0D3B0C702B}" type="slidenum">
              <a:rPr lang="fi-FI" smtClean="0"/>
              <a:pPr/>
              <a:t>‹#›</a:t>
            </a:fld>
            <a:endParaRPr lang="fi-FI"/>
          </a:p>
        </p:txBody>
      </p:sp>
      <p:sp>
        <p:nvSpPr>
          <p:cNvPr id="2" name="Kuva 9">
            <a:extLst>
              <a:ext uri="{FF2B5EF4-FFF2-40B4-BE49-F238E27FC236}">
                <a16:creationId xmlns:a16="http://schemas.microsoft.com/office/drawing/2014/main" id="{05479D6A-ACF2-066E-332A-C529BAEB3F92}"/>
              </a:ext>
              <a:ext uri="{C183D7F6-B498-43B3-948B-1728B52AA6E4}">
                <adec:decorative xmlns:adec="http://schemas.microsoft.com/office/drawing/2017/decorative" val="1"/>
              </a:ext>
            </a:extLst>
          </p:cNvPr>
          <p:cNvSpPr/>
          <p:nvPr userDrawn="1"/>
        </p:nvSpPr>
        <p:spPr>
          <a:xfrm rot="16737956">
            <a:off x="5188433" y="-1121781"/>
            <a:ext cx="921737" cy="689856"/>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4CDD4"/>
          </a:solidFill>
          <a:ln w="9525" cap="flat">
            <a:noFill/>
            <a:prstDash val="solid"/>
            <a:miter/>
          </a:ln>
        </p:spPr>
        <p:txBody>
          <a:bodyPr rtlCol="0" anchor="ctr"/>
          <a:lstStyle/>
          <a:p>
            <a:endParaRPr lang="fi-FI" sz="3200"/>
          </a:p>
        </p:txBody>
      </p:sp>
      <p:sp>
        <p:nvSpPr>
          <p:cNvPr id="4" name="Kuva 9">
            <a:extLst>
              <a:ext uri="{FF2B5EF4-FFF2-40B4-BE49-F238E27FC236}">
                <a16:creationId xmlns:a16="http://schemas.microsoft.com/office/drawing/2014/main" id="{484F097B-8EFF-1277-4259-8E875E533A68}"/>
              </a:ext>
              <a:ext uri="{C183D7F6-B498-43B3-948B-1728B52AA6E4}">
                <adec:decorative xmlns:adec="http://schemas.microsoft.com/office/drawing/2017/decorative" val="1"/>
              </a:ext>
            </a:extLst>
          </p:cNvPr>
          <p:cNvSpPr/>
          <p:nvPr userDrawn="1"/>
        </p:nvSpPr>
        <p:spPr>
          <a:xfrm rot="3415384">
            <a:off x="8435178" y="-2255177"/>
            <a:ext cx="1482151" cy="1109287"/>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3A0BA"/>
          </a:solidFill>
          <a:ln w="9525" cap="flat">
            <a:noFill/>
            <a:prstDash val="solid"/>
            <a:miter/>
          </a:ln>
        </p:spPr>
        <p:txBody>
          <a:bodyPr rtlCol="0" anchor="ctr"/>
          <a:lstStyle/>
          <a:p>
            <a:endParaRPr lang="fi-FI" sz="3200"/>
          </a:p>
        </p:txBody>
      </p:sp>
      <p:sp>
        <p:nvSpPr>
          <p:cNvPr id="8" name="Kuva 9">
            <a:extLst>
              <a:ext uri="{FF2B5EF4-FFF2-40B4-BE49-F238E27FC236}">
                <a16:creationId xmlns:a16="http://schemas.microsoft.com/office/drawing/2014/main" id="{93AA1765-5174-0CF9-03F1-71586A936A0B}"/>
              </a:ext>
              <a:ext uri="{C183D7F6-B498-43B3-948B-1728B52AA6E4}">
                <adec:decorative xmlns:adec="http://schemas.microsoft.com/office/drawing/2017/decorative" val="1"/>
              </a:ext>
            </a:extLst>
          </p:cNvPr>
          <p:cNvSpPr/>
          <p:nvPr userDrawn="1"/>
        </p:nvSpPr>
        <p:spPr>
          <a:xfrm rot="11775413">
            <a:off x="7386514" y="-981824"/>
            <a:ext cx="921737" cy="689856"/>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AE7EA"/>
          </a:solidFill>
          <a:ln w="9525" cap="flat">
            <a:noFill/>
            <a:prstDash val="solid"/>
            <a:miter/>
          </a:ln>
        </p:spPr>
        <p:txBody>
          <a:bodyPr rtlCol="0" anchor="ctr"/>
          <a:lstStyle/>
          <a:p>
            <a:endParaRPr lang="fi-FI" sz="3200"/>
          </a:p>
        </p:txBody>
      </p:sp>
      <p:pic>
        <p:nvPicPr>
          <p:cNvPr id="9" name="Graphic 4" descr="Länsi-Uudenmaan hyvinvointialueen tunnus.">
            <a:extLst>
              <a:ext uri="{FF2B5EF4-FFF2-40B4-BE49-F238E27FC236}">
                <a16:creationId xmlns:a16="http://schemas.microsoft.com/office/drawing/2014/main" id="{85D4EBAD-1EF9-BA76-7685-1329EBAE0AB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2801724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grpId="0" nodeType="withEffect">
                                  <p:stCondLst>
                                    <p:cond delay="0"/>
                                  </p:stCondLst>
                                  <p:childTnLst>
                                    <p:animMotion origin="layout" path="M -0.03524 -0.04383 C -0.04132 0.29506 0.00746 0.49228 0.31666 0.50617 C 0.31215 0.6895 0.16528 0.96173 0.01944 0.97963 " pathEditMode="relative" rAng="0" ptsTypes="AAA">
                                      <p:cBhvr>
                                        <p:cTn id="6" dur="10000" fill="hold"/>
                                        <p:tgtEl>
                                          <p:spTgt spid="2"/>
                                        </p:tgtEl>
                                        <p:attrNameLst>
                                          <p:attrName>ppt_x</p:attrName>
                                          <p:attrName>ppt_y</p:attrName>
                                        </p:attrNameLst>
                                      </p:cBhvr>
                                      <p:rCtr x="17569" y="51173"/>
                                    </p:animMotion>
                                  </p:childTnLst>
                                </p:cTn>
                              </p:par>
                              <p:par>
                                <p:cTn id="7" presetID="8" presetClass="emph" presetSubtype="0" fill="hold" grpId="1" nodeType="withEffect">
                                  <p:stCondLst>
                                    <p:cond delay="0"/>
                                  </p:stCondLst>
                                  <p:childTnLst>
                                    <p:animRot by="-15600000">
                                      <p:cBhvr>
                                        <p:cTn id="8" dur="10000" fill="hold"/>
                                        <p:tgtEl>
                                          <p:spTgt spid="2"/>
                                        </p:tgtEl>
                                        <p:attrNameLst>
                                          <p:attrName>r</p:attrName>
                                        </p:attrNameLst>
                                      </p:cBhvr>
                                    </p:animRot>
                                  </p:childTnLst>
                                </p:cTn>
                              </p:par>
                              <p:par>
                                <p:cTn id="9" presetID="0" presetClass="path" presetSubtype="0" fill="hold" grpId="0" nodeType="withEffect">
                                  <p:stCondLst>
                                    <p:cond delay="500"/>
                                  </p:stCondLst>
                                  <p:childTnLst>
                                    <p:animMotion origin="layout" path="M 0.06928 0.06975 C 0.10191 0.43735 -0.09739 0.74043 -0.27604 0.80586 C -0.17465 0.96636 -0.10191 1.05154 0.13368 1.05401 " pathEditMode="relative" rAng="0" ptsTypes="AAA">
                                      <p:cBhvr>
                                        <p:cTn id="10" dur="9500" fill="hold"/>
                                        <p:tgtEl>
                                          <p:spTgt spid="4"/>
                                        </p:tgtEl>
                                        <p:attrNameLst>
                                          <p:attrName>ppt_x</p:attrName>
                                          <p:attrName>ppt_y</p:attrName>
                                        </p:attrNameLst>
                                      </p:cBhvr>
                                      <p:rCtr x="-14045" y="49198"/>
                                    </p:animMotion>
                                  </p:childTnLst>
                                </p:cTn>
                              </p:par>
                              <p:par>
                                <p:cTn id="11" presetID="8" presetClass="emph" presetSubtype="0" fill="hold" grpId="1" nodeType="withEffect">
                                  <p:stCondLst>
                                    <p:cond delay="0"/>
                                  </p:stCondLst>
                                  <p:childTnLst>
                                    <p:animRot by="-15600000">
                                      <p:cBhvr>
                                        <p:cTn id="12" dur="10000" fill="hold"/>
                                        <p:tgtEl>
                                          <p:spTgt spid="4"/>
                                        </p:tgtEl>
                                        <p:attrNameLst>
                                          <p:attrName>r</p:attrName>
                                        </p:attrNameLst>
                                      </p:cBhvr>
                                    </p:animRot>
                                  </p:childTnLst>
                                </p:cTn>
                              </p:par>
                              <p:par>
                                <p:cTn id="13" presetID="0" presetClass="path" presetSubtype="0" fill="hold" grpId="0" nodeType="withEffect">
                                  <p:stCondLst>
                                    <p:cond delay="500"/>
                                  </p:stCondLst>
                                  <p:childTnLst>
                                    <p:animMotion origin="layout" path="M -0.05556 0.00494 C 0.00625 0.29475 0.16562 0.39228 0.28003 0.37994 C 0.29635 0.75401 0.13264 0.96296 0.0177 0.98981 " pathEditMode="relative" rAng="0" ptsTypes="AAA">
                                      <p:cBhvr>
                                        <p:cTn id="14" dur="9000" fill="hold"/>
                                        <p:tgtEl>
                                          <p:spTgt spid="8"/>
                                        </p:tgtEl>
                                        <p:attrNameLst>
                                          <p:attrName>ppt_x</p:attrName>
                                          <p:attrName>ppt_y</p:attrName>
                                        </p:attrNameLst>
                                      </p:cBhvr>
                                      <p:rCtr x="16840" y="49228"/>
                                    </p:animMotion>
                                  </p:childTnLst>
                                </p:cTn>
                              </p:par>
                              <p:par>
                                <p:cTn id="15" presetID="8" presetClass="emph" presetSubtype="0" fill="hold" grpId="1" nodeType="withEffect">
                                  <p:stCondLst>
                                    <p:cond delay="0"/>
                                  </p:stCondLst>
                                  <p:childTnLst>
                                    <p:animRot by="-15600000">
                                      <p:cBhvr>
                                        <p:cTn id="16" dur="9000" fill="hold"/>
                                        <p:tgtEl>
                                          <p:spTgt spid="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8" grpId="0" animBg="1"/>
      <p:bldP spid="8" grpId="1" animBg="1"/>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Osan ylätunniste">
    <p:spTree>
      <p:nvGrpSpPr>
        <p:cNvPr id="1" name=""/>
        <p:cNvGrpSpPr/>
        <p:nvPr/>
      </p:nvGrpSpPr>
      <p:grpSpPr>
        <a:xfrm>
          <a:off x="0" y="0"/>
          <a:ext cx="0" cy="0"/>
          <a:chOff x="0" y="0"/>
          <a:chExt cx="0" cy="0"/>
        </a:xfrm>
      </p:grpSpPr>
      <p:sp>
        <p:nvSpPr>
          <p:cNvPr id="2" name="Title 1"/>
          <p:cNvSpPr>
            <a:spLocks noGrp="1"/>
          </p:cNvSpPr>
          <p:nvPr>
            <p:ph type="title"/>
          </p:nvPr>
        </p:nvSpPr>
        <p:spPr>
          <a:xfrm>
            <a:off x="539751" y="1700214"/>
            <a:ext cx="11110298" cy="2882900"/>
          </a:xfrm>
        </p:spPr>
        <p:txBody>
          <a:bodyPr wrap="square" anchor="b">
            <a:noAutofit/>
          </a:bodyPr>
          <a:lstStyle>
            <a:lvl1pPr>
              <a:defRPr sz="60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4872039"/>
            <a:ext cx="11110299" cy="1155700"/>
          </a:xfrm>
        </p:spPr>
        <p:txBody>
          <a:bodyPr wrap="square">
            <a:noAutofit/>
          </a:bodyPr>
          <a:lstStyle>
            <a:lvl1pPr marL="0" indent="0">
              <a:buNone/>
              <a:defRPr sz="24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5" name="Footer Placeholder 4"/>
          <p:cNvSpPr>
            <a:spLocks noGrp="1"/>
          </p:cNvSpPr>
          <p:nvPr>
            <p:ph type="ftr" sz="quarter" idx="11"/>
          </p:nvPr>
        </p:nvSpPr>
        <p:spPr>
          <a:xfrm>
            <a:off x="539750" y="6330952"/>
            <a:ext cx="8427072" cy="365125"/>
          </a:xfrm>
        </p:spPr>
        <p:txBody>
          <a:bodyPr/>
          <a:lstStyle>
            <a:lvl1pPr algn="l">
              <a:defRPr/>
            </a:lvl1pPr>
          </a:lstStyle>
          <a:p>
            <a:endParaRPr lang="fi-FI"/>
          </a:p>
        </p:txBody>
      </p:sp>
      <p:sp>
        <p:nvSpPr>
          <p:cNvPr id="4" name="Date Placeholder 3"/>
          <p:cNvSpPr>
            <a:spLocks noGrp="1"/>
          </p:cNvSpPr>
          <p:nvPr>
            <p:ph type="dt" sz="half" idx="10"/>
          </p:nvPr>
        </p:nvSpPr>
        <p:spPr/>
        <p:txBody>
          <a:bodyPr/>
          <a:lstStyle/>
          <a:p>
            <a:fld id="{88B8BBC3-180A-41FA-98CA-261AC0FBE681}" type="datetime1">
              <a:rPr lang="fi-FI" smtClean="0"/>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A50D06FF-8EA2-5303-1309-5B8D802D55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12649816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Kaksikielinen osan ylätunniste">
    <p:bg>
      <p:bgPr>
        <a:solidFill>
          <a:srgbClr val="FAE7E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39751" y="1700214"/>
            <a:ext cx="5416549" cy="2882900"/>
          </a:xfrm>
        </p:spPr>
        <p:txBody>
          <a:bodyPr wrap="square" anchor="b">
            <a:noAutofit/>
          </a:bodyPr>
          <a:lstStyle>
            <a:lvl1pPr>
              <a:defRPr sz="30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1" y="4872039"/>
            <a:ext cx="5416549" cy="1155700"/>
          </a:xfrm>
        </p:spPr>
        <p:txBody>
          <a:bodyPr wrap="square">
            <a:noAutofit/>
          </a:bodyPr>
          <a:lstStyle>
            <a:lvl1pPr marL="0" indent="0">
              <a:buNone/>
              <a:defRPr sz="20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5" name="Footer Placeholder 4"/>
          <p:cNvSpPr>
            <a:spLocks noGrp="1"/>
          </p:cNvSpPr>
          <p:nvPr>
            <p:ph type="ftr" sz="quarter" idx="11"/>
          </p:nvPr>
        </p:nvSpPr>
        <p:spPr>
          <a:xfrm>
            <a:off x="539750" y="6330952"/>
            <a:ext cx="8427072" cy="365125"/>
          </a:xfrm>
        </p:spPr>
        <p:txBody>
          <a:bodyPr/>
          <a:lstStyle>
            <a:lvl1pPr algn="l">
              <a:defRPr/>
            </a:lvl1pPr>
          </a:lstStyle>
          <a:p>
            <a:endParaRPr lang="fi-FI"/>
          </a:p>
        </p:txBody>
      </p:sp>
      <p:sp>
        <p:nvSpPr>
          <p:cNvPr id="4" name="Date Placeholder 3"/>
          <p:cNvSpPr>
            <a:spLocks noGrp="1"/>
          </p:cNvSpPr>
          <p:nvPr>
            <p:ph type="dt" sz="half" idx="10"/>
          </p:nvPr>
        </p:nvSpPr>
        <p:spPr/>
        <p:txBody>
          <a:bodyPr/>
          <a:lstStyle/>
          <a:p>
            <a:fld id="{88B8BBC3-180A-41FA-98CA-261AC0FBE681}" type="datetime1">
              <a:rPr lang="fi-FI" smtClean="0"/>
              <a:t>14.10.2026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A50D06FF-8EA2-5303-1309-5B8D802D55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
        <p:nvSpPr>
          <p:cNvPr id="9" name="Tekstin paikkamerkki 8">
            <a:extLst>
              <a:ext uri="{FF2B5EF4-FFF2-40B4-BE49-F238E27FC236}">
                <a16:creationId xmlns:a16="http://schemas.microsoft.com/office/drawing/2014/main" id="{8CC7BC47-2231-B0CC-4060-925687226462}"/>
              </a:ext>
            </a:extLst>
          </p:cNvPr>
          <p:cNvSpPr>
            <a:spLocks noGrp="1"/>
          </p:cNvSpPr>
          <p:nvPr>
            <p:ph type="body" sz="quarter" idx="13" hasCustomPrompt="1"/>
          </p:nvPr>
        </p:nvSpPr>
        <p:spPr>
          <a:xfrm>
            <a:off x="6375400" y="1700213"/>
            <a:ext cx="5416548" cy="2882900"/>
          </a:xfrm>
        </p:spPr>
        <p:txBody>
          <a:bodyPr anchor="b"/>
          <a:lstStyle>
            <a:lvl1pPr marL="0" indent="0">
              <a:buNone/>
              <a:defRPr sz="3000" b="1">
                <a:solidFill>
                  <a:schemeClr val="accent1"/>
                </a:solidFill>
              </a:defRPr>
            </a:lvl1pPr>
          </a:lstStyle>
          <a:p>
            <a:pPr lvl="0"/>
            <a:r>
              <a:rPr lang="fi-FI"/>
              <a:t>Lisää otsikko napsauttamalla</a:t>
            </a:r>
          </a:p>
        </p:txBody>
      </p:sp>
      <p:sp>
        <p:nvSpPr>
          <p:cNvPr id="11" name="Tekstin paikkamerkki 10">
            <a:extLst>
              <a:ext uri="{FF2B5EF4-FFF2-40B4-BE49-F238E27FC236}">
                <a16:creationId xmlns:a16="http://schemas.microsoft.com/office/drawing/2014/main" id="{F4B3AA66-F007-A147-C192-1CB6FBEB1225}"/>
              </a:ext>
            </a:extLst>
          </p:cNvPr>
          <p:cNvSpPr>
            <a:spLocks noGrp="1"/>
          </p:cNvSpPr>
          <p:nvPr>
            <p:ph type="body" sz="quarter" idx="14" hasCustomPrompt="1"/>
          </p:nvPr>
        </p:nvSpPr>
        <p:spPr>
          <a:xfrm>
            <a:off x="6375400" y="4872038"/>
            <a:ext cx="5416548" cy="1155700"/>
          </a:xfrm>
        </p:spPr>
        <p:txBody>
          <a:bodyPr/>
          <a:lstStyle>
            <a:lvl1pPr marL="0" indent="0">
              <a:buNone/>
              <a:defRPr sz="2000"/>
            </a:lvl1pPr>
          </a:lstStyle>
          <a:p>
            <a:pPr lvl="0"/>
            <a:r>
              <a:rPr lang="fi-FI"/>
              <a:t>Lisää otsikko napsauttamalla</a:t>
            </a:r>
          </a:p>
        </p:txBody>
      </p:sp>
    </p:spTree>
    <p:extLst>
      <p:ext uri="{BB962C8B-B14F-4D97-AF65-F5344CB8AC3E}">
        <p14:creationId xmlns:p14="http://schemas.microsoft.com/office/powerpoint/2010/main" val="7821643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Vertailu">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11110300" cy="57785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1117601"/>
            <a:ext cx="5374662" cy="866774"/>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4" name="Content Placeholder 3"/>
          <p:cNvSpPr>
            <a:spLocks noGrp="1"/>
          </p:cNvSpPr>
          <p:nvPr>
            <p:ph sz="half" idx="2"/>
          </p:nvPr>
        </p:nvSpPr>
        <p:spPr>
          <a:xfrm>
            <a:off x="539751" y="2273301"/>
            <a:ext cx="5375274" cy="3748087"/>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Text Placeholder 4"/>
          <p:cNvSpPr>
            <a:spLocks noGrp="1"/>
          </p:cNvSpPr>
          <p:nvPr>
            <p:ph type="body" sz="quarter" idx="3"/>
          </p:nvPr>
        </p:nvSpPr>
        <p:spPr>
          <a:xfrm>
            <a:off x="6275388" y="1117600"/>
            <a:ext cx="5374662" cy="866775"/>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6" name="Content Placeholder 5"/>
          <p:cNvSpPr>
            <a:spLocks noGrp="1"/>
          </p:cNvSpPr>
          <p:nvPr>
            <p:ph sz="quarter" idx="4"/>
          </p:nvPr>
        </p:nvSpPr>
        <p:spPr>
          <a:xfrm>
            <a:off x="6275388" y="2297113"/>
            <a:ext cx="5374662" cy="37242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8" name="Footer Placeholder 7"/>
          <p:cNvSpPr>
            <a:spLocks noGrp="1"/>
          </p:cNvSpPr>
          <p:nvPr>
            <p:ph type="ftr" sz="quarter" idx="11"/>
          </p:nvPr>
        </p:nvSpPr>
        <p:spPr>
          <a:xfrm>
            <a:off x="6274989" y="6318251"/>
            <a:ext cx="2687377" cy="365125"/>
          </a:xfrm>
        </p:spPr>
        <p:txBody>
          <a:bodyPr/>
          <a:lstStyle>
            <a:lvl1pPr algn="l">
              <a:defRPr/>
            </a:lvl1pPr>
          </a:lstStyle>
          <a:p>
            <a:endParaRPr lang="fi-FI"/>
          </a:p>
        </p:txBody>
      </p:sp>
      <p:sp>
        <p:nvSpPr>
          <p:cNvPr id="7" name="Date Placeholder 6"/>
          <p:cNvSpPr>
            <a:spLocks noGrp="1"/>
          </p:cNvSpPr>
          <p:nvPr>
            <p:ph type="dt" sz="half" idx="10"/>
          </p:nvPr>
        </p:nvSpPr>
        <p:spPr/>
        <p:txBody>
          <a:bodyPr/>
          <a:lstStyle/>
          <a:p>
            <a:fld id="{E18AEC8B-7DE7-4725-ADD5-60689C9DA047}" type="datetime1">
              <a:rPr lang="fi-FI" smtClean="0"/>
              <a:t>14.10.2026</a:t>
            </a:fld>
            <a:endParaRPr lang="fi-FI"/>
          </a:p>
        </p:txBody>
      </p:sp>
      <p:sp>
        <p:nvSpPr>
          <p:cNvPr id="9" name="Slide Number Placeholder 8"/>
          <p:cNvSpPr>
            <a:spLocks noGrp="1"/>
          </p:cNvSpPr>
          <p:nvPr>
            <p:ph type="sldNum" sz="quarter" idx="12"/>
          </p:nvPr>
        </p:nvSpPr>
        <p:spPr/>
        <p:txBody>
          <a:bodyPr/>
          <a:lstStyle/>
          <a:p>
            <a:fld id="{07F0CC26-4241-4995-BDB3-9E0D3B0C702B}" type="slidenum">
              <a:rPr lang="fi-FI" smtClean="0"/>
              <a:t>‹#›</a:t>
            </a:fld>
            <a:endParaRPr lang="fi-FI"/>
          </a:p>
        </p:txBody>
      </p:sp>
      <p:pic>
        <p:nvPicPr>
          <p:cNvPr id="11" name="Graphic 4" descr="Länsi-Uudenmaan hyvinvointialueen tunnus.">
            <a:extLst>
              <a:ext uri="{FF2B5EF4-FFF2-40B4-BE49-F238E27FC236}">
                <a16:creationId xmlns:a16="http://schemas.microsoft.com/office/drawing/2014/main" id="{23BFD629-3655-9FEC-0C89-DE88473F4B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14303557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Kaksikielinen dia 1">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5374662" cy="577850"/>
          </a:xfrm>
        </p:spPr>
        <p:txBody>
          <a:bodyPr wrap="square" anchor="b">
            <a:noAutofit/>
          </a:bodyPr>
          <a:lstStyle>
            <a:lvl1pPr>
              <a:defRPr sz="23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1117601"/>
            <a:ext cx="5374662" cy="866774"/>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4" name="Content Placeholder 3"/>
          <p:cNvSpPr>
            <a:spLocks noGrp="1"/>
          </p:cNvSpPr>
          <p:nvPr>
            <p:ph sz="half" idx="2"/>
          </p:nvPr>
        </p:nvSpPr>
        <p:spPr>
          <a:xfrm>
            <a:off x="539751" y="2273301"/>
            <a:ext cx="5374657" cy="3748087"/>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Text Placeholder 4"/>
          <p:cNvSpPr>
            <a:spLocks noGrp="1"/>
          </p:cNvSpPr>
          <p:nvPr>
            <p:ph type="body" sz="quarter" idx="3"/>
          </p:nvPr>
        </p:nvSpPr>
        <p:spPr>
          <a:xfrm>
            <a:off x="6275388" y="1117600"/>
            <a:ext cx="5374662" cy="866775"/>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6" name="Content Placeholder 5"/>
          <p:cNvSpPr>
            <a:spLocks noGrp="1"/>
          </p:cNvSpPr>
          <p:nvPr>
            <p:ph sz="quarter" idx="4"/>
          </p:nvPr>
        </p:nvSpPr>
        <p:spPr>
          <a:xfrm>
            <a:off x="6275388" y="2297113"/>
            <a:ext cx="5374662" cy="37242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8" name="Footer Placeholder 7"/>
          <p:cNvSpPr>
            <a:spLocks noGrp="1"/>
          </p:cNvSpPr>
          <p:nvPr>
            <p:ph type="ftr" sz="quarter" idx="11"/>
          </p:nvPr>
        </p:nvSpPr>
        <p:spPr>
          <a:xfrm>
            <a:off x="6274989" y="6318251"/>
            <a:ext cx="2687377" cy="365125"/>
          </a:xfrm>
        </p:spPr>
        <p:txBody>
          <a:bodyPr/>
          <a:lstStyle>
            <a:lvl1pPr algn="l">
              <a:defRPr/>
            </a:lvl1pPr>
          </a:lstStyle>
          <a:p>
            <a:endParaRPr lang="fi-FI"/>
          </a:p>
        </p:txBody>
      </p:sp>
      <p:sp>
        <p:nvSpPr>
          <p:cNvPr id="7" name="Date Placeholder 6"/>
          <p:cNvSpPr>
            <a:spLocks noGrp="1"/>
          </p:cNvSpPr>
          <p:nvPr>
            <p:ph type="dt" sz="half" idx="10"/>
          </p:nvPr>
        </p:nvSpPr>
        <p:spPr/>
        <p:txBody>
          <a:bodyPr/>
          <a:lstStyle/>
          <a:p>
            <a:fld id="{E18AEC8B-7DE7-4725-ADD5-60689C9DA047}" type="datetime1">
              <a:rPr lang="fi-FI" smtClean="0"/>
              <a:t>14.10.2026</a:t>
            </a:fld>
            <a:endParaRPr lang="fi-FI"/>
          </a:p>
        </p:txBody>
      </p:sp>
      <p:sp>
        <p:nvSpPr>
          <p:cNvPr id="9" name="Slide Number Placeholder 8"/>
          <p:cNvSpPr>
            <a:spLocks noGrp="1"/>
          </p:cNvSpPr>
          <p:nvPr>
            <p:ph type="sldNum" sz="quarter" idx="12"/>
          </p:nvPr>
        </p:nvSpPr>
        <p:spPr/>
        <p:txBody>
          <a:bodyPr/>
          <a:lstStyle/>
          <a:p>
            <a:fld id="{07F0CC26-4241-4995-BDB3-9E0D3B0C702B}" type="slidenum">
              <a:rPr lang="fi-FI" smtClean="0"/>
              <a:t>‹#›</a:t>
            </a:fld>
            <a:endParaRPr lang="fi-FI"/>
          </a:p>
        </p:txBody>
      </p:sp>
      <p:pic>
        <p:nvPicPr>
          <p:cNvPr id="11" name="Graphic 4" descr="Länsi-Uudenmaan hyvinvointialueen tunnus.">
            <a:extLst>
              <a:ext uri="{FF2B5EF4-FFF2-40B4-BE49-F238E27FC236}">
                <a16:creationId xmlns:a16="http://schemas.microsoft.com/office/drawing/2014/main" id="{23BFD629-3655-9FEC-0C89-DE88473F4B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
        <p:nvSpPr>
          <p:cNvPr id="12" name="Tekstin paikkamerkki 11">
            <a:extLst>
              <a:ext uri="{FF2B5EF4-FFF2-40B4-BE49-F238E27FC236}">
                <a16:creationId xmlns:a16="http://schemas.microsoft.com/office/drawing/2014/main" id="{33159130-5143-B766-35EC-4FE6CF41CD93}"/>
              </a:ext>
            </a:extLst>
          </p:cNvPr>
          <p:cNvSpPr>
            <a:spLocks noGrp="1"/>
          </p:cNvSpPr>
          <p:nvPr>
            <p:ph type="body" sz="quarter" idx="13" hasCustomPrompt="1"/>
          </p:nvPr>
        </p:nvSpPr>
        <p:spPr>
          <a:xfrm>
            <a:off x="6275388" y="539750"/>
            <a:ext cx="5375275" cy="577850"/>
          </a:xfrm>
        </p:spPr>
        <p:txBody>
          <a:bodyPr anchor="b"/>
          <a:lstStyle>
            <a:lvl1pPr marL="0" indent="0">
              <a:buNone/>
              <a:defRPr sz="2300" b="1">
                <a:solidFill>
                  <a:schemeClr val="accent1"/>
                </a:solidFill>
              </a:defRPr>
            </a:lvl1pPr>
            <a:lvl2pPr marL="360000" indent="0" algn="l">
              <a:buFont typeface="Arial" panose="020B0604020202020204" pitchFamily="34" charset="0"/>
              <a:buNone/>
              <a:defRPr b="1">
                <a:solidFill>
                  <a:schemeClr val="accent1"/>
                </a:solidFill>
              </a:defRPr>
            </a:lvl2pPr>
          </a:lstStyle>
          <a:p>
            <a:pPr lvl="0"/>
            <a:r>
              <a:rPr lang="fi-FI"/>
              <a:t>Lisää otsikko napsauttamalla</a:t>
            </a:r>
          </a:p>
        </p:txBody>
      </p:sp>
      <p:cxnSp>
        <p:nvCxnSpPr>
          <p:cNvPr id="18" name="Suora yhdysviiva 17">
            <a:extLst>
              <a:ext uri="{FF2B5EF4-FFF2-40B4-BE49-F238E27FC236}">
                <a16:creationId xmlns:a16="http://schemas.microsoft.com/office/drawing/2014/main" id="{4375F011-6839-6038-F203-77B8E74B62AA}"/>
              </a:ext>
            </a:extLst>
          </p:cNvPr>
          <p:cNvCxnSpPr>
            <a:cxnSpLocks/>
          </p:cNvCxnSpPr>
          <p:nvPr userDrawn="1"/>
        </p:nvCxnSpPr>
        <p:spPr>
          <a:xfrm>
            <a:off x="6046384" y="532238"/>
            <a:ext cx="0" cy="5481638"/>
          </a:xfrm>
          <a:prstGeom prst="line">
            <a:avLst/>
          </a:prstGeom>
          <a:ln w="12700" cap="rnd">
            <a:solidFill>
              <a:srgbClr val="888B8D"/>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33975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Kaksi sisältökohdetta">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219DD687-B8FC-4DC0-85D8-E831ACB9055D}"/>
              </a:ext>
            </a:extLst>
          </p:cNvPr>
          <p:cNvSpPr>
            <a:spLocks noGrp="1"/>
          </p:cNvSpPr>
          <p:nvPr>
            <p:ph type="title"/>
          </p:nvPr>
        </p:nvSpPr>
        <p:spPr>
          <a:xfrm>
            <a:off x="539750" y="539751"/>
            <a:ext cx="11110913" cy="577850"/>
          </a:xfrm>
        </p:spPr>
        <p:txBody>
          <a:bodyPr wrap="square" anchor="b"/>
          <a:lstStyle>
            <a:lvl1pPr>
              <a:defRPr>
                <a:solidFill>
                  <a:schemeClr val="accent1"/>
                </a:solidFill>
              </a:defRPr>
            </a:lvl1pPr>
          </a:lstStyle>
          <a:p>
            <a:r>
              <a:rPr lang="fi-FI"/>
              <a:t>Muokkaa ots. perustyyl. napsautt.</a:t>
            </a:r>
          </a:p>
        </p:txBody>
      </p:sp>
      <p:sp>
        <p:nvSpPr>
          <p:cNvPr id="3" name="Sisällön paikkamerkki 2">
            <a:extLst>
              <a:ext uri="{FF2B5EF4-FFF2-40B4-BE49-F238E27FC236}">
                <a16:creationId xmlns:a16="http://schemas.microsoft.com/office/drawing/2014/main" id="{1668BF22-F147-43B0-BCE5-E272BDAC28F2}"/>
              </a:ext>
            </a:extLst>
          </p:cNvPr>
          <p:cNvSpPr>
            <a:spLocks noGrp="1"/>
          </p:cNvSpPr>
          <p:nvPr>
            <p:ph sz="half" idx="1"/>
          </p:nvPr>
        </p:nvSpPr>
        <p:spPr>
          <a:xfrm>
            <a:off x="539750" y="1406525"/>
            <a:ext cx="5375275"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4" name="Sisällön paikkamerkki 3">
            <a:extLst>
              <a:ext uri="{FF2B5EF4-FFF2-40B4-BE49-F238E27FC236}">
                <a16:creationId xmlns:a16="http://schemas.microsoft.com/office/drawing/2014/main" id="{C91E1FCE-0143-4CA0-A72A-AEC7FBA1904E}"/>
              </a:ext>
            </a:extLst>
          </p:cNvPr>
          <p:cNvSpPr>
            <a:spLocks noGrp="1"/>
          </p:cNvSpPr>
          <p:nvPr>
            <p:ph sz="half" idx="2"/>
          </p:nvPr>
        </p:nvSpPr>
        <p:spPr>
          <a:xfrm>
            <a:off x="6276976" y="1406525"/>
            <a:ext cx="5373073"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a:extLst>
              <a:ext uri="{FF2B5EF4-FFF2-40B4-BE49-F238E27FC236}">
                <a16:creationId xmlns:a16="http://schemas.microsoft.com/office/drawing/2014/main" id="{A9C0AA7C-C2F3-4B78-A231-54372C74AA0A}"/>
              </a:ext>
            </a:extLst>
          </p:cNvPr>
          <p:cNvSpPr>
            <a:spLocks noGrp="1"/>
          </p:cNvSpPr>
          <p:nvPr>
            <p:ph type="ftr" sz="quarter" idx="11"/>
          </p:nvPr>
        </p:nvSpPr>
        <p:spPr>
          <a:xfrm>
            <a:off x="6274683" y="6318251"/>
            <a:ext cx="2687377" cy="365125"/>
          </a:xfrm>
        </p:spPr>
        <p:txBody>
          <a:bodyPr/>
          <a:lstStyle>
            <a:lvl1pPr algn="l">
              <a:defRPr/>
            </a:lvl1pPr>
          </a:lstStyle>
          <a:p>
            <a:endParaRPr lang="fi-FI"/>
          </a:p>
        </p:txBody>
      </p:sp>
      <p:sp>
        <p:nvSpPr>
          <p:cNvPr id="5" name="Päivämäärän paikkamerkki 4">
            <a:extLst>
              <a:ext uri="{FF2B5EF4-FFF2-40B4-BE49-F238E27FC236}">
                <a16:creationId xmlns:a16="http://schemas.microsoft.com/office/drawing/2014/main" id="{ABB3D087-0932-4DF2-8BF7-61EB0EAA5CD8}"/>
              </a:ext>
            </a:extLst>
          </p:cNvPr>
          <p:cNvSpPr>
            <a:spLocks noGrp="1"/>
          </p:cNvSpPr>
          <p:nvPr>
            <p:ph type="dt" sz="half" idx="10"/>
          </p:nvPr>
        </p:nvSpPr>
        <p:spPr/>
        <p:txBody>
          <a:bodyPr/>
          <a:lstStyle/>
          <a:p>
            <a:fld id="{F4607B7D-5D81-4962-94AD-649B004A4915}" type="datetime1">
              <a:rPr lang="fi-FI" smtClean="0"/>
              <a:t>14.10.2026</a:t>
            </a:fld>
            <a:endParaRPr lang="fi-FI"/>
          </a:p>
        </p:txBody>
      </p:sp>
      <p:sp>
        <p:nvSpPr>
          <p:cNvPr id="7" name="Dian numeron paikkamerkki 6">
            <a:extLst>
              <a:ext uri="{FF2B5EF4-FFF2-40B4-BE49-F238E27FC236}">
                <a16:creationId xmlns:a16="http://schemas.microsoft.com/office/drawing/2014/main" id="{EA001C22-C689-4195-8C76-98D1693FC4C3}"/>
              </a:ext>
            </a:extLst>
          </p:cNvPr>
          <p:cNvSpPr>
            <a:spLocks noGrp="1"/>
          </p:cNvSpPr>
          <p:nvPr>
            <p:ph type="sldNum" sz="quarter" idx="12"/>
          </p:nvPr>
        </p:nvSpPr>
        <p:spPr/>
        <p:txBody>
          <a:bodyPr/>
          <a:lstStyle/>
          <a:p>
            <a:fld id="{07F0CC26-4241-4995-BDB3-9E0D3B0C702B}" type="slidenum">
              <a:rPr lang="fi-FI" smtClean="0"/>
              <a:pPr/>
              <a:t>‹#›</a:t>
            </a:fld>
            <a:endParaRPr lang="fi-FI"/>
          </a:p>
        </p:txBody>
      </p:sp>
      <p:pic>
        <p:nvPicPr>
          <p:cNvPr id="9" name="Graphic 4" descr="Länsi-Uudenmaan hyvinvointialueen tunnus.">
            <a:extLst>
              <a:ext uri="{FF2B5EF4-FFF2-40B4-BE49-F238E27FC236}">
                <a16:creationId xmlns:a16="http://schemas.microsoft.com/office/drawing/2014/main" id="{155D76E8-6749-2561-2C0F-8184C822F20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9925781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Kaksikielinen dia 2">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219DD687-B8FC-4DC0-85D8-E831ACB9055D}"/>
              </a:ext>
            </a:extLst>
          </p:cNvPr>
          <p:cNvSpPr>
            <a:spLocks noGrp="1"/>
          </p:cNvSpPr>
          <p:nvPr>
            <p:ph type="title"/>
          </p:nvPr>
        </p:nvSpPr>
        <p:spPr>
          <a:xfrm>
            <a:off x="539750" y="539751"/>
            <a:ext cx="5375275" cy="577850"/>
          </a:xfrm>
        </p:spPr>
        <p:txBody>
          <a:bodyPr wrap="square" anchor="b"/>
          <a:lstStyle>
            <a:lvl1pPr>
              <a:defRPr sz="2300">
                <a:solidFill>
                  <a:schemeClr val="accent1"/>
                </a:solidFill>
              </a:defRPr>
            </a:lvl1pPr>
          </a:lstStyle>
          <a:p>
            <a:r>
              <a:rPr lang="fi-FI"/>
              <a:t>Muokkaa ots. perustyyl. napsautt.</a:t>
            </a:r>
          </a:p>
        </p:txBody>
      </p:sp>
      <p:sp>
        <p:nvSpPr>
          <p:cNvPr id="3" name="Sisällön paikkamerkki 2">
            <a:extLst>
              <a:ext uri="{FF2B5EF4-FFF2-40B4-BE49-F238E27FC236}">
                <a16:creationId xmlns:a16="http://schemas.microsoft.com/office/drawing/2014/main" id="{1668BF22-F147-43B0-BCE5-E272BDAC28F2}"/>
              </a:ext>
            </a:extLst>
          </p:cNvPr>
          <p:cNvSpPr>
            <a:spLocks noGrp="1"/>
          </p:cNvSpPr>
          <p:nvPr>
            <p:ph sz="half" idx="1"/>
          </p:nvPr>
        </p:nvSpPr>
        <p:spPr>
          <a:xfrm>
            <a:off x="539750" y="1406525"/>
            <a:ext cx="5375275"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4" name="Sisällön paikkamerkki 3">
            <a:extLst>
              <a:ext uri="{FF2B5EF4-FFF2-40B4-BE49-F238E27FC236}">
                <a16:creationId xmlns:a16="http://schemas.microsoft.com/office/drawing/2014/main" id="{C91E1FCE-0143-4CA0-A72A-AEC7FBA1904E}"/>
              </a:ext>
            </a:extLst>
          </p:cNvPr>
          <p:cNvSpPr>
            <a:spLocks noGrp="1"/>
          </p:cNvSpPr>
          <p:nvPr>
            <p:ph sz="half" idx="2"/>
          </p:nvPr>
        </p:nvSpPr>
        <p:spPr>
          <a:xfrm>
            <a:off x="6276977" y="1406525"/>
            <a:ext cx="5373072"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a:extLst>
              <a:ext uri="{FF2B5EF4-FFF2-40B4-BE49-F238E27FC236}">
                <a16:creationId xmlns:a16="http://schemas.microsoft.com/office/drawing/2014/main" id="{A9C0AA7C-C2F3-4B78-A231-54372C74AA0A}"/>
              </a:ext>
            </a:extLst>
          </p:cNvPr>
          <p:cNvSpPr>
            <a:spLocks noGrp="1"/>
          </p:cNvSpPr>
          <p:nvPr>
            <p:ph type="ftr" sz="quarter" idx="11"/>
          </p:nvPr>
        </p:nvSpPr>
        <p:spPr>
          <a:xfrm>
            <a:off x="6274683" y="6318251"/>
            <a:ext cx="2687377" cy="365125"/>
          </a:xfrm>
        </p:spPr>
        <p:txBody>
          <a:bodyPr/>
          <a:lstStyle>
            <a:lvl1pPr algn="l">
              <a:defRPr/>
            </a:lvl1pPr>
          </a:lstStyle>
          <a:p>
            <a:endParaRPr lang="fi-FI"/>
          </a:p>
        </p:txBody>
      </p:sp>
      <p:sp>
        <p:nvSpPr>
          <p:cNvPr id="5" name="Päivämäärän paikkamerkki 4">
            <a:extLst>
              <a:ext uri="{FF2B5EF4-FFF2-40B4-BE49-F238E27FC236}">
                <a16:creationId xmlns:a16="http://schemas.microsoft.com/office/drawing/2014/main" id="{ABB3D087-0932-4DF2-8BF7-61EB0EAA5CD8}"/>
              </a:ext>
            </a:extLst>
          </p:cNvPr>
          <p:cNvSpPr>
            <a:spLocks noGrp="1"/>
          </p:cNvSpPr>
          <p:nvPr>
            <p:ph type="dt" sz="half" idx="10"/>
          </p:nvPr>
        </p:nvSpPr>
        <p:spPr/>
        <p:txBody>
          <a:bodyPr/>
          <a:lstStyle/>
          <a:p>
            <a:fld id="{F4607B7D-5D81-4962-94AD-649B004A4915}" type="datetime1">
              <a:rPr lang="fi-FI" smtClean="0"/>
              <a:t>14.10.2026</a:t>
            </a:fld>
            <a:endParaRPr lang="fi-FI"/>
          </a:p>
        </p:txBody>
      </p:sp>
      <p:sp>
        <p:nvSpPr>
          <p:cNvPr id="7" name="Dian numeron paikkamerkki 6">
            <a:extLst>
              <a:ext uri="{FF2B5EF4-FFF2-40B4-BE49-F238E27FC236}">
                <a16:creationId xmlns:a16="http://schemas.microsoft.com/office/drawing/2014/main" id="{EA001C22-C689-4195-8C76-98D1693FC4C3}"/>
              </a:ext>
            </a:extLst>
          </p:cNvPr>
          <p:cNvSpPr>
            <a:spLocks noGrp="1"/>
          </p:cNvSpPr>
          <p:nvPr>
            <p:ph type="sldNum" sz="quarter" idx="12"/>
          </p:nvPr>
        </p:nvSpPr>
        <p:spPr/>
        <p:txBody>
          <a:bodyPr/>
          <a:lstStyle/>
          <a:p>
            <a:fld id="{07F0CC26-4241-4995-BDB3-9E0D3B0C702B}" type="slidenum">
              <a:rPr lang="fi-FI" smtClean="0"/>
              <a:pPr/>
              <a:t>‹#›</a:t>
            </a:fld>
            <a:endParaRPr lang="fi-FI"/>
          </a:p>
        </p:txBody>
      </p:sp>
      <p:pic>
        <p:nvPicPr>
          <p:cNvPr id="9" name="Graphic 4" descr="Länsi-Uudenmaan hyvinvointialueen tunnus.">
            <a:extLst>
              <a:ext uri="{FF2B5EF4-FFF2-40B4-BE49-F238E27FC236}">
                <a16:creationId xmlns:a16="http://schemas.microsoft.com/office/drawing/2014/main" id="{155D76E8-6749-2561-2C0F-8184C822F20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
        <p:nvSpPr>
          <p:cNvPr id="12" name="Tekstin paikkamerkki 11">
            <a:extLst>
              <a:ext uri="{FF2B5EF4-FFF2-40B4-BE49-F238E27FC236}">
                <a16:creationId xmlns:a16="http://schemas.microsoft.com/office/drawing/2014/main" id="{61E046FC-C429-F7A3-29D1-ADBFB8E47165}"/>
              </a:ext>
            </a:extLst>
          </p:cNvPr>
          <p:cNvSpPr>
            <a:spLocks noGrp="1"/>
          </p:cNvSpPr>
          <p:nvPr>
            <p:ph type="body" sz="quarter" idx="13" hasCustomPrompt="1"/>
          </p:nvPr>
        </p:nvSpPr>
        <p:spPr>
          <a:xfrm>
            <a:off x="6275388" y="539750"/>
            <a:ext cx="5375275" cy="577850"/>
          </a:xfrm>
        </p:spPr>
        <p:txBody>
          <a:bodyPr anchor="b"/>
          <a:lstStyle>
            <a:lvl1pPr marL="0" indent="0">
              <a:buNone/>
              <a:defRPr sz="2300" b="1">
                <a:solidFill>
                  <a:schemeClr val="accent1"/>
                </a:solidFill>
              </a:defRPr>
            </a:lvl1pPr>
          </a:lstStyle>
          <a:p>
            <a:pPr lvl="0"/>
            <a:r>
              <a:rPr lang="fi-FI"/>
              <a:t>Lisää otsikko napsauttamalla</a:t>
            </a:r>
          </a:p>
        </p:txBody>
      </p:sp>
      <p:cxnSp>
        <p:nvCxnSpPr>
          <p:cNvPr id="14" name="Suora yhdysviiva 13">
            <a:extLst>
              <a:ext uri="{FF2B5EF4-FFF2-40B4-BE49-F238E27FC236}">
                <a16:creationId xmlns:a16="http://schemas.microsoft.com/office/drawing/2014/main" id="{74724178-32C1-266E-A775-C2805864C4C0}"/>
              </a:ext>
            </a:extLst>
          </p:cNvPr>
          <p:cNvCxnSpPr>
            <a:cxnSpLocks/>
          </p:cNvCxnSpPr>
          <p:nvPr userDrawn="1"/>
        </p:nvCxnSpPr>
        <p:spPr>
          <a:xfrm>
            <a:off x="6046384" y="532238"/>
            <a:ext cx="0" cy="5481638"/>
          </a:xfrm>
          <a:prstGeom prst="line">
            <a:avLst/>
          </a:prstGeom>
          <a:ln w="12700" cap="rnd">
            <a:solidFill>
              <a:srgbClr val="888B8D"/>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88372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Kuvatekstillinen kuva">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5375275" cy="866775"/>
          </a:xfrm>
        </p:spPr>
        <p:txBody>
          <a:bodyPr wrap="square" anchor="b">
            <a:noAutofit/>
          </a:bodyPr>
          <a:lstStyle>
            <a:lvl1pPr>
              <a:defRPr sz="3200">
                <a:solidFill>
                  <a:schemeClr val="accent1"/>
                </a:solidFill>
              </a:defRPr>
            </a:lvl1pPr>
          </a:lstStyle>
          <a:p>
            <a:r>
              <a:rPr lang="fi-FI"/>
              <a:t>Muokkaa ots. perustyyl. napsautt.</a:t>
            </a:r>
            <a:endParaRPr lang="en-US"/>
          </a:p>
        </p:txBody>
      </p:sp>
      <p:sp>
        <p:nvSpPr>
          <p:cNvPr id="4" name="Text Placeholder 3"/>
          <p:cNvSpPr>
            <a:spLocks noGrp="1"/>
          </p:cNvSpPr>
          <p:nvPr>
            <p:ph type="body" sz="half" idx="2"/>
          </p:nvPr>
        </p:nvSpPr>
        <p:spPr>
          <a:xfrm>
            <a:off x="539750" y="1700213"/>
            <a:ext cx="5374662" cy="4318817"/>
          </a:xfrm>
        </p:spPr>
        <p:txBody>
          <a:bodyPr wrap="square">
            <a:noAutofit/>
          </a:bodyPr>
          <a:lstStyle>
            <a:lvl1pPr marL="0" indent="0">
              <a:buNone/>
              <a:defRPr sz="1733"/>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fi-FI"/>
              <a:t>Muokkaa tekstin perustyylejä napsauttamalla</a:t>
            </a:r>
          </a:p>
        </p:txBody>
      </p:sp>
      <p:sp>
        <p:nvSpPr>
          <p:cNvPr id="3" name="Picture Placeholder 2"/>
          <p:cNvSpPr>
            <a:spLocks noGrp="1"/>
          </p:cNvSpPr>
          <p:nvPr>
            <p:ph type="pic" idx="1"/>
          </p:nvPr>
        </p:nvSpPr>
        <p:spPr>
          <a:xfrm>
            <a:off x="6275388" y="539750"/>
            <a:ext cx="5374662" cy="5479280"/>
          </a:xfrm>
          <a:solidFill>
            <a:schemeClr val="bg2"/>
          </a:solidFill>
        </p:spPr>
        <p:txBody>
          <a:bodyPr anchor="t">
            <a:noAutofit/>
          </a:bodyPr>
          <a:lstStyle>
            <a:lvl1pPr marL="0" indent="0">
              <a:buNone/>
              <a:defRPr sz="1867"/>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fi-FI"/>
              <a:t>Lisää kuva napsauttamalla kuvaketta</a:t>
            </a:r>
            <a:endParaRPr lang="en-US"/>
          </a:p>
        </p:txBody>
      </p:sp>
      <p:sp>
        <p:nvSpPr>
          <p:cNvPr id="6" name="Footer Placeholder 5"/>
          <p:cNvSpPr>
            <a:spLocks noGrp="1"/>
          </p:cNvSpPr>
          <p:nvPr>
            <p:ph type="ftr" sz="quarter" idx="11"/>
          </p:nvPr>
        </p:nvSpPr>
        <p:spPr>
          <a:xfrm>
            <a:off x="6271507" y="6316663"/>
            <a:ext cx="2687377" cy="365125"/>
          </a:xfrm>
        </p:spPr>
        <p:txBody>
          <a:bodyPr/>
          <a:lstStyle>
            <a:lvl1pPr algn="l">
              <a:defRPr>
                <a:solidFill>
                  <a:srgbClr val="888B8D"/>
                </a:solidFill>
              </a:defRPr>
            </a:lvl1pPr>
          </a:lstStyle>
          <a:p>
            <a:endParaRPr lang="fi-FI"/>
          </a:p>
        </p:txBody>
      </p:sp>
      <p:sp>
        <p:nvSpPr>
          <p:cNvPr id="5" name="Date Placeholder 4"/>
          <p:cNvSpPr>
            <a:spLocks noGrp="1"/>
          </p:cNvSpPr>
          <p:nvPr>
            <p:ph type="dt" sz="half" idx="10"/>
          </p:nvPr>
        </p:nvSpPr>
        <p:spPr/>
        <p:txBody>
          <a:bodyPr/>
          <a:lstStyle/>
          <a:p>
            <a:fld id="{194936B3-60BC-459C-89DC-9C2FE65170F1}" type="datetime1">
              <a:rPr lang="fi-FI" smtClean="0"/>
              <a:t>14.10.2026</a:t>
            </a:fld>
            <a:endParaRPr lang="fi-FI"/>
          </a:p>
        </p:txBody>
      </p:sp>
      <p:sp>
        <p:nvSpPr>
          <p:cNvPr id="7" name="Slide Number Placeholder 6"/>
          <p:cNvSpPr>
            <a:spLocks noGrp="1"/>
          </p:cNvSpPr>
          <p:nvPr>
            <p:ph type="sldNum" sz="quarter" idx="12"/>
          </p:nvPr>
        </p:nvSpPr>
        <p:spPr/>
        <p:txBody>
          <a:bodyPr/>
          <a:lstStyle/>
          <a:p>
            <a:fld id="{07F0CC26-4241-4995-BDB3-9E0D3B0C702B}" type="slidenum">
              <a:rPr lang="fi-FI" smtClean="0"/>
              <a:t>‹#›</a:t>
            </a:fld>
            <a:endParaRPr lang="fi-FI"/>
          </a:p>
        </p:txBody>
      </p:sp>
      <p:pic>
        <p:nvPicPr>
          <p:cNvPr id="9" name="Graphic 4" descr="Länsi-Uudenmaan hyvinvointialueen tunnus.">
            <a:extLst>
              <a:ext uri="{FF2B5EF4-FFF2-40B4-BE49-F238E27FC236}">
                <a16:creationId xmlns:a16="http://schemas.microsoft.com/office/drawing/2014/main" id="{552DD289-AAC1-6061-0136-25D63E0627A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7429115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ain otsikko">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1"/>
            <a:ext cx="10569005" cy="577850"/>
          </a:xfrm>
        </p:spPr>
        <p:txBody>
          <a:bodyPr wrap="square">
            <a:noAutofit/>
          </a:bodyPr>
          <a:lstStyle>
            <a:lvl1pPr>
              <a:defRPr>
                <a:solidFill>
                  <a:schemeClr val="accent1"/>
                </a:solidFill>
              </a:defRPr>
            </a:lvl1pPr>
          </a:lstStyle>
          <a:p>
            <a:r>
              <a:rPr lang="fi-FI"/>
              <a:t>Muokkaa ots. perustyyl. napsautt.</a:t>
            </a:r>
            <a:endParaRPr lang="en-US"/>
          </a:p>
        </p:txBody>
      </p:sp>
      <p:sp>
        <p:nvSpPr>
          <p:cNvPr id="4" name="Footer Placeholder 3"/>
          <p:cNvSpPr>
            <a:spLocks noGrp="1"/>
          </p:cNvSpPr>
          <p:nvPr>
            <p:ph type="ftr" sz="quarter" idx="11"/>
          </p:nvPr>
        </p:nvSpPr>
        <p:spPr>
          <a:xfrm>
            <a:off x="5915024" y="6316663"/>
            <a:ext cx="4615815" cy="365125"/>
          </a:xfrm>
        </p:spPr>
        <p:txBody>
          <a:bodyPr/>
          <a:lstStyle>
            <a:lvl1pPr algn="l">
              <a:defRPr/>
            </a:lvl1pPr>
          </a:lstStyle>
          <a:p>
            <a:endParaRPr lang="fi-FI"/>
          </a:p>
        </p:txBody>
      </p:sp>
      <p:sp>
        <p:nvSpPr>
          <p:cNvPr id="3" name="Date Placeholder 2"/>
          <p:cNvSpPr>
            <a:spLocks noGrp="1"/>
          </p:cNvSpPr>
          <p:nvPr>
            <p:ph type="dt" sz="half" idx="10"/>
          </p:nvPr>
        </p:nvSpPr>
        <p:spPr/>
        <p:txBody>
          <a:bodyPr/>
          <a:lstStyle/>
          <a:p>
            <a:fld id="{24350F47-645D-402B-A8BB-CD8F8293EEB7}" type="datetime1">
              <a:rPr lang="fi-FI" smtClean="0"/>
              <a:t>14.10.2026</a:t>
            </a:fld>
            <a:endParaRPr lang="fi-FI"/>
          </a:p>
        </p:txBody>
      </p:sp>
      <p:sp>
        <p:nvSpPr>
          <p:cNvPr id="5" name="Slide Number Placeholder 4"/>
          <p:cNvSpPr>
            <a:spLocks noGrp="1"/>
          </p:cNvSpPr>
          <p:nvPr>
            <p:ph type="sldNum" sz="quarter" idx="12"/>
          </p:nvPr>
        </p:nvSpPr>
        <p:spPr/>
        <p:txBody>
          <a:bodyPr/>
          <a:lstStyle/>
          <a:p>
            <a:fld id="{07F0CC26-4241-4995-BDB3-9E0D3B0C702B}" type="slidenum">
              <a:rPr lang="fi-FI" smtClean="0"/>
              <a:t>‹#›</a:t>
            </a:fld>
            <a:endParaRPr lang="fi-FI"/>
          </a:p>
        </p:txBody>
      </p:sp>
      <p:pic>
        <p:nvPicPr>
          <p:cNvPr id="6" name="Graphic 4" descr="Länsi-Uudenmaan hyvinvointialueen tunnus.">
            <a:extLst>
              <a:ext uri="{FF2B5EF4-FFF2-40B4-BE49-F238E27FC236}">
                <a16:creationId xmlns:a16="http://schemas.microsoft.com/office/drawing/2014/main" id="{B87C6938-4CCF-CBE2-BD92-787F44BCFDA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424418201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yhjä">
    <p:spTree>
      <p:nvGrpSpPr>
        <p:cNvPr id="1" name=""/>
        <p:cNvGrpSpPr/>
        <p:nvPr/>
      </p:nvGrpSpPr>
      <p:grpSpPr>
        <a:xfrm>
          <a:off x="0" y="0"/>
          <a:ext cx="0" cy="0"/>
          <a:chOff x="0" y="0"/>
          <a:chExt cx="0" cy="0"/>
        </a:xfrm>
      </p:grpSpPr>
      <p:sp>
        <p:nvSpPr>
          <p:cNvPr id="3" name="Alatunnisteen paikkamerkki 2">
            <a:extLst>
              <a:ext uri="{FF2B5EF4-FFF2-40B4-BE49-F238E27FC236}">
                <a16:creationId xmlns:a16="http://schemas.microsoft.com/office/drawing/2014/main" id="{574C2FEB-3061-4F56-B1CF-14019E673D92}"/>
              </a:ext>
            </a:extLst>
          </p:cNvPr>
          <p:cNvSpPr>
            <a:spLocks noGrp="1"/>
          </p:cNvSpPr>
          <p:nvPr>
            <p:ph type="ftr" sz="quarter" idx="11"/>
          </p:nvPr>
        </p:nvSpPr>
        <p:spPr>
          <a:xfrm>
            <a:off x="5915024" y="6318251"/>
            <a:ext cx="3101053" cy="365125"/>
          </a:xfrm>
        </p:spPr>
        <p:txBody>
          <a:bodyPr/>
          <a:lstStyle>
            <a:lvl1pPr algn="l">
              <a:defRPr/>
            </a:lvl1pPr>
          </a:lstStyle>
          <a:p>
            <a:endParaRPr lang="fi-FI"/>
          </a:p>
        </p:txBody>
      </p:sp>
      <p:sp>
        <p:nvSpPr>
          <p:cNvPr id="2" name="Päivämäärän paikkamerkki 1">
            <a:extLst>
              <a:ext uri="{FF2B5EF4-FFF2-40B4-BE49-F238E27FC236}">
                <a16:creationId xmlns:a16="http://schemas.microsoft.com/office/drawing/2014/main" id="{85EE21B5-BA6E-49CE-8237-BF193E32FF22}"/>
              </a:ext>
            </a:extLst>
          </p:cNvPr>
          <p:cNvSpPr>
            <a:spLocks noGrp="1"/>
          </p:cNvSpPr>
          <p:nvPr>
            <p:ph type="dt" sz="half" idx="10"/>
          </p:nvPr>
        </p:nvSpPr>
        <p:spPr>
          <a:xfrm>
            <a:off x="8962673" y="6318251"/>
            <a:ext cx="2687990" cy="365125"/>
          </a:xfrm>
        </p:spPr>
        <p:txBody>
          <a:bodyPr/>
          <a:lstStyle/>
          <a:p>
            <a:fld id="{D27666DB-AC83-4EEB-AC82-1DDC9CA86713}" type="datetime1">
              <a:rPr lang="fi-FI" smtClean="0"/>
              <a:t>14.10.2026</a:t>
            </a:fld>
            <a:endParaRPr lang="fi-FI"/>
          </a:p>
        </p:txBody>
      </p:sp>
      <p:sp>
        <p:nvSpPr>
          <p:cNvPr id="4" name="Dian numeron paikkamerkki 3">
            <a:extLst>
              <a:ext uri="{FF2B5EF4-FFF2-40B4-BE49-F238E27FC236}">
                <a16:creationId xmlns:a16="http://schemas.microsoft.com/office/drawing/2014/main" id="{91F5BDF4-969A-4E8D-A4A7-F4CDDFAE467B}"/>
              </a:ext>
            </a:extLst>
          </p:cNvPr>
          <p:cNvSpPr>
            <a:spLocks noGrp="1"/>
          </p:cNvSpPr>
          <p:nvPr>
            <p:ph type="sldNum" sz="quarter" idx="12"/>
          </p:nvPr>
        </p:nvSpPr>
        <p:spPr/>
        <p:txBody>
          <a:bodyPr/>
          <a:lstStyle/>
          <a:p>
            <a:fld id="{07F0CC26-4241-4995-BDB3-9E0D3B0C702B}" type="slidenum">
              <a:rPr lang="fi-FI" smtClean="0"/>
              <a:pPr/>
              <a:t>‹#›</a:t>
            </a:fld>
            <a:endParaRPr lang="fi-FI"/>
          </a:p>
        </p:txBody>
      </p:sp>
      <p:sp>
        <p:nvSpPr>
          <p:cNvPr id="5" name="Otsikko 4">
            <a:extLst>
              <a:ext uri="{FF2B5EF4-FFF2-40B4-BE49-F238E27FC236}">
                <a16:creationId xmlns:a16="http://schemas.microsoft.com/office/drawing/2014/main" id="{AF406130-25A9-45AE-FE6A-40CB9B9404AB}"/>
              </a:ext>
            </a:extLst>
          </p:cNvPr>
          <p:cNvSpPr>
            <a:spLocks noGrp="1"/>
          </p:cNvSpPr>
          <p:nvPr>
            <p:ph type="title"/>
          </p:nvPr>
        </p:nvSpPr>
        <p:spPr>
          <a:xfrm>
            <a:off x="539751" y="-889000"/>
            <a:ext cx="11110300" cy="577850"/>
          </a:xfrm>
        </p:spPr>
        <p:txBody>
          <a:bodyPr/>
          <a:lstStyle>
            <a:lvl1pPr>
              <a:defRPr>
                <a:solidFill>
                  <a:schemeClr val="accent1"/>
                </a:solidFill>
              </a:defRPr>
            </a:lvl1pPr>
          </a:lstStyle>
          <a:p>
            <a:r>
              <a:rPr lang="fi-FI"/>
              <a:t>Muokkaa ots. perustyyl. napsautt.</a:t>
            </a:r>
          </a:p>
        </p:txBody>
      </p:sp>
      <p:pic>
        <p:nvPicPr>
          <p:cNvPr id="6" name="Graphic 4" descr="Länsi-Uudenmaan hyvinvointialueen tunnus.">
            <a:extLst>
              <a:ext uri="{FF2B5EF4-FFF2-40B4-BE49-F238E27FC236}">
                <a16:creationId xmlns:a16="http://schemas.microsoft.com/office/drawing/2014/main" id="{A66194F4-4E0D-91BB-2FD2-2F31646517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86363920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unnus 1">
    <p:bg>
      <p:bgPr>
        <a:solidFill>
          <a:schemeClr val="accent1"/>
        </a:solidFill>
        <a:effectLst/>
      </p:bgPr>
    </p:bg>
    <p:spTree>
      <p:nvGrpSpPr>
        <p:cNvPr id="1" name=""/>
        <p:cNvGrpSpPr/>
        <p:nvPr/>
      </p:nvGrpSpPr>
      <p:grpSpPr>
        <a:xfrm>
          <a:off x="0" y="0"/>
          <a:ext cx="0" cy="0"/>
          <a:chOff x="0" y="0"/>
          <a:chExt cx="0" cy="0"/>
        </a:xfrm>
      </p:grpSpPr>
      <p:pic>
        <p:nvPicPr>
          <p:cNvPr id="2" name="Graphic 4" descr="Länsi-Uudenmaan hyvinvointialueen tunnus.">
            <a:extLst>
              <a:ext uri="{FF2B5EF4-FFF2-40B4-BE49-F238E27FC236}">
                <a16:creationId xmlns:a16="http://schemas.microsoft.com/office/drawing/2014/main" id="{96ABFFF4-3073-A7BD-A8E4-D7BAC11C0C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6027738"/>
            <a:ext cx="3473451" cy="438995"/>
          </a:xfrm>
          <a:prstGeom prst="rect">
            <a:avLst/>
          </a:prstGeom>
        </p:spPr>
      </p:pic>
      <p:sp>
        <p:nvSpPr>
          <p:cNvPr id="4" name="Otsikko 3">
            <a:extLst>
              <a:ext uri="{FF2B5EF4-FFF2-40B4-BE49-F238E27FC236}">
                <a16:creationId xmlns:a16="http://schemas.microsoft.com/office/drawing/2014/main" id="{709F6E0B-B36B-9D58-DE13-36DF2D78E281}"/>
              </a:ext>
            </a:extLst>
          </p:cNvPr>
          <p:cNvSpPr>
            <a:spLocks noGrp="1"/>
          </p:cNvSpPr>
          <p:nvPr>
            <p:ph type="title"/>
          </p:nvPr>
        </p:nvSpPr>
        <p:spPr>
          <a:xfrm>
            <a:off x="539751" y="539750"/>
            <a:ext cx="11110300" cy="577850"/>
          </a:xfrm>
        </p:spPr>
        <p:txBody>
          <a:bodyPr/>
          <a:lstStyle>
            <a:lvl1pPr>
              <a:defRPr>
                <a:solidFill>
                  <a:schemeClr val="bg1"/>
                </a:solidFill>
              </a:defRPr>
            </a:lvl1pPr>
          </a:lstStyle>
          <a:p>
            <a:r>
              <a:rPr lang="fi-FI"/>
              <a:t>Muokkaa ots. perustyyl. napsautt.</a:t>
            </a:r>
          </a:p>
        </p:txBody>
      </p:sp>
      <p:sp>
        <p:nvSpPr>
          <p:cNvPr id="5" name="Päivämäärän paikkamerkki 4">
            <a:extLst>
              <a:ext uri="{FF2B5EF4-FFF2-40B4-BE49-F238E27FC236}">
                <a16:creationId xmlns:a16="http://schemas.microsoft.com/office/drawing/2014/main" id="{E7E66329-7CFD-5E6C-83DD-521C176BD09F}"/>
              </a:ext>
            </a:extLst>
          </p:cNvPr>
          <p:cNvSpPr>
            <a:spLocks noGrp="1"/>
          </p:cNvSpPr>
          <p:nvPr>
            <p:ph type="dt" sz="half" idx="10"/>
          </p:nvPr>
        </p:nvSpPr>
        <p:spPr/>
        <p:txBody>
          <a:bodyPr/>
          <a:lstStyle>
            <a:lvl1pPr>
              <a:defRPr>
                <a:solidFill>
                  <a:schemeClr val="bg1"/>
                </a:solidFill>
              </a:defRPr>
            </a:lvl1pPr>
          </a:lstStyle>
          <a:p>
            <a:fld id="{2D890117-4CCF-45D4-9D20-F983783C0E48}" type="datetime1">
              <a:rPr lang="fi-FI" smtClean="0"/>
              <a:pPr/>
              <a:t>14.10.2026</a:t>
            </a:fld>
            <a:endParaRPr lang="fi-FI"/>
          </a:p>
        </p:txBody>
      </p:sp>
      <p:sp>
        <p:nvSpPr>
          <p:cNvPr id="6" name="Alatunnisteen paikkamerkki 5">
            <a:extLst>
              <a:ext uri="{FF2B5EF4-FFF2-40B4-BE49-F238E27FC236}">
                <a16:creationId xmlns:a16="http://schemas.microsoft.com/office/drawing/2014/main" id="{43A2C9FF-77DB-EB46-054F-79C32862754B}"/>
              </a:ext>
            </a:extLst>
          </p:cNvPr>
          <p:cNvSpPr>
            <a:spLocks noGrp="1"/>
          </p:cNvSpPr>
          <p:nvPr>
            <p:ph type="ftr" sz="quarter" idx="11"/>
          </p:nvPr>
        </p:nvSpPr>
        <p:spPr>
          <a:xfrm>
            <a:off x="5915025" y="6318251"/>
            <a:ext cx="3047648" cy="365125"/>
          </a:xfrm>
        </p:spPr>
        <p:txBody>
          <a:bodyPr/>
          <a:lstStyle>
            <a:lvl1pPr>
              <a:defRPr>
                <a:solidFill>
                  <a:schemeClr val="bg1"/>
                </a:solidFill>
              </a:defRPr>
            </a:lvl1pPr>
          </a:lstStyle>
          <a:p>
            <a:endParaRPr lang="fi-FI"/>
          </a:p>
        </p:txBody>
      </p:sp>
      <p:sp>
        <p:nvSpPr>
          <p:cNvPr id="7" name="Dian numeron paikkamerkki 6">
            <a:extLst>
              <a:ext uri="{FF2B5EF4-FFF2-40B4-BE49-F238E27FC236}">
                <a16:creationId xmlns:a16="http://schemas.microsoft.com/office/drawing/2014/main" id="{B58ADF6C-49B1-0F4F-1E1A-71E87AD1A922}"/>
              </a:ext>
            </a:extLst>
          </p:cNvPr>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109439370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unnus 2">
    <p:bg>
      <p:bgPr>
        <a:solidFill>
          <a:schemeClr val="bg2"/>
        </a:solidFill>
        <a:effectLst/>
      </p:bgPr>
    </p:bg>
    <p:spTree>
      <p:nvGrpSpPr>
        <p:cNvPr id="1" name=""/>
        <p:cNvGrpSpPr/>
        <p:nvPr/>
      </p:nvGrpSpPr>
      <p:grpSpPr>
        <a:xfrm>
          <a:off x="0" y="0"/>
          <a:ext cx="0" cy="0"/>
          <a:chOff x="0" y="0"/>
          <a:chExt cx="0" cy="0"/>
        </a:xfrm>
      </p:grpSpPr>
      <p:pic>
        <p:nvPicPr>
          <p:cNvPr id="3" name="Graphic 4" descr="Länsi-Uudenmaan hyvinvointialueen tunnus.">
            <a:extLst>
              <a:ext uri="{FF2B5EF4-FFF2-40B4-BE49-F238E27FC236}">
                <a16:creationId xmlns:a16="http://schemas.microsoft.com/office/drawing/2014/main" id="{B8F32025-9E58-2241-C10E-8028DAA1236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
        <p:nvSpPr>
          <p:cNvPr id="4" name="Päivämäärän paikkamerkki 3">
            <a:extLst>
              <a:ext uri="{FF2B5EF4-FFF2-40B4-BE49-F238E27FC236}">
                <a16:creationId xmlns:a16="http://schemas.microsoft.com/office/drawing/2014/main" id="{A88690EF-2127-5C59-40D1-29709AB7E00B}"/>
              </a:ext>
            </a:extLst>
          </p:cNvPr>
          <p:cNvSpPr>
            <a:spLocks noGrp="1"/>
          </p:cNvSpPr>
          <p:nvPr>
            <p:ph type="dt" sz="half" idx="10"/>
          </p:nvPr>
        </p:nvSpPr>
        <p:spPr/>
        <p:txBody>
          <a:bodyPr/>
          <a:lstStyle/>
          <a:p>
            <a:fld id="{2D890117-4CCF-45D4-9D20-F983783C0E48}" type="datetime1">
              <a:rPr lang="fi-FI" smtClean="0"/>
              <a:t>14.10.2026</a:t>
            </a:fld>
            <a:endParaRPr lang="fi-FI"/>
          </a:p>
        </p:txBody>
      </p:sp>
      <p:sp>
        <p:nvSpPr>
          <p:cNvPr id="5" name="Alatunnisteen paikkamerkki 4">
            <a:extLst>
              <a:ext uri="{FF2B5EF4-FFF2-40B4-BE49-F238E27FC236}">
                <a16:creationId xmlns:a16="http://schemas.microsoft.com/office/drawing/2014/main" id="{CD3E1C23-2FC3-9196-3209-1650874FB62D}"/>
              </a:ext>
            </a:extLst>
          </p:cNvPr>
          <p:cNvSpPr>
            <a:spLocks noGrp="1"/>
          </p:cNvSpPr>
          <p:nvPr>
            <p:ph type="ftr" sz="quarter" idx="11"/>
          </p:nvPr>
        </p:nvSpPr>
        <p:spPr/>
        <p:txBody>
          <a:bodyPr/>
          <a:lstStyle/>
          <a:p>
            <a:endParaRPr lang="fi-FI"/>
          </a:p>
        </p:txBody>
      </p:sp>
      <p:sp>
        <p:nvSpPr>
          <p:cNvPr id="6" name="Dian numeron paikkamerkki 5">
            <a:extLst>
              <a:ext uri="{FF2B5EF4-FFF2-40B4-BE49-F238E27FC236}">
                <a16:creationId xmlns:a16="http://schemas.microsoft.com/office/drawing/2014/main" id="{7EA4633F-CEA7-8D5E-6C53-9B4D2777D011}"/>
              </a:ext>
            </a:extLst>
          </p:cNvPr>
          <p:cNvSpPr>
            <a:spLocks noGrp="1"/>
          </p:cNvSpPr>
          <p:nvPr>
            <p:ph type="sldNum" sz="quarter" idx="12"/>
          </p:nvPr>
        </p:nvSpPr>
        <p:spPr/>
        <p:txBody>
          <a:bodyPr/>
          <a:lstStyle/>
          <a:p>
            <a:fld id="{07F0CC26-4241-4995-BDB3-9E0D3B0C702B}" type="slidenum">
              <a:rPr lang="fi-FI" smtClean="0"/>
              <a:pPr/>
              <a:t>‹#›</a:t>
            </a:fld>
            <a:endParaRPr lang="fi-FI"/>
          </a:p>
        </p:txBody>
      </p:sp>
      <p:sp>
        <p:nvSpPr>
          <p:cNvPr id="7" name="Otsikko 6">
            <a:extLst>
              <a:ext uri="{FF2B5EF4-FFF2-40B4-BE49-F238E27FC236}">
                <a16:creationId xmlns:a16="http://schemas.microsoft.com/office/drawing/2014/main" id="{E48E61BD-4A21-7E3E-645C-5600D935A7D9}"/>
              </a:ext>
            </a:extLst>
          </p:cNvPr>
          <p:cNvSpPr>
            <a:spLocks noGrp="1"/>
          </p:cNvSpPr>
          <p:nvPr>
            <p:ph type="title"/>
          </p:nvPr>
        </p:nvSpPr>
        <p:spPr>
          <a:xfrm>
            <a:off x="539751" y="1700213"/>
            <a:ext cx="11110300" cy="866776"/>
          </a:xfrm>
        </p:spPr>
        <p:txBody>
          <a:bodyPr/>
          <a:lstStyle>
            <a:lvl1pPr>
              <a:defRPr>
                <a:solidFill>
                  <a:schemeClr val="accent1"/>
                </a:solidFill>
              </a:defRPr>
            </a:lvl1pPr>
          </a:lstStyle>
          <a:p>
            <a:r>
              <a:rPr lang="fi-FI"/>
              <a:t>Muokkaa ots. perustyyl. napsautt.</a:t>
            </a:r>
          </a:p>
        </p:txBody>
      </p:sp>
    </p:spTree>
    <p:extLst>
      <p:ext uri="{BB962C8B-B14F-4D97-AF65-F5344CB8AC3E}">
        <p14:creationId xmlns:p14="http://schemas.microsoft.com/office/powerpoint/2010/main" val="17401473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opetussivu Kuvalla">
    <p:bg>
      <p:bgPr>
        <a:solidFill>
          <a:schemeClr val="bg2"/>
        </a:solidFill>
        <a:effectLst/>
      </p:bgPr>
    </p:bg>
    <p:spTree>
      <p:nvGrpSpPr>
        <p:cNvPr id="1" name=""/>
        <p:cNvGrpSpPr/>
        <p:nvPr/>
      </p:nvGrpSpPr>
      <p:grpSpPr>
        <a:xfrm>
          <a:off x="0" y="0"/>
          <a:ext cx="0" cy="0"/>
          <a:chOff x="0" y="0"/>
          <a:chExt cx="0" cy="0"/>
        </a:xfrm>
      </p:grpSpPr>
      <p:sp>
        <p:nvSpPr>
          <p:cNvPr id="4" name="Suorakulmio 7">
            <a:extLst>
              <a:ext uri="{FF2B5EF4-FFF2-40B4-BE49-F238E27FC236}">
                <a16:creationId xmlns:a16="http://schemas.microsoft.com/office/drawing/2014/main" id="{F91A4ED4-75FB-8099-97ED-AEF906347138}"/>
              </a:ext>
              <a:ext uri="{C183D7F6-B498-43B3-948B-1728B52AA6E4}">
                <adec:decorative xmlns:adec="http://schemas.microsoft.com/office/drawing/2017/decorative" val="1"/>
              </a:ext>
            </a:extLst>
          </p:cNvPr>
          <p:cNvSpPr/>
          <p:nvPr userDrawn="1"/>
        </p:nvSpPr>
        <p:spPr>
          <a:xfrm rot="10800000">
            <a:off x="-3" y="-1"/>
            <a:ext cx="11706579" cy="6857996"/>
          </a:xfrm>
          <a:prstGeom prst="rect">
            <a:avLst/>
          </a:prstGeom>
          <a:gradFill>
            <a:gsLst>
              <a:gs pos="48000">
                <a:schemeClr val="tx1">
                  <a:alpha val="18000"/>
                </a:schemeClr>
              </a:gs>
              <a:gs pos="29000">
                <a:schemeClr val="tx1">
                  <a:alpha val="0"/>
                </a:schemeClr>
              </a:gs>
              <a:gs pos="68000">
                <a:schemeClr val="tx1">
                  <a:alpha val="38000"/>
                </a:schemeClr>
              </a:gs>
            </a:gsLst>
            <a:lin ang="195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12" name="Suorakulmio 11">
            <a:extLst>
              <a:ext uri="{FF2B5EF4-FFF2-40B4-BE49-F238E27FC236}">
                <a16:creationId xmlns:a16="http://schemas.microsoft.com/office/drawing/2014/main" id="{E2E1068A-A76C-4B04-A7BB-034EC831A08C}"/>
              </a:ext>
              <a:ext uri="{C183D7F6-B498-43B3-948B-1728B52AA6E4}">
                <adec:decorative xmlns:adec="http://schemas.microsoft.com/office/drawing/2017/decorative" val="1"/>
              </a:ext>
            </a:extLst>
          </p:cNvPr>
          <p:cNvSpPr/>
          <p:nvPr userDrawn="1"/>
        </p:nvSpPr>
        <p:spPr>
          <a:xfrm rot="10800000">
            <a:off x="-2685" y="4327141"/>
            <a:ext cx="12194685" cy="2530859"/>
          </a:xfrm>
          <a:prstGeom prst="rect">
            <a:avLst/>
          </a:prstGeom>
          <a:gradFill>
            <a:gsLst>
              <a:gs pos="34000">
                <a:srgbClr val="000000">
                  <a:alpha val="31000"/>
                </a:srgbClr>
              </a:gs>
              <a:gs pos="0">
                <a:schemeClr val="tx1">
                  <a:alpha val="45000"/>
                </a:schemeClr>
              </a:gs>
              <a:gs pos="85000">
                <a:srgbClr val="000000">
                  <a:alpha val="0"/>
                </a:srgbClr>
              </a:gs>
              <a:gs pos="100000">
                <a:schemeClr val="tx1">
                  <a:alpha val="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6" name="Suorakulmio 18">
            <a:extLst>
              <a:ext uri="{FF2B5EF4-FFF2-40B4-BE49-F238E27FC236}">
                <a16:creationId xmlns:a16="http://schemas.microsoft.com/office/drawing/2014/main" id="{F3DB60CB-7CD8-4251-0100-D164F2BADC2B}"/>
              </a:ext>
              <a:ext uri="{C183D7F6-B498-43B3-948B-1728B52AA6E4}">
                <adec:decorative xmlns:adec="http://schemas.microsoft.com/office/drawing/2017/decorative" val="1"/>
              </a:ext>
            </a:extLst>
          </p:cNvPr>
          <p:cNvSpPr>
            <a:spLocks noChangeAspect="1"/>
          </p:cNvSpPr>
          <p:nvPr userDrawn="1"/>
        </p:nvSpPr>
        <p:spPr>
          <a:xfrm>
            <a:off x="3131820" y="5825896"/>
            <a:ext cx="2783205" cy="532042"/>
          </a:xfrm>
          <a:prstGeom prst="rect">
            <a:avLst/>
          </a:prstGeom>
          <a:solidFill>
            <a:schemeClr val="tx1">
              <a:alpha val="0"/>
            </a:schemeClr>
          </a:solidFill>
        </p:spPr>
        <p:txBody>
          <a:bodyPr lIns="0" tIns="0" rIns="0" bIns="0" anchor="b">
            <a:noAutofit/>
          </a:bodyPr>
          <a:lstStyle/>
          <a:p>
            <a:pPr algn="l">
              <a:lnSpc>
                <a:spcPct val="90000"/>
              </a:lnSpc>
            </a:pPr>
            <a:r>
              <a:rPr lang="fi-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www.</a:t>
            </a:r>
            <a:r>
              <a:rPr lang="en-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luvn</a:t>
            </a:r>
            <a:r>
              <a:rPr lang="fi-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.fi</a:t>
            </a:r>
            <a:endParaRPr lang="fi-FI" sz="1600" b="0" i="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7" name="Kuva 6">
            <a:extLst>
              <a:ext uri="{FF2B5EF4-FFF2-40B4-BE49-F238E27FC236}">
                <a16:creationId xmlns:a16="http://schemas.microsoft.com/office/drawing/2014/main" id="{154637DA-AFC4-D9F0-0E67-2871E41C3D0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369" y="6031189"/>
            <a:ext cx="288000" cy="288000"/>
          </a:xfrm>
          <a:prstGeom prst="rect">
            <a:avLst/>
          </a:prstGeom>
        </p:spPr>
      </p:pic>
      <p:pic>
        <p:nvPicPr>
          <p:cNvPr id="11" name="Kuva 10">
            <a:extLst>
              <a:ext uri="{FF2B5EF4-FFF2-40B4-BE49-F238E27FC236}">
                <a16:creationId xmlns:a16="http://schemas.microsoft.com/office/drawing/2014/main" id="{0471DB1A-8B80-45D5-3E33-7DE499D93DF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16794" y="6031189"/>
            <a:ext cx="288000" cy="288000"/>
          </a:xfrm>
          <a:prstGeom prst="rect">
            <a:avLst/>
          </a:prstGeom>
        </p:spPr>
      </p:pic>
      <p:sp>
        <p:nvSpPr>
          <p:cNvPr id="8" name="Kuva 4">
            <a:extLst>
              <a:ext uri="{FF2B5EF4-FFF2-40B4-BE49-F238E27FC236}">
                <a16:creationId xmlns:a16="http://schemas.microsoft.com/office/drawing/2014/main" id="{03E09D78-E84A-3DFA-EB1B-4A72D50DF6E0}"/>
              </a:ext>
            </a:extLst>
          </p:cNvPr>
          <p:cNvSpPr>
            <a:spLocks noChangeAspect="1"/>
          </p:cNvSpPr>
          <p:nvPr userDrawn="1"/>
        </p:nvSpPr>
        <p:spPr>
          <a:xfrm>
            <a:off x="1953678" y="6028026"/>
            <a:ext cx="288000" cy="294327"/>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bg1"/>
          </a:solidFill>
          <a:ln w="5588" cap="flat">
            <a:noFill/>
            <a:prstDash val="solid"/>
            <a:miter/>
          </a:ln>
        </p:spPr>
        <p:txBody>
          <a:bodyPr rtlCol="0" anchor="ctr"/>
          <a:lstStyle/>
          <a:p>
            <a:endParaRPr lang="fi-FI"/>
          </a:p>
        </p:txBody>
      </p:sp>
      <p:pic>
        <p:nvPicPr>
          <p:cNvPr id="14" name="Kuva 13" descr="LinkedIn-ikoni.">
            <a:extLst>
              <a:ext uri="{FF2B5EF4-FFF2-40B4-BE49-F238E27FC236}">
                <a16:creationId xmlns:a16="http://schemas.microsoft.com/office/drawing/2014/main" id="{586F233C-E119-26D8-EF08-CF35BCAEED0C}"/>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1488609" y="6031190"/>
            <a:ext cx="287999" cy="287999"/>
          </a:xfrm>
          <a:prstGeom prst="rect">
            <a:avLst/>
          </a:prstGeom>
        </p:spPr>
      </p:pic>
      <p:pic>
        <p:nvPicPr>
          <p:cNvPr id="15" name="Kuva 14" descr="Youtube-ikoni.">
            <a:extLst>
              <a:ext uri="{FF2B5EF4-FFF2-40B4-BE49-F238E27FC236}">
                <a16:creationId xmlns:a16="http://schemas.microsoft.com/office/drawing/2014/main" id="{2514CFF2-CD9F-870D-9DDB-C0DCE3C2F42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2418747" y="6031189"/>
            <a:ext cx="403198" cy="288000"/>
          </a:xfrm>
          <a:prstGeom prst="rect">
            <a:avLst/>
          </a:prstGeom>
        </p:spPr>
      </p:pic>
      <p:pic>
        <p:nvPicPr>
          <p:cNvPr id="17" name="Graphic 4" descr="Länsi-Uudenmaan hyvinvointialueen tunnus.">
            <a:extLst>
              <a:ext uri="{FF2B5EF4-FFF2-40B4-BE49-F238E27FC236}">
                <a16:creationId xmlns:a16="http://schemas.microsoft.com/office/drawing/2014/main" id="{9FAE5886-9166-AA8C-05CB-30EF5459720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539750" y="539750"/>
            <a:ext cx="4272631" cy="540000"/>
          </a:xfrm>
          <a:prstGeom prst="rect">
            <a:avLst/>
          </a:prstGeom>
        </p:spPr>
      </p:pic>
      <p:sp>
        <p:nvSpPr>
          <p:cNvPr id="18" name="Päivämäärän paikkamerkki 17">
            <a:extLst>
              <a:ext uri="{FF2B5EF4-FFF2-40B4-BE49-F238E27FC236}">
                <a16:creationId xmlns:a16="http://schemas.microsoft.com/office/drawing/2014/main" id="{0A9E179D-FA64-3A05-2867-B4432A6AF540}"/>
              </a:ext>
            </a:extLst>
          </p:cNvPr>
          <p:cNvSpPr>
            <a:spLocks noGrp="1"/>
          </p:cNvSpPr>
          <p:nvPr>
            <p:ph type="dt" sz="half" idx="10"/>
          </p:nvPr>
        </p:nvSpPr>
        <p:spPr/>
        <p:txBody>
          <a:bodyPr/>
          <a:lstStyle>
            <a:lvl1pPr>
              <a:defRPr>
                <a:solidFill>
                  <a:schemeClr val="bg1"/>
                </a:solidFill>
              </a:defRPr>
            </a:lvl1pPr>
          </a:lstStyle>
          <a:p>
            <a:fld id="{2D890117-4CCF-45D4-9D20-F983783C0E48}" type="datetime1">
              <a:rPr lang="fi-FI" smtClean="0"/>
              <a:pPr/>
              <a:t>14.10.2026</a:t>
            </a:fld>
            <a:endParaRPr lang="fi-FI"/>
          </a:p>
        </p:txBody>
      </p:sp>
      <p:sp>
        <p:nvSpPr>
          <p:cNvPr id="20" name="Alatunnisteen paikkamerkki 19">
            <a:extLst>
              <a:ext uri="{FF2B5EF4-FFF2-40B4-BE49-F238E27FC236}">
                <a16:creationId xmlns:a16="http://schemas.microsoft.com/office/drawing/2014/main" id="{FFA42971-7BBD-DCE3-F119-CF7A42BB6863}"/>
              </a:ext>
            </a:extLst>
          </p:cNvPr>
          <p:cNvSpPr>
            <a:spLocks noGrp="1"/>
          </p:cNvSpPr>
          <p:nvPr>
            <p:ph type="ftr" sz="quarter" idx="11"/>
          </p:nvPr>
        </p:nvSpPr>
        <p:spPr>
          <a:xfrm>
            <a:off x="5915026" y="6318251"/>
            <a:ext cx="3047648" cy="365125"/>
          </a:xfrm>
        </p:spPr>
        <p:txBody>
          <a:bodyPr/>
          <a:lstStyle>
            <a:lvl1pPr>
              <a:defRPr>
                <a:solidFill>
                  <a:schemeClr val="bg1"/>
                </a:solidFill>
              </a:defRPr>
            </a:lvl1pPr>
          </a:lstStyle>
          <a:p>
            <a:endParaRPr lang="fi-FI"/>
          </a:p>
        </p:txBody>
      </p:sp>
      <p:sp>
        <p:nvSpPr>
          <p:cNvPr id="21" name="Dian numeron paikkamerkki 20">
            <a:extLst>
              <a:ext uri="{FF2B5EF4-FFF2-40B4-BE49-F238E27FC236}">
                <a16:creationId xmlns:a16="http://schemas.microsoft.com/office/drawing/2014/main" id="{1E9B50A1-E167-1983-F60F-6DE40282D910}"/>
              </a:ext>
            </a:extLst>
          </p:cNvPr>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sp>
        <p:nvSpPr>
          <p:cNvPr id="22" name="Otsikko 21">
            <a:extLst>
              <a:ext uri="{FF2B5EF4-FFF2-40B4-BE49-F238E27FC236}">
                <a16:creationId xmlns:a16="http://schemas.microsoft.com/office/drawing/2014/main" id="{EB120490-DF27-3CD2-F086-FC6C93992A02}"/>
              </a:ext>
            </a:extLst>
          </p:cNvPr>
          <p:cNvSpPr>
            <a:spLocks noGrp="1"/>
          </p:cNvSpPr>
          <p:nvPr>
            <p:ph type="title"/>
          </p:nvPr>
        </p:nvSpPr>
        <p:spPr>
          <a:xfrm>
            <a:off x="539750" y="1422399"/>
            <a:ext cx="5735637" cy="2293939"/>
          </a:xfrm>
        </p:spPr>
        <p:txBody>
          <a:bodyPr/>
          <a:lstStyle>
            <a:lvl1pPr>
              <a:defRPr sz="4400">
                <a:solidFill>
                  <a:schemeClr val="bg1"/>
                </a:solidFill>
              </a:defRPr>
            </a:lvl1pPr>
          </a:lstStyle>
          <a:p>
            <a:r>
              <a:rPr lang="fi-FI"/>
              <a:t>Muokkaa ots. perustyyl. napsautt.</a:t>
            </a:r>
          </a:p>
        </p:txBody>
      </p:sp>
    </p:spTree>
    <p:extLst>
      <p:ext uri="{BB962C8B-B14F-4D97-AF65-F5344CB8AC3E}">
        <p14:creationId xmlns:p14="http://schemas.microsoft.com/office/powerpoint/2010/main" val="21068719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Lopetussivu Leima ja Kuva">
    <p:bg>
      <p:bgPr>
        <a:solidFill>
          <a:schemeClr val="bg2"/>
        </a:solidFill>
        <a:effectLst/>
      </p:bgPr>
    </p:bg>
    <p:spTree>
      <p:nvGrpSpPr>
        <p:cNvPr id="1" name=""/>
        <p:cNvGrpSpPr/>
        <p:nvPr/>
      </p:nvGrpSpPr>
      <p:grpSpPr>
        <a:xfrm>
          <a:off x="0" y="0"/>
          <a:ext cx="0" cy="0"/>
          <a:chOff x="0" y="0"/>
          <a:chExt cx="0" cy="0"/>
        </a:xfrm>
      </p:grpSpPr>
      <p:sp>
        <p:nvSpPr>
          <p:cNvPr id="2" name="Suorakulmio 1">
            <a:extLst>
              <a:ext uri="{FF2B5EF4-FFF2-40B4-BE49-F238E27FC236}">
                <a16:creationId xmlns:a16="http://schemas.microsoft.com/office/drawing/2014/main" id="{B8B68E7B-2BC3-2745-8179-56C5898B253C}"/>
              </a:ext>
              <a:ext uri="{C183D7F6-B498-43B3-948B-1728B52AA6E4}">
                <adec:decorative xmlns:adec="http://schemas.microsoft.com/office/drawing/2017/decorative" val="1"/>
              </a:ext>
            </a:extLst>
          </p:cNvPr>
          <p:cNvSpPr/>
          <p:nvPr userDrawn="1"/>
        </p:nvSpPr>
        <p:spPr>
          <a:xfrm rot="5400000">
            <a:off x="-331470" y="331469"/>
            <a:ext cx="6858000" cy="6195061"/>
          </a:xfrm>
          <a:prstGeom prst="rect">
            <a:avLst/>
          </a:prstGeom>
          <a:gradFill>
            <a:gsLst>
              <a:gs pos="100000">
                <a:schemeClr val="bg1"/>
              </a:gs>
              <a:gs pos="24000">
                <a:schemeClr val="bg1">
                  <a:alpha val="0"/>
                </a:schemeClr>
              </a:gs>
            </a:gsLst>
            <a:lin ang="4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3" name="Suorakulmio 2">
            <a:extLst>
              <a:ext uri="{FF2B5EF4-FFF2-40B4-BE49-F238E27FC236}">
                <a16:creationId xmlns:a16="http://schemas.microsoft.com/office/drawing/2014/main" id="{097090AD-F0BE-05F2-E230-5F98AF704108}"/>
              </a:ext>
              <a:ext uri="{C183D7F6-B498-43B3-948B-1728B52AA6E4}">
                <adec:decorative xmlns:adec="http://schemas.microsoft.com/office/drawing/2017/decorative" val="1"/>
              </a:ext>
            </a:extLst>
          </p:cNvPr>
          <p:cNvSpPr/>
          <p:nvPr userDrawn="1"/>
        </p:nvSpPr>
        <p:spPr>
          <a:xfrm rot="4402027">
            <a:off x="-3560089" y="671176"/>
            <a:ext cx="9284544" cy="6049049"/>
          </a:xfrm>
          <a:prstGeom prst="rect">
            <a:avLst/>
          </a:prstGeom>
          <a:gradFill>
            <a:gsLst>
              <a:gs pos="0">
                <a:schemeClr val="bg1">
                  <a:alpha val="0"/>
                </a:schemeClr>
              </a:gs>
              <a:gs pos="100000">
                <a:schemeClr val="bg1">
                  <a:alpha val="0"/>
                </a:schemeClr>
              </a:gs>
            </a:gsLst>
            <a:lin ang="4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pic>
        <p:nvPicPr>
          <p:cNvPr id="7" name="Kuva 6" descr="Länsi-Uudenmaan hyvinvointialueen ympyränmuotoinen leimasintunnus, teksti: Jotta länsiuusimaalaiset voivat hyvin.">
            <a:extLst>
              <a:ext uri="{FF2B5EF4-FFF2-40B4-BE49-F238E27FC236}">
                <a16:creationId xmlns:a16="http://schemas.microsoft.com/office/drawing/2014/main" id="{3A8BC66B-D146-4548-F1A8-73144B3DCF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39750" y="539750"/>
            <a:ext cx="2362032" cy="2422020"/>
          </a:xfrm>
          <a:prstGeom prst="rect">
            <a:avLst/>
          </a:prstGeom>
        </p:spPr>
      </p:pic>
      <p:pic>
        <p:nvPicPr>
          <p:cNvPr id="4" name="Graphic 4" descr="Länsi-Uudenmaan hyvinvointialueen tunnus.">
            <a:extLst>
              <a:ext uri="{FF2B5EF4-FFF2-40B4-BE49-F238E27FC236}">
                <a16:creationId xmlns:a16="http://schemas.microsoft.com/office/drawing/2014/main" id="{A099D704-F6D0-C049-BBA5-2B722BAEDD2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39750" y="6027738"/>
            <a:ext cx="3473451" cy="438995"/>
          </a:xfrm>
          <a:prstGeom prst="rect">
            <a:avLst/>
          </a:prstGeom>
        </p:spPr>
      </p:pic>
      <p:sp>
        <p:nvSpPr>
          <p:cNvPr id="5" name="Otsikko 4">
            <a:extLst>
              <a:ext uri="{FF2B5EF4-FFF2-40B4-BE49-F238E27FC236}">
                <a16:creationId xmlns:a16="http://schemas.microsoft.com/office/drawing/2014/main" id="{997A7363-BDCF-B638-A8EB-3C2EF77D8885}"/>
              </a:ext>
            </a:extLst>
          </p:cNvPr>
          <p:cNvSpPr>
            <a:spLocks noGrp="1"/>
          </p:cNvSpPr>
          <p:nvPr>
            <p:ph type="title"/>
          </p:nvPr>
        </p:nvSpPr>
        <p:spPr>
          <a:xfrm>
            <a:off x="539751" y="-1030289"/>
            <a:ext cx="11110300" cy="866776"/>
          </a:xfrm>
        </p:spPr>
        <p:txBody>
          <a:bodyPr/>
          <a:lstStyle>
            <a:lvl1pPr>
              <a:defRPr>
                <a:solidFill>
                  <a:schemeClr val="accent1"/>
                </a:solidFill>
              </a:defRPr>
            </a:lvl1pPr>
          </a:lstStyle>
          <a:p>
            <a:r>
              <a:rPr lang="fi-FI"/>
              <a:t>Muokkaa ots. perustyyl. napsautt.</a:t>
            </a:r>
          </a:p>
        </p:txBody>
      </p:sp>
      <p:sp>
        <p:nvSpPr>
          <p:cNvPr id="6" name="Päivämäärän paikkamerkki 5">
            <a:extLst>
              <a:ext uri="{FF2B5EF4-FFF2-40B4-BE49-F238E27FC236}">
                <a16:creationId xmlns:a16="http://schemas.microsoft.com/office/drawing/2014/main" id="{D4170F2F-CDD2-F9B1-60EB-61C7AC66F41F}"/>
              </a:ext>
            </a:extLst>
          </p:cNvPr>
          <p:cNvSpPr>
            <a:spLocks noGrp="1"/>
          </p:cNvSpPr>
          <p:nvPr>
            <p:ph type="dt" sz="half" idx="10"/>
          </p:nvPr>
        </p:nvSpPr>
        <p:spPr/>
        <p:txBody>
          <a:bodyPr/>
          <a:lstStyle/>
          <a:p>
            <a:fld id="{2D890117-4CCF-45D4-9D20-F983783C0E48}" type="datetime1">
              <a:rPr lang="fi-FI" smtClean="0"/>
              <a:t>14.10.2026</a:t>
            </a:fld>
            <a:endParaRPr lang="fi-FI"/>
          </a:p>
        </p:txBody>
      </p:sp>
      <p:sp>
        <p:nvSpPr>
          <p:cNvPr id="8" name="Alatunnisteen paikkamerkki 7">
            <a:extLst>
              <a:ext uri="{FF2B5EF4-FFF2-40B4-BE49-F238E27FC236}">
                <a16:creationId xmlns:a16="http://schemas.microsoft.com/office/drawing/2014/main" id="{C7044A52-03A9-1691-E11D-C545213C7837}"/>
              </a:ext>
            </a:extLst>
          </p:cNvPr>
          <p:cNvSpPr>
            <a:spLocks noGrp="1"/>
          </p:cNvSpPr>
          <p:nvPr>
            <p:ph type="ftr" sz="quarter" idx="11"/>
          </p:nvPr>
        </p:nvSpPr>
        <p:spPr>
          <a:xfrm>
            <a:off x="5915024" y="6318251"/>
            <a:ext cx="4448175" cy="365125"/>
          </a:xfrm>
        </p:spPr>
        <p:txBody>
          <a:bodyPr/>
          <a:lstStyle/>
          <a:p>
            <a:endParaRPr lang="fi-FI"/>
          </a:p>
        </p:txBody>
      </p:sp>
      <p:sp>
        <p:nvSpPr>
          <p:cNvPr id="9" name="Dian numeron paikkamerkki 8">
            <a:extLst>
              <a:ext uri="{FF2B5EF4-FFF2-40B4-BE49-F238E27FC236}">
                <a16:creationId xmlns:a16="http://schemas.microsoft.com/office/drawing/2014/main" id="{578B4022-0755-849B-D237-EA0B295C4FFD}"/>
              </a:ext>
            </a:extLst>
          </p:cNvPr>
          <p:cNvSpPr>
            <a:spLocks noGrp="1"/>
          </p:cNvSpPr>
          <p:nvPr>
            <p:ph type="sldNum" sz="quarter" idx="12"/>
          </p:nvPr>
        </p:nvSpPr>
        <p:spPr/>
        <p:txBody>
          <a:bodyPr/>
          <a:lstStyle/>
          <a:p>
            <a:fld id="{07F0CC26-4241-4995-BDB3-9E0D3B0C702B}" type="slidenum">
              <a:rPr lang="fi-FI" smtClean="0"/>
              <a:pPr/>
              <a:t>‹#›</a:t>
            </a:fld>
            <a:endParaRPr lang="fi-FI"/>
          </a:p>
        </p:txBody>
      </p:sp>
    </p:spTree>
    <p:extLst>
      <p:ext uri="{BB962C8B-B14F-4D97-AF65-F5344CB8AC3E}">
        <p14:creationId xmlns:p14="http://schemas.microsoft.com/office/powerpoint/2010/main" val="242114717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Lopetussivu Väritaustalla">
    <p:bg>
      <p:bgPr>
        <a:solidFill>
          <a:schemeClr val="accent1"/>
        </a:solidFill>
        <a:effectLst/>
      </p:bgPr>
    </p:bg>
    <p:spTree>
      <p:nvGrpSpPr>
        <p:cNvPr id="1" name=""/>
        <p:cNvGrpSpPr/>
        <p:nvPr/>
      </p:nvGrpSpPr>
      <p:grpSpPr>
        <a:xfrm>
          <a:off x="0" y="0"/>
          <a:ext cx="0" cy="0"/>
          <a:chOff x="0" y="0"/>
          <a:chExt cx="0" cy="0"/>
        </a:xfrm>
      </p:grpSpPr>
      <p:sp>
        <p:nvSpPr>
          <p:cNvPr id="9" name="Otsikko 8">
            <a:extLst>
              <a:ext uri="{FF2B5EF4-FFF2-40B4-BE49-F238E27FC236}">
                <a16:creationId xmlns:a16="http://schemas.microsoft.com/office/drawing/2014/main" id="{2DC5F32E-F837-F801-E03E-33127A733CCF}"/>
              </a:ext>
            </a:extLst>
          </p:cNvPr>
          <p:cNvSpPr>
            <a:spLocks noGrp="1"/>
          </p:cNvSpPr>
          <p:nvPr userDrawn="1">
            <p:ph type="title"/>
          </p:nvPr>
        </p:nvSpPr>
        <p:spPr>
          <a:xfrm>
            <a:off x="539751" y="1984375"/>
            <a:ext cx="11110300" cy="866776"/>
          </a:xfrm>
        </p:spPr>
        <p:txBody>
          <a:bodyPr/>
          <a:lstStyle>
            <a:lvl1pPr>
              <a:defRPr sz="4400">
                <a:solidFill>
                  <a:schemeClr val="bg1"/>
                </a:solidFill>
              </a:defRPr>
            </a:lvl1pPr>
          </a:lstStyle>
          <a:p>
            <a:r>
              <a:rPr lang="fi-FI"/>
              <a:t>Muokkaa ots. perustyyl. napsautt.</a:t>
            </a:r>
          </a:p>
        </p:txBody>
      </p:sp>
      <p:sp>
        <p:nvSpPr>
          <p:cNvPr id="13" name="Vapaamuotoinen: Muoto 12" descr="Länsi-Uudenmaan hyvinvointialueen tunnus.">
            <a:extLst>
              <a:ext uri="{FF2B5EF4-FFF2-40B4-BE49-F238E27FC236}">
                <a16:creationId xmlns:a16="http://schemas.microsoft.com/office/drawing/2014/main" id="{A5CE971C-43C2-C93D-1E4F-9FAFA4E5A127}"/>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16" name="Suorakulmio 15" descr="Länsi-Uudenmaan hyvinvointialueen sometunniste @luvn.">
            <a:extLst>
              <a:ext uri="{FF2B5EF4-FFF2-40B4-BE49-F238E27FC236}">
                <a16:creationId xmlns:a16="http://schemas.microsoft.com/office/drawing/2014/main" id="{B2C88498-FD83-AB2D-3EA4-010DCED3D53C}"/>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24" name="Kuva 23" descr="Facebook-ikoni.">
            <a:extLst>
              <a:ext uri="{FF2B5EF4-FFF2-40B4-BE49-F238E27FC236}">
                <a16:creationId xmlns:a16="http://schemas.microsoft.com/office/drawing/2014/main" id="{9242B222-BD53-14CD-9BC9-540B7AA93E8D}"/>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14" name="Suorakulmio 13">
            <a:extLst>
              <a:ext uri="{FF2B5EF4-FFF2-40B4-BE49-F238E27FC236}">
                <a16:creationId xmlns:a16="http://schemas.microsoft.com/office/drawing/2014/main" id="{CD9E3593-B296-5BE7-D6C5-E225C7388547}"/>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6" name="Kuva 5" descr="Instagram-ikoni.">
            <a:extLst>
              <a:ext uri="{FF2B5EF4-FFF2-40B4-BE49-F238E27FC236}">
                <a16:creationId xmlns:a16="http://schemas.microsoft.com/office/drawing/2014/main" id="{14F9F86D-1991-DA98-C6F6-937922E47BE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20" name="Suorakulmio 19">
            <a:extLst>
              <a:ext uri="{FF2B5EF4-FFF2-40B4-BE49-F238E27FC236}">
                <a16:creationId xmlns:a16="http://schemas.microsoft.com/office/drawing/2014/main" id="{97A159E6-DB5D-19E5-B66C-CC6C0AB477F9}"/>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7" name="Kuva 6" descr="LinkedIn-ikoni.">
            <a:extLst>
              <a:ext uri="{FF2B5EF4-FFF2-40B4-BE49-F238E27FC236}">
                <a16:creationId xmlns:a16="http://schemas.microsoft.com/office/drawing/2014/main" id="{02D0F8C8-C512-7B27-2398-20D59979EA18}"/>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21" name="Suorakulmio 20">
            <a:extLst>
              <a:ext uri="{FF2B5EF4-FFF2-40B4-BE49-F238E27FC236}">
                <a16:creationId xmlns:a16="http://schemas.microsoft.com/office/drawing/2014/main" id="{96A28710-373C-55B4-B99F-E543B9640D5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10" name="Kuva 4" descr="Viestipalvelu X-ikoni (ent. twitter).">
            <a:extLst>
              <a:ext uri="{FF2B5EF4-FFF2-40B4-BE49-F238E27FC236}">
                <a16:creationId xmlns:a16="http://schemas.microsoft.com/office/drawing/2014/main" id="{F97EEA00-AE71-0317-6641-AE3B7EB019DD}"/>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bg1"/>
          </a:solidFill>
          <a:ln w="5588" cap="flat">
            <a:noFill/>
            <a:prstDash val="solid"/>
            <a:miter/>
          </a:ln>
        </p:spPr>
        <p:txBody>
          <a:bodyPr rtlCol="0" anchor="ctr"/>
          <a:lstStyle/>
          <a:p>
            <a:endParaRPr lang="fi-FI"/>
          </a:p>
        </p:txBody>
      </p:sp>
      <p:sp>
        <p:nvSpPr>
          <p:cNvPr id="22" name="Suorakulmio 21">
            <a:extLst>
              <a:ext uri="{FF2B5EF4-FFF2-40B4-BE49-F238E27FC236}">
                <a16:creationId xmlns:a16="http://schemas.microsoft.com/office/drawing/2014/main" id="{F32F1459-544E-B10A-ACB1-CD6F95088DFD}"/>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2" name="Suorakulmio 1">
            <a:extLst>
              <a:ext uri="{FF2B5EF4-FFF2-40B4-BE49-F238E27FC236}">
                <a16:creationId xmlns:a16="http://schemas.microsoft.com/office/drawing/2014/main" id="{BCBD928F-0022-8552-8237-2B4261F22283}"/>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 name="Kuva 3" descr="Youtube-ikoni.">
            <a:extLst>
              <a:ext uri="{FF2B5EF4-FFF2-40B4-BE49-F238E27FC236}">
                <a16:creationId xmlns:a16="http://schemas.microsoft.com/office/drawing/2014/main" id="{235E6017-8803-33FF-0976-2C5890B1BE3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23" name="Suorakulmio 22">
            <a:extLst>
              <a:ext uri="{FF2B5EF4-FFF2-40B4-BE49-F238E27FC236}">
                <a16:creationId xmlns:a16="http://schemas.microsoft.com/office/drawing/2014/main" id="{158E7D1F-847B-011D-17B3-2DDB515004AA}"/>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19" name="Suorakulmio 18">
            <a:extLst>
              <a:ext uri="{FF2B5EF4-FFF2-40B4-BE49-F238E27FC236}">
                <a16:creationId xmlns:a16="http://schemas.microsoft.com/office/drawing/2014/main" id="{31F96037-7B01-4F5D-9A60-F0178866FE3F}"/>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1"/>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1"/>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3" name="Tekstiruutu 2">
            <a:extLst>
              <a:ext uri="{FF2B5EF4-FFF2-40B4-BE49-F238E27FC236}">
                <a16:creationId xmlns:a16="http://schemas.microsoft.com/office/drawing/2014/main" id="{56603509-1B0E-1FCE-99E5-FC7E58C6CD18}"/>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hlinkClick r:id="rId6"/>
              </a:rPr>
              <a:t>https://www.facebook.com/LansiUudenmaanHyvinvointialue</a:t>
            </a:r>
            <a:endParaRPr lang="fi-FI" sz="1100" u="none"/>
          </a:p>
          <a:p>
            <a:pPr algn="l">
              <a:lnSpc>
                <a:spcPct val="150000"/>
              </a:lnSpc>
            </a:pPr>
            <a:r>
              <a:rPr lang="fi-FI" sz="1100" u="none">
                <a:hlinkClick r:id="rId7"/>
              </a:rPr>
              <a:t>https://www.instagram.com/luhyvinvointialue/</a:t>
            </a:r>
            <a:endParaRPr lang="fi-FI" sz="1100" u="none"/>
          </a:p>
          <a:p>
            <a:pPr algn="l">
              <a:lnSpc>
                <a:spcPct val="150000"/>
              </a:lnSpc>
            </a:pPr>
            <a:r>
              <a:rPr lang="fi-FI" sz="1100">
                <a:hlinkClick r:id="rId8"/>
              </a:rPr>
              <a:t>https://www.linkedin.com/company/lansiuudenmaanhyvinvointialue</a:t>
            </a:r>
            <a:endParaRPr lang="fi-FI" sz="1100"/>
          </a:p>
          <a:p>
            <a:pPr algn="l">
              <a:lnSpc>
                <a:spcPct val="150000"/>
              </a:lnSpc>
            </a:pPr>
            <a:r>
              <a:rPr lang="fi-FI" sz="1100">
                <a:hlinkClick r:id="rId9"/>
              </a:rPr>
              <a:t>https://x.com/LUhyvinvointi</a:t>
            </a:r>
            <a:endParaRPr lang="fi-FI" sz="1100"/>
          </a:p>
          <a:p>
            <a:pPr algn="l">
              <a:lnSpc>
                <a:spcPct val="150000"/>
              </a:lnSpc>
            </a:pPr>
            <a:r>
              <a:rPr lang="fi-FI" sz="1100" u="none">
                <a:hlinkClick r:id="rId10"/>
              </a:rPr>
              <a:t>https://x.com/LUpelastus</a:t>
            </a:r>
            <a:endParaRPr lang="fi-FI" sz="1100" u="none"/>
          </a:p>
          <a:p>
            <a:pPr algn="l">
              <a:lnSpc>
                <a:spcPct val="150000"/>
              </a:lnSpc>
            </a:pPr>
            <a:r>
              <a:rPr lang="fi-FI" sz="1100">
                <a:hlinkClick r:id="rId11"/>
              </a:rPr>
              <a:t>https://www.youtube.com/channel/UCx_t523hylIHyrN0B6IdPTA</a:t>
            </a:r>
            <a:endParaRPr lang="fi-FI" sz="1100" u="none"/>
          </a:p>
          <a:p>
            <a:pPr algn="l">
              <a:lnSpc>
                <a:spcPct val="150000"/>
              </a:lnSpc>
            </a:pPr>
            <a:endParaRPr lang="fi-FI" sz="1100" u="none"/>
          </a:p>
        </p:txBody>
      </p:sp>
    </p:spTree>
    <p:extLst>
      <p:ext uri="{BB962C8B-B14F-4D97-AF65-F5344CB8AC3E}">
        <p14:creationId xmlns:p14="http://schemas.microsoft.com/office/powerpoint/2010/main" val="2827194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petussivu Kartalla">
    <p:bg>
      <p:bgPr>
        <a:solidFill>
          <a:schemeClr val="accent3"/>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userDrawn="1">
            <p:ph type="title"/>
          </p:nvPr>
        </p:nvSpPr>
        <p:spPr>
          <a:xfrm>
            <a:off x="539751" y="1984374"/>
            <a:ext cx="6461494" cy="866776"/>
          </a:xfrm>
        </p:spPr>
        <p:txBody>
          <a:bodyPr lIns="0"/>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grpSp>
        <p:nvGrpSpPr>
          <p:cNvPr id="4" name="Ryhmä 3">
            <a:extLst>
              <a:ext uri="{FF2B5EF4-FFF2-40B4-BE49-F238E27FC236}">
                <a16:creationId xmlns:a16="http://schemas.microsoft.com/office/drawing/2014/main" id="{09E3725C-B9A7-7838-8997-36A9AA86ED4C}"/>
              </a:ext>
              <a:ext uri="{C183D7F6-B498-43B3-948B-1728B52AA6E4}">
                <adec:decorative xmlns:adec="http://schemas.microsoft.com/office/drawing/2017/decorative" val="1"/>
              </a:ext>
            </a:extLst>
          </p:cNvPr>
          <p:cNvGrpSpPr/>
          <p:nvPr userDrawn="1"/>
        </p:nvGrpSpPr>
        <p:grpSpPr>
          <a:xfrm>
            <a:off x="4915428" y="1012010"/>
            <a:ext cx="6250964" cy="5128761"/>
            <a:chOff x="3021610" y="401455"/>
            <a:chExt cx="5396988" cy="4428095"/>
          </a:xfrm>
        </p:grpSpPr>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3301043" y="4276449"/>
              <a:ext cx="902961" cy="553101"/>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9FD4B7"/>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3021610" y="2807704"/>
              <a:ext cx="2952422" cy="1555805"/>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9FD4B7"/>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5545267" y="3100929"/>
              <a:ext cx="1345951" cy="832469"/>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9FD4B7"/>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5104071" y="401455"/>
              <a:ext cx="1864967" cy="2755413"/>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9FD4B7"/>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6245539" y="2340730"/>
              <a:ext cx="856289" cy="1223993"/>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9FD4B7"/>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6146486" y="426741"/>
              <a:ext cx="1249969" cy="855551"/>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9FD4B7"/>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6992751" y="2306671"/>
              <a:ext cx="843144" cy="1653572"/>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9FD4B7"/>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6565657" y="815922"/>
              <a:ext cx="1309248" cy="1705831"/>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9FD4B7"/>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8025105" y="2694315"/>
              <a:ext cx="130365" cy="71083"/>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9FD4B7"/>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7549616" y="1938911"/>
              <a:ext cx="868982" cy="1226755"/>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9FD4B7"/>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4502889" y="4486633"/>
              <a:ext cx="131963" cy="98331"/>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9FD4B7"/>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4656329" y="4328570"/>
              <a:ext cx="166144" cy="115604"/>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9FD4B7"/>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5497420" y="4209271"/>
              <a:ext cx="98038" cy="70809"/>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9FD4B7"/>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5771382" y="3991022"/>
              <a:ext cx="228129" cy="159229"/>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9FD4B7"/>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5994059" y="3948205"/>
              <a:ext cx="124063" cy="76436"/>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9FD4B7"/>
            </a:solidFill>
            <a:ln w="6252" cap="flat">
              <a:noFill/>
              <a:prstDash val="solid"/>
              <a:miter/>
            </a:ln>
          </p:spPr>
          <p:txBody>
            <a:bodyPr rtlCol="0" anchor="ctr"/>
            <a:lstStyle/>
            <a:p>
              <a:endParaRPr lang="fi-FI" sz="3200"/>
            </a:p>
          </p:txBody>
        </p:sp>
      </p:grpSp>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10325196" y="3225198"/>
            <a:ext cx="490226" cy="290083"/>
            <a:chOff x="2740142" y="2145139"/>
            <a:chExt cx="705040" cy="417195"/>
          </a:xfrm>
          <a:solidFill>
            <a:schemeClr val="accent3"/>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grp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grp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grp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grp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grp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grp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10798653" y="3723503"/>
            <a:ext cx="137290" cy="544255"/>
          </a:xfrm>
          <a:prstGeom prst="line">
            <a:avLst/>
          </a:prstGeom>
          <a:solidFill>
            <a:schemeClr val="accent2"/>
          </a:solidFill>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9909534" y="1106349"/>
            <a:ext cx="692823" cy="350020"/>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grp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grp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grp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grp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grp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9513421" y="2415970"/>
            <a:ext cx="564206" cy="306309"/>
            <a:chOff x="4159758" y="2288765"/>
            <a:chExt cx="811433" cy="440534"/>
          </a:xfrm>
          <a:solidFill>
            <a:schemeClr val="accent3"/>
          </a:solidFill>
        </p:grpSpPr>
        <p:sp>
          <p:nvSpPr>
            <p:cNvPr id="509" name="Vapaamuotoinen: Muoto 508">
              <a:extLst>
                <a:ext uri="{FF2B5EF4-FFF2-40B4-BE49-F238E27FC236}">
                  <a16:creationId xmlns:a16="http://schemas.microsoft.com/office/drawing/2014/main" id="{57EF1C43-CE55-2D48-1D44-304942ED5D40}"/>
                </a:ext>
              </a:extLst>
            </p:cNvPr>
            <p:cNvSpPr/>
            <p:nvPr userDrawn="1"/>
          </p:nvSpPr>
          <p:spPr>
            <a:xfrm>
              <a:off x="4159758" y="2312294"/>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grp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userDrawn="1"/>
          </p:nvSpPr>
          <p:spPr>
            <a:xfrm>
              <a:off x="4342447" y="2288768"/>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userDrawn="1"/>
          </p:nvSpPr>
          <p:spPr>
            <a:xfrm>
              <a:off x="4416553" y="2303246"/>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grp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userDrawn="1"/>
          </p:nvSpPr>
          <p:spPr>
            <a:xfrm>
              <a:off x="4567238" y="2314200"/>
              <a:ext cx="83916" cy="165259"/>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grp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userDrawn="1"/>
          </p:nvSpPr>
          <p:spPr>
            <a:xfrm>
              <a:off x="4669917" y="2288765"/>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userDrawn="1"/>
          </p:nvSpPr>
          <p:spPr>
            <a:xfrm>
              <a:off x="4160998" y="2560895"/>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grp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userDrawn="1"/>
          </p:nvSpPr>
          <p:spPr>
            <a:xfrm>
              <a:off x="4339877" y="2540511"/>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userDrawn="1"/>
          </p:nvSpPr>
          <p:spPr>
            <a:xfrm>
              <a:off x="4400839" y="2592997"/>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grp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userDrawn="1"/>
          </p:nvSpPr>
          <p:spPr>
            <a:xfrm>
              <a:off x="4552952" y="2550800"/>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grp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userDrawn="1"/>
          </p:nvSpPr>
          <p:spPr>
            <a:xfrm>
              <a:off x="4699836" y="2562517"/>
              <a:ext cx="78866" cy="164593"/>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userDrawn="1"/>
          </p:nvSpPr>
          <p:spPr>
            <a:xfrm>
              <a:off x="4799173" y="2540510"/>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userDrawn="1"/>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10571953" y="4302589"/>
            <a:ext cx="970983" cy="306176"/>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grp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grp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grp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grp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grp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grp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9443336" y="5179468"/>
            <a:ext cx="1150067" cy="348166"/>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grp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grp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grp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grp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grp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grp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grp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grp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grp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8796946" y="3752167"/>
            <a:ext cx="674078" cy="348496"/>
            <a:chOff x="4081938" y="2288762"/>
            <a:chExt cx="969454" cy="501204"/>
          </a:xfrm>
          <a:solidFill>
            <a:schemeClr val="accent3"/>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grp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grp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grp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grp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grp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grp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grp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8429920" y="4344591"/>
            <a:ext cx="447512" cy="312998"/>
            <a:chOff x="4253388" y="2279142"/>
            <a:chExt cx="643605" cy="450151"/>
          </a:xfrm>
          <a:solidFill>
            <a:schemeClr val="accent3"/>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grp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grp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grp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grp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grp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6669577" y="4213069"/>
            <a:ext cx="835016" cy="338563"/>
            <a:chOff x="3972400" y="2303240"/>
            <a:chExt cx="1200912" cy="486918"/>
          </a:xfrm>
          <a:solidFill>
            <a:schemeClr val="accent3"/>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grpFill/>
            <a:ln w="9525" cap="flat">
              <a:noFill/>
              <a:prstDash val="solid"/>
              <a:miter/>
            </a:ln>
          </p:spPr>
          <p:txBody>
            <a:bodyPr rtlCol="0" anchor="ctr"/>
            <a:lstStyle/>
            <a:p>
              <a:endParaRPr lang="fi-FI" sz="3200"/>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grpFill/>
            <a:ln w="9525" cap="flat">
              <a:noFill/>
              <a:prstDash val="solid"/>
              <a:miter/>
            </a:ln>
          </p:spPr>
          <p:txBody>
            <a:bodyPr rtlCol="0" anchor="ctr"/>
            <a:lstStyle/>
            <a:p>
              <a:endParaRPr lang="fi-FI" sz="3200"/>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grpFill/>
            <a:ln w="9525" cap="flat">
              <a:noFill/>
              <a:prstDash val="solid"/>
              <a:miter/>
            </a:ln>
          </p:spPr>
          <p:txBody>
            <a:bodyPr rtlCol="0" anchor="ctr"/>
            <a:lstStyle/>
            <a:p>
              <a:endParaRPr lang="fi-FI" sz="3200"/>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grpFill/>
            <a:ln w="9525" cap="flat">
              <a:noFill/>
              <a:prstDash val="solid"/>
              <a:miter/>
            </a:ln>
          </p:spPr>
          <p:txBody>
            <a:bodyPr rtlCol="0" anchor="ctr"/>
            <a:lstStyle/>
            <a:p>
              <a:endParaRPr lang="fi-FI" sz="3200"/>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grpFill/>
            <a:ln w="9525" cap="flat">
              <a:noFill/>
              <a:prstDash val="solid"/>
              <a:miter/>
            </a:ln>
          </p:spPr>
          <p:txBody>
            <a:bodyPr rtlCol="0" anchor="ctr"/>
            <a:lstStyle/>
            <a:p>
              <a:endParaRPr lang="fi-FI" sz="3200"/>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grpFill/>
            <a:ln w="9525" cap="flat">
              <a:noFill/>
              <a:prstDash val="solid"/>
              <a:miter/>
            </a:ln>
          </p:spPr>
          <p:txBody>
            <a:bodyPr rtlCol="0" anchor="ctr"/>
            <a:lstStyle/>
            <a:p>
              <a:endParaRPr lang="fi-FI" sz="3200"/>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grpFill/>
            <a:ln w="9525" cap="flat">
              <a:noFill/>
              <a:prstDash val="solid"/>
              <a:miter/>
            </a:ln>
          </p:spPr>
          <p:txBody>
            <a:bodyPr rtlCol="0" anchor="ctr"/>
            <a:lstStyle/>
            <a:p>
              <a:endParaRPr lang="fi-FI" sz="3200"/>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grpFill/>
            <a:ln w="9525" cap="flat">
              <a:noFill/>
              <a:prstDash val="solid"/>
              <a:miter/>
            </a:ln>
          </p:spPr>
          <p:txBody>
            <a:bodyPr rtlCol="0" anchor="ctr"/>
            <a:lstStyle/>
            <a:p>
              <a:endParaRPr lang="fi-FI" sz="3200"/>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grpFill/>
            <a:ln w="9525" cap="flat">
              <a:noFill/>
              <a:prstDash val="solid"/>
              <a:miter/>
            </a:ln>
          </p:spPr>
          <p:txBody>
            <a:bodyPr rtlCol="0" anchor="ctr"/>
            <a:lstStyle/>
            <a:p>
              <a:endParaRPr lang="fi-FI" sz="3200"/>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grpFill/>
            <a:ln w="9525" cap="flat">
              <a:noFill/>
              <a:prstDash val="solid"/>
              <a:miter/>
            </a:ln>
          </p:spPr>
          <p:txBody>
            <a:bodyPr rtlCol="0" anchor="ctr"/>
            <a:lstStyle/>
            <a:p>
              <a:endParaRPr lang="fi-FI" sz="3200"/>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grpFill/>
            <a:ln w="9525" cap="flat">
              <a:noFill/>
              <a:prstDash val="solid"/>
              <a:miter/>
            </a:ln>
          </p:spPr>
          <p:txBody>
            <a:bodyPr rtlCol="0" anchor="ctr"/>
            <a:lstStyle/>
            <a:p>
              <a:endParaRPr lang="fi-FI" sz="3200"/>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grpFill/>
            <a:ln w="9525" cap="flat">
              <a:noFill/>
              <a:prstDash val="solid"/>
              <a:miter/>
            </a:ln>
          </p:spPr>
          <p:txBody>
            <a:bodyPr rtlCol="0" anchor="ctr"/>
            <a:lstStyle/>
            <a:p>
              <a:endParaRPr lang="fi-FI" sz="3200"/>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grpFill/>
            <a:ln w="9525" cap="flat">
              <a:noFill/>
              <a:prstDash val="solid"/>
              <a:miter/>
            </a:ln>
          </p:spPr>
          <p:txBody>
            <a:bodyPr rtlCol="0" anchor="ctr"/>
            <a:lstStyle/>
            <a:p>
              <a:endParaRPr lang="fi-FI" sz="3200"/>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4738891" y="5655554"/>
            <a:ext cx="542349" cy="339953"/>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grp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grp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grp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grp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grp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8238036" y="2882881"/>
            <a:ext cx="436514" cy="348496"/>
            <a:chOff x="4258146" y="2288768"/>
            <a:chExt cx="627790" cy="501202"/>
          </a:xfrm>
          <a:solidFill>
            <a:schemeClr val="accent3"/>
          </a:solidFill>
        </p:grpSpPr>
        <p:sp>
          <p:nvSpPr>
            <p:cNvPr id="668" name="Vapaamuotoinen: Muoto 667">
              <a:extLst>
                <a:ext uri="{FF2B5EF4-FFF2-40B4-BE49-F238E27FC236}">
                  <a16:creationId xmlns:a16="http://schemas.microsoft.com/office/drawing/2014/main" id="{AC4AE541-19B5-6023-758E-9325EABDCE67}"/>
                </a:ext>
              </a:extLst>
            </p:cNvPr>
            <p:cNvSpPr/>
            <p:nvPr userDrawn="1"/>
          </p:nvSpPr>
          <p:spPr>
            <a:xfrm>
              <a:off x="4258146" y="2312291"/>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grp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userDrawn="1"/>
          </p:nvSpPr>
          <p:spPr>
            <a:xfrm>
              <a:off x="4363683" y="2344676"/>
              <a:ext cx="138113"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grp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userDrawn="1"/>
          </p:nvSpPr>
          <p:spPr>
            <a:xfrm>
              <a:off x="4523416" y="2303243"/>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grp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userDrawn="1"/>
          </p:nvSpPr>
          <p:spPr>
            <a:xfrm>
              <a:off x="4661815" y="2288768"/>
              <a:ext cx="66294"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grp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userDrawn="1"/>
          </p:nvSpPr>
          <p:spPr>
            <a:xfrm>
              <a:off x="4745729" y="2344676"/>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userDrawn="1"/>
          </p:nvSpPr>
          <p:spPr>
            <a:xfrm>
              <a:off x="4259761" y="2560989"/>
              <a:ext cx="88107"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grp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userDrawn="1"/>
          </p:nvSpPr>
          <p:spPr>
            <a:xfrm>
              <a:off x="4360823" y="2593090"/>
              <a:ext cx="135634"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userDrawn="1"/>
          </p:nvSpPr>
          <p:spPr>
            <a:xfrm>
              <a:off x="4497700" y="2540511"/>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userDrawn="1"/>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sp>
        <p:nvSpPr>
          <p:cNvPr id="40" name="Suorakulmio 39">
            <a:extLst>
              <a:ext uri="{FF2B5EF4-FFF2-40B4-BE49-F238E27FC236}">
                <a16:creationId xmlns:a16="http://schemas.microsoft.com/office/drawing/2014/main" id="{752740BD-D42B-5A33-2087-0F3BF7A88C54}"/>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41" name="Kuva 40" descr="Facebook-ikoni.">
            <a:extLst>
              <a:ext uri="{FF2B5EF4-FFF2-40B4-BE49-F238E27FC236}">
                <a16:creationId xmlns:a16="http://schemas.microsoft.com/office/drawing/2014/main" id="{71033352-9ED5-A26D-D043-E53C711DBB0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42" name="Suorakulmio 41">
            <a:extLst>
              <a:ext uri="{FF2B5EF4-FFF2-40B4-BE49-F238E27FC236}">
                <a16:creationId xmlns:a16="http://schemas.microsoft.com/office/drawing/2014/main" id="{E86B315B-B687-E1AC-D53B-F9B01841BF7B}"/>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43" name="Kuva 42" descr="Instagram-ikoni.">
            <a:extLst>
              <a:ext uri="{FF2B5EF4-FFF2-40B4-BE49-F238E27FC236}">
                <a16:creationId xmlns:a16="http://schemas.microsoft.com/office/drawing/2014/main" id="{A747CB10-6DEA-C42B-0648-38BF298F6D0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44" name="Suorakulmio 43">
            <a:extLst>
              <a:ext uri="{FF2B5EF4-FFF2-40B4-BE49-F238E27FC236}">
                <a16:creationId xmlns:a16="http://schemas.microsoft.com/office/drawing/2014/main" id="{AE972EBB-624A-9DA9-8836-03186C844FA6}"/>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45" name="Kuva 44" descr="LinkedIn-ikoni.">
            <a:extLst>
              <a:ext uri="{FF2B5EF4-FFF2-40B4-BE49-F238E27FC236}">
                <a16:creationId xmlns:a16="http://schemas.microsoft.com/office/drawing/2014/main" id="{748F7D44-232A-6BB0-A8FB-9882FCBE6AA7}"/>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46" name="Suorakulmio 45">
            <a:extLst>
              <a:ext uri="{FF2B5EF4-FFF2-40B4-BE49-F238E27FC236}">
                <a16:creationId xmlns:a16="http://schemas.microsoft.com/office/drawing/2014/main" id="{8EC39968-1C55-D0A2-4284-F584C92BD6B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47" name="Kuva 4" descr="Viestipalvelu X-ikoni (ent. twitter).">
            <a:extLst>
              <a:ext uri="{FF2B5EF4-FFF2-40B4-BE49-F238E27FC236}">
                <a16:creationId xmlns:a16="http://schemas.microsoft.com/office/drawing/2014/main" id="{132A5878-7981-4B7B-782B-52EA80C88CA9}"/>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4"/>
          </a:solidFill>
          <a:ln w="5588" cap="flat">
            <a:noFill/>
            <a:prstDash val="solid"/>
            <a:miter/>
          </a:ln>
        </p:spPr>
        <p:txBody>
          <a:bodyPr rtlCol="0" anchor="ctr"/>
          <a:lstStyle/>
          <a:p>
            <a:endParaRPr lang="fi-FI"/>
          </a:p>
        </p:txBody>
      </p:sp>
      <p:sp>
        <p:nvSpPr>
          <p:cNvPr id="3" name="Suorakulmio 2">
            <a:extLst>
              <a:ext uri="{FF2B5EF4-FFF2-40B4-BE49-F238E27FC236}">
                <a16:creationId xmlns:a16="http://schemas.microsoft.com/office/drawing/2014/main" id="{60338E5D-3CB0-F34F-B705-C5315A3E7066}"/>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5" name="Suorakulmio 4">
            <a:extLst>
              <a:ext uri="{FF2B5EF4-FFF2-40B4-BE49-F238E27FC236}">
                <a16:creationId xmlns:a16="http://schemas.microsoft.com/office/drawing/2014/main" id="{573A7A29-756D-769C-D977-0BBA85F8E7E3}"/>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9" name="Kuva 48" descr="Youtube-ikoni.">
            <a:extLst>
              <a:ext uri="{FF2B5EF4-FFF2-40B4-BE49-F238E27FC236}">
                <a16:creationId xmlns:a16="http://schemas.microsoft.com/office/drawing/2014/main" id="{DB2F0199-6912-6EE9-5871-47D3726F619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50" name="Suorakulmio 49">
            <a:extLst>
              <a:ext uri="{FF2B5EF4-FFF2-40B4-BE49-F238E27FC236}">
                <a16:creationId xmlns:a16="http://schemas.microsoft.com/office/drawing/2014/main" id="{C5C2AC89-53EE-A1E6-C23C-74C16CC6E381}"/>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3"/>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3"/>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2" name="Tekstiruutu 1">
            <a:extLst>
              <a:ext uri="{FF2B5EF4-FFF2-40B4-BE49-F238E27FC236}">
                <a16:creationId xmlns:a16="http://schemas.microsoft.com/office/drawing/2014/main" id="{7FD2C471-1260-5500-7901-88344E9CD4FD}"/>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solidFill>
                  <a:schemeClr val="accent3"/>
                </a:solidFill>
                <a:hlinkClick r:id="rId6">
                  <a:extLst>
                    <a:ext uri="{A12FA001-AC4F-418D-AE19-62706E023703}">
                      <ahyp:hlinkClr xmlns:ahyp="http://schemas.microsoft.com/office/drawing/2018/hyperlinkcolor" val="tx"/>
                    </a:ext>
                  </a:extLst>
                </a:hlinkClick>
              </a:rPr>
              <a:t>https://www.facebook.com/LansiUudenmaanHyvinvointialue</a:t>
            </a:r>
            <a:endParaRPr lang="fi-FI" sz="1100" u="none">
              <a:solidFill>
                <a:schemeClr val="accent3"/>
              </a:solidFill>
            </a:endParaRPr>
          </a:p>
          <a:p>
            <a:pPr algn="l">
              <a:lnSpc>
                <a:spcPct val="150000"/>
              </a:lnSpc>
            </a:pPr>
            <a:r>
              <a:rPr lang="fi-FI" sz="1100" u="none">
                <a:solidFill>
                  <a:schemeClr val="accent3"/>
                </a:solidFill>
                <a:hlinkClick r:id="rId7">
                  <a:extLst>
                    <a:ext uri="{A12FA001-AC4F-418D-AE19-62706E023703}">
                      <ahyp:hlinkClr xmlns:ahyp="http://schemas.microsoft.com/office/drawing/2018/hyperlinkcolor" val="tx"/>
                    </a:ext>
                  </a:extLst>
                </a:hlinkClick>
              </a:rPr>
              <a:t>https://www.instagram.com/luhyvinvointialue/</a:t>
            </a:r>
            <a:endParaRPr lang="fi-FI" sz="1100" u="none">
              <a:solidFill>
                <a:schemeClr val="accent3"/>
              </a:solidFill>
            </a:endParaRPr>
          </a:p>
          <a:p>
            <a:pPr algn="l">
              <a:lnSpc>
                <a:spcPct val="150000"/>
              </a:lnSpc>
            </a:pPr>
            <a:r>
              <a:rPr lang="fi-FI" sz="1100">
                <a:solidFill>
                  <a:schemeClr val="accent3"/>
                </a:solidFill>
                <a:hlinkClick r:id="rId8">
                  <a:extLst>
                    <a:ext uri="{A12FA001-AC4F-418D-AE19-62706E023703}">
                      <ahyp:hlinkClr xmlns:ahyp="http://schemas.microsoft.com/office/drawing/2018/hyperlinkcolor" val="tx"/>
                    </a:ext>
                  </a:extLst>
                </a:hlinkClick>
              </a:rPr>
              <a:t>https://www.linkedin.com/company/lansiuudenmaanhyvinvointialue</a:t>
            </a:r>
            <a:endParaRPr lang="fi-FI" sz="1100">
              <a:solidFill>
                <a:schemeClr val="accent3"/>
              </a:solidFill>
            </a:endParaRPr>
          </a:p>
          <a:p>
            <a:pPr algn="l">
              <a:lnSpc>
                <a:spcPct val="150000"/>
              </a:lnSpc>
            </a:pPr>
            <a:r>
              <a:rPr lang="fi-FI" sz="1100">
                <a:solidFill>
                  <a:schemeClr val="accent3"/>
                </a:solidFill>
                <a:hlinkClick r:id="rId9">
                  <a:extLst>
                    <a:ext uri="{A12FA001-AC4F-418D-AE19-62706E023703}">
                      <ahyp:hlinkClr xmlns:ahyp="http://schemas.microsoft.com/office/drawing/2018/hyperlinkcolor" val="tx"/>
                    </a:ext>
                  </a:extLst>
                </a:hlinkClick>
              </a:rPr>
              <a:t>https://x.com/LUhyvinvointi</a:t>
            </a:r>
            <a:endParaRPr lang="fi-FI" sz="1100">
              <a:solidFill>
                <a:schemeClr val="accent3"/>
              </a:solidFill>
            </a:endParaRPr>
          </a:p>
          <a:p>
            <a:pPr algn="l">
              <a:lnSpc>
                <a:spcPct val="150000"/>
              </a:lnSpc>
            </a:pPr>
            <a:r>
              <a:rPr lang="fi-FI" sz="1100" u="none">
                <a:solidFill>
                  <a:schemeClr val="accent3"/>
                </a:solidFill>
                <a:hlinkClick r:id="rId10">
                  <a:extLst>
                    <a:ext uri="{A12FA001-AC4F-418D-AE19-62706E023703}">
                      <ahyp:hlinkClr xmlns:ahyp="http://schemas.microsoft.com/office/drawing/2018/hyperlinkcolor" val="tx"/>
                    </a:ext>
                  </a:extLst>
                </a:hlinkClick>
              </a:rPr>
              <a:t>https://x.com/LUpelastus</a:t>
            </a:r>
            <a:endParaRPr lang="fi-FI" sz="1100" u="none">
              <a:solidFill>
                <a:schemeClr val="accent3"/>
              </a:solidFill>
            </a:endParaRPr>
          </a:p>
          <a:p>
            <a:pPr algn="l">
              <a:lnSpc>
                <a:spcPct val="150000"/>
              </a:lnSpc>
            </a:pPr>
            <a:r>
              <a:rPr lang="fi-FI" sz="1100">
                <a:solidFill>
                  <a:schemeClr val="accent3"/>
                </a:solidFill>
                <a:hlinkClick r:id="rId11">
                  <a:extLst>
                    <a:ext uri="{A12FA001-AC4F-418D-AE19-62706E023703}">
                      <ahyp:hlinkClr xmlns:ahyp="http://schemas.microsoft.com/office/drawing/2018/hyperlinkcolor" val="tx"/>
                    </a:ext>
                  </a:extLst>
                </a:hlinkClick>
              </a:rPr>
              <a:t>https://www.youtube.com/channel/UCx_t523hylIHyrN0B6IdPTA</a:t>
            </a:r>
            <a:endParaRPr lang="fi-FI" sz="1100" u="none">
              <a:solidFill>
                <a:schemeClr val="accent3"/>
              </a:solidFill>
            </a:endParaRPr>
          </a:p>
          <a:p>
            <a:pPr algn="l">
              <a:lnSpc>
                <a:spcPct val="150000"/>
              </a:lnSpc>
            </a:pPr>
            <a:endParaRPr lang="fi-FI" sz="1100" u="none">
              <a:solidFill>
                <a:schemeClr val="accent3"/>
              </a:solidFill>
            </a:endParaRPr>
          </a:p>
        </p:txBody>
      </p:sp>
    </p:spTree>
    <p:extLst>
      <p:ext uri="{BB962C8B-B14F-4D97-AF65-F5344CB8AC3E}">
        <p14:creationId xmlns:p14="http://schemas.microsoft.com/office/powerpoint/2010/main" val="3720385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Lopetussivu Kartalla 2">
    <p:bg>
      <p:bgPr>
        <a:solidFill>
          <a:schemeClr val="accent1"/>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userDrawn="1">
            <p:ph type="title"/>
          </p:nvPr>
        </p:nvSpPr>
        <p:spPr>
          <a:xfrm>
            <a:off x="539751" y="1984374"/>
            <a:ext cx="6461494" cy="866776"/>
          </a:xfrm>
        </p:spPr>
        <p:txBody>
          <a:bodyPr/>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5239076" y="5500152"/>
            <a:ext cx="1045838" cy="640619"/>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F3A0BA"/>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4915428" y="3799004"/>
            <a:ext cx="3419590" cy="1801983"/>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F3A0BA"/>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7838408" y="4138627"/>
            <a:ext cx="1558923" cy="964192"/>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F3A0BA"/>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7327401" y="1012010"/>
            <a:ext cx="2160064" cy="3191407"/>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F3A0BA"/>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8649486" y="3258140"/>
            <a:ext cx="991781" cy="1417668"/>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F3A0BA"/>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8534759" y="1041297"/>
            <a:ext cx="1447754" cy="990926"/>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F3A0BA"/>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9514930" y="3218692"/>
            <a:ext cx="976556" cy="1915220"/>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F3A0BA"/>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9020257" y="1492059"/>
            <a:ext cx="1516413" cy="1975748"/>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F3A0BA"/>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10710636" y="3667674"/>
            <a:ext cx="150993" cy="82331"/>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F3A0BA"/>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10159909" y="2792741"/>
            <a:ext cx="1006483" cy="1420867"/>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F3A0BA"/>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6631093" y="5743594"/>
            <a:ext cx="152844" cy="113890"/>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F3A0BA"/>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6808812" y="5560520"/>
            <a:ext cx="192433" cy="133896"/>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F3A0BA"/>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7782990" y="5422344"/>
            <a:ext cx="113551" cy="82013"/>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F3A0BA"/>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8100302" y="5169561"/>
            <a:ext cx="264226" cy="184424"/>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F3A0BA"/>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8358213" y="5119969"/>
            <a:ext cx="143694" cy="88531"/>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F3A0BA"/>
          </a:solidFill>
          <a:ln w="6252" cap="flat">
            <a:noFill/>
            <a:prstDash val="solid"/>
            <a:miter/>
          </a:ln>
        </p:spPr>
        <p:txBody>
          <a:bodyPr rtlCol="0" anchor="ctr"/>
          <a:lstStyle/>
          <a:p>
            <a:endParaRPr lang="fi-FI" sz="3200"/>
          </a:p>
        </p:txBody>
      </p:sp>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10325196" y="3225197"/>
            <a:ext cx="490226" cy="290083"/>
            <a:chOff x="2740142" y="2145139"/>
            <a:chExt cx="705040" cy="417195"/>
          </a:xfrm>
          <a:solidFill>
            <a:schemeClr val="accent1"/>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grp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grp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grp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grp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grp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grp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10798653" y="3723502"/>
            <a:ext cx="137290" cy="544254"/>
          </a:xfrm>
          <a:prstGeom prst="line">
            <a:avLst/>
          </a:prstGeom>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9909534" y="1106349"/>
            <a:ext cx="692823" cy="350020"/>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grp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grp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grp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grp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grp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9513421" y="2415970"/>
            <a:ext cx="564205" cy="306308"/>
            <a:chOff x="4159757" y="2288762"/>
            <a:chExt cx="811434" cy="440530"/>
          </a:xfrm>
          <a:solidFill>
            <a:schemeClr val="accent1"/>
          </a:solidFill>
        </p:grpSpPr>
        <p:sp>
          <p:nvSpPr>
            <p:cNvPr id="509" name="Vapaamuotoinen: Muoto 508">
              <a:extLst>
                <a:ext uri="{FF2B5EF4-FFF2-40B4-BE49-F238E27FC236}">
                  <a16:creationId xmlns:a16="http://schemas.microsoft.com/office/drawing/2014/main" id="{57EF1C43-CE55-2D48-1D44-304942ED5D40}"/>
                </a:ext>
              </a:extLst>
            </p:cNvPr>
            <p:cNvSpPr/>
            <p:nvPr/>
          </p:nvSpPr>
          <p:spPr>
            <a:xfrm>
              <a:off x="4159757" y="2312288"/>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grp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p:nvSpPr>
          <p:spPr>
            <a:xfrm>
              <a:off x="434244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p:nvSpPr>
          <p:spPr>
            <a:xfrm>
              <a:off x="4416551" y="2303240"/>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grp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p:nvSpPr>
          <p:spPr>
            <a:xfrm>
              <a:off x="4567237" y="2314194"/>
              <a:ext cx="83915" cy="165258"/>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grp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p:nvSpPr>
          <p:spPr>
            <a:xfrm>
              <a:off x="466991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p:nvSpPr>
          <p:spPr>
            <a:xfrm>
              <a:off x="4160995" y="2560891"/>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grp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p:nvSpPr>
          <p:spPr>
            <a:xfrm>
              <a:off x="433987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p:nvSpPr>
          <p:spPr>
            <a:xfrm>
              <a:off x="4400835" y="2592990"/>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grp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p:nvSpPr>
          <p:spPr>
            <a:xfrm>
              <a:off x="4552949" y="2550794"/>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grp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p:nvSpPr>
          <p:spPr>
            <a:xfrm>
              <a:off x="4699824"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p:nvSpPr>
          <p:spPr>
            <a:xfrm>
              <a:off x="4799170"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10571953" y="4302589"/>
            <a:ext cx="970983" cy="306176"/>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grp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grp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grp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grp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grp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grp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9443336" y="5179468"/>
            <a:ext cx="1150066" cy="348166"/>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grp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grp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grp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grp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grp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grp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grp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grp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grp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8796946" y="3752167"/>
            <a:ext cx="674078" cy="348496"/>
            <a:chOff x="4081938" y="2288762"/>
            <a:chExt cx="969454" cy="501204"/>
          </a:xfrm>
          <a:solidFill>
            <a:schemeClr val="accent1"/>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grp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grp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grp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grp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grp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grp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grp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8429920" y="4344591"/>
            <a:ext cx="447511" cy="312998"/>
            <a:chOff x="4253388" y="2279142"/>
            <a:chExt cx="643605" cy="450151"/>
          </a:xfrm>
          <a:solidFill>
            <a:schemeClr val="accent1"/>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grp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grp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grp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grp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grp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6669577" y="4213069"/>
            <a:ext cx="835016" cy="338563"/>
            <a:chOff x="3972400" y="2303240"/>
            <a:chExt cx="1200912" cy="486918"/>
          </a:xfrm>
          <a:solidFill>
            <a:schemeClr val="accent1"/>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grpFill/>
            <a:ln w="9525" cap="flat">
              <a:noFill/>
              <a:prstDash val="solid"/>
              <a:miter/>
            </a:ln>
          </p:spPr>
          <p:txBody>
            <a:bodyPr rtlCol="0" anchor="ctr"/>
            <a:lstStyle/>
            <a:p>
              <a:endParaRPr lang="fi-FI" sz="3200">
                <a:solidFill>
                  <a:schemeClr val="tx2"/>
                </a:solidFill>
              </a:endParaRPr>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grpFill/>
            <a:ln w="9525" cap="flat">
              <a:noFill/>
              <a:prstDash val="solid"/>
              <a:miter/>
            </a:ln>
          </p:spPr>
          <p:txBody>
            <a:bodyPr rtlCol="0" anchor="ctr"/>
            <a:lstStyle/>
            <a:p>
              <a:endParaRPr lang="fi-FI" sz="3200">
                <a:solidFill>
                  <a:schemeClr val="tx2"/>
                </a:solidFill>
              </a:endParaRPr>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grpFill/>
            <a:ln w="9525" cap="flat">
              <a:noFill/>
              <a:prstDash val="solid"/>
              <a:miter/>
            </a:ln>
          </p:spPr>
          <p:txBody>
            <a:bodyPr rtlCol="0" anchor="ctr"/>
            <a:lstStyle/>
            <a:p>
              <a:endParaRPr lang="fi-FI" sz="3200">
                <a:solidFill>
                  <a:schemeClr val="tx2"/>
                </a:solidFill>
              </a:endParaRPr>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grpFill/>
            <a:ln w="9525" cap="flat">
              <a:noFill/>
              <a:prstDash val="solid"/>
              <a:miter/>
            </a:ln>
          </p:spPr>
          <p:txBody>
            <a:bodyPr rtlCol="0" anchor="ctr"/>
            <a:lstStyle/>
            <a:p>
              <a:endParaRPr lang="fi-FI" sz="3200">
                <a:solidFill>
                  <a:schemeClr val="tx2"/>
                </a:solidFill>
              </a:endParaRPr>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solidFill>
                  <a:schemeClr val="tx2"/>
                </a:solidFill>
              </a:endParaRPr>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4738891" y="5655554"/>
            <a:ext cx="542349" cy="339953"/>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grp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grp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grp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grp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grp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8238042" y="2882880"/>
            <a:ext cx="436514" cy="348496"/>
            <a:chOff x="4258150" y="2288762"/>
            <a:chExt cx="627792" cy="501204"/>
          </a:xfrm>
          <a:solidFill>
            <a:schemeClr val="accent2"/>
          </a:solidFill>
        </p:grpSpPr>
        <p:sp>
          <p:nvSpPr>
            <p:cNvPr id="668" name="Vapaamuotoinen: Muoto 667">
              <a:extLst>
                <a:ext uri="{FF2B5EF4-FFF2-40B4-BE49-F238E27FC236}">
                  <a16:creationId xmlns:a16="http://schemas.microsoft.com/office/drawing/2014/main" id="{AC4AE541-19B5-6023-758E-9325EABDCE67}"/>
                </a:ext>
              </a:extLst>
            </p:cNvPr>
            <p:cNvSpPr/>
            <p:nvPr/>
          </p:nvSpPr>
          <p:spPr>
            <a:xfrm>
              <a:off x="4258150" y="2312288"/>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solidFill>
              <a:schemeClr val="accent1"/>
            </a:solid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p:nvSpPr>
          <p:spPr>
            <a:xfrm>
              <a:off x="4363687"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solidFill>
              <a:schemeClr val="accent1"/>
            </a:solid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p:nvSpPr>
          <p:spPr>
            <a:xfrm>
              <a:off x="4523421" y="2303240"/>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solidFill>
              <a:schemeClr val="accent1"/>
            </a:solid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p:nvSpPr>
          <p:spPr>
            <a:xfrm>
              <a:off x="4661820" y="2288762"/>
              <a:ext cx="66293"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solidFill>
              <a:schemeClr val="accent1"/>
            </a:solid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p:nvSpPr>
          <p:spPr>
            <a:xfrm>
              <a:off x="4745735"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accent1"/>
            </a:solid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p:nvSpPr>
          <p:spPr>
            <a:xfrm>
              <a:off x="4259770" y="2560986"/>
              <a:ext cx="88106"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solidFill>
              <a:schemeClr val="accent1"/>
            </a:solid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p:nvSpPr>
          <p:spPr>
            <a:xfrm>
              <a:off x="4360830" y="2593086"/>
              <a:ext cx="135635"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1"/>
            </a:solid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p:nvSpPr>
          <p:spPr>
            <a:xfrm>
              <a:off x="4497704"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1"/>
            </a:solid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1"/>
            </a:solidFill>
            <a:ln w="9525" cap="flat">
              <a:noFill/>
              <a:prstDash val="solid"/>
              <a:miter/>
            </a:ln>
          </p:spPr>
          <p:txBody>
            <a:bodyPr rtlCol="0" anchor="ctr"/>
            <a:lstStyle/>
            <a:p>
              <a:endParaRPr lang="fi-FI" sz="3200"/>
            </a:p>
          </p:txBody>
        </p:sp>
      </p:grpSp>
      <p:sp>
        <p:nvSpPr>
          <p:cNvPr id="3" name="Suorakulmio 2">
            <a:extLst>
              <a:ext uri="{FF2B5EF4-FFF2-40B4-BE49-F238E27FC236}">
                <a16:creationId xmlns:a16="http://schemas.microsoft.com/office/drawing/2014/main" id="{DB0E4393-BBB7-BE40-3F2D-58F967404FEB}"/>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7" name="Kuva 6" descr="Facebook-ikoni.">
            <a:extLst>
              <a:ext uri="{FF2B5EF4-FFF2-40B4-BE49-F238E27FC236}">
                <a16:creationId xmlns:a16="http://schemas.microsoft.com/office/drawing/2014/main" id="{AC2593B6-437F-DC52-A66F-A4566FB009A9}"/>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9" name="Suorakulmio 8">
            <a:extLst>
              <a:ext uri="{FF2B5EF4-FFF2-40B4-BE49-F238E27FC236}">
                <a16:creationId xmlns:a16="http://schemas.microsoft.com/office/drawing/2014/main" id="{09C00B1D-9AE1-7E48-0841-8B09FA3FA540}"/>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19" name="Kuva 18" descr="Instagram-ikoni.">
            <a:extLst>
              <a:ext uri="{FF2B5EF4-FFF2-40B4-BE49-F238E27FC236}">
                <a16:creationId xmlns:a16="http://schemas.microsoft.com/office/drawing/2014/main" id="{9B1D1E77-9F6B-8022-5E9C-86C10957BF8E}"/>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28" name="Suorakulmio 27">
            <a:extLst>
              <a:ext uri="{FF2B5EF4-FFF2-40B4-BE49-F238E27FC236}">
                <a16:creationId xmlns:a16="http://schemas.microsoft.com/office/drawing/2014/main" id="{52DFCFD5-C277-0C3C-8956-E90F528A7A5E}"/>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30" name="Kuva 29" descr="LinkedIn-ikoni.">
            <a:extLst>
              <a:ext uri="{FF2B5EF4-FFF2-40B4-BE49-F238E27FC236}">
                <a16:creationId xmlns:a16="http://schemas.microsoft.com/office/drawing/2014/main" id="{16AC6BFA-3CEA-EFD8-3A84-D3F435640510}"/>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32" name="Suorakulmio 31">
            <a:extLst>
              <a:ext uri="{FF2B5EF4-FFF2-40B4-BE49-F238E27FC236}">
                <a16:creationId xmlns:a16="http://schemas.microsoft.com/office/drawing/2014/main" id="{4B73EC00-9536-A6FF-9A61-B5AD047ABD9A}"/>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4" name="Kuva 4" descr="Viestipalvelu X-ikoni (ent. twitter).">
            <a:extLst>
              <a:ext uri="{FF2B5EF4-FFF2-40B4-BE49-F238E27FC236}">
                <a16:creationId xmlns:a16="http://schemas.microsoft.com/office/drawing/2014/main" id="{FC839F21-6B42-493C-22CB-A0AB0AA9C3CA}"/>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2"/>
          </a:solidFill>
          <a:ln w="5588" cap="flat">
            <a:noFill/>
            <a:prstDash val="solid"/>
            <a:miter/>
          </a:ln>
        </p:spPr>
        <p:txBody>
          <a:bodyPr rtlCol="0" anchor="ctr"/>
          <a:lstStyle/>
          <a:p>
            <a:endParaRPr lang="fi-FI"/>
          </a:p>
        </p:txBody>
      </p:sp>
      <p:sp>
        <p:nvSpPr>
          <p:cNvPr id="4" name="Suorakulmio 3">
            <a:extLst>
              <a:ext uri="{FF2B5EF4-FFF2-40B4-BE49-F238E27FC236}">
                <a16:creationId xmlns:a16="http://schemas.microsoft.com/office/drawing/2014/main" id="{F26C08C3-D21F-1E71-75F8-6354474545F8}"/>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5" name="Suorakulmio 4">
            <a:extLst>
              <a:ext uri="{FF2B5EF4-FFF2-40B4-BE49-F238E27FC236}">
                <a16:creationId xmlns:a16="http://schemas.microsoft.com/office/drawing/2014/main" id="{6C8522C5-FE5E-B496-EAAF-61F17DFEB49D}"/>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39" name="Kuva 38" descr="Youtube-ikoni.">
            <a:extLst>
              <a:ext uri="{FF2B5EF4-FFF2-40B4-BE49-F238E27FC236}">
                <a16:creationId xmlns:a16="http://schemas.microsoft.com/office/drawing/2014/main" id="{2111BAE9-6412-0632-1A31-805AD0FBC23A}"/>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40" name="Suorakulmio 39">
            <a:extLst>
              <a:ext uri="{FF2B5EF4-FFF2-40B4-BE49-F238E27FC236}">
                <a16:creationId xmlns:a16="http://schemas.microsoft.com/office/drawing/2014/main" id="{A4BDA34E-8F3B-D034-96FE-AF58B04E0D76}"/>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1"/>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1"/>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2" name="Tekstiruutu 1">
            <a:extLst>
              <a:ext uri="{FF2B5EF4-FFF2-40B4-BE49-F238E27FC236}">
                <a16:creationId xmlns:a16="http://schemas.microsoft.com/office/drawing/2014/main" id="{F35FB4C6-7ACE-596A-F0C8-1D83E1418FB3}"/>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hlinkClick r:id="rId6"/>
              </a:rPr>
              <a:t>https://www.facebook.com/LansiUudenmaanHyvinvointialue</a:t>
            </a:r>
            <a:endParaRPr lang="fi-FI" sz="1100" u="none"/>
          </a:p>
          <a:p>
            <a:pPr algn="l">
              <a:lnSpc>
                <a:spcPct val="150000"/>
              </a:lnSpc>
            </a:pPr>
            <a:r>
              <a:rPr lang="fi-FI" sz="1100" u="none">
                <a:hlinkClick r:id="rId7"/>
              </a:rPr>
              <a:t>https://www.instagram.com/luhyvinvointialue/</a:t>
            </a:r>
            <a:endParaRPr lang="fi-FI" sz="1100" u="none"/>
          </a:p>
          <a:p>
            <a:pPr algn="l">
              <a:lnSpc>
                <a:spcPct val="150000"/>
              </a:lnSpc>
            </a:pPr>
            <a:r>
              <a:rPr lang="fi-FI" sz="1100">
                <a:hlinkClick r:id="rId8"/>
              </a:rPr>
              <a:t>https://www.linkedin.com/company/lansiuudenmaanhyvinvointialue</a:t>
            </a:r>
            <a:endParaRPr lang="fi-FI" sz="1100"/>
          </a:p>
          <a:p>
            <a:pPr algn="l">
              <a:lnSpc>
                <a:spcPct val="150000"/>
              </a:lnSpc>
            </a:pPr>
            <a:r>
              <a:rPr lang="fi-FI" sz="1100">
                <a:hlinkClick r:id="rId9"/>
              </a:rPr>
              <a:t>https://x.com/LUhyvinvointi</a:t>
            </a:r>
            <a:endParaRPr lang="fi-FI" sz="1100"/>
          </a:p>
          <a:p>
            <a:pPr algn="l">
              <a:lnSpc>
                <a:spcPct val="150000"/>
              </a:lnSpc>
            </a:pPr>
            <a:r>
              <a:rPr lang="fi-FI" sz="1100" u="none">
                <a:hlinkClick r:id="rId10"/>
              </a:rPr>
              <a:t>https://x.com/LUpelastus</a:t>
            </a:r>
            <a:endParaRPr lang="fi-FI" sz="1100" u="none"/>
          </a:p>
          <a:p>
            <a:pPr algn="l">
              <a:lnSpc>
                <a:spcPct val="150000"/>
              </a:lnSpc>
            </a:pPr>
            <a:r>
              <a:rPr lang="fi-FI" sz="1100">
                <a:hlinkClick r:id="rId11"/>
              </a:rPr>
              <a:t>https://www.youtube.com/channel/UCx_t523hylIHyrN0B6IdPTA</a:t>
            </a:r>
            <a:endParaRPr lang="fi-FI" sz="1100" u="none"/>
          </a:p>
          <a:p>
            <a:pPr algn="l">
              <a:lnSpc>
                <a:spcPct val="150000"/>
              </a:lnSpc>
            </a:pPr>
            <a:endParaRPr lang="fi-FI" sz="1100" u="none"/>
          </a:p>
        </p:txBody>
      </p:sp>
    </p:spTree>
    <p:extLst>
      <p:ext uri="{BB962C8B-B14F-4D97-AF65-F5344CB8AC3E}">
        <p14:creationId xmlns:p14="http://schemas.microsoft.com/office/powerpoint/2010/main" val="30908991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petussivu Kartalla 3">
    <p:bg>
      <p:bgPr>
        <a:solidFill>
          <a:schemeClr val="accent5"/>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p:ph type="title"/>
          </p:nvPr>
        </p:nvSpPr>
        <p:spPr>
          <a:xfrm>
            <a:off x="539751" y="1984374"/>
            <a:ext cx="6461494" cy="866776"/>
          </a:xfrm>
        </p:spPr>
        <p:txBody>
          <a:bodyPr lIns="0"/>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grpSp>
        <p:nvGrpSpPr>
          <p:cNvPr id="27" name="Ryhmä 26">
            <a:extLst>
              <a:ext uri="{FF2B5EF4-FFF2-40B4-BE49-F238E27FC236}">
                <a16:creationId xmlns:a16="http://schemas.microsoft.com/office/drawing/2014/main" id="{72473641-AD94-605B-A054-4F7D35068107}"/>
              </a:ext>
              <a:ext uri="{C183D7F6-B498-43B3-948B-1728B52AA6E4}">
                <adec:decorative xmlns:adec="http://schemas.microsoft.com/office/drawing/2017/decorative" val="1"/>
              </a:ext>
            </a:extLst>
          </p:cNvPr>
          <p:cNvGrpSpPr/>
          <p:nvPr userDrawn="1"/>
        </p:nvGrpSpPr>
        <p:grpSpPr>
          <a:xfrm>
            <a:off x="4738891" y="1012010"/>
            <a:ext cx="6804045" cy="5128761"/>
            <a:chOff x="2869191" y="401455"/>
            <a:chExt cx="5874510" cy="4428095"/>
          </a:xfrm>
        </p:grpSpPr>
        <p:grpSp>
          <p:nvGrpSpPr>
            <p:cNvPr id="4" name="Ryhmä 3">
              <a:extLst>
                <a:ext uri="{FF2B5EF4-FFF2-40B4-BE49-F238E27FC236}">
                  <a16:creationId xmlns:a16="http://schemas.microsoft.com/office/drawing/2014/main" id="{09E3725C-B9A7-7838-8997-36A9AA86ED4C}"/>
                </a:ext>
                <a:ext uri="{C183D7F6-B498-43B3-948B-1728B52AA6E4}">
                  <adec:decorative xmlns:adec="http://schemas.microsoft.com/office/drawing/2017/decorative" val="1"/>
                </a:ext>
              </a:extLst>
            </p:cNvPr>
            <p:cNvGrpSpPr/>
            <p:nvPr userDrawn="1"/>
          </p:nvGrpSpPr>
          <p:grpSpPr>
            <a:xfrm>
              <a:off x="3021610" y="401455"/>
              <a:ext cx="5396988" cy="4428095"/>
              <a:chOff x="3021610" y="401455"/>
              <a:chExt cx="5396988" cy="4428095"/>
            </a:xfrm>
          </p:grpSpPr>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3301043" y="4276449"/>
                <a:ext cx="902961" cy="553101"/>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9DCEEF"/>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3021610" y="2807704"/>
                <a:ext cx="2952422" cy="1555805"/>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9DCEEF"/>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5545267" y="3100929"/>
                <a:ext cx="1345951" cy="832469"/>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9DCEEF"/>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5104071" y="401455"/>
                <a:ext cx="1864967" cy="2755413"/>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9DCEEF"/>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6245539" y="2340730"/>
                <a:ext cx="856289" cy="1223993"/>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9DCEEF"/>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6146486" y="426741"/>
                <a:ext cx="1249969" cy="855551"/>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9DCEEF"/>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6992751" y="2306671"/>
                <a:ext cx="843144" cy="1653572"/>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9DCEEF"/>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6565657" y="815922"/>
                <a:ext cx="1309248" cy="1705831"/>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9DCEEF"/>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8025105" y="2694315"/>
                <a:ext cx="130365" cy="71083"/>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9DCEEF"/>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7549616" y="1938911"/>
                <a:ext cx="868982" cy="1226755"/>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9DCEEF"/>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4502889" y="4486633"/>
                <a:ext cx="131963" cy="98331"/>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9DCEEF"/>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4656329" y="4328570"/>
                <a:ext cx="166144" cy="115604"/>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9DCEEF"/>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5497420" y="4209271"/>
                <a:ext cx="98038" cy="70809"/>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9DCEEF"/>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5771382" y="3991022"/>
                <a:ext cx="228129" cy="159229"/>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9DCEEF"/>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5994059" y="3948205"/>
                <a:ext cx="124063" cy="76436"/>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9DCEEF"/>
              </a:solidFill>
              <a:ln w="6252" cap="flat">
                <a:noFill/>
                <a:prstDash val="solid"/>
                <a:miter/>
              </a:ln>
            </p:spPr>
            <p:txBody>
              <a:bodyPr rtlCol="0" anchor="ctr"/>
              <a:lstStyle/>
              <a:p>
                <a:endParaRPr lang="fi-FI" sz="3200"/>
              </a:p>
            </p:txBody>
          </p:sp>
        </p:grpSp>
        <p:grpSp>
          <p:nvGrpSpPr>
            <p:cNvPr id="11" name="Ryhmä 10">
              <a:extLst>
                <a:ext uri="{FF2B5EF4-FFF2-40B4-BE49-F238E27FC236}">
                  <a16:creationId xmlns:a16="http://schemas.microsoft.com/office/drawing/2014/main" id="{37F2A4F2-FB0A-D126-9691-F8804DA2B8EB}"/>
                </a:ext>
                <a:ext uri="{C183D7F6-B498-43B3-948B-1728B52AA6E4}">
                  <adec:decorative xmlns:adec="http://schemas.microsoft.com/office/drawing/2017/decorative" val="1"/>
                </a:ext>
              </a:extLst>
            </p:cNvPr>
            <p:cNvGrpSpPr/>
            <p:nvPr userDrawn="1"/>
          </p:nvGrpSpPr>
          <p:grpSpPr>
            <a:xfrm>
              <a:off x="2869191" y="482906"/>
              <a:ext cx="5874510" cy="4221225"/>
              <a:chOff x="2869194" y="482906"/>
              <a:chExt cx="5874514" cy="4221223"/>
            </a:xfrm>
          </p:grpSpPr>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7692329" y="2312287"/>
                <a:ext cx="423254" cy="250453"/>
                <a:chOff x="2740142" y="2145139"/>
                <a:chExt cx="705040" cy="417195"/>
              </a:xfrm>
              <a:solidFill>
                <a:schemeClr val="accent2"/>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solidFill>
                  <a:schemeClr val="accent5"/>
                </a:solid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solidFill>
                  <a:schemeClr val="accent5"/>
                </a:solid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solidFill>
                  <a:schemeClr val="accent5"/>
                </a:solid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solidFill>
                  <a:schemeClr val="accent5"/>
                </a:solid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solidFill>
                  <a:schemeClr val="accent5"/>
                </a:solid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solidFill>
                  <a:schemeClr val="accent5"/>
                </a:solid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solidFill>
                  <a:schemeClr val="accent5"/>
                </a:solid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solidFill>
                  <a:schemeClr val="accent5"/>
                </a:solid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8101105" y="2742516"/>
                <a:ext cx="118534" cy="469901"/>
              </a:xfrm>
              <a:prstGeom prst="line">
                <a:avLst/>
              </a:prstGeom>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7333452" y="482906"/>
                <a:ext cx="598173" cy="302202"/>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solidFill>
                  <a:schemeClr val="bg1"/>
                </a:solid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solidFill>
                  <a:schemeClr val="bg1"/>
                </a:solid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solidFill>
                  <a:schemeClr val="bg1"/>
                </a:solid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solidFill>
                  <a:schemeClr val="bg1"/>
                </a:solid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solidFill>
                  <a:schemeClr val="bg1"/>
                </a:solid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solidFill>
                  <a:schemeClr val="bg1"/>
                </a:solid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solidFill>
                  <a:schemeClr val="bg1"/>
                </a:solid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solidFill>
                  <a:schemeClr val="bg1"/>
                </a:solid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solidFill>
                  <a:schemeClr val="bg1"/>
                </a:solid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solidFill>
                  <a:schemeClr val="bg1"/>
                </a:solid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solidFill>
                  <a:schemeClr val="bg1"/>
                </a:solid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solidFill>
                  <a:schemeClr val="bg1"/>
                </a:solid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6991454" y="1613612"/>
                <a:ext cx="487127" cy="264462"/>
                <a:chOff x="4159758" y="2288765"/>
                <a:chExt cx="811433" cy="440534"/>
              </a:xfrm>
              <a:solidFill>
                <a:schemeClr val="accent2"/>
              </a:solidFill>
            </p:grpSpPr>
            <p:sp>
              <p:nvSpPr>
                <p:cNvPr id="509" name="Vapaamuotoinen: Muoto 508">
                  <a:extLst>
                    <a:ext uri="{FF2B5EF4-FFF2-40B4-BE49-F238E27FC236}">
                      <a16:creationId xmlns:a16="http://schemas.microsoft.com/office/drawing/2014/main" id="{57EF1C43-CE55-2D48-1D44-304942ED5D40}"/>
                    </a:ext>
                  </a:extLst>
                </p:cNvPr>
                <p:cNvSpPr/>
                <p:nvPr userDrawn="1"/>
              </p:nvSpPr>
              <p:spPr>
                <a:xfrm>
                  <a:off x="4159758" y="2312294"/>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solidFill>
                  <a:schemeClr val="accent5"/>
                </a:solid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userDrawn="1"/>
              </p:nvSpPr>
              <p:spPr>
                <a:xfrm>
                  <a:off x="4342447" y="2288768"/>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userDrawn="1"/>
              </p:nvSpPr>
              <p:spPr>
                <a:xfrm>
                  <a:off x="4416553" y="2303246"/>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solidFill>
                  <a:schemeClr val="accent5"/>
                </a:solid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userDrawn="1"/>
              </p:nvSpPr>
              <p:spPr>
                <a:xfrm>
                  <a:off x="4567238" y="2314200"/>
                  <a:ext cx="83916" cy="165259"/>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solidFill>
                  <a:schemeClr val="accent5"/>
                </a:solid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userDrawn="1"/>
              </p:nvSpPr>
              <p:spPr>
                <a:xfrm>
                  <a:off x="4669917" y="2288765"/>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userDrawn="1"/>
              </p:nvSpPr>
              <p:spPr>
                <a:xfrm>
                  <a:off x="4160998" y="2560895"/>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solidFill>
                  <a:schemeClr val="accent5"/>
                </a:solid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userDrawn="1"/>
              </p:nvSpPr>
              <p:spPr>
                <a:xfrm>
                  <a:off x="4339877" y="2540511"/>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userDrawn="1"/>
              </p:nvSpPr>
              <p:spPr>
                <a:xfrm>
                  <a:off x="4400839" y="2592997"/>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solidFill>
                  <a:schemeClr val="accent5"/>
                </a:solid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userDrawn="1"/>
              </p:nvSpPr>
              <p:spPr>
                <a:xfrm>
                  <a:off x="4552952" y="2550800"/>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solidFill>
                  <a:schemeClr val="accent5"/>
                </a:solid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userDrawn="1"/>
              </p:nvSpPr>
              <p:spPr>
                <a:xfrm>
                  <a:off x="4699836" y="2562517"/>
                  <a:ext cx="78866" cy="164593"/>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solidFill>
                  <a:schemeClr val="accent5"/>
                </a:solid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userDrawn="1"/>
              </p:nvSpPr>
              <p:spPr>
                <a:xfrm>
                  <a:off x="4799173" y="2540510"/>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userDrawn="1"/>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solidFill>
                  <a:schemeClr val="accent5"/>
                </a:solid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7905375" y="3242490"/>
                <a:ext cx="838333" cy="264348"/>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solidFill>
                  <a:schemeClr val="bg1"/>
                </a:solid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bg1"/>
                </a:solid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solidFill>
                  <a:schemeClr val="bg1"/>
                </a:solid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solidFill>
                  <a:schemeClr val="bg1"/>
                </a:solid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solidFill>
                  <a:schemeClr val="bg1"/>
                </a:solid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solidFill>
                  <a:schemeClr val="bg1"/>
                </a:solid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solidFill>
                  <a:schemeClr val="bg1"/>
                </a:solid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solidFill>
                  <a:schemeClr val="bg1"/>
                </a:solid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bg1"/>
                </a:solid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solidFill>
                  <a:schemeClr val="bg1"/>
                </a:solid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solidFill>
                  <a:schemeClr val="bg1"/>
                </a:solid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solidFill>
                  <a:schemeClr val="bg1"/>
                </a:solid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6930944" y="3999574"/>
                <a:ext cx="992951" cy="300601"/>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solidFill>
                  <a:schemeClr val="bg1"/>
                </a:solid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solidFill>
                  <a:schemeClr val="bg1"/>
                </a:solid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solidFill>
                  <a:schemeClr val="bg1"/>
                </a:solid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solidFill>
                  <a:schemeClr val="bg1"/>
                </a:solid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solidFill>
                  <a:schemeClr val="bg1"/>
                </a:solid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solidFill>
                  <a:schemeClr val="bg1"/>
                </a:solid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solidFill>
                  <a:schemeClr val="bg1"/>
                </a:solid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solidFill>
                  <a:schemeClr val="bg1"/>
                </a:solid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solidFill>
                  <a:schemeClr val="bg1"/>
                </a:solid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solidFill>
                  <a:schemeClr val="bg1"/>
                </a:solid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solidFill>
                  <a:schemeClr val="bg1"/>
                </a:solid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solidFill>
                  <a:schemeClr val="bg1"/>
                </a:solid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solidFill>
                  <a:schemeClr val="bg1"/>
                </a:solid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solidFill>
                  <a:schemeClr val="bg1"/>
                </a:solid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6372860" y="2767264"/>
                <a:ext cx="581989" cy="300886"/>
                <a:chOff x="4081938" y="2288762"/>
                <a:chExt cx="969454" cy="501204"/>
              </a:xfrm>
              <a:solidFill>
                <a:schemeClr val="accent2"/>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solidFill>
                  <a:schemeClr val="accent5"/>
                </a:solid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solidFill>
                  <a:schemeClr val="accent5"/>
                </a:solid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accent5"/>
                </a:solid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solidFill>
                  <a:schemeClr val="accent5"/>
                </a:solid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solidFill>
                  <a:schemeClr val="accent5"/>
                </a:solid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solidFill>
                  <a:schemeClr val="accent5"/>
                </a:solid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5"/>
                </a:solid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solidFill>
                  <a:schemeClr val="accent5"/>
                </a:solid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accent5"/>
                </a:solid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solidFill>
                  <a:schemeClr val="accent5"/>
                </a:solid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solidFill>
                  <a:schemeClr val="accent5"/>
                </a:solid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solidFill>
                  <a:schemeClr val="accent5"/>
                </a:solid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6055975" y="3278754"/>
                <a:ext cx="386375" cy="270238"/>
                <a:chOff x="4253388" y="2279142"/>
                <a:chExt cx="643605" cy="450151"/>
              </a:xfrm>
              <a:solidFill>
                <a:schemeClr val="accent2"/>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solidFill>
                  <a:schemeClr val="accent5"/>
                </a:solid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accent5"/>
                </a:solid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solidFill>
                  <a:schemeClr val="accent5"/>
                </a:solid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solidFill>
                  <a:schemeClr val="accent5"/>
                </a:solid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solidFill>
                  <a:schemeClr val="accent5"/>
                </a:solid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accent5"/>
                </a:solid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solidFill>
                  <a:schemeClr val="accent5"/>
                </a:solid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solidFill>
                  <a:schemeClr val="accent5"/>
                </a:solid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4536120" y="3165200"/>
                <a:ext cx="720941" cy="292310"/>
                <a:chOff x="3972400" y="2303240"/>
                <a:chExt cx="1200912" cy="486918"/>
              </a:xfrm>
              <a:solidFill>
                <a:schemeClr val="accent2"/>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solidFill>
                  <a:schemeClr val="accent5"/>
                </a:solidFill>
                <a:ln w="9525" cap="flat">
                  <a:noFill/>
                  <a:prstDash val="solid"/>
                  <a:miter/>
                </a:ln>
              </p:spPr>
              <p:txBody>
                <a:bodyPr rtlCol="0" anchor="ctr"/>
                <a:lstStyle/>
                <a:p>
                  <a:endParaRPr lang="fi-FI" sz="3200"/>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solidFill>
                  <a:schemeClr val="accent5"/>
                </a:solidFill>
                <a:ln w="9525" cap="flat">
                  <a:noFill/>
                  <a:prstDash val="solid"/>
                  <a:miter/>
                </a:ln>
              </p:spPr>
              <p:txBody>
                <a:bodyPr rtlCol="0" anchor="ctr"/>
                <a:lstStyle/>
                <a:p>
                  <a:endParaRPr lang="fi-FI" sz="3200"/>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solidFill>
                  <a:schemeClr val="accent5"/>
                </a:solidFill>
                <a:ln w="9525" cap="flat">
                  <a:noFill/>
                  <a:prstDash val="solid"/>
                  <a:miter/>
                </a:ln>
              </p:spPr>
              <p:txBody>
                <a:bodyPr rtlCol="0" anchor="ctr"/>
                <a:lstStyle/>
                <a:p>
                  <a:endParaRPr lang="fi-FI" sz="3200"/>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solidFill>
                  <a:schemeClr val="accent5"/>
                </a:solidFill>
                <a:ln w="9525" cap="flat">
                  <a:noFill/>
                  <a:prstDash val="solid"/>
                  <a:miter/>
                </a:ln>
              </p:spPr>
              <p:txBody>
                <a:bodyPr rtlCol="0" anchor="ctr"/>
                <a:lstStyle/>
                <a:p>
                  <a:endParaRPr lang="fi-FI" sz="3200"/>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solidFill>
                  <a:schemeClr val="accent5"/>
                </a:solidFill>
                <a:ln w="9525" cap="flat">
                  <a:noFill/>
                  <a:prstDash val="solid"/>
                  <a:miter/>
                </a:ln>
              </p:spPr>
              <p:txBody>
                <a:bodyPr rtlCol="0" anchor="ctr"/>
                <a:lstStyle/>
                <a:p>
                  <a:endParaRPr lang="fi-FI" sz="3200"/>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solidFill>
                  <a:schemeClr val="accent5"/>
                </a:solidFill>
                <a:ln w="9525" cap="flat">
                  <a:noFill/>
                  <a:prstDash val="solid"/>
                  <a:miter/>
                </a:ln>
              </p:spPr>
              <p:txBody>
                <a:bodyPr rtlCol="0" anchor="ctr"/>
                <a:lstStyle/>
                <a:p>
                  <a:endParaRPr lang="fi-FI" sz="3200"/>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solidFill>
                  <a:schemeClr val="accent5"/>
                </a:solidFill>
                <a:ln w="9525" cap="flat">
                  <a:noFill/>
                  <a:prstDash val="solid"/>
                  <a:miter/>
                </a:ln>
              </p:spPr>
              <p:txBody>
                <a:bodyPr rtlCol="0" anchor="ctr"/>
                <a:lstStyle/>
                <a:p>
                  <a:endParaRPr lang="fi-FI" sz="3200"/>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solidFill>
                  <a:schemeClr val="accent5"/>
                </a:solidFill>
                <a:ln w="9525" cap="flat">
                  <a:noFill/>
                  <a:prstDash val="solid"/>
                  <a:miter/>
                </a:ln>
              </p:spPr>
              <p:txBody>
                <a:bodyPr rtlCol="0" anchor="ctr"/>
                <a:lstStyle/>
                <a:p>
                  <a:endParaRPr lang="fi-FI" sz="3200"/>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solidFill>
                  <a:schemeClr val="accent5"/>
                </a:solidFill>
                <a:ln w="9525" cap="flat">
                  <a:noFill/>
                  <a:prstDash val="solid"/>
                  <a:miter/>
                </a:ln>
              </p:spPr>
              <p:txBody>
                <a:bodyPr rtlCol="0" anchor="ctr"/>
                <a:lstStyle/>
                <a:p>
                  <a:endParaRPr lang="fi-FI" sz="3200"/>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solidFill>
                  <a:schemeClr val="accent5"/>
                </a:solidFill>
                <a:ln w="9525" cap="flat">
                  <a:noFill/>
                  <a:prstDash val="solid"/>
                  <a:miter/>
                </a:ln>
              </p:spPr>
              <p:txBody>
                <a:bodyPr rtlCol="0" anchor="ctr"/>
                <a:lstStyle/>
                <a:p>
                  <a:endParaRPr lang="fi-FI" sz="3200"/>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solidFill>
                  <a:schemeClr val="accent5"/>
                </a:solidFill>
                <a:ln w="9525" cap="flat">
                  <a:noFill/>
                  <a:prstDash val="solid"/>
                  <a:miter/>
                </a:ln>
              </p:spPr>
              <p:txBody>
                <a:bodyPr rtlCol="0" anchor="ctr"/>
                <a:lstStyle/>
                <a:p>
                  <a:endParaRPr lang="fi-FI" sz="3200"/>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solidFill>
                  <a:schemeClr val="accent5"/>
                </a:solidFill>
                <a:ln w="9525" cap="flat">
                  <a:noFill/>
                  <a:prstDash val="solid"/>
                  <a:miter/>
                </a:ln>
              </p:spPr>
              <p:txBody>
                <a:bodyPr rtlCol="0" anchor="ctr"/>
                <a:lstStyle/>
                <a:p>
                  <a:endParaRPr lang="fi-FI" sz="3200"/>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solidFill>
                  <a:schemeClr val="accent5"/>
                </a:solidFill>
                <a:ln w="9525" cap="flat">
                  <a:noFill/>
                  <a:prstDash val="solid"/>
                  <a:miter/>
                </a:ln>
              </p:spPr>
              <p:txBody>
                <a:bodyPr rtlCol="0" anchor="ctr"/>
                <a:lstStyle/>
                <a:p>
                  <a:endParaRPr lang="fi-FI" sz="3200"/>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solidFill>
                  <a:schemeClr val="accent5"/>
                </a:solidFill>
                <a:ln w="9525" cap="flat">
                  <a:noFill/>
                  <a:prstDash val="solid"/>
                  <a:miter/>
                </a:ln>
              </p:spPr>
              <p:txBody>
                <a:bodyPr rtlCol="0" anchor="ctr"/>
                <a:lstStyle/>
                <a:p>
                  <a:endParaRPr lang="fi-FI" sz="3200"/>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solidFill>
                  <a:schemeClr val="accent5"/>
                </a:solidFill>
                <a:ln w="9525" cap="flat">
                  <a:noFill/>
                  <a:prstDash val="solid"/>
                  <a:miter/>
                </a:ln>
              </p:spPr>
              <p:txBody>
                <a:bodyPr rtlCol="0" anchor="ctr"/>
                <a:lstStyle/>
                <a:p>
                  <a:endParaRPr lang="fi-FI" sz="3200"/>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2869194" y="4410619"/>
                <a:ext cx="468256" cy="293510"/>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solidFill>
                  <a:schemeClr val="bg1"/>
                </a:solid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solidFill>
                  <a:schemeClr val="bg1"/>
                </a:solid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solidFill>
                  <a:schemeClr val="bg1"/>
                </a:solid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solidFill>
                  <a:schemeClr val="bg1"/>
                </a:solid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solidFill>
                  <a:schemeClr val="bg1"/>
                </a:solid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bg1"/>
                </a:solid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solidFill>
                  <a:schemeClr val="bg1"/>
                </a:solid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solidFill>
                  <a:schemeClr val="bg1"/>
                </a:solid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5890305" y="2016736"/>
                <a:ext cx="376880" cy="300886"/>
                <a:chOff x="4258146" y="2288768"/>
                <a:chExt cx="627790" cy="501202"/>
              </a:xfrm>
              <a:solidFill>
                <a:schemeClr val="accent2"/>
              </a:solidFill>
            </p:grpSpPr>
            <p:sp>
              <p:nvSpPr>
                <p:cNvPr id="668" name="Vapaamuotoinen: Muoto 667">
                  <a:extLst>
                    <a:ext uri="{FF2B5EF4-FFF2-40B4-BE49-F238E27FC236}">
                      <a16:creationId xmlns:a16="http://schemas.microsoft.com/office/drawing/2014/main" id="{AC4AE541-19B5-6023-758E-9325EABDCE67}"/>
                    </a:ext>
                  </a:extLst>
                </p:cNvPr>
                <p:cNvSpPr/>
                <p:nvPr userDrawn="1"/>
              </p:nvSpPr>
              <p:spPr>
                <a:xfrm>
                  <a:off x="4258146" y="2312291"/>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solidFill>
                  <a:schemeClr val="accent5"/>
                </a:solid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userDrawn="1"/>
              </p:nvSpPr>
              <p:spPr>
                <a:xfrm>
                  <a:off x="4363683" y="2344676"/>
                  <a:ext cx="138113"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solidFill>
                  <a:schemeClr val="accent5"/>
                </a:solid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userDrawn="1"/>
              </p:nvSpPr>
              <p:spPr>
                <a:xfrm>
                  <a:off x="4523416" y="2303243"/>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solidFill>
                  <a:schemeClr val="accent5"/>
                </a:solid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userDrawn="1"/>
              </p:nvSpPr>
              <p:spPr>
                <a:xfrm>
                  <a:off x="4661815" y="2288768"/>
                  <a:ext cx="66294"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solidFill>
                  <a:schemeClr val="accent5"/>
                </a:solid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userDrawn="1"/>
              </p:nvSpPr>
              <p:spPr>
                <a:xfrm>
                  <a:off x="4745729" y="2344676"/>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accent5"/>
                </a:solid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userDrawn="1"/>
              </p:nvSpPr>
              <p:spPr>
                <a:xfrm>
                  <a:off x="4259761" y="2560989"/>
                  <a:ext cx="88107"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solidFill>
                  <a:schemeClr val="accent5"/>
                </a:solid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userDrawn="1"/>
              </p:nvSpPr>
              <p:spPr>
                <a:xfrm>
                  <a:off x="4360823" y="2593090"/>
                  <a:ext cx="135634"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userDrawn="1"/>
              </p:nvSpPr>
              <p:spPr>
                <a:xfrm>
                  <a:off x="4497700" y="2540511"/>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5"/>
                </a:solid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userDrawn="1"/>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grpSp>
        </p:grpSp>
      </p:grpSp>
      <p:sp>
        <p:nvSpPr>
          <p:cNvPr id="40" name="Suorakulmio 39">
            <a:extLst>
              <a:ext uri="{FF2B5EF4-FFF2-40B4-BE49-F238E27FC236}">
                <a16:creationId xmlns:a16="http://schemas.microsoft.com/office/drawing/2014/main" id="{752740BD-D42B-5A33-2087-0F3BF7A88C54}"/>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41" name="Kuva 40" descr="Facebook-ikoni.">
            <a:extLst>
              <a:ext uri="{FF2B5EF4-FFF2-40B4-BE49-F238E27FC236}">
                <a16:creationId xmlns:a16="http://schemas.microsoft.com/office/drawing/2014/main" id="{71033352-9ED5-A26D-D043-E53C711DBB0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42" name="Suorakulmio 41">
            <a:extLst>
              <a:ext uri="{FF2B5EF4-FFF2-40B4-BE49-F238E27FC236}">
                <a16:creationId xmlns:a16="http://schemas.microsoft.com/office/drawing/2014/main" id="{E86B315B-B687-E1AC-D53B-F9B01841BF7B}"/>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43" name="Kuva 42" descr="Instagram-ikoni.">
            <a:extLst>
              <a:ext uri="{FF2B5EF4-FFF2-40B4-BE49-F238E27FC236}">
                <a16:creationId xmlns:a16="http://schemas.microsoft.com/office/drawing/2014/main" id="{A747CB10-6DEA-C42B-0648-38BF298F6D0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44" name="Suorakulmio 43">
            <a:extLst>
              <a:ext uri="{FF2B5EF4-FFF2-40B4-BE49-F238E27FC236}">
                <a16:creationId xmlns:a16="http://schemas.microsoft.com/office/drawing/2014/main" id="{AE972EBB-624A-9DA9-8836-03186C844FA6}"/>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45" name="Kuva 44" descr="LinkedIn-ikoni.">
            <a:extLst>
              <a:ext uri="{FF2B5EF4-FFF2-40B4-BE49-F238E27FC236}">
                <a16:creationId xmlns:a16="http://schemas.microsoft.com/office/drawing/2014/main" id="{748F7D44-232A-6BB0-A8FB-9882FCBE6AA7}"/>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46" name="Suorakulmio 45">
            <a:extLst>
              <a:ext uri="{FF2B5EF4-FFF2-40B4-BE49-F238E27FC236}">
                <a16:creationId xmlns:a16="http://schemas.microsoft.com/office/drawing/2014/main" id="{8EC39968-1C55-D0A2-4284-F584C92BD6B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47" name="Kuva 4" descr="Viestipalvelu X-ikoni (ent. twitter).">
            <a:extLst>
              <a:ext uri="{FF2B5EF4-FFF2-40B4-BE49-F238E27FC236}">
                <a16:creationId xmlns:a16="http://schemas.microsoft.com/office/drawing/2014/main" id="{132A5878-7981-4B7B-782B-52EA80C88CA9}"/>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6"/>
          </a:solidFill>
          <a:ln w="5588" cap="flat">
            <a:noFill/>
            <a:prstDash val="solid"/>
            <a:miter/>
          </a:ln>
        </p:spPr>
        <p:txBody>
          <a:bodyPr rtlCol="0" anchor="ctr"/>
          <a:lstStyle/>
          <a:p>
            <a:endParaRPr lang="fi-FI"/>
          </a:p>
        </p:txBody>
      </p:sp>
      <p:sp>
        <p:nvSpPr>
          <p:cNvPr id="2" name="Suorakulmio 1">
            <a:extLst>
              <a:ext uri="{FF2B5EF4-FFF2-40B4-BE49-F238E27FC236}">
                <a16:creationId xmlns:a16="http://schemas.microsoft.com/office/drawing/2014/main" id="{AB30AEF5-9F73-F98F-2C11-D5733E29545A}"/>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3" name="Suorakulmio 2">
            <a:extLst>
              <a:ext uri="{FF2B5EF4-FFF2-40B4-BE49-F238E27FC236}">
                <a16:creationId xmlns:a16="http://schemas.microsoft.com/office/drawing/2014/main" id="{AFDCD802-D8E4-7E14-034D-E0655402AEAA}"/>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9" name="Kuva 48" descr="Youtube-ikoni.">
            <a:extLst>
              <a:ext uri="{FF2B5EF4-FFF2-40B4-BE49-F238E27FC236}">
                <a16:creationId xmlns:a16="http://schemas.microsoft.com/office/drawing/2014/main" id="{DB2F0199-6912-6EE9-5871-47D3726F619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50" name="Suorakulmio 49">
            <a:extLst>
              <a:ext uri="{FF2B5EF4-FFF2-40B4-BE49-F238E27FC236}">
                <a16:creationId xmlns:a16="http://schemas.microsoft.com/office/drawing/2014/main" id="{C5C2AC89-53EE-A1E6-C23C-74C16CC6E381}"/>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5"/>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5"/>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5" name="Tekstiruutu 4">
            <a:extLst>
              <a:ext uri="{FF2B5EF4-FFF2-40B4-BE49-F238E27FC236}">
                <a16:creationId xmlns:a16="http://schemas.microsoft.com/office/drawing/2014/main" id="{6D0D828F-4559-B300-D118-272B0AC8B63F}"/>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solidFill>
                  <a:schemeClr val="accent5"/>
                </a:solidFill>
                <a:hlinkClick r:id="rId6">
                  <a:extLst>
                    <a:ext uri="{A12FA001-AC4F-418D-AE19-62706E023703}">
                      <ahyp:hlinkClr xmlns:ahyp="http://schemas.microsoft.com/office/drawing/2018/hyperlinkcolor" val="tx"/>
                    </a:ext>
                  </a:extLst>
                </a:hlinkClick>
              </a:rPr>
              <a:t>https://www.facebook.com/LansiUudenmaanHyvinvointialue</a:t>
            </a:r>
            <a:endParaRPr lang="fi-FI" sz="1100" u="none">
              <a:solidFill>
                <a:schemeClr val="accent5"/>
              </a:solidFill>
            </a:endParaRPr>
          </a:p>
          <a:p>
            <a:pPr algn="l">
              <a:lnSpc>
                <a:spcPct val="150000"/>
              </a:lnSpc>
            </a:pPr>
            <a:r>
              <a:rPr lang="fi-FI" sz="1100" u="none">
                <a:solidFill>
                  <a:schemeClr val="accent5"/>
                </a:solidFill>
                <a:hlinkClick r:id="rId7">
                  <a:extLst>
                    <a:ext uri="{A12FA001-AC4F-418D-AE19-62706E023703}">
                      <ahyp:hlinkClr xmlns:ahyp="http://schemas.microsoft.com/office/drawing/2018/hyperlinkcolor" val="tx"/>
                    </a:ext>
                  </a:extLst>
                </a:hlinkClick>
              </a:rPr>
              <a:t>https://www.instagram.com/luhyvinvointialue/</a:t>
            </a:r>
            <a:endParaRPr lang="fi-FI" sz="1100" u="none">
              <a:solidFill>
                <a:schemeClr val="accent5"/>
              </a:solidFill>
            </a:endParaRPr>
          </a:p>
          <a:p>
            <a:pPr algn="l">
              <a:lnSpc>
                <a:spcPct val="150000"/>
              </a:lnSpc>
            </a:pPr>
            <a:r>
              <a:rPr lang="fi-FI" sz="1100">
                <a:solidFill>
                  <a:schemeClr val="accent5"/>
                </a:solidFill>
                <a:hlinkClick r:id="rId8">
                  <a:extLst>
                    <a:ext uri="{A12FA001-AC4F-418D-AE19-62706E023703}">
                      <ahyp:hlinkClr xmlns:ahyp="http://schemas.microsoft.com/office/drawing/2018/hyperlinkcolor" val="tx"/>
                    </a:ext>
                  </a:extLst>
                </a:hlinkClick>
              </a:rPr>
              <a:t>https://www.linkedin.com/company/lansiuudenmaanhyvinvointialue</a:t>
            </a:r>
            <a:endParaRPr lang="fi-FI" sz="1100">
              <a:solidFill>
                <a:schemeClr val="accent5"/>
              </a:solidFill>
            </a:endParaRPr>
          </a:p>
          <a:p>
            <a:pPr algn="l">
              <a:lnSpc>
                <a:spcPct val="150000"/>
              </a:lnSpc>
            </a:pPr>
            <a:r>
              <a:rPr lang="fi-FI" sz="1100">
                <a:solidFill>
                  <a:schemeClr val="accent5"/>
                </a:solidFill>
                <a:hlinkClick r:id="rId9">
                  <a:extLst>
                    <a:ext uri="{A12FA001-AC4F-418D-AE19-62706E023703}">
                      <ahyp:hlinkClr xmlns:ahyp="http://schemas.microsoft.com/office/drawing/2018/hyperlinkcolor" val="tx"/>
                    </a:ext>
                  </a:extLst>
                </a:hlinkClick>
              </a:rPr>
              <a:t>https://x.com/LUhyvinvointi</a:t>
            </a:r>
            <a:endParaRPr lang="fi-FI" sz="1100">
              <a:solidFill>
                <a:schemeClr val="accent5"/>
              </a:solidFill>
            </a:endParaRPr>
          </a:p>
          <a:p>
            <a:pPr algn="l">
              <a:lnSpc>
                <a:spcPct val="150000"/>
              </a:lnSpc>
            </a:pPr>
            <a:r>
              <a:rPr lang="fi-FI" sz="1100" u="none">
                <a:solidFill>
                  <a:schemeClr val="accent5"/>
                </a:solidFill>
                <a:hlinkClick r:id="rId10">
                  <a:extLst>
                    <a:ext uri="{A12FA001-AC4F-418D-AE19-62706E023703}">
                      <ahyp:hlinkClr xmlns:ahyp="http://schemas.microsoft.com/office/drawing/2018/hyperlinkcolor" val="tx"/>
                    </a:ext>
                  </a:extLst>
                </a:hlinkClick>
              </a:rPr>
              <a:t>https://x.com/LUpelastus</a:t>
            </a:r>
            <a:endParaRPr lang="fi-FI" sz="1100" u="none">
              <a:solidFill>
                <a:schemeClr val="accent5"/>
              </a:solidFill>
            </a:endParaRPr>
          </a:p>
          <a:p>
            <a:pPr algn="l">
              <a:lnSpc>
                <a:spcPct val="150000"/>
              </a:lnSpc>
            </a:pPr>
            <a:r>
              <a:rPr lang="fi-FI" sz="1100">
                <a:solidFill>
                  <a:schemeClr val="accent5"/>
                </a:solidFill>
                <a:hlinkClick r:id="rId11">
                  <a:extLst>
                    <a:ext uri="{A12FA001-AC4F-418D-AE19-62706E023703}">
                      <ahyp:hlinkClr xmlns:ahyp="http://schemas.microsoft.com/office/drawing/2018/hyperlinkcolor" val="tx"/>
                    </a:ext>
                  </a:extLst>
                </a:hlinkClick>
              </a:rPr>
              <a:t>https://www.youtube.com/channel/UCx_t523hylIHyrN0B6IdPTA</a:t>
            </a:r>
            <a:endParaRPr lang="fi-FI" sz="1100" u="none">
              <a:solidFill>
                <a:schemeClr val="accent5"/>
              </a:solidFill>
            </a:endParaRPr>
          </a:p>
          <a:p>
            <a:pPr algn="l">
              <a:lnSpc>
                <a:spcPct val="150000"/>
              </a:lnSpc>
            </a:pPr>
            <a:endParaRPr lang="fi-FI" sz="1100" u="none">
              <a:solidFill>
                <a:schemeClr val="accent5"/>
              </a:solidFill>
            </a:endParaRPr>
          </a:p>
        </p:txBody>
      </p:sp>
    </p:spTree>
    <p:extLst>
      <p:ext uri="{BB962C8B-B14F-4D97-AF65-F5344CB8AC3E}">
        <p14:creationId xmlns:p14="http://schemas.microsoft.com/office/powerpoint/2010/main" val="2822770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518901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9751" y="539750"/>
            <a:ext cx="11110300" cy="866776"/>
          </a:xfrm>
          <a:prstGeom prst="rect">
            <a:avLst/>
          </a:prstGeom>
        </p:spPr>
        <p:txBody>
          <a:bodyPr vert="horz" wrap="square" lIns="0" tIns="0" rIns="0" bIns="0" rtlCol="0" anchor="b">
            <a:noAutofit/>
          </a:bodyPr>
          <a:lstStyle/>
          <a:p>
            <a:r>
              <a:rPr lang="fi-FI"/>
              <a:t>Muokkaa </a:t>
            </a:r>
            <a:r>
              <a:rPr lang="fi-FI" err="1"/>
              <a:t>ots</a:t>
            </a:r>
            <a:r>
              <a:rPr lang="fi-FI"/>
              <a:t>. </a:t>
            </a:r>
            <a:r>
              <a:rPr lang="fi-FI" err="1"/>
              <a:t>perustyyl</a:t>
            </a:r>
            <a:r>
              <a:rPr lang="fi-FI"/>
              <a:t>. </a:t>
            </a:r>
            <a:r>
              <a:rPr lang="fi-FI" err="1"/>
              <a:t>napsautt</a:t>
            </a:r>
            <a:r>
              <a:rPr lang="fi-FI"/>
              <a:t>.</a:t>
            </a:r>
            <a:endParaRPr lang="en-US"/>
          </a:p>
        </p:txBody>
      </p:sp>
      <p:sp>
        <p:nvSpPr>
          <p:cNvPr id="3" name="Text Placeholder 2"/>
          <p:cNvSpPr>
            <a:spLocks noGrp="1"/>
          </p:cNvSpPr>
          <p:nvPr>
            <p:ph type="body" idx="1"/>
          </p:nvPr>
        </p:nvSpPr>
        <p:spPr>
          <a:xfrm>
            <a:off x="539750" y="1700213"/>
            <a:ext cx="11110912" cy="4321175"/>
          </a:xfrm>
          <a:prstGeom prst="rect">
            <a:avLst/>
          </a:prstGeom>
        </p:spPr>
        <p:txBody>
          <a:bodyPr vert="horz" wrap="square" lIns="0" tIns="0" rIns="0" bIns="0" rtlCol="0">
            <a:noAutofit/>
          </a:body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3"/>
          </p:nvPr>
        </p:nvSpPr>
        <p:spPr>
          <a:xfrm>
            <a:off x="541950" y="6318251"/>
            <a:ext cx="8420723" cy="365125"/>
          </a:xfrm>
          <a:prstGeom prst="rect">
            <a:avLst/>
          </a:prstGeom>
        </p:spPr>
        <p:txBody>
          <a:bodyPr vert="horz" lIns="0" tIns="0" rIns="0" bIns="0" rtlCol="0" anchor="ctr"/>
          <a:lstStyle>
            <a:lvl1pPr algn="l">
              <a:defRPr sz="1200">
                <a:solidFill>
                  <a:srgbClr val="555858"/>
                </a:solidFill>
              </a:defRPr>
            </a:lvl1pPr>
          </a:lstStyle>
          <a:p>
            <a:endParaRPr lang="fi-FI"/>
          </a:p>
        </p:txBody>
      </p:sp>
      <p:sp>
        <p:nvSpPr>
          <p:cNvPr id="4" name="Date Placeholder 3"/>
          <p:cNvSpPr>
            <a:spLocks noGrp="1"/>
          </p:cNvSpPr>
          <p:nvPr>
            <p:ph type="dt" sz="half" idx="2"/>
          </p:nvPr>
        </p:nvSpPr>
        <p:spPr>
          <a:xfrm>
            <a:off x="8962673" y="6318251"/>
            <a:ext cx="2687377" cy="365125"/>
          </a:xfrm>
          <a:prstGeom prst="rect">
            <a:avLst/>
          </a:prstGeom>
        </p:spPr>
        <p:txBody>
          <a:bodyPr vert="horz" lIns="0" tIns="0" rIns="180000" bIns="0" rtlCol="0" anchor="ctr"/>
          <a:lstStyle>
            <a:lvl1pPr algn="r">
              <a:defRPr sz="1200">
                <a:solidFill>
                  <a:srgbClr val="555858"/>
                </a:solidFill>
              </a:defRPr>
            </a:lvl1pPr>
          </a:lstStyle>
          <a:p>
            <a:fld id="{2D890117-4CCF-45D4-9D20-F983783C0E48}" type="datetime1">
              <a:rPr lang="fi-FI" smtClean="0"/>
              <a:t>14.10.2026</a:t>
            </a:fld>
            <a:endParaRPr lang="fi-FI"/>
          </a:p>
        </p:txBody>
      </p:sp>
      <p:sp>
        <p:nvSpPr>
          <p:cNvPr id="6" name="Slide Number Placeholder 5"/>
          <p:cNvSpPr>
            <a:spLocks noGrp="1"/>
          </p:cNvSpPr>
          <p:nvPr>
            <p:ph type="sldNum" sz="quarter" idx="4"/>
          </p:nvPr>
        </p:nvSpPr>
        <p:spPr>
          <a:xfrm>
            <a:off x="11650663" y="6318251"/>
            <a:ext cx="541336" cy="365125"/>
          </a:xfrm>
          <a:prstGeom prst="rect">
            <a:avLst/>
          </a:prstGeom>
        </p:spPr>
        <p:txBody>
          <a:bodyPr vert="horz" lIns="0" tIns="0" rIns="0" bIns="0" rtlCol="0" anchor="ctr"/>
          <a:lstStyle>
            <a:lvl1pPr algn="l">
              <a:defRPr sz="1200" b="1">
                <a:solidFill>
                  <a:schemeClr val="accent3"/>
                </a:solidFill>
              </a:defRPr>
            </a:lvl1pPr>
          </a:lstStyle>
          <a:p>
            <a:fld id="{07F0CC26-4241-4995-BDB3-9E0D3B0C702B}" type="slidenum">
              <a:rPr lang="fi-FI" smtClean="0"/>
              <a:pPr/>
              <a:t>‹#›</a:t>
            </a:fld>
            <a:endParaRPr lang="fi-FI"/>
          </a:p>
        </p:txBody>
      </p:sp>
      <p:sp>
        <p:nvSpPr>
          <p:cNvPr id="8" name="Ellipsi 7">
            <a:extLst>
              <a:ext uri="{FF2B5EF4-FFF2-40B4-BE49-F238E27FC236}">
                <a16:creationId xmlns:a16="http://schemas.microsoft.com/office/drawing/2014/main" id="{AFFA6736-E3D5-ACBE-7C26-7397E0C594F3}"/>
              </a:ext>
              <a:ext uri="{C183D7F6-B498-43B3-948B-1728B52AA6E4}">
                <adec:decorative xmlns:adec="http://schemas.microsoft.com/office/drawing/2017/decorative" val="1"/>
              </a:ext>
            </a:extLst>
          </p:cNvPr>
          <p:cNvSpPr/>
          <p:nvPr userDrawn="1"/>
        </p:nvSpPr>
        <p:spPr>
          <a:xfrm>
            <a:off x="855980" y="-1165139"/>
            <a:ext cx="360000" cy="360000"/>
          </a:xfrm>
          <a:prstGeom prst="ellipse">
            <a:avLst/>
          </a:prstGeom>
          <a:solidFill>
            <a:srgbClr val="63B4EC"/>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5" name="Ellipsi 14">
            <a:extLst>
              <a:ext uri="{FF2B5EF4-FFF2-40B4-BE49-F238E27FC236}">
                <a16:creationId xmlns:a16="http://schemas.microsoft.com/office/drawing/2014/main" id="{DB6A121B-3D25-3920-3E6A-384C8F6D2509}"/>
              </a:ext>
              <a:ext uri="{C183D7F6-B498-43B3-948B-1728B52AA6E4}">
                <adec:decorative xmlns:adec="http://schemas.microsoft.com/office/drawing/2017/decorative" val="1"/>
              </a:ext>
            </a:extLst>
          </p:cNvPr>
          <p:cNvSpPr/>
          <p:nvPr userDrawn="1"/>
        </p:nvSpPr>
        <p:spPr>
          <a:xfrm>
            <a:off x="427990" y="-1598295"/>
            <a:ext cx="360000" cy="360000"/>
          </a:xfrm>
          <a:prstGeom prst="ellipse">
            <a:avLst/>
          </a:prstGeom>
          <a:solidFill>
            <a:srgbClr val="E2990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6" name="Ellipsi 15">
            <a:extLst>
              <a:ext uri="{FF2B5EF4-FFF2-40B4-BE49-F238E27FC236}">
                <a16:creationId xmlns:a16="http://schemas.microsoft.com/office/drawing/2014/main" id="{9C056229-62F1-8F95-8CF8-CD4EDCCAFA09}"/>
              </a:ext>
              <a:ext uri="{C183D7F6-B498-43B3-948B-1728B52AA6E4}">
                <adec:decorative xmlns:adec="http://schemas.microsoft.com/office/drawing/2017/decorative" val="1"/>
              </a:ext>
            </a:extLst>
          </p:cNvPr>
          <p:cNvSpPr/>
          <p:nvPr userDrawn="1"/>
        </p:nvSpPr>
        <p:spPr>
          <a:xfrm>
            <a:off x="427990" y="-1165139"/>
            <a:ext cx="360000" cy="360000"/>
          </a:xfrm>
          <a:prstGeom prst="ellipse">
            <a:avLst/>
          </a:prstGeom>
          <a:solidFill>
            <a:srgbClr val="F3A0BA"/>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7" name="Tekstiruutu 16">
            <a:extLst>
              <a:ext uri="{FF2B5EF4-FFF2-40B4-BE49-F238E27FC236}">
                <a16:creationId xmlns:a16="http://schemas.microsoft.com/office/drawing/2014/main" id="{80DB7283-76CA-FB8E-46B0-4DAB976C8B96}"/>
              </a:ext>
              <a:ext uri="{C183D7F6-B498-43B3-948B-1728B52AA6E4}">
                <adec:decorative xmlns:adec="http://schemas.microsoft.com/office/drawing/2017/decorative" val="1"/>
              </a:ext>
            </a:extLst>
          </p:cNvPr>
          <p:cNvSpPr txBox="1"/>
          <p:nvPr userDrawn="1"/>
        </p:nvSpPr>
        <p:spPr>
          <a:xfrm>
            <a:off x="0" y="-2045911"/>
            <a:ext cx="2806700" cy="425450"/>
          </a:xfrm>
          <a:prstGeom prst="rect">
            <a:avLst/>
          </a:prstGeom>
          <a:noFill/>
        </p:spPr>
        <p:txBody>
          <a:bodyPr wrap="square" lIns="0" tIns="0" rIns="0" bIns="0" rtlCol="0">
            <a:noAutofit/>
          </a:bodyPr>
          <a:lstStyle/>
          <a:p>
            <a:pPr algn="l"/>
            <a:r>
              <a:rPr lang="fi-FI" sz="2000"/>
              <a:t>Apuvärit:</a:t>
            </a:r>
          </a:p>
        </p:txBody>
      </p:sp>
      <p:sp>
        <p:nvSpPr>
          <p:cNvPr id="18" name="Ellipsi 17">
            <a:extLst>
              <a:ext uri="{FF2B5EF4-FFF2-40B4-BE49-F238E27FC236}">
                <a16:creationId xmlns:a16="http://schemas.microsoft.com/office/drawing/2014/main" id="{016E6132-AFF3-34D1-B26A-18E599E54C05}"/>
              </a:ext>
              <a:ext uri="{C183D7F6-B498-43B3-948B-1728B52AA6E4}">
                <adec:decorative xmlns:adec="http://schemas.microsoft.com/office/drawing/2017/decorative" val="1"/>
              </a:ext>
            </a:extLst>
          </p:cNvPr>
          <p:cNvSpPr/>
          <p:nvPr userDrawn="1"/>
        </p:nvSpPr>
        <p:spPr>
          <a:xfrm>
            <a:off x="855980" y="-1598295"/>
            <a:ext cx="360000" cy="360000"/>
          </a:xfrm>
          <a:prstGeom prst="ellipse">
            <a:avLst/>
          </a:prstGeom>
          <a:solidFill>
            <a:srgbClr val="5FAE6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noAutofit/>
          </a:bodyPr>
          <a:lstStyle/>
          <a:p>
            <a:pPr algn="l"/>
            <a:endParaRPr lang="fi-FI" err="1"/>
          </a:p>
        </p:txBody>
      </p:sp>
      <p:sp>
        <p:nvSpPr>
          <p:cNvPr id="19" name="Ellipsi 18">
            <a:extLst>
              <a:ext uri="{FF2B5EF4-FFF2-40B4-BE49-F238E27FC236}">
                <a16:creationId xmlns:a16="http://schemas.microsoft.com/office/drawing/2014/main" id="{79DC6F2B-3099-6944-5AA2-CBFA3839E597}"/>
              </a:ext>
              <a:ext uri="{C183D7F6-B498-43B3-948B-1728B52AA6E4}">
                <adec:decorative xmlns:adec="http://schemas.microsoft.com/office/drawing/2017/decorative" val="1"/>
              </a:ext>
            </a:extLst>
          </p:cNvPr>
          <p:cNvSpPr/>
          <p:nvPr userDrawn="1"/>
        </p:nvSpPr>
        <p:spPr>
          <a:xfrm>
            <a:off x="0" y="-731983"/>
            <a:ext cx="360000" cy="360000"/>
          </a:xfrm>
          <a:prstGeom prst="ellipse">
            <a:avLst/>
          </a:prstGeom>
          <a:solidFill>
            <a:srgbClr val="C2571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0" name="Ellipsi 19">
            <a:extLst>
              <a:ext uri="{FF2B5EF4-FFF2-40B4-BE49-F238E27FC236}">
                <a16:creationId xmlns:a16="http://schemas.microsoft.com/office/drawing/2014/main" id="{CBF64DAC-AB67-5DC5-8F8C-2D880C61AB6B}"/>
              </a:ext>
              <a:ext uri="{C183D7F6-B498-43B3-948B-1728B52AA6E4}">
                <adec:decorative xmlns:adec="http://schemas.microsoft.com/office/drawing/2017/decorative" val="1"/>
              </a:ext>
            </a:extLst>
          </p:cNvPr>
          <p:cNvSpPr/>
          <p:nvPr userDrawn="1"/>
        </p:nvSpPr>
        <p:spPr>
          <a:xfrm>
            <a:off x="0" y="-1598295"/>
            <a:ext cx="360000" cy="360000"/>
          </a:xfrm>
          <a:prstGeom prst="ellipse">
            <a:avLst/>
          </a:prstGeom>
          <a:solidFill>
            <a:srgbClr val="FF5F1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1" name="Tekstiruutu 20">
            <a:extLst>
              <a:ext uri="{FF2B5EF4-FFF2-40B4-BE49-F238E27FC236}">
                <a16:creationId xmlns:a16="http://schemas.microsoft.com/office/drawing/2014/main" id="{0A8C277B-29D4-2B00-C784-FE48856A3F69}"/>
              </a:ext>
              <a:ext uri="{C183D7F6-B498-43B3-948B-1728B52AA6E4}">
                <adec:decorative xmlns:adec="http://schemas.microsoft.com/office/drawing/2017/decorative" val="1"/>
              </a:ext>
            </a:extLst>
          </p:cNvPr>
          <p:cNvSpPr txBox="1"/>
          <p:nvPr userDrawn="1"/>
        </p:nvSpPr>
        <p:spPr>
          <a:xfrm>
            <a:off x="2030390" y="-2045911"/>
            <a:ext cx="5005410" cy="425450"/>
          </a:xfrm>
          <a:prstGeom prst="rect">
            <a:avLst/>
          </a:prstGeom>
          <a:noFill/>
        </p:spPr>
        <p:txBody>
          <a:bodyPr wrap="square" lIns="0" tIns="0" rIns="0" bIns="0" rtlCol="0">
            <a:noAutofit/>
          </a:bodyPr>
          <a:lstStyle/>
          <a:p>
            <a:pPr algn="l"/>
            <a:r>
              <a:rPr lang="fi-FI" sz="2000"/>
              <a:t>Vaalennetut päävärit:</a:t>
            </a:r>
          </a:p>
        </p:txBody>
      </p:sp>
      <p:sp>
        <p:nvSpPr>
          <p:cNvPr id="22" name="Ellipsi 21">
            <a:extLst>
              <a:ext uri="{FF2B5EF4-FFF2-40B4-BE49-F238E27FC236}">
                <a16:creationId xmlns:a16="http://schemas.microsoft.com/office/drawing/2014/main" id="{FCF9B3D1-B6B0-5247-C966-E7EA2C20576A}"/>
              </a:ext>
              <a:ext uri="{C183D7F6-B498-43B3-948B-1728B52AA6E4}">
                <adec:decorative xmlns:adec="http://schemas.microsoft.com/office/drawing/2017/decorative" val="1"/>
              </a:ext>
            </a:extLst>
          </p:cNvPr>
          <p:cNvSpPr/>
          <p:nvPr userDrawn="1"/>
        </p:nvSpPr>
        <p:spPr>
          <a:xfrm>
            <a:off x="2030390" y="-1598295"/>
            <a:ext cx="360000" cy="360000"/>
          </a:xfrm>
          <a:prstGeom prst="ellipse">
            <a:avLst/>
          </a:prstGeom>
          <a:solidFill>
            <a:srgbClr val="F4CDD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3" name="Ellipsi 22">
            <a:extLst>
              <a:ext uri="{FF2B5EF4-FFF2-40B4-BE49-F238E27FC236}">
                <a16:creationId xmlns:a16="http://schemas.microsoft.com/office/drawing/2014/main" id="{42AF806E-1BB1-CB72-7FE2-BEBC034B35FF}"/>
              </a:ext>
              <a:ext uri="{C183D7F6-B498-43B3-948B-1728B52AA6E4}">
                <adec:decorative xmlns:adec="http://schemas.microsoft.com/office/drawing/2017/decorative" val="1"/>
              </a:ext>
            </a:extLst>
          </p:cNvPr>
          <p:cNvSpPr/>
          <p:nvPr userDrawn="1"/>
        </p:nvSpPr>
        <p:spPr>
          <a:xfrm>
            <a:off x="2030390" y="-1165139"/>
            <a:ext cx="360000" cy="360000"/>
          </a:xfrm>
          <a:prstGeom prst="ellipse">
            <a:avLst/>
          </a:prstGeom>
          <a:solidFill>
            <a:srgbClr val="FAE7EA"/>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4" name="Ellipsi 23">
            <a:extLst>
              <a:ext uri="{FF2B5EF4-FFF2-40B4-BE49-F238E27FC236}">
                <a16:creationId xmlns:a16="http://schemas.microsoft.com/office/drawing/2014/main" id="{78241EEF-279F-914A-A4D4-841D6CA018B3}"/>
              </a:ext>
              <a:ext uri="{C183D7F6-B498-43B3-948B-1728B52AA6E4}">
                <adec:decorative xmlns:adec="http://schemas.microsoft.com/office/drawing/2017/decorative" val="1"/>
              </a:ext>
            </a:extLst>
          </p:cNvPr>
          <p:cNvSpPr/>
          <p:nvPr userDrawn="1"/>
        </p:nvSpPr>
        <p:spPr>
          <a:xfrm>
            <a:off x="2452922" y="-1598295"/>
            <a:ext cx="360000" cy="360000"/>
          </a:xfrm>
          <a:prstGeom prst="ellipse">
            <a:avLst/>
          </a:prstGeom>
          <a:solidFill>
            <a:srgbClr val="9FD4B7"/>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5" name="Ellipsi 24">
            <a:extLst>
              <a:ext uri="{FF2B5EF4-FFF2-40B4-BE49-F238E27FC236}">
                <a16:creationId xmlns:a16="http://schemas.microsoft.com/office/drawing/2014/main" id="{F3DDE586-2B60-3644-0026-93CF4D2D5D9E}"/>
              </a:ext>
              <a:ext uri="{C183D7F6-B498-43B3-948B-1728B52AA6E4}">
                <adec:decorative xmlns:adec="http://schemas.microsoft.com/office/drawing/2017/decorative" val="1"/>
              </a:ext>
            </a:extLst>
          </p:cNvPr>
          <p:cNvSpPr/>
          <p:nvPr userDrawn="1"/>
        </p:nvSpPr>
        <p:spPr>
          <a:xfrm>
            <a:off x="2452922" y="-1165139"/>
            <a:ext cx="360000" cy="360000"/>
          </a:xfrm>
          <a:prstGeom prst="ellipse">
            <a:avLst/>
          </a:prstGeom>
          <a:solidFill>
            <a:srgbClr val="DFEEDF"/>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6" name="Ellipsi 25">
            <a:extLst>
              <a:ext uri="{FF2B5EF4-FFF2-40B4-BE49-F238E27FC236}">
                <a16:creationId xmlns:a16="http://schemas.microsoft.com/office/drawing/2014/main" id="{8B1FF9D0-8F6C-79BF-0861-B82A012FE565}"/>
              </a:ext>
              <a:ext uri="{C183D7F6-B498-43B3-948B-1728B52AA6E4}">
                <adec:decorative xmlns:adec="http://schemas.microsoft.com/office/drawing/2017/decorative" val="1"/>
              </a:ext>
            </a:extLst>
          </p:cNvPr>
          <p:cNvSpPr/>
          <p:nvPr userDrawn="1"/>
        </p:nvSpPr>
        <p:spPr>
          <a:xfrm>
            <a:off x="2875454" y="-1598295"/>
            <a:ext cx="360000" cy="360000"/>
          </a:xfrm>
          <a:prstGeom prst="ellipse">
            <a:avLst/>
          </a:prstGeom>
          <a:solidFill>
            <a:srgbClr val="9DCEEF"/>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7" name="Ellipsi 26">
            <a:extLst>
              <a:ext uri="{FF2B5EF4-FFF2-40B4-BE49-F238E27FC236}">
                <a16:creationId xmlns:a16="http://schemas.microsoft.com/office/drawing/2014/main" id="{B93856B3-5429-D059-337B-43A3EAEC4525}"/>
              </a:ext>
              <a:ext uri="{C183D7F6-B498-43B3-948B-1728B52AA6E4}">
                <adec:decorative xmlns:adec="http://schemas.microsoft.com/office/drawing/2017/decorative" val="1"/>
              </a:ext>
            </a:extLst>
          </p:cNvPr>
          <p:cNvSpPr/>
          <p:nvPr userDrawn="1"/>
        </p:nvSpPr>
        <p:spPr>
          <a:xfrm>
            <a:off x="2875454" y="-1165139"/>
            <a:ext cx="360000" cy="360000"/>
          </a:xfrm>
          <a:prstGeom prst="ellipse">
            <a:avLst/>
          </a:prstGeom>
          <a:solidFill>
            <a:srgbClr val="C2E1F6"/>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8" name="Ellipsi 27">
            <a:extLst>
              <a:ext uri="{FF2B5EF4-FFF2-40B4-BE49-F238E27FC236}">
                <a16:creationId xmlns:a16="http://schemas.microsoft.com/office/drawing/2014/main" id="{44B1A4DC-33C5-EBD0-5F84-CE31C5BC6BC5}"/>
              </a:ext>
              <a:ext uri="{C183D7F6-B498-43B3-948B-1728B52AA6E4}">
                <adec:decorative xmlns:adec="http://schemas.microsoft.com/office/drawing/2017/decorative" val="1"/>
              </a:ext>
            </a:extLst>
          </p:cNvPr>
          <p:cNvSpPr/>
          <p:nvPr userDrawn="1"/>
        </p:nvSpPr>
        <p:spPr>
          <a:xfrm>
            <a:off x="3297986" y="-1598295"/>
            <a:ext cx="360000" cy="360000"/>
          </a:xfrm>
          <a:prstGeom prst="ellipse">
            <a:avLst/>
          </a:prstGeom>
          <a:solidFill>
            <a:srgbClr val="888B8D"/>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9" name="Ellipsi 28">
            <a:extLst>
              <a:ext uri="{FF2B5EF4-FFF2-40B4-BE49-F238E27FC236}">
                <a16:creationId xmlns:a16="http://schemas.microsoft.com/office/drawing/2014/main" id="{5AD539A7-4609-32ED-09DA-F5603E238A31}"/>
              </a:ext>
              <a:ext uri="{C183D7F6-B498-43B3-948B-1728B52AA6E4}">
                <adec:decorative xmlns:adec="http://schemas.microsoft.com/office/drawing/2017/decorative" val="1"/>
              </a:ext>
            </a:extLst>
          </p:cNvPr>
          <p:cNvSpPr/>
          <p:nvPr userDrawn="1"/>
        </p:nvSpPr>
        <p:spPr>
          <a:xfrm>
            <a:off x="3297986" y="-1165139"/>
            <a:ext cx="360000" cy="360000"/>
          </a:xfrm>
          <a:prstGeom prst="ellipse">
            <a:avLst/>
          </a:prstGeom>
          <a:solidFill>
            <a:srgbClr val="E4E1DC"/>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34" name="Ellipsi 33">
            <a:extLst>
              <a:ext uri="{FF2B5EF4-FFF2-40B4-BE49-F238E27FC236}">
                <a16:creationId xmlns:a16="http://schemas.microsoft.com/office/drawing/2014/main" id="{42F975C8-45A3-2C8A-B854-838CE864B898}"/>
              </a:ext>
              <a:ext uri="{C183D7F6-B498-43B3-948B-1728B52AA6E4}">
                <adec:decorative xmlns:adec="http://schemas.microsoft.com/office/drawing/2017/decorative" val="1"/>
              </a:ext>
            </a:extLst>
          </p:cNvPr>
          <p:cNvSpPr/>
          <p:nvPr userDrawn="1"/>
        </p:nvSpPr>
        <p:spPr>
          <a:xfrm>
            <a:off x="0" y="-1165139"/>
            <a:ext cx="360000" cy="360000"/>
          </a:xfrm>
          <a:prstGeom prst="ellipse">
            <a:avLst/>
          </a:prstGeom>
          <a:solidFill>
            <a:srgbClr val="F8BEA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Tree>
    <p:extLst>
      <p:ext uri="{BB962C8B-B14F-4D97-AF65-F5344CB8AC3E}">
        <p14:creationId xmlns:p14="http://schemas.microsoft.com/office/powerpoint/2010/main" val="2656961251"/>
      </p:ext>
    </p:extLst>
  </p:cSld>
  <p:clrMap bg1="lt1" tx1="dk1" bg2="lt2" tx2="dk2" accent1="accent1" accent2="accent2" accent3="accent3" accent4="accent4" accent5="accent5" accent6="accent6" hlink="hlink" folHlink="folHlink"/>
  <p:sldLayoutIdLst>
    <p:sldLayoutId id="2147483689" r:id="rId1"/>
    <p:sldLayoutId id="2147483713" r:id="rId2"/>
    <p:sldLayoutId id="2147483720" r:id="rId3"/>
    <p:sldLayoutId id="2147483702" r:id="rId4"/>
    <p:sldLayoutId id="2147483714" r:id="rId5"/>
    <p:sldLayoutId id="2147483666" r:id="rId6"/>
    <p:sldLayoutId id="2147483708" r:id="rId7"/>
    <p:sldLayoutId id="2147483709" r:id="rId8"/>
    <p:sldLayoutId id="2147483682" r:id="rId9"/>
    <p:sldLayoutId id="2147483683" r:id="rId10"/>
    <p:sldLayoutId id="2147483688" r:id="rId11"/>
    <p:sldLayoutId id="2147483671" r:id="rId12"/>
    <p:sldLayoutId id="2147483694" r:id="rId13"/>
    <p:sldLayoutId id="2147483695" r:id="rId14"/>
    <p:sldLayoutId id="2147483667" r:id="rId15"/>
    <p:sldLayoutId id="2147483719" r:id="rId16"/>
    <p:sldLayoutId id="2147483669" r:id="rId17"/>
    <p:sldLayoutId id="2147483717" r:id="rId18"/>
    <p:sldLayoutId id="2147483690" r:id="rId19"/>
    <p:sldLayoutId id="2147483718" r:id="rId20"/>
    <p:sldLayoutId id="2147483673" r:id="rId21"/>
    <p:sldLayoutId id="2147483670" r:id="rId22"/>
    <p:sldLayoutId id="2147483691" r:id="rId23"/>
    <p:sldLayoutId id="2147483678" r:id="rId24"/>
    <p:sldLayoutId id="2147483679" r:id="rId25"/>
    <p:sldLayoutId id="2147483684" r:id="rId26"/>
    <p:sldLayoutId id="2147483701" r:id="rId27"/>
    <p:sldLayoutId id="2147483685" r:id="rId28"/>
    <p:sldLayoutId id="2147483712" r:id="rId29"/>
    <p:sldLayoutId id="2147483715" r:id="rId30"/>
    <p:sldLayoutId id="2147483716" r:id="rId31"/>
    <p:sldLayoutId id="2147483721" r:id="rId32"/>
  </p:sldLayoutIdLst>
  <p:hf hdr="0"/>
  <p:txStyles>
    <p:titleStyle>
      <a:lvl1pPr algn="l" defTabSz="914377" rtl="0" eaLnBrk="1" latinLnBrk="0" hangingPunct="1">
        <a:lnSpc>
          <a:spcPct val="100000"/>
        </a:lnSpc>
        <a:spcBef>
          <a:spcPct val="0"/>
        </a:spcBef>
        <a:spcAft>
          <a:spcPts val="600"/>
        </a:spcAft>
        <a:buNone/>
        <a:defRPr sz="3200" b="1" kern="1200">
          <a:solidFill>
            <a:schemeClr val="accent1"/>
          </a:solidFill>
          <a:latin typeface="Verdana" panose="020B0604030504040204" pitchFamily="34" charset="0"/>
          <a:ea typeface="Verdana" panose="020B0604030504040204" pitchFamily="34" charset="0"/>
          <a:cs typeface="+mj-cs"/>
        </a:defRPr>
      </a:lvl1pPr>
    </p:titleStyle>
    <p:bodyStyle>
      <a:lvl1pPr marL="180000" indent="-180000" algn="l" defTabSz="914377" rtl="0" eaLnBrk="1" latinLnBrk="0" hangingPunct="1">
        <a:lnSpc>
          <a:spcPct val="100000"/>
        </a:lnSpc>
        <a:spcBef>
          <a:spcPts val="1000"/>
        </a:spcBef>
        <a:buClr>
          <a:schemeClr val="tx2"/>
        </a:buClr>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1pPr>
      <a:lvl2pPr marL="540000" indent="-180000" algn="l" defTabSz="914377" rtl="0" eaLnBrk="1" latinLnBrk="0" hangingPunct="1">
        <a:lnSpc>
          <a:spcPct val="100000"/>
        </a:lnSpc>
        <a:spcBef>
          <a:spcPts val="500"/>
        </a:spcBef>
        <a:buClr>
          <a:schemeClr val="tx2"/>
        </a:buClr>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2pPr>
      <a:lvl3pPr marL="900000" indent="-180000" algn="l" defTabSz="914377" rtl="0" eaLnBrk="1" latinLnBrk="0" hangingPunct="1">
        <a:lnSpc>
          <a:spcPct val="100000"/>
        </a:lnSpc>
        <a:spcBef>
          <a:spcPts val="500"/>
        </a:spcBef>
        <a:buClr>
          <a:schemeClr val="tx2"/>
        </a:buClr>
        <a:buFont typeface="Arial" panose="020B0604020202020204" pitchFamily="34" charset="0"/>
        <a:buChar char="•"/>
        <a:defRPr sz="1600" kern="1200">
          <a:solidFill>
            <a:schemeClr val="tx1"/>
          </a:solidFill>
          <a:latin typeface="Verdana" panose="020B0604030504040204" pitchFamily="34" charset="0"/>
          <a:ea typeface="Verdana" panose="020B0604030504040204" pitchFamily="34" charset="0"/>
          <a:cs typeface="+mn-cs"/>
        </a:defRPr>
      </a:lvl3pPr>
      <a:lvl4pPr marL="1260000" indent="-180000" algn="l" defTabSz="914377" rtl="0" eaLnBrk="1" latinLnBrk="0" hangingPunct="1">
        <a:lnSpc>
          <a:spcPct val="100000"/>
        </a:lnSpc>
        <a:spcBef>
          <a:spcPts val="500"/>
        </a:spcBef>
        <a:buClr>
          <a:schemeClr val="tx2"/>
        </a:buClr>
        <a:buFont typeface="Arial" panose="020B0604020202020204" pitchFamily="34" charset="0"/>
        <a:buChar char="•"/>
        <a:defRPr sz="1400" kern="1200">
          <a:solidFill>
            <a:schemeClr val="tx1"/>
          </a:solidFill>
          <a:latin typeface="Verdana" panose="020B0604030504040204" pitchFamily="34" charset="0"/>
          <a:ea typeface="Verdana" panose="020B0604030504040204" pitchFamily="34" charset="0"/>
          <a:cs typeface="+mn-cs"/>
        </a:defRPr>
      </a:lvl4pPr>
      <a:lvl5pPr marL="1620000" indent="-180000" algn="l" defTabSz="914377" rtl="0" eaLnBrk="1" latinLnBrk="0" hangingPunct="1">
        <a:lnSpc>
          <a:spcPct val="100000"/>
        </a:lnSpc>
        <a:spcBef>
          <a:spcPts val="500"/>
        </a:spcBef>
        <a:buClr>
          <a:schemeClr val="tx2"/>
        </a:buClr>
        <a:buFont typeface="Arial" panose="020B0604020202020204" pitchFamily="34" charset="0"/>
        <a:buChar char="•"/>
        <a:defRPr sz="1200" kern="1200">
          <a:solidFill>
            <a:schemeClr val="tx1"/>
          </a:solidFill>
          <a:latin typeface="Verdana" panose="020B0604030504040204" pitchFamily="34" charset="0"/>
          <a:ea typeface="Verdana" panose="020B0604030504040204" pitchFamily="34" charset="0"/>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40" userDrawn="1">
          <p15:clr>
            <a:srgbClr val="F26B43"/>
          </p15:clr>
        </p15:guide>
        <p15:guide id="4" pos="3726" userDrawn="1">
          <p15:clr>
            <a:srgbClr val="F26B43"/>
          </p15:clr>
        </p15:guide>
        <p15:guide id="5" pos="3953" userDrawn="1">
          <p15:clr>
            <a:srgbClr val="F26B43"/>
          </p15:clr>
        </p15:guide>
        <p15:guide id="6" pos="7339" userDrawn="1">
          <p15:clr>
            <a:srgbClr val="F26B43"/>
          </p15:clr>
        </p15:guide>
        <p15:guide id="7" orient="horz" userDrawn="1">
          <p15:clr>
            <a:srgbClr val="F26B43"/>
          </p15:clr>
        </p15:guide>
        <p15:guide id="8" orient="horz" pos="4320" userDrawn="1">
          <p15:clr>
            <a:srgbClr val="F26B43"/>
          </p15:clr>
        </p15:guide>
        <p15:guide id="9" orient="horz" pos="340" userDrawn="1">
          <p15:clr>
            <a:srgbClr val="F26B43"/>
          </p15:clr>
        </p15:guide>
        <p15:guide id="10" orient="horz" pos="522" userDrawn="1">
          <p15:clr>
            <a:srgbClr val="F26B43"/>
          </p15:clr>
        </p15:guide>
        <p15:guide id="11" orient="horz" pos="704" userDrawn="1">
          <p15:clr>
            <a:srgbClr val="F26B43"/>
          </p15:clr>
        </p15:guide>
        <p15:guide id="12" orient="horz" pos="886" userDrawn="1">
          <p15:clr>
            <a:srgbClr val="F26B43"/>
          </p15:clr>
        </p15:guide>
        <p15:guide id="13" orient="horz" pos="1071" userDrawn="1">
          <p15:clr>
            <a:srgbClr val="F26B43"/>
          </p15:clr>
        </p15:guide>
        <p15:guide id="14" orient="horz" pos="1250" userDrawn="1">
          <p15:clr>
            <a:srgbClr val="F26B43"/>
          </p15:clr>
        </p15:guide>
        <p15:guide id="15" orient="horz" pos="1432" userDrawn="1">
          <p15:clr>
            <a:srgbClr val="F26B43"/>
          </p15:clr>
        </p15:guide>
        <p15:guide id="16" orient="horz" pos="1614" userDrawn="1">
          <p15:clr>
            <a:srgbClr val="F26B43"/>
          </p15:clr>
        </p15:guide>
        <p15:guide id="17" orient="horz" pos="1796" userDrawn="1">
          <p15:clr>
            <a:srgbClr val="F26B43"/>
          </p15:clr>
        </p15:guide>
        <p15:guide id="18" orient="horz" pos="1978" userDrawn="1">
          <p15:clr>
            <a:srgbClr val="F26B43"/>
          </p15:clr>
        </p15:guide>
        <p15:guide id="19" orient="horz" pos="2160" userDrawn="1">
          <p15:clr>
            <a:srgbClr val="F26B43"/>
          </p15:clr>
        </p15:guide>
        <p15:guide id="20" orient="horz" pos="2341" userDrawn="1">
          <p15:clr>
            <a:srgbClr val="F26B43"/>
          </p15:clr>
        </p15:guide>
        <p15:guide id="21" orient="horz" pos="2523" userDrawn="1">
          <p15:clr>
            <a:srgbClr val="F26B43"/>
          </p15:clr>
        </p15:guide>
        <p15:guide id="22" orient="horz" pos="2705" userDrawn="1">
          <p15:clr>
            <a:srgbClr val="F26B43"/>
          </p15:clr>
        </p15:guide>
        <p15:guide id="23" orient="horz" pos="2887" userDrawn="1">
          <p15:clr>
            <a:srgbClr val="F26B43"/>
          </p15:clr>
        </p15:guide>
        <p15:guide id="24" orient="horz" pos="3069" userDrawn="1">
          <p15:clr>
            <a:srgbClr val="F26B43"/>
          </p15:clr>
        </p15:guide>
        <p15:guide id="25" orient="horz" pos="3251" userDrawn="1">
          <p15:clr>
            <a:srgbClr val="F26B43"/>
          </p15:clr>
        </p15:guide>
        <p15:guide id="26" orient="horz" pos="3433" userDrawn="1">
          <p15:clr>
            <a:srgbClr val="F26B43"/>
          </p15:clr>
        </p15:guide>
        <p15:guide id="27" orient="horz" pos="3615" userDrawn="1">
          <p15:clr>
            <a:srgbClr val="F26B43"/>
          </p15:clr>
        </p15:guide>
        <p15:guide id="28" orient="horz" pos="3793" userDrawn="1">
          <p15:clr>
            <a:srgbClr val="F26B43"/>
          </p15:clr>
        </p15:guide>
        <p15:guide id="29" orient="horz" pos="397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22.xml"/><Relationship Id="rId4" Type="http://schemas.openxmlformats.org/officeDocument/2006/relationships/image" Target="../media/image3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E6F2-8F77-1215-369D-9155F5B4497F}"/>
            </a:ext>
          </a:extLst>
        </p:cNvPr>
        <p:cNvGrpSpPr/>
        <p:nvPr/>
      </p:nvGrpSpPr>
      <p:grpSpPr>
        <a:xfrm>
          <a:off x="0" y="0"/>
          <a:ext cx="0" cy="0"/>
          <a:chOff x="0" y="0"/>
          <a:chExt cx="0" cy="0"/>
        </a:xfrm>
      </p:grpSpPr>
      <p:sp>
        <p:nvSpPr>
          <p:cNvPr id="2" name="Otsikko 1">
            <a:extLst>
              <a:ext uri="{FF2B5EF4-FFF2-40B4-BE49-F238E27FC236}">
                <a16:creationId xmlns:a16="http://schemas.microsoft.com/office/drawing/2014/main" id="{31E6591B-5AAE-3CC3-64F4-B5FD5162FD4D}"/>
              </a:ext>
            </a:extLst>
          </p:cNvPr>
          <p:cNvSpPr>
            <a:spLocks noGrp="1"/>
          </p:cNvSpPr>
          <p:nvPr>
            <p:ph type="title" idx="4294967295"/>
          </p:nvPr>
        </p:nvSpPr>
        <p:spPr>
          <a:xfrm>
            <a:off x="546100" y="215900"/>
            <a:ext cx="10569575" cy="577850"/>
          </a:xfrm>
        </p:spPr>
        <p:txBody>
          <a:bodyPr/>
          <a:lstStyle/>
          <a:p>
            <a:r>
              <a:rPr lang="fi-FI" dirty="0" err="1"/>
              <a:t>AnalogTwins</a:t>
            </a:r>
            <a:r>
              <a:rPr lang="fi-FI" dirty="0"/>
              <a:t> - Potilastietojen yhteenveto - 18</a:t>
            </a:r>
          </a:p>
        </p:txBody>
      </p:sp>
      <p:sp>
        <p:nvSpPr>
          <p:cNvPr id="5" name="Dian numeron paikkamerkki 4">
            <a:extLst>
              <a:ext uri="{FF2B5EF4-FFF2-40B4-BE49-F238E27FC236}">
                <a16:creationId xmlns:a16="http://schemas.microsoft.com/office/drawing/2014/main" id="{F824341C-659D-A250-7B5C-1C3DD760CB2D}"/>
              </a:ext>
            </a:extLst>
          </p:cNvPr>
          <p:cNvSpPr>
            <a:spLocks noGrp="1"/>
          </p:cNvSpPr>
          <p:nvPr>
            <p:ph type="sldNum" sz="quarter" idx="4294967295"/>
          </p:nvPr>
        </p:nvSpPr>
        <p:spPr>
          <a:xfrm>
            <a:off x="11650663" y="6318250"/>
            <a:ext cx="541337" cy="365125"/>
          </a:xfrm>
        </p:spPr>
        <p:txBody>
          <a:bodyPr/>
          <a:lstStyle/>
          <a:p>
            <a:fld id="{07F0CC26-4241-4995-BDB3-9E0D3B0C702B}" type="slidenum">
              <a:rPr lang="fi-FI" smtClean="0"/>
              <a:t>1</a:t>
            </a:fld>
            <a:endParaRPr lang="fi-FI"/>
          </a:p>
        </p:txBody>
      </p:sp>
      <p:sp>
        <p:nvSpPr>
          <p:cNvPr id="20" name="Tiimi ja haaste">
            <a:extLst>
              <a:ext uri="{FF2B5EF4-FFF2-40B4-BE49-F238E27FC236}">
                <a16:creationId xmlns:a16="http://schemas.microsoft.com/office/drawing/2014/main" id="{88197F9C-D25E-199B-39FF-5C80954C9B5A}"/>
              </a:ext>
            </a:extLst>
          </p:cNvPr>
          <p:cNvSpPr/>
          <p:nvPr/>
        </p:nvSpPr>
        <p:spPr>
          <a:xfrm>
            <a:off x="546100" y="850900"/>
            <a:ext cx="11112500" cy="279400"/>
          </a:xfrm>
          <a:prstGeom prst="rect">
            <a:avLst/>
          </a:prstGeom>
          <a:noFill/>
          <a:ln>
            <a:noFill/>
          </a:ln>
        </p:spPr>
        <p:txBody>
          <a:bodyPr wrap="square" lIns="0" tIns="0" rIns="0" bIns="0" anchor="t">
            <a:noAutofit/>
          </a:bodyPr>
          <a:lstStyle/>
          <a:p>
            <a:pPr>
              <a:spcAft>
                <a:spcPts val="0"/>
              </a:spcAft>
              <a:buNone/>
            </a:pPr>
            <a:r>
              <a:rPr lang="fi-FI" sz="1400" b="1" dirty="0">
                <a:solidFill>
                  <a:srgbClr val="000000"/>
                </a:solidFill>
              </a:rPr>
              <a:t>Haaste: </a:t>
            </a:r>
            <a:r>
              <a:rPr lang="fi-FI" sz="1400" dirty="0">
                <a:solidFill>
                  <a:srgbClr val="000000"/>
                </a:solidFill>
              </a:rPr>
              <a:t>2.1 Asiakkaan valmiit esitiedot asioinnissa</a:t>
            </a:r>
          </a:p>
        </p:txBody>
      </p:sp>
      <p:sp>
        <p:nvSpPr>
          <p:cNvPr id="21" name="Bar">
            <a:extLst>
              <a:ext uri="{FF2B5EF4-FFF2-40B4-BE49-F238E27FC236}">
                <a16:creationId xmlns:a16="http://schemas.microsoft.com/office/drawing/2014/main" id="{5A97C2BE-EE22-229E-0865-8A2657A56FB2}"/>
              </a:ext>
            </a:extLst>
          </p:cNvPr>
          <p:cNvSpPr/>
          <p:nvPr/>
        </p:nvSpPr>
        <p:spPr>
          <a:xfrm>
            <a:off x="546100" y="1168400"/>
            <a:ext cx="11112500" cy="50800"/>
          </a:xfrm>
          <a:prstGeom prst="rect">
            <a:avLst/>
          </a:prstGeom>
          <a:solidFill>
            <a:srgbClr val="6E112E"/>
          </a:solidFill>
          <a:ln>
            <a:noFill/>
          </a:ln>
        </p:spPr>
        <p:txBody>
          <a:bodyPr/>
          <a:lstStyle/>
          <a:p>
            <a:endParaRPr lang="fi-FI"/>
          </a:p>
        </p:txBody>
      </p:sp>
      <p:sp>
        <p:nvSpPr>
          <p:cNvPr id="22" name="Ratkaisun kuvaus">
            <a:extLst>
              <a:ext uri="{FF2B5EF4-FFF2-40B4-BE49-F238E27FC236}">
                <a16:creationId xmlns:a16="http://schemas.microsoft.com/office/drawing/2014/main" id="{DD7D0366-3514-B2E4-B954-C9CBDC8D2384}"/>
              </a:ext>
            </a:extLst>
          </p:cNvPr>
          <p:cNvSpPr/>
          <p:nvPr/>
        </p:nvSpPr>
        <p:spPr>
          <a:xfrm>
            <a:off x="546100" y="1219200"/>
            <a:ext cx="11112500" cy="4165600"/>
          </a:xfrm>
          <a:prstGeom prst="rect">
            <a:avLst/>
          </a:prstGeom>
          <a:solidFill>
            <a:srgbClr val="F4F2EF"/>
          </a:solidFill>
          <a:ln>
            <a:noFill/>
          </a:ln>
        </p:spPr>
        <p:txBody>
          <a:bodyPr wrap="square" lIns="177800" tIns="127000" rIns="177800" bIns="127000" anchor="t">
            <a:noAutofit/>
          </a:bodyPr>
          <a:lstStyle/>
          <a:p>
            <a:pPr>
              <a:spcAft>
                <a:spcPts val="800"/>
              </a:spcAft>
            </a:pPr>
            <a:r>
              <a:rPr lang="fi-FI" sz="1400" b="1" dirty="0">
                <a:solidFill>
                  <a:srgbClr val="6E112E"/>
                </a:solidFill>
              </a:rPr>
              <a:t>Ratkaisun kuvaus</a:t>
            </a:r>
            <a:r>
              <a:rPr lang="fi-FI" sz="1400" dirty="0">
                <a:solidFill>
                  <a:srgbClr val="5F5F5F"/>
                </a:solidFill>
              </a:rPr>
              <a:t>   </a:t>
            </a:r>
            <a:r>
              <a:rPr lang="fi-FI" sz="1400" b="1" dirty="0">
                <a:solidFill>
                  <a:srgbClr val="5F5F5F"/>
                </a:solidFill>
              </a:rPr>
              <a:t>Omat terveystietoni</a:t>
            </a:r>
            <a:r>
              <a:rPr lang="fi-FI" sz="1400" dirty="0">
                <a:solidFill>
                  <a:srgbClr val="5F5F5F"/>
                </a:solidFill>
              </a:rPr>
              <a:t> -sovellus voimaannuttaa potilaan omien terveys- ja hyvinvointitietojensa haltijaksi ja helpottaa tietojen välittämistä eri palvelujen välillä. Sen sijaan, että asiakas täyttäisi käsin tietoja lomakkeille, josta niitä siirretään käsin eri järjestelmiin, tiedot lääkityksistä, allergioista, diagnooseista ym. siirtyvät automatisoidusti asiakkaan hallitsemina hänen valitsemiinsa paikkoihin. Omat terveystiedot perustuu kansainväliseen potilastietojen yhteenvedon määritykseen ja tiedot tallennetaan kansainvälisten standardien mukaan, mikä helpottaa tietojen uudelleenkäyttöä. Kun perustiedot siirtyvät automaattisesti, jää enemmän aikaa keskittyä asiakkaan kohtaamiseen ja akuutteihin tietoihin.</a:t>
            </a:r>
            <a:endParaRPr lang="fi-FI" sz="1400" b="1" dirty="0">
              <a:solidFill>
                <a:srgbClr val="5F5F5F"/>
              </a:solidFill>
            </a:endParaRPr>
          </a:p>
          <a:p>
            <a:pPr>
              <a:spcAft>
                <a:spcPts val="800"/>
              </a:spcAft>
              <a:buNone/>
            </a:pPr>
            <a:r>
              <a:rPr lang="fi-FI" sz="1400" b="1" dirty="0">
                <a:solidFill>
                  <a:srgbClr val="6E112E"/>
                </a:solidFill>
              </a:rPr>
              <a:t>Ratkaisu lyhyesti: </a:t>
            </a:r>
            <a:r>
              <a:rPr lang="fi-FI" sz="1400" dirty="0">
                <a:solidFill>
                  <a:srgbClr val="5F5F5F"/>
                </a:solidFill>
              </a:rPr>
              <a:t>Sovellus hakee tiedot Kanta-palveluista ja muista lähteistä ja tallentaa ne rakenteisina potilaan itsensä hallinnoimaan sovellukseen. Potilas voi jakaa tiedot esimerkiksi Lunnaan. Näitä tietoja voidaan käyttää esimerkiksi täyttämään automaattisesti esitietokyselyjen vastauksia.</a:t>
            </a:r>
          </a:p>
          <a:p>
            <a:pPr>
              <a:spcAft>
                <a:spcPts val="800"/>
              </a:spcAft>
              <a:buNone/>
            </a:pPr>
            <a:r>
              <a:rPr lang="fi-FI" sz="1400" b="1" dirty="0">
                <a:solidFill>
                  <a:srgbClr val="6E112E"/>
                </a:solidFill>
              </a:rPr>
              <a:t>Miten ratkaisu vastaa haasteeseen: </a:t>
            </a:r>
            <a:r>
              <a:rPr lang="fi-FI" sz="1400" dirty="0">
                <a:solidFill>
                  <a:srgbClr val="5F5F5F"/>
                </a:solidFill>
              </a:rPr>
              <a:t>Näemme keskeisenä haasteena sen, että yleisten perustietojen kysyminen potilaalta haastattelussa tai syöttäminen käsin lomakkeille kuluttaa resursseja ja turhauttaa. Tietoja saattaa unohtua tai ne voivat tulla kirjatuksi epäselvästi tai väärin. Rakenteisessa standardimuodossa välitetyt tiedot sujuvoittavat prosessia ja parantavat tietojen laatua.</a:t>
            </a:r>
          </a:p>
          <a:p>
            <a:pPr>
              <a:spcAft>
                <a:spcPts val="0"/>
              </a:spcAft>
              <a:buNone/>
            </a:pPr>
            <a:r>
              <a:rPr lang="fi-FI" sz="1400" b="1" dirty="0">
                <a:solidFill>
                  <a:srgbClr val="6E112E"/>
                </a:solidFill>
              </a:rPr>
              <a:t>Tekoälyn käyttö: </a:t>
            </a:r>
            <a:r>
              <a:rPr lang="fi-FI" sz="1400" dirty="0">
                <a:solidFill>
                  <a:srgbClr val="5F5F5F"/>
                </a:solidFill>
              </a:rPr>
              <a:t>Tekoäly auttaa muokkaamaan omat terveystiedot rakenteiseen standardimuotoon. Ratkaisussa tekoäly tekee ehdotuksia, jotka ihminen (potilas tai terveydenhuollon ammattilainen) aina tarkastaa. Muodostetusta potilastietoyhteenvedosta käy ilmi, kuka sen on tarkastanut sekä onko sen luomisessa käytetty tekoälyä.</a:t>
            </a:r>
          </a:p>
        </p:txBody>
      </p:sp>
      <p:sp>
        <p:nvSpPr>
          <p:cNvPr id="3" name="Suorakulmio 2">
            <a:extLst>
              <a:ext uri="{FF2B5EF4-FFF2-40B4-BE49-F238E27FC236}">
                <a16:creationId xmlns:a16="http://schemas.microsoft.com/office/drawing/2014/main" id="{14786B14-1672-E848-C5FD-CE2B7482C9C4}"/>
              </a:ext>
            </a:extLst>
          </p:cNvPr>
          <p:cNvSpPr/>
          <p:nvPr/>
        </p:nvSpPr>
        <p:spPr>
          <a:xfrm>
            <a:off x="546100" y="5486400"/>
            <a:ext cx="11112500" cy="812800"/>
          </a:xfrm>
          <a:prstGeom prst="rect">
            <a:avLst/>
          </a:prstGeom>
          <a:solidFill>
            <a:srgbClr val="F4F2E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oAutofit/>
          </a:bodyPr>
          <a:lstStyle/>
          <a:p>
            <a:pPr algn="l"/>
            <a:endParaRPr lang="fi-FI" err="1"/>
          </a:p>
        </p:txBody>
      </p:sp>
      <p:sp>
        <p:nvSpPr>
          <p:cNvPr id="4" name="Tekstiruutu 3">
            <a:extLst>
              <a:ext uri="{FF2B5EF4-FFF2-40B4-BE49-F238E27FC236}">
                <a16:creationId xmlns:a16="http://schemas.microsoft.com/office/drawing/2014/main" id="{D11CC246-68F1-2448-2C2F-C2CCF2F7D81D}"/>
              </a:ext>
            </a:extLst>
          </p:cNvPr>
          <p:cNvSpPr txBox="1"/>
          <p:nvPr/>
        </p:nvSpPr>
        <p:spPr>
          <a:xfrm>
            <a:off x="3594100" y="5486400"/>
            <a:ext cx="8064500" cy="812800"/>
          </a:xfrm>
          <a:prstGeom prst="rect">
            <a:avLst/>
          </a:prstGeom>
          <a:noFill/>
        </p:spPr>
        <p:txBody>
          <a:bodyPr wrap="square" lIns="101600" tIns="25400" rIns="177800" bIns="25400" anchor="ctr">
            <a:noAutofit/>
          </a:bodyPr>
          <a:lstStyle/>
          <a:p>
            <a:pPr marL="171450" indent="-171450">
              <a:spcAft>
                <a:spcPts val="0"/>
              </a:spcAft>
              <a:buClr>
                <a:srgbClr val="6E112E"/>
              </a:buClr>
              <a:buFont typeface="+mj-lt"/>
              <a:buAutoNum type="arabicPeriod"/>
            </a:pPr>
            <a:r>
              <a:rPr lang="fi-FI" sz="1000" dirty="0">
                <a:solidFill>
                  <a:srgbClr val="5F5F5F"/>
                </a:solidFill>
              </a:rPr>
              <a:t>Malli tai palvelu: Potilaan voimaannuttaminen, IPS-määrittely</a:t>
            </a:r>
          </a:p>
          <a:p>
            <a:pPr marL="171450" indent="-171450">
              <a:spcAft>
                <a:spcPts val="0"/>
              </a:spcAft>
              <a:buClr>
                <a:srgbClr val="6E112E"/>
              </a:buClr>
              <a:buFont typeface="+mj-lt"/>
              <a:buAutoNum type="arabicPeriod"/>
            </a:pPr>
            <a:r>
              <a:rPr lang="fi-FI" sz="1000" dirty="0">
                <a:solidFill>
                  <a:srgbClr val="5F5F5F"/>
                </a:solidFill>
              </a:rPr>
              <a:t>Kehitysympäristö: Claude </a:t>
            </a:r>
            <a:r>
              <a:rPr lang="fi-FI" sz="1000" dirty="0" err="1">
                <a:solidFill>
                  <a:srgbClr val="5F5F5F"/>
                </a:solidFill>
              </a:rPr>
              <a:t>Code</a:t>
            </a:r>
            <a:endParaRPr lang="fi-FI" sz="1000" dirty="0">
              <a:solidFill>
                <a:srgbClr val="5F5F5F"/>
              </a:solidFill>
            </a:endParaRPr>
          </a:p>
          <a:p>
            <a:pPr marL="171450" indent="-171450">
              <a:spcAft>
                <a:spcPts val="0"/>
              </a:spcAft>
              <a:buClr>
                <a:srgbClr val="6E112E"/>
              </a:buClr>
              <a:buFont typeface="+mj-lt"/>
              <a:buAutoNum type="arabicPeriod"/>
            </a:pPr>
            <a:r>
              <a:rPr lang="fi-FI" sz="1000" dirty="0">
                <a:solidFill>
                  <a:srgbClr val="5F5F5F"/>
                </a:solidFill>
              </a:rPr>
              <a:t>Komponentti tai kirjasto: ei</a:t>
            </a:r>
          </a:p>
          <a:p>
            <a:pPr marL="171450" indent="-171450">
              <a:spcAft>
                <a:spcPts val="0"/>
              </a:spcAft>
              <a:buClr>
                <a:srgbClr val="6E112E"/>
              </a:buClr>
              <a:buFont typeface="+mj-lt"/>
              <a:buAutoNum type="arabicPeriod"/>
            </a:pPr>
            <a:r>
              <a:rPr lang="fi-FI" sz="1000" dirty="0">
                <a:solidFill>
                  <a:srgbClr val="5F5F5F"/>
                </a:solidFill>
              </a:rPr>
              <a:t>Olemassa oleva tuote: Olemassa oleva tuote: Terveystiedot talteen, Sensotrend </a:t>
            </a:r>
            <a:r>
              <a:rPr lang="fi-FI" sz="1000" dirty="0" err="1">
                <a:solidFill>
                  <a:srgbClr val="5F5F5F"/>
                </a:solidFill>
              </a:rPr>
              <a:t>Patient</a:t>
            </a:r>
            <a:r>
              <a:rPr lang="fi-FI" sz="1000" dirty="0">
                <a:solidFill>
                  <a:srgbClr val="5F5F5F"/>
                </a:solidFill>
              </a:rPr>
              <a:t> </a:t>
            </a:r>
            <a:r>
              <a:rPr lang="fi-FI" sz="1000" dirty="0" err="1">
                <a:solidFill>
                  <a:srgbClr val="5F5F5F"/>
                </a:solidFill>
              </a:rPr>
              <a:t>Summary</a:t>
            </a:r>
            <a:endParaRPr lang="fi-FI" sz="1000" dirty="0">
              <a:solidFill>
                <a:srgbClr val="5F5F5F"/>
              </a:solidFill>
            </a:endParaRPr>
          </a:p>
          <a:p>
            <a:pPr marL="171450" indent="-171450">
              <a:spcAft>
                <a:spcPts val="0"/>
              </a:spcAft>
              <a:buClr>
                <a:srgbClr val="6E112E"/>
              </a:buClr>
              <a:buFont typeface="+mj-lt"/>
              <a:buAutoNum type="arabicPeriod"/>
            </a:pPr>
            <a:r>
              <a:rPr lang="fi-FI" sz="1000" dirty="0">
                <a:solidFill>
                  <a:srgbClr val="5F5F5F"/>
                </a:solidFill>
              </a:rPr>
              <a:t>Muu: Vahva tieto kansainvälisestä potilastietojen yhteenvedon IPS-määrittelystä ja käyttökohteista</a:t>
            </a:r>
          </a:p>
        </p:txBody>
      </p:sp>
      <p:sp>
        <p:nvSpPr>
          <p:cNvPr id="62" name="Mitä toimme valmiina otsikko">
            <a:extLst>
              <a:ext uri="{FF2B5EF4-FFF2-40B4-BE49-F238E27FC236}">
                <a16:creationId xmlns:a16="http://schemas.microsoft.com/office/drawing/2014/main" id="{F5DFB805-2CCF-981C-DF3B-8D8A7421574F}"/>
              </a:ext>
            </a:extLst>
          </p:cNvPr>
          <p:cNvSpPr/>
          <p:nvPr/>
        </p:nvSpPr>
        <p:spPr>
          <a:xfrm>
            <a:off x="546100" y="5486400"/>
            <a:ext cx="3048000" cy="812800"/>
          </a:xfrm>
          <a:prstGeom prst="rect">
            <a:avLst/>
          </a:prstGeom>
          <a:noFill/>
          <a:ln>
            <a:noFill/>
          </a:ln>
        </p:spPr>
        <p:txBody>
          <a:bodyPr wrap="square" lIns="177800" tIns="50800" rIns="101600" bIns="50800" anchor="ctr">
            <a:noAutofit/>
          </a:bodyPr>
          <a:lstStyle/>
          <a:p>
            <a:pPr>
              <a:spcAft>
                <a:spcPts val="200"/>
              </a:spcAft>
              <a:buNone/>
            </a:pPr>
            <a:r>
              <a:rPr lang="fi-FI" sz="1200" b="1">
                <a:solidFill>
                  <a:srgbClr val="6E112E"/>
                </a:solidFill>
              </a:rPr>
              <a:t>Mitä toimme valmiina</a:t>
            </a:r>
          </a:p>
          <a:p>
            <a:pPr>
              <a:spcAft>
                <a:spcPts val="0"/>
              </a:spcAft>
              <a:buNone/>
            </a:pPr>
            <a:r>
              <a:rPr lang="fi-FI" sz="1000">
                <a:solidFill>
                  <a:srgbClr val="5F5F5F"/>
                </a:solidFill>
              </a:rPr>
              <a:t>Pakollinen, enintään 5 riviä: tuotteet, komponentit, mallit ja kehitysympäristöt</a:t>
            </a:r>
          </a:p>
        </p:txBody>
      </p:sp>
    </p:spTree>
    <p:extLst>
      <p:ext uri="{BB962C8B-B14F-4D97-AF65-F5344CB8AC3E}">
        <p14:creationId xmlns:p14="http://schemas.microsoft.com/office/powerpoint/2010/main" val="3042784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CD164-86A4-ED62-94D7-F0AF02E636DF}"/>
            </a:ext>
          </a:extLst>
        </p:cNvPr>
        <p:cNvGrpSpPr/>
        <p:nvPr/>
      </p:nvGrpSpPr>
      <p:grpSpPr>
        <a:xfrm>
          <a:off x="0" y="0"/>
          <a:ext cx="0" cy="0"/>
          <a:chOff x="0" y="0"/>
          <a:chExt cx="0" cy="0"/>
        </a:xfrm>
      </p:grpSpPr>
      <p:sp>
        <p:nvSpPr>
          <p:cNvPr id="2" name="Otsikko 1">
            <a:extLst>
              <a:ext uri="{FF2B5EF4-FFF2-40B4-BE49-F238E27FC236}">
                <a16:creationId xmlns:a16="http://schemas.microsoft.com/office/drawing/2014/main" id="{4D6CF817-08EF-8224-5499-42B0F79B7168}"/>
              </a:ext>
            </a:extLst>
          </p:cNvPr>
          <p:cNvSpPr>
            <a:spLocks noGrp="1"/>
          </p:cNvSpPr>
          <p:nvPr>
            <p:ph type="title" idx="4294967295"/>
          </p:nvPr>
        </p:nvSpPr>
        <p:spPr>
          <a:xfrm>
            <a:off x="546100" y="260349"/>
            <a:ext cx="10569575" cy="577850"/>
          </a:xfrm>
        </p:spPr>
        <p:txBody>
          <a:bodyPr/>
          <a:lstStyle/>
          <a:p>
            <a:r>
              <a:rPr lang="fi-FI" dirty="0" err="1"/>
              <a:t>AnalogTwins</a:t>
            </a:r>
            <a:r>
              <a:rPr lang="fi-FI" dirty="0"/>
              <a:t> - Potilastietojen yhteenveto - 18</a:t>
            </a:r>
          </a:p>
        </p:txBody>
      </p:sp>
      <p:sp>
        <p:nvSpPr>
          <p:cNvPr id="5" name="Dian numeron paikkamerkki 4">
            <a:extLst>
              <a:ext uri="{FF2B5EF4-FFF2-40B4-BE49-F238E27FC236}">
                <a16:creationId xmlns:a16="http://schemas.microsoft.com/office/drawing/2014/main" id="{6CE65CA4-9FB7-2F64-3DB0-18FF410E4B01}"/>
              </a:ext>
            </a:extLst>
          </p:cNvPr>
          <p:cNvSpPr>
            <a:spLocks noGrp="1"/>
          </p:cNvSpPr>
          <p:nvPr>
            <p:ph type="sldNum" sz="quarter" idx="4294967295"/>
          </p:nvPr>
        </p:nvSpPr>
        <p:spPr>
          <a:xfrm>
            <a:off x="11650663" y="6318250"/>
            <a:ext cx="541337" cy="365125"/>
          </a:xfrm>
        </p:spPr>
        <p:txBody>
          <a:bodyPr/>
          <a:lstStyle/>
          <a:p>
            <a:pPr marL="0" marR="0" lvl="0" indent="0" algn="l" defTabSz="609585" rtl="0" eaLnBrk="1" fontAlgn="auto" latinLnBrk="0" hangingPunct="1">
              <a:lnSpc>
                <a:spcPct val="100000"/>
              </a:lnSpc>
              <a:spcBef>
                <a:spcPts val="0"/>
              </a:spcBef>
              <a:spcAft>
                <a:spcPts val="0"/>
              </a:spcAft>
              <a:buClrTx/>
              <a:buSzTx/>
              <a:buFontTx/>
              <a:buNone/>
              <a:tabLst/>
              <a:defRPr/>
            </a:pPr>
            <a:fld id="{07F0CC26-4241-4995-BDB3-9E0D3B0C702B}" type="slidenum">
              <a:rPr kumimoji="0" lang="fi-FI" sz="1200" b="1" i="0" u="none" strike="noStrike" kern="1200" cap="none" spc="0" normalizeH="0" baseline="0" noProof="0" smtClean="0">
                <a:ln>
                  <a:noFill/>
                </a:ln>
                <a:solidFill>
                  <a:srgbClr val="1C541A"/>
                </a:solidFill>
                <a:effectLst/>
                <a:uLnTx/>
                <a:uFillTx/>
                <a:latin typeface="Verdana"/>
                <a:ea typeface="+mn-ea"/>
                <a:cs typeface="+mn-cs"/>
              </a:rPr>
              <a:pPr marL="0" marR="0" lvl="0" indent="0" algn="l" defTabSz="609585" rtl="0" eaLnBrk="1" fontAlgn="auto" latinLnBrk="0" hangingPunct="1">
                <a:lnSpc>
                  <a:spcPct val="100000"/>
                </a:lnSpc>
                <a:spcBef>
                  <a:spcPts val="0"/>
                </a:spcBef>
                <a:spcAft>
                  <a:spcPts val="0"/>
                </a:spcAft>
                <a:buClrTx/>
                <a:buSzTx/>
                <a:buFontTx/>
                <a:buNone/>
                <a:tabLst/>
                <a:defRPr/>
              </a:pPr>
              <a:t>2</a:t>
            </a:fld>
            <a:endParaRPr kumimoji="0" lang="fi-FI" sz="1200" b="1" i="0" u="none" strike="noStrike" kern="1200" cap="none" spc="0" normalizeH="0" baseline="0" noProof="0">
              <a:ln>
                <a:noFill/>
              </a:ln>
              <a:solidFill>
                <a:srgbClr val="1C541A"/>
              </a:solidFill>
              <a:effectLst/>
              <a:uLnTx/>
              <a:uFillTx/>
              <a:latin typeface="Verdana"/>
              <a:ea typeface="+mn-ea"/>
              <a:cs typeface="+mn-cs"/>
            </a:endParaRPr>
          </a:p>
        </p:txBody>
      </p:sp>
      <p:sp>
        <p:nvSpPr>
          <p:cNvPr id="20" name="Ohje">
            <a:extLst>
              <a:ext uri="{FF2B5EF4-FFF2-40B4-BE49-F238E27FC236}">
                <a16:creationId xmlns:a16="http://schemas.microsoft.com/office/drawing/2014/main" id="{FCBE78CD-3B38-E1E3-CC98-28E54B874ABB}"/>
              </a:ext>
            </a:extLst>
          </p:cNvPr>
          <p:cNvSpPr/>
          <p:nvPr/>
        </p:nvSpPr>
        <p:spPr>
          <a:xfrm>
            <a:off x="546100" y="850900"/>
            <a:ext cx="11112500" cy="279400"/>
          </a:xfrm>
          <a:prstGeom prst="rect">
            <a:avLst/>
          </a:prstGeom>
          <a:noFill/>
          <a:ln>
            <a:noFill/>
          </a:ln>
        </p:spPr>
        <p:txBody>
          <a:bodyPr wrap="square" lIns="0" tIns="0" rIns="0" bIns="0" anchor="t">
            <a:noAutofit/>
          </a:bodyPr>
          <a:lstStyle/>
          <a:p>
            <a:pPr>
              <a:spcAft>
                <a:spcPts val="0"/>
              </a:spcAft>
              <a:buNone/>
            </a:pPr>
            <a:r>
              <a:rPr lang="fi-FI" sz="1400" b="1">
                <a:solidFill>
                  <a:srgbClr val="000000"/>
                </a:solidFill>
              </a:rPr>
              <a:t>Itsearviointi kriteerejä vasten</a:t>
            </a:r>
            <a:r>
              <a:rPr lang="fi-FI" sz="1200">
                <a:solidFill>
                  <a:srgbClr val="5F5F5F"/>
                </a:solidFill>
              </a:rPr>
              <a:t>   Yhteensä enintään 200 sanaa, noin 40 sanaa kriteeriä kohden.</a:t>
            </a:r>
          </a:p>
        </p:txBody>
      </p:sp>
      <p:sp>
        <p:nvSpPr>
          <p:cNvPr id="21" name="a) Vaikuttavuus">
            <a:extLst>
              <a:ext uri="{FF2B5EF4-FFF2-40B4-BE49-F238E27FC236}">
                <a16:creationId xmlns:a16="http://schemas.microsoft.com/office/drawing/2014/main" id="{F25622CA-B7C0-CDEC-6190-04D1AD5A85D0}"/>
              </a:ext>
            </a:extLst>
          </p:cNvPr>
          <p:cNvSpPr/>
          <p:nvPr/>
        </p:nvSpPr>
        <p:spPr>
          <a:xfrm>
            <a:off x="546100" y="1219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a) Vaikuttavuus</a:t>
            </a:r>
          </a:p>
        </p:txBody>
      </p:sp>
      <p:sp>
        <p:nvSpPr>
          <p:cNvPr id="22" name="a) Vaikuttavuus vastaus">
            <a:extLst>
              <a:ext uri="{FF2B5EF4-FFF2-40B4-BE49-F238E27FC236}">
                <a16:creationId xmlns:a16="http://schemas.microsoft.com/office/drawing/2014/main" id="{76AE4DBA-F01A-7A5B-C5DC-389116004F3C}"/>
              </a:ext>
            </a:extLst>
          </p:cNvPr>
          <p:cNvSpPr/>
          <p:nvPr/>
        </p:nvSpPr>
        <p:spPr>
          <a:xfrm>
            <a:off x="2959100" y="1219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Asiakastyytyväisyys paranee, aikaa ja vaivaa säästyy sekä asiakkaalta että ammattilaiselta, potilasturvallisuus paranee. Vaikuttavuuden uskomme lisääntyvän teknologia-adoption myötä. Lähdetään liikkeelle halukkaista varhaisista omaksujista, palvelu leviää myöhemmin valtavirran ja viimein vastahankaisten pariin.</a:t>
            </a:r>
          </a:p>
        </p:txBody>
      </p:sp>
      <p:sp>
        <p:nvSpPr>
          <p:cNvPr id="23" name="b) Toteutettavuus">
            <a:extLst>
              <a:ext uri="{FF2B5EF4-FFF2-40B4-BE49-F238E27FC236}">
                <a16:creationId xmlns:a16="http://schemas.microsoft.com/office/drawing/2014/main" id="{D9E43B60-01B4-1AC1-E875-22DC3071C368}"/>
              </a:ext>
            </a:extLst>
          </p:cNvPr>
          <p:cNvSpPr/>
          <p:nvPr/>
        </p:nvSpPr>
        <p:spPr>
          <a:xfrm>
            <a:off x="546100" y="2235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b) Toteutettavuus</a:t>
            </a:r>
          </a:p>
        </p:txBody>
      </p:sp>
      <p:sp>
        <p:nvSpPr>
          <p:cNvPr id="24" name="b) Toteutettavuus vastaus">
            <a:extLst>
              <a:ext uri="{FF2B5EF4-FFF2-40B4-BE49-F238E27FC236}">
                <a16:creationId xmlns:a16="http://schemas.microsoft.com/office/drawing/2014/main" id="{9F8FD541-D50F-AAEF-A1B1-0A7B477DBFBB}"/>
              </a:ext>
            </a:extLst>
          </p:cNvPr>
          <p:cNvSpPr/>
          <p:nvPr/>
        </p:nvSpPr>
        <p:spPr>
          <a:xfrm>
            <a:off x="2959100" y="2235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Terveystiedot -talteen palvelu on valmis ja lanseerataan lähiaikoina. Ihmisten on mahdollista saada terveystietonsa itselleen, rakenteisessa muodossa. Voimme joko laajentaa palvelua niin, että ihminen voi siirtää tietonsa Lunnaan, josta ne ovat laajasti hyödynnettävissä hyvinvointialueen monissa palveluissa, tai muokata tai auttaa muokkaamaan esitietolomakkeita niin, että ne hyödyntävät näitä tietoja.</a:t>
            </a:r>
          </a:p>
        </p:txBody>
      </p:sp>
      <p:sp>
        <p:nvSpPr>
          <p:cNvPr id="25" name="c) Tekoälyn hyödyntäminen">
            <a:extLst>
              <a:ext uri="{FF2B5EF4-FFF2-40B4-BE49-F238E27FC236}">
                <a16:creationId xmlns:a16="http://schemas.microsoft.com/office/drawing/2014/main" id="{741685A9-2955-C6C3-F6FC-C2BB057DB70C}"/>
              </a:ext>
            </a:extLst>
          </p:cNvPr>
          <p:cNvSpPr/>
          <p:nvPr/>
        </p:nvSpPr>
        <p:spPr>
          <a:xfrm>
            <a:off x="546100" y="3251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c) Tekoälyn hyödyntäminen</a:t>
            </a:r>
          </a:p>
        </p:txBody>
      </p:sp>
      <p:sp>
        <p:nvSpPr>
          <p:cNvPr id="26" name="c) Tekoälyn hyödyntäminen vastaus">
            <a:extLst>
              <a:ext uri="{FF2B5EF4-FFF2-40B4-BE49-F238E27FC236}">
                <a16:creationId xmlns:a16="http://schemas.microsoft.com/office/drawing/2014/main" id="{402A7C83-EE7C-07D8-C2BC-0AE8B8907FE7}"/>
              </a:ext>
            </a:extLst>
          </p:cNvPr>
          <p:cNvSpPr/>
          <p:nvPr/>
        </p:nvSpPr>
        <p:spPr>
          <a:xfrm>
            <a:off x="2959100" y="3251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Ratkaisu voi muodostaa IPS-dokumentteja täysin sääntöpohjaisesti. Esimerkiksi hackathonissa käytetty asiakasdata on jo niin rakenteista, että sen muuttaminen IPS-muotoon onnistuu ilman tekoälyä. Tekoälyä käytettiin hackathon-aineiston analysointiin ja muunnossääntöjen laatimiseen.</a:t>
            </a:r>
            <a:br>
              <a:rPr lang="fi-FI" sz="1200" dirty="0">
                <a:solidFill>
                  <a:srgbClr val="5F5F5F"/>
                </a:solidFill>
              </a:rPr>
            </a:br>
            <a:r>
              <a:rPr lang="fi-FI" sz="1200" dirty="0">
                <a:solidFill>
                  <a:srgbClr val="5F5F5F"/>
                </a:solidFill>
              </a:rPr>
              <a:t>Ratkaisun komponentit on kehitetty tekoälyn avulla.</a:t>
            </a:r>
          </a:p>
        </p:txBody>
      </p:sp>
      <p:sp>
        <p:nvSpPr>
          <p:cNvPr id="27" name="d) Vastuullisuus">
            <a:extLst>
              <a:ext uri="{FF2B5EF4-FFF2-40B4-BE49-F238E27FC236}">
                <a16:creationId xmlns:a16="http://schemas.microsoft.com/office/drawing/2014/main" id="{ED8E2B2B-FF66-DDB9-A95B-E8C7AE102343}"/>
              </a:ext>
            </a:extLst>
          </p:cNvPr>
          <p:cNvSpPr/>
          <p:nvPr/>
        </p:nvSpPr>
        <p:spPr>
          <a:xfrm>
            <a:off x="546100" y="4267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d) Vastuullisuus</a:t>
            </a:r>
          </a:p>
        </p:txBody>
      </p:sp>
      <p:sp>
        <p:nvSpPr>
          <p:cNvPr id="28" name="d) Vastuullisuus vastaus">
            <a:extLst>
              <a:ext uri="{FF2B5EF4-FFF2-40B4-BE49-F238E27FC236}">
                <a16:creationId xmlns:a16="http://schemas.microsoft.com/office/drawing/2014/main" id="{D8E11546-38AC-F935-86F8-9F9958FF697B}"/>
              </a:ext>
            </a:extLst>
          </p:cNvPr>
          <p:cNvSpPr/>
          <p:nvPr/>
        </p:nvSpPr>
        <p:spPr>
          <a:xfrm>
            <a:off x="2959100" y="4267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Ihmisen voimaannuttaminen on tässä kaiken ytimessä. Tiedot muokataan tässä yleiskäyttöisellä tekoälymallilla, tuotannossa erikseen koulutettu lokaali malli on tehokkaampi ja turvallisempi – ja täysin toteutettavissa. Palvelun saavutettavuus on hyvässä kunnossa, palvelu on semanttisesti oikeaoppinen.</a:t>
            </a:r>
          </a:p>
        </p:txBody>
      </p:sp>
      <p:sp>
        <p:nvSpPr>
          <p:cNvPr id="29" name="e) Innovatiivisuus">
            <a:extLst>
              <a:ext uri="{FF2B5EF4-FFF2-40B4-BE49-F238E27FC236}">
                <a16:creationId xmlns:a16="http://schemas.microsoft.com/office/drawing/2014/main" id="{AB030645-F16E-A495-7802-18131B0B0D42}"/>
              </a:ext>
            </a:extLst>
          </p:cNvPr>
          <p:cNvSpPr/>
          <p:nvPr/>
        </p:nvSpPr>
        <p:spPr>
          <a:xfrm>
            <a:off x="546100" y="5283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e) Innovatiivisuus</a:t>
            </a:r>
          </a:p>
        </p:txBody>
      </p:sp>
      <p:sp>
        <p:nvSpPr>
          <p:cNvPr id="30" name="e) Innovatiivisuus vastaus">
            <a:extLst>
              <a:ext uri="{FF2B5EF4-FFF2-40B4-BE49-F238E27FC236}">
                <a16:creationId xmlns:a16="http://schemas.microsoft.com/office/drawing/2014/main" id="{5BD46D04-5DDE-3C80-6DF1-6AB213A74A11}"/>
              </a:ext>
            </a:extLst>
          </p:cNvPr>
          <p:cNvSpPr/>
          <p:nvPr/>
        </p:nvSpPr>
        <p:spPr>
          <a:xfrm>
            <a:off x="2959100" y="5283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Voimaannutamme potilasta, usein terveydenhuollossa alihyödynnettyä resurssia. Hyödynnämme Kantaa, mutta täysin uudella tavalla. Hyödynnämme uutta kansainvälistä standardia. Tämä on ensimmäinen ja tärkeä askel eurooppalaisen terveystietoalueen (EHDS) tuomien mahdollisuuksien hyödyntämisessä.</a:t>
            </a:r>
          </a:p>
        </p:txBody>
      </p:sp>
    </p:spTree>
    <p:extLst>
      <p:ext uri="{BB962C8B-B14F-4D97-AF65-F5344CB8AC3E}">
        <p14:creationId xmlns:p14="http://schemas.microsoft.com/office/powerpoint/2010/main" val="1020013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32857B8B-6D84-FF47-34AF-803B0D2A6794}"/>
              </a:ext>
            </a:extLst>
          </p:cNvPr>
          <p:cNvSpPr>
            <a:spLocks noGrp="1"/>
          </p:cNvSpPr>
          <p:nvPr>
            <p:ph type="title" idx="4294967295"/>
          </p:nvPr>
        </p:nvSpPr>
        <p:spPr>
          <a:xfrm>
            <a:off x="0" y="153670"/>
            <a:ext cx="12191999" cy="577850"/>
          </a:xfrm>
        </p:spPr>
        <p:txBody>
          <a:bodyPr/>
          <a:lstStyle/>
          <a:p>
            <a:pPr algn="ctr"/>
            <a:r>
              <a:rPr lang="fi-FI" dirty="0" err="1"/>
              <a:t>AnalogTwins</a:t>
            </a:r>
            <a:r>
              <a:rPr lang="fi-FI" dirty="0"/>
              <a:t> - Potilastietojen yhteenveto- DEMO</a:t>
            </a:r>
          </a:p>
        </p:txBody>
      </p:sp>
      <p:sp>
        <p:nvSpPr>
          <p:cNvPr id="40" name="Videon paikka"/>
          <p:cNvSpPr/>
          <p:nvPr/>
        </p:nvSpPr>
        <p:spPr>
          <a:xfrm>
            <a:off x="1169035" y="915670"/>
            <a:ext cx="9853929" cy="4905375"/>
          </a:xfrm>
          <a:prstGeom prst="rect">
            <a:avLst/>
          </a:prstGeom>
          <a:solidFill>
            <a:srgbClr val="F4F2EF"/>
          </a:solidFill>
          <a:ln w="12700">
            <a:solidFill>
              <a:srgbClr val="6E112E"/>
            </a:solidFill>
            <a:prstDash val="dash"/>
          </a:ln>
        </p:spPr>
        <p:txBody>
          <a:bodyPr wrap="square" anchor="ctr">
            <a:noAutofit/>
          </a:bodyPr>
          <a:lstStyle/>
          <a:p>
            <a:endParaRPr lang="fi-FI"/>
          </a:p>
        </p:txBody>
      </p:sp>
      <p:sp>
        <p:nvSpPr>
          <p:cNvPr id="50" name="Videon paikkamerkki"/>
          <p:cNvSpPr>
            <a:spLocks noGrp="1"/>
          </p:cNvSpPr>
          <p:nvPr>
            <p:ph idx="20"/>
          </p:nvPr>
        </p:nvSpPr>
        <p:spPr>
          <a:xfrm>
            <a:off x="1168400" y="914400"/>
            <a:ext cx="9855200" cy="4902200"/>
          </a:xfrm>
          <a:prstGeom prst="rect">
            <a:avLst/>
          </a:prstGeom>
          <a:noFill/>
        </p:spPr>
        <p:txBody>
          <a:bodyPr anchor="ctr">
            <a:normAutofit/>
          </a:bodyPr>
          <a:lstStyle>
            <a:lvl1pPr marL="0" indent="0" algn="ctr">
              <a:buNone/>
              <a:defRPr sz="1600">
                <a:solidFill>
                  <a:srgbClr val="6E112E"/>
                </a:solidFill>
              </a:defRPr>
            </a:lvl1pPr>
          </a:lstStyle>
          <a:p>
            <a:endParaRPr lang="fi-FI"/>
          </a:p>
        </p:txBody>
      </p:sp>
      <p:sp>
        <p:nvSpPr>
          <p:cNvPr id="8" name="Bar">
            <a:extLst>
              <a:ext uri="{FF2B5EF4-FFF2-40B4-BE49-F238E27FC236}">
                <a16:creationId xmlns:a16="http://schemas.microsoft.com/office/drawing/2014/main" id="{12137A6C-D1B4-6EB3-CBF5-42179CB01BA5}"/>
              </a:ext>
            </a:extLst>
          </p:cNvPr>
          <p:cNvSpPr/>
          <p:nvPr/>
        </p:nvSpPr>
        <p:spPr>
          <a:xfrm>
            <a:off x="1169036" y="5891530"/>
            <a:ext cx="9853928" cy="50800"/>
          </a:xfrm>
          <a:prstGeom prst="rect">
            <a:avLst/>
          </a:prstGeom>
          <a:solidFill>
            <a:srgbClr val="6E112E"/>
          </a:solidFill>
          <a:ln>
            <a:noFill/>
          </a:ln>
        </p:spPr>
        <p:txBody>
          <a:bodyPr wrap="square" lIns="0" tIns="0" rIns="0" bIns="0" anchor="t">
            <a:normAutofit fontScale="25000" lnSpcReduction="20000"/>
          </a:bodyPr>
          <a:lstStyle/>
          <a:p>
            <a:endParaRPr lang="fi-FI"/>
          </a:p>
        </p:txBody>
      </p:sp>
      <p:sp>
        <p:nvSpPr>
          <p:cNvPr id="10" name="Demon kulku">
            <a:extLst>
              <a:ext uri="{FF2B5EF4-FFF2-40B4-BE49-F238E27FC236}">
                <a16:creationId xmlns:a16="http://schemas.microsoft.com/office/drawing/2014/main" id="{3B0B2FEC-EFBE-2F46-B86D-85B3C8674793}"/>
              </a:ext>
            </a:extLst>
          </p:cNvPr>
          <p:cNvSpPr/>
          <p:nvPr/>
        </p:nvSpPr>
        <p:spPr>
          <a:xfrm>
            <a:off x="1169036" y="5942330"/>
            <a:ext cx="9853928" cy="762000"/>
          </a:xfrm>
          <a:prstGeom prst="rect">
            <a:avLst/>
          </a:prstGeom>
          <a:solidFill>
            <a:srgbClr val="F4F2EF"/>
          </a:solidFill>
          <a:ln>
            <a:noFill/>
          </a:ln>
        </p:spPr>
        <p:txBody>
          <a:bodyPr wrap="square" lIns="177800" tIns="101600" rIns="177800" bIns="101600" anchor="ctr">
            <a:normAutofit/>
          </a:bodyPr>
          <a:lstStyle/>
          <a:p>
            <a:pPr>
              <a:spcAft>
                <a:spcPts val="300"/>
              </a:spcAft>
              <a:buNone/>
            </a:pPr>
            <a:r>
              <a:rPr lang="fi-FI" sz="1600" b="1">
                <a:solidFill>
                  <a:srgbClr val="6E112E"/>
                </a:solidFill>
              </a:rPr>
              <a:t>Demon kulku</a:t>
            </a:r>
            <a:r>
              <a:rPr lang="fi-FI" sz="1400" b="1">
                <a:solidFill>
                  <a:srgbClr val="000000"/>
                </a:solidFill>
              </a:rPr>
              <a:t>     Kesto: </a:t>
            </a:r>
            <a:r>
              <a:rPr lang="fi-FI" sz="1400">
                <a:solidFill>
                  <a:srgbClr val="5F5F5F"/>
                </a:solidFill>
              </a:rPr>
              <a:t>[mm:ss]</a:t>
            </a:r>
          </a:p>
          <a:p>
            <a:pPr>
              <a:spcAft>
                <a:spcPts val="0"/>
              </a:spcAft>
              <a:buNone/>
            </a:pPr>
            <a:r>
              <a:rPr lang="fi-FI" sz="1400" b="1">
                <a:solidFill>
                  <a:srgbClr val="6E112E"/>
                </a:solidFill>
              </a:rPr>
              <a:t>1. </a:t>
            </a:r>
            <a:r>
              <a:rPr lang="fi-FI" sz="1400">
                <a:solidFill>
                  <a:srgbClr val="5F5F5F"/>
                </a:solidFill>
              </a:rPr>
              <a:t>[Lähtötilanne ja käyttäjän tarve]</a:t>
            </a:r>
            <a:r>
              <a:rPr lang="fi-FI" sz="1400" b="1">
                <a:solidFill>
                  <a:srgbClr val="6E112E"/>
                </a:solidFill>
              </a:rPr>
              <a:t>    2. </a:t>
            </a:r>
            <a:r>
              <a:rPr lang="fi-FI" sz="1400">
                <a:solidFill>
                  <a:srgbClr val="5F5F5F"/>
                </a:solidFill>
              </a:rPr>
              <a:t>[Mitä tekoäly tekee]</a:t>
            </a:r>
            <a:r>
              <a:rPr lang="fi-FI" sz="1400" b="1">
                <a:solidFill>
                  <a:srgbClr val="6E112E"/>
                </a:solidFill>
              </a:rPr>
              <a:t>    3. </a:t>
            </a:r>
            <a:r>
              <a:rPr lang="fi-FI" sz="1400">
                <a:solidFill>
                  <a:srgbClr val="5F5F5F"/>
                </a:solidFill>
              </a:rPr>
              <a:t>[Lopputulos ja hyöty]</a:t>
            </a:r>
          </a:p>
        </p:txBody>
      </p:sp>
    </p:spTree>
    <p:extLst>
      <p:ext uri="{BB962C8B-B14F-4D97-AF65-F5344CB8AC3E}">
        <p14:creationId xmlns:p14="http://schemas.microsoft.com/office/powerpoint/2010/main" val="1870256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FE0EFFC0-44DD-FEA9-E3E6-B2DCBBE7FC96}"/>
              </a:ext>
            </a:extLst>
          </p:cNvPr>
          <p:cNvSpPr>
            <a:spLocks noGrp="1"/>
          </p:cNvSpPr>
          <p:nvPr>
            <p:ph type="title" idx="4294967295"/>
          </p:nvPr>
        </p:nvSpPr>
        <p:spPr>
          <a:xfrm>
            <a:off x="540543" y="1354773"/>
            <a:ext cx="11110913" cy="2882900"/>
          </a:xfrm>
        </p:spPr>
        <p:txBody>
          <a:bodyPr/>
          <a:lstStyle/>
          <a:p>
            <a:r>
              <a:rPr lang="fi-FI"/>
              <a:t>Mahdolliset esityskalvot pitchaukseen</a:t>
            </a:r>
          </a:p>
        </p:txBody>
      </p:sp>
      <p:sp>
        <p:nvSpPr>
          <p:cNvPr id="3" name="Tekstin paikkamerkki 2">
            <a:extLst>
              <a:ext uri="{FF2B5EF4-FFF2-40B4-BE49-F238E27FC236}">
                <a16:creationId xmlns:a16="http://schemas.microsoft.com/office/drawing/2014/main" id="{43E3BBE0-62DC-8C28-2493-DDA823762F7C}"/>
              </a:ext>
            </a:extLst>
          </p:cNvPr>
          <p:cNvSpPr>
            <a:spLocks noGrp="1"/>
          </p:cNvSpPr>
          <p:nvPr>
            <p:ph type="body" idx="4294967295"/>
          </p:nvPr>
        </p:nvSpPr>
        <p:spPr>
          <a:xfrm>
            <a:off x="540543" y="4872038"/>
            <a:ext cx="10570370" cy="1155700"/>
          </a:xfrm>
        </p:spPr>
        <p:txBody>
          <a:bodyPr/>
          <a:lstStyle/>
          <a:p>
            <a:pPr marL="0" indent="0">
              <a:buNone/>
            </a:pPr>
            <a:r>
              <a:rPr lang="fi-FI"/>
              <a:t>Vapaaehtoinen, enintään 5 sivua. Lisätkää omat diat tämän jälkeen.</a:t>
            </a:r>
          </a:p>
        </p:txBody>
      </p:sp>
      <p:sp>
        <p:nvSpPr>
          <p:cNvPr id="6" name="Dian numeron paikkamerkki 5">
            <a:extLst>
              <a:ext uri="{FF2B5EF4-FFF2-40B4-BE49-F238E27FC236}">
                <a16:creationId xmlns:a16="http://schemas.microsoft.com/office/drawing/2014/main" id="{5A55E9CF-1661-7154-9429-3E3BD67EDFBB}"/>
              </a:ext>
            </a:extLst>
          </p:cNvPr>
          <p:cNvSpPr>
            <a:spLocks noGrp="1"/>
          </p:cNvSpPr>
          <p:nvPr>
            <p:ph type="sldNum" sz="quarter" idx="4294967295"/>
          </p:nvPr>
        </p:nvSpPr>
        <p:spPr>
          <a:xfrm>
            <a:off x="11650663" y="6318250"/>
            <a:ext cx="541337" cy="365125"/>
          </a:xfrm>
        </p:spPr>
        <p:txBody>
          <a:bodyPr/>
          <a:lstStyle/>
          <a:p>
            <a:fld id="{07F0CC26-4241-4995-BDB3-9E0D3B0C702B}" type="slidenum">
              <a:rPr lang="fi-FI" smtClean="0"/>
              <a:t>4</a:t>
            </a:fld>
            <a:endParaRPr lang="fi-FI"/>
          </a:p>
        </p:txBody>
      </p:sp>
    </p:spTree>
    <p:extLst>
      <p:ext uri="{BB962C8B-B14F-4D97-AF65-F5344CB8AC3E}">
        <p14:creationId xmlns:p14="http://schemas.microsoft.com/office/powerpoint/2010/main" val="743099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BC42213-7FFA-993F-7F76-151EFB7199F7}"/>
              </a:ext>
            </a:extLst>
          </p:cNvPr>
          <p:cNvSpPr>
            <a:spLocks noGrp="1"/>
          </p:cNvSpPr>
          <p:nvPr>
            <p:ph type="ftr" sz="quarter" idx="11"/>
          </p:nvPr>
        </p:nvSpPr>
        <p:spPr/>
        <p:txBody>
          <a:bodyPr/>
          <a:lstStyle/>
          <a:p>
            <a:endParaRPr lang="fi-FI"/>
          </a:p>
        </p:txBody>
      </p:sp>
      <p:sp>
        <p:nvSpPr>
          <p:cNvPr id="3" name="Date Placeholder 2">
            <a:extLst>
              <a:ext uri="{FF2B5EF4-FFF2-40B4-BE49-F238E27FC236}">
                <a16:creationId xmlns:a16="http://schemas.microsoft.com/office/drawing/2014/main" id="{53148735-3BD8-D9F4-DC08-09DAAC139DF5}"/>
              </a:ext>
            </a:extLst>
          </p:cNvPr>
          <p:cNvSpPr>
            <a:spLocks noGrp="1"/>
          </p:cNvSpPr>
          <p:nvPr>
            <p:ph type="dt" sz="half" idx="10"/>
          </p:nvPr>
        </p:nvSpPr>
        <p:spPr/>
        <p:txBody>
          <a:bodyPr/>
          <a:lstStyle/>
          <a:p>
            <a:fld id="{D27666DB-AC83-4EEB-AC82-1DDC9CA86713}" type="datetime1">
              <a:rPr lang="fi-FI" smtClean="0"/>
              <a:t>14.10.2026</a:t>
            </a:fld>
            <a:endParaRPr lang="fi-FI"/>
          </a:p>
        </p:txBody>
      </p:sp>
      <p:sp>
        <p:nvSpPr>
          <p:cNvPr id="4" name="Slide Number Placeholder 3">
            <a:extLst>
              <a:ext uri="{FF2B5EF4-FFF2-40B4-BE49-F238E27FC236}">
                <a16:creationId xmlns:a16="http://schemas.microsoft.com/office/drawing/2014/main" id="{033AF163-7BE0-4865-5947-0476C3C553B7}"/>
              </a:ext>
            </a:extLst>
          </p:cNvPr>
          <p:cNvSpPr>
            <a:spLocks noGrp="1"/>
          </p:cNvSpPr>
          <p:nvPr>
            <p:ph type="sldNum" sz="quarter" idx="12"/>
          </p:nvPr>
        </p:nvSpPr>
        <p:spPr/>
        <p:txBody>
          <a:bodyPr/>
          <a:lstStyle/>
          <a:p>
            <a:fld id="{07F0CC26-4241-4995-BDB3-9E0D3B0C702B}" type="slidenum">
              <a:rPr lang="fi-FI" smtClean="0"/>
              <a:pPr/>
              <a:t>5</a:t>
            </a:fld>
            <a:endParaRPr lang="fi-FI"/>
          </a:p>
        </p:txBody>
      </p:sp>
      <p:sp>
        <p:nvSpPr>
          <p:cNvPr id="5" name="Title 4">
            <a:extLst>
              <a:ext uri="{FF2B5EF4-FFF2-40B4-BE49-F238E27FC236}">
                <a16:creationId xmlns:a16="http://schemas.microsoft.com/office/drawing/2014/main" id="{7D13DC62-8609-3623-CC01-4FA036B590F2}"/>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A80D8BE0-D08E-432D-39B6-80B651DF8FE0}"/>
              </a:ext>
            </a:extLst>
          </p:cNvPr>
          <p:cNvPicPr>
            <a:picLocks noChangeAspect="1"/>
          </p:cNvPicPr>
          <p:nvPr/>
        </p:nvPicPr>
        <p:blipFill>
          <a:blip r:embed="rId3">
            <a:extLst>
              <a:ext uri="{28A0092B-C50C-407E-A947-70E740481C1C}">
                <a14:useLocalDpi xmlns:a14="http://schemas.microsoft.com/office/drawing/2010/main" val="0"/>
              </a:ext>
            </a:extLst>
          </a:blip>
          <a:srcRect t="17101" b="7899"/>
          <a:stretch>
            <a:fillRect/>
          </a:stretch>
        </p:blipFill>
        <p:spPr>
          <a:xfrm>
            <a:off x="0" y="0"/>
            <a:ext cx="12192000" cy="6858000"/>
          </a:xfrm>
          <a:prstGeom prst="rect">
            <a:avLst/>
          </a:prstGeom>
        </p:spPr>
      </p:pic>
    </p:spTree>
    <p:extLst>
      <p:ext uri="{BB962C8B-B14F-4D97-AF65-F5344CB8AC3E}">
        <p14:creationId xmlns:p14="http://schemas.microsoft.com/office/powerpoint/2010/main" val="712633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6BD2A-75B1-557E-4507-646827A4E48A}"/>
              </a:ext>
            </a:extLst>
          </p:cNvPr>
          <p:cNvSpPr>
            <a:spLocks noGrp="1"/>
          </p:cNvSpPr>
          <p:nvPr>
            <p:ph type="title"/>
          </p:nvPr>
        </p:nvSpPr>
        <p:spPr/>
        <p:txBody>
          <a:bodyPr/>
          <a:lstStyle/>
          <a:p>
            <a:r>
              <a:rPr lang="en-US" dirty="0"/>
              <a:t>IPS – </a:t>
            </a:r>
            <a:r>
              <a:rPr lang="en-US" dirty="0" err="1"/>
              <a:t>kansainvälinen</a:t>
            </a:r>
            <a:r>
              <a:rPr lang="en-US" dirty="0"/>
              <a:t> </a:t>
            </a:r>
            <a:r>
              <a:rPr lang="en-US" dirty="0" err="1"/>
              <a:t>menestystarina</a:t>
            </a:r>
            <a:endParaRPr lang="en-US" dirty="0"/>
          </a:p>
        </p:txBody>
      </p:sp>
      <p:sp>
        <p:nvSpPr>
          <p:cNvPr id="3" name="Footer Placeholder 2">
            <a:extLst>
              <a:ext uri="{FF2B5EF4-FFF2-40B4-BE49-F238E27FC236}">
                <a16:creationId xmlns:a16="http://schemas.microsoft.com/office/drawing/2014/main" id="{724B0015-A30E-D72C-AED1-517AC3388BE9}"/>
              </a:ext>
            </a:extLst>
          </p:cNvPr>
          <p:cNvSpPr>
            <a:spLocks noGrp="1"/>
          </p:cNvSpPr>
          <p:nvPr>
            <p:ph type="ftr" sz="quarter" idx="11"/>
          </p:nvPr>
        </p:nvSpPr>
        <p:spPr/>
        <p:txBody>
          <a:bodyPr/>
          <a:lstStyle/>
          <a:p>
            <a:endParaRPr lang="fi-FI"/>
          </a:p>
        </p:txBody>
      </p:sp>
      <p:sp>
        <p:nvSpPr>
          <p:cNvPr id="4" name="Date Placeholder 3">
            <a:extLst>
              <a:ext uri="{FF2B5EF4-FFF2-40B4-BE49-F238E27FC236}">
                <a16:creationId xmlns:a16="http://schemas.microsoft.com/office/drawing/2014/main" id="{736C4FA2-71DC-6126-CFB6-E26094FB5FBC}"/>
              </a:ext>
            </a:extLst>
          </p:cNvPr>
          <p:cNvSpPr>
            <a:spLocks noGrp="1"/>
          </p:cNvSpPr>
          <p:nvPr>
            <p:ph type="dt" sz="half" idx="10"/>
          </p:nvPr>
        </p:nvSpPr>
        <p:spPr/>
        <p:txBody>
          <a:bodyPr/>
          <a:lstStyle/>
          <a:p>
            <a:fld id="{24350F47-645D-402B-A8BB-CD8F8293EEB7}" type="datetime1">
              <a:rPr lang="fi-FI" smtClean="0"/>
              <a:t>14.10.2026</a:t>
            </a:fld>
            <a:endParaRPr lang="fi-FI"/>
          </a:p>
        </p:txBody>
      </p:sp>
      <p:sp>
        <p:nvSpPr>
          <p:cNvPr id="5" name="Slide Number Placeholder 4">
            <a:extLst>
              <a:ext uri="{FF2B5EF4-FFF2-40B4-BE49-F238E27FC236}">
                <a16:creationId xmlns:a16="http://schemas.microsoft.com/office/drawing/2014/main" id="{4E84A91B-954A-4C8B-7E7D-347822874047}"/>
              </a:ext>
            </a:extLst>
          </p:cNvPr>
          <p:cNvSpPr>
            <a:spLocks noGrp="1"/>
          </p:cNvSpPr>
          <p:nvPr>
            <p:ph type="sldNum" sz="quarter" idx="12"/>
          </p:nvPr>
        </p:nvSpPr>
        <p:spPr/>
        <p:txBody>
          <a:bodyPr/>
          <a:lstStyle/>
          <a:p>
            <a:fld id="{07F0CC26-4241-4995-BDB3-9E0D3B0C702B}" type="slidenum">
              <a:rPr lang="fi-FI" smtClean="0"/>
              <a:t>6</a:t>
            </a:fld>
            <a:endParaRPr lang="fi-FI"/>
          </a:p>
        </p:txBody>
      </p:sp>
      <p:grpSp>
        <p:nvGrpSpPr>
          <p:cNvPr id="6" name="Group 5">
            <a:extLst>
              <a:ext uri="{FF2B5EF4-FFF2-40B4-BE49-F238E27FC236}">
                <a16:creationId xmlns:a16="http://schemas.microsoft.com/office/drawing/2014/main" id="{6C6DC37C-90F8-B215-B6D9-898D906AC847}"/>
              </a:ext>
            </a:extLst>
          </p:cNvPr>
          <p:cNvGrpSpPr/>
          <p:nvPr/>
        </p:nvGrpSpPr>
        <p:grpSpPr>
          <a:xfrm>
            <a:off x="2026736" y="1703404"/>
            <a:ext cx="2208314" cy="4025869"/>
            <a:chOff x="309800" y="91300"/>
            <a:chExt cx="2476550" cy="4514875"/>
          </a:xfrm>
        </p:grpSpPr>
        <p:pic>
          <p:nvPicPr>
            <p:cNvPr id="7" name="Google Shape;63;p14">
              <a:extLst>
                <a:ext uri="{FF2B5EF4-FFF2-40B4-BE49-F238E27FC236}">
                  <a16:creationId xmlns:a16="http://schemas.microsoft.com/office/drawing/2014/main" id="{227757E2-B49A-E755-F4A5-2FDA9295C3EB}"/>
                </a:ext>
              </a:extLst>
            </p:cNvPr>
            <p:cNvPicPr preferRelativeResize="0"/>
            <p:nvPr/>
          </p:nvPicPr>
          <p:blipFill rotWithShape="1">
            <a:blip r:embed="rId3">
              <a:alphaModFix/>
            </a:blip>
            <a:srcRect l="35013" r="34131"/>
            <a:stretch/>
          </p:blipFill>
          <p:spPr>
            <a:xfrm>
              <a:off x="309800" y="91300"/>
              <a:ext cx="2476550" cy="4514875"/>
            </a:xfrm>
            <a:prstGeom prst="rect">
              <a:avLst/>
            </a:prstGeom>
            <a:noFill/>
            <a:ln>
              <a:noFill/>
            </a:ln>
          </p:spPr>
        </p:pic>
        <p:pic>
          <p:nvPicPr>
            <p:cNvPr id="8" name="Google Shape;66;p14">
              <a:extLst>
                <a:ext uri="{FF2B5EF4-FFF2-40B4-BE49-F238E27FC236}">
                  <a16:creationId xmlns:a16="http://schemas.microsoft.com/office/drawing/2014/main" id="{BB24CFA8-2825-7075-3206-67BF76B15252}"/>
                </a:ext>
              </a:extLst>
            </p:cNvPr>
            <p:cNvPicPr preferRelativeResize="0"/>
            <p:nvPr/>
          </p:nvPicPr>
          <p:blipFill rotWithShape="1">
            <a:blip r:embed="rId4">
              <a:alphaModFix/>
            </a:blip>
            <a:srcRect t="4892" b="14902"/>
            <a:stretch/>
          </p:blipFill>
          <p:spPr>
            <a:xfrm>
              <a:off x="621000" y="701200"/>
              <a:ext cx="1931875" cy="3353625"/>
            </a:xfrm>
            <a:prstGeom prst="rect">
              <a:avLst/>
            </a:prstGeom>
            <a:noFill/>
            <a:ln>
              <a:noFill/>
            </a:ln>
          </p:spPr>
        </p:pic>
      </p:grpSp>
      <p:grpSp>
        <p:nvGrpSpPr>
          <p:cNvPr id="9" name="Group 8">
            <a:extLst>
              <a:ext uri="{FF2B5EF4-FFF2-40B4-BE49-F238E27FC236}">
                <a16:creationId xmlns:a16="http://schemas.microsoft.com/office/drawing/2014/main" id="{3A93055A-1CB3-DFEC-D8FC-FD4A6DE97D8B}"/>
              </a:ext>
            </a:extLst>
          </p:cNvPr>
          <p:cNvGrpSpPr/>
          <p:nvPr/>
        </p:nvGrpSpPr>
        <p:grpSpPr>
          <a:xfrm>
            <a:off x="4995505" y="1703404"/>
            <a:ext cx="2208314" cy="4025869"/>
            <a:chOff x="2604087" y="117750"/>
            <a:chExt cx="2476550" cy="4514875"/>
          </a:xfrm>
        </p:grpSpPr>
        <p:pic>
          <p:nvPicPr>
            <p:cNvPr id="10" name="Google Shape;96;p16">
              <a:extLst>
                <a:ext uri="{FF2B5EF4-FFF2-40B4-BE49-F238E27FC236}">
                  <a16:creationId xmlns:a16="http://schemas.microsoft.com/office/drawing/2014/main" id="{618F8772-4D32-4FA0-6217-340BA8616685}"/>
                </a:ext>
              </a:extLst>
            </p:cNvPr>
            <p:cNvPicPr preferRelativeResize="0"/>
            <p:nvPr/>
          </p:nvPicPr>
          <p:blipFill rotWithShape="1">
            <a:blip r:embed="rId3">
              <a:alphaModFix/>
            </a:blip>
            <a:srcRect l="35013" r="34131"/>
            <a:stretch/>
          </p:blipFill>
          <p:spPr>
            <a:xfrm>
              <a:off x="2604087" y="117750"/>
              <a:ext cx="2476550" cy="4514875"/>
            </a:xfrm>
            <a:prstGeom prst="rect">
              <a:avLst/>
            </a:prstGeom>
            <a:noFill/>
            <a:ln>
              <a:noFill/>
            </a:ln>
          </p:spPr>
        </p:pic>
        <p:pic>
          <p:nvPicPr>
            <p:cNvPr id="11" name="Google Shape;97;p16">
              <a:extLst>
                <a:ext uri="{FF2B5EF4-FFF2-40B4-BE49-F238E27FC236}">
                  <a16:creationId xmlns:a16="http://schemas.microsoft.com/office/drawing/2014/main" id="{061E2302-880B-DF4D-D264-095227481B3B}"/>
                </a:ext>
              </a:extLst>
            </p:cNvPr>
            <p:cNvPicPr preferRelativeResize="0"/>
            <p:nvPr/>
          </p:nvPicPr>
          <p:blipFill rotWithShape="1">
            <a:blip r:embed="rId5">
              <a:alphaModFix/>
            </a:blip>
            <a:srcRect t="10469" b="10815"/>
            <a:stretch/>
          </p:blipFill>
          <p:spPr>
            <a:xfrm>
              <a:off x="2917013" y="774450"/>
              <a:ext cx="1926750" cy="3282250"/>
            </a:xfrm>
            <a:prstGeom prst="rect">
              <a:avLst/>
            </a:prstGeom>
            <a:noFill/>
            <a:ln>
              <a:noFill/>
            </a:ln>
          </p:spPr>
        </p:pic>
        <p:sp>
          <p:nvSpPr>
            <p:cNvPr id="12" name="Google Shape;98;p16">
              <a:extLst>
                <a:ext uri="{FF2B5EF4-FFF2-40B4-BE49-F238E27FC236}">
                  <a16:creationId xmlns:a16="http://schemas.microsoft.com/office/drawing/2014/main" id="{EE720ED9-22EA-4322-E22C-F2651EAB0862}"/>
                </a:ext>
              </a:extLst>
            </p:cNvPr>
            <p:cNvSpPr txBox="1"/>
            <p:nvPr/>
          </p:nvSpPr>
          <p:spPr>
            <a:xfrm>
              <a:off x="2916038" y="515275"/>
              <a:ext cx="1911900" cy="193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600" b="0" i="0" u="none" strike="noStrike" kern="0" cap="none" spc="0" normalizeH="0" baseline="0" noProof="0">
                  <a:ln>
                    <a:noFill/>
                  </a:ln>
                  <a:solidFill>
                    <a:prstClr val="white"/>
                  </a:solidFill>
                  <a:effectLst/>
                  <a:uLnTx/>
                  <a:uFillTx/>
                  <a:latin typeface="Arial"/>
                  <a:cs typeface="Arial"/>
                  <a:sym typeface="Arial"/>
                </a:rPr>
                <a:t>Hajj Health Record</a:t>
              </a:r>
              <a:endParaRPr kumimoji="0" sz="600" b="0" i="0" u="none" strike="noStrike" kern="0" cap="none" spc="0" normalizeH="0" baseline="0" noProof="0">
                <a:ln>
                  <a:noFill/>
                </a:ln>
                <a:solidFill>
                  <a:prstClr val="white"/>
                </a:solidFill>
                <a:effectLst/>
                <a:uLnTx/>
                <a:uFillTx/>
                <a:latin typeface="Arial"/>
                <a:cs typeface="Arial"/>
                <a:sym typeface="Arial"/>
              </a:endParaRPr>
            </a:p>
          </p:txBody>
        </p:sp>
      </p:grpSp>
      <p:grpSp>
        <p:nvGrpSpPr>
          <p:cNvPr id="13" name="Group 12">
            <a:extLst>
              <a:ext uri="{FF2B5EF4-FFF2-40B4-BE49-F238E27FC236}">
                <a16:creationId xmlns:a16="http://schemas.microsoft.com/office/drawing/2014/main" id="{D60391C2-3DDA-5710-57DA-2E83BD4906CA}"/>
              </a:ext>
            </a:extLst>
          </p:cNvPr>
          <p:cNvGrpSpPr/>
          <p:nvPr/>
        </p:nvGrpSpPr>
        <p:grpSpPr>
          <a:xfrm>
            <a:off x="7964274" y="1703404"/>
            <a:ext cx="2208314" cy="4025869"/>
            <a:chOff x="2569400" y="117750"/>
            <a:chExt cx="2476550" cy="4514875"/>
          </a:xfrm>
        </p:grpSpPr>
        <p:pic>
          <p:nvPicPr>
            <p:cNvPr id="14" name="Google Shape;108;p17">
              <a:extLst>
                <a:ext uri="{FF2B5EF4-FFF2-40B4-BE49-F238E27FC236}">
                  <a16:creationId xmlns:a16="http://schemas.microsoft.com/office/drawing/2014/main" id="{C5DBFC2E-6AED-11BD-CBBF-63EEB774C7B2}"/>
                </a:ext>
              </a:extLst>
            </p:cNvPr>
            <p:cNvPicPr preferRelativeResize="0"/>
            <p:nvPr/>
          </p:nvPicPr>
          <p:blipFill rotWithShape="1">
            <a:blip r:embed="rId3">
              <a:alphaModFix/>
            </a:blip>
            <a:srcRect l="35013" r="34131"/>
            <a:stretch/>
          </p:blipFill>
          <p:spPr>
            <a:xfrm>
              <a:off x="2569400" y="117750"/>
              <a:ext cx="2476550" cy="4514875"/>
            </a:xfrm>
            <a:prstGeom prst="rect">
              <a:avLst/>
            </a:prstGeom>
            <a:noFill/>
            <a:ln>
              <a:noFill/>
            </a:ln>
          </p:spPr>
        </p:pic>
        <p:pic>
          <p:nvPicPr>
            <p:cNvPr id="15" name="Google Shape;109;p17">
              <a:extLst>
                <a:ext uri="{FF2B5EF4-FFF2-40B4-BE49-F238E27FC236}">
                  <a16:creationId xmlns:a16="http://schemas.microsoft.com/office/drawing/2014/main" id="{2FFBF36F-317C-127A-B963-19DABE5CAA29}"/>
                </a:ext>
              </a:extLst>
            </p:cNvPr>
            <p:cNvPicPr preferRelativeResize="0"/>
            <p:nvPr/>
          </p:nvPicPr>
          <p:blipFill rotWithShape="1">
            <a:blip r:embed="rId6">
              <a:alphaModFix/>
            </a:blip>
            <a:srcRect t="10643" b="9984"/>
            <a:stretch/>
          </p:blipFill>
          <p:spPr>
            <a:xfrm>
              <a:off x="2879850" y="746025"/>
              <a:ext cx="1931225" cy="3317700"/>
            </a:xfrm>
            <a:prstGeom prst="rect">
              <a:avLst/>
            </a:prstGeom>
            <a:noFill/>
            <a:ln>
              <a:noFill/>
            </a:ln>
          </p:spPr>
        </p:pic>
        <p:sp>
          <p:nvSpPr>
            <p:cNvPr id="16" name="Google Shape;111;p17">
              <a:extLst>
                <a:ext uri="{FF2B5EF4-FFF2-40B4-BE49-F238E27FC236}">
                  <a16:creationId xmlns:a16="http://schemas.microsoft.com/office/drawing/2014/main" id="{411683E9-E1B9-4F86-628E-3D512F9CBB57}"/>
                </a:ext>
              </a:extLst>
            </p:cNvPr>
            <p:cNvSpPr txBox="1"/>
            <p:nvPr/>
          </p:nvSpPr>
          <p:spPr>
            <a:xfrm>
              <a:off x="2892075" y="492175"/>
              <a:ext cx="1911900" cy="193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600" b="0" i="0" u="none" strike="noStrike" kern="0" cap="none" spc="0" normalizeH="0" baseline="0" noProof="0">
                  <a:ln>
                    <a:noFill/>
                  </a:ln>
                  <a:solidFill>
                    <a:prstClr val="white"/>
                  </a:solidFill>
                  <a:effectLst/>
                  <a:uLnTx/>
                  <a:uFillTx/>
                  <a:latin typeface="Arial"/>
                  <a:cs typeface="Arial"/>
                  <a:sym typeface="Arial"/>
                </a:rPr>
                <a:t>Hajj Health Record</a:t>
              </a:r>
              <a:endParaRPr kumimoji="0" sz="600" b="0" i="0" u="none" strike="noStrike" kern="0" cap="none" spc="0" normalizeH="0" baseline="0" noProof="0">
                <a:ln>
                  <a:noFill/>
                </a:ln>
                <a:solidFill>
                  <a:prstClr val="white"/>
                </a:solidFill>
                <a:effectLst/>
                <a:uLnTx/>
                <a:uFillTx/>
                <a:latin typeface="Arial"/>
                <a:cs typeface="Arial"/>
                <a:sym typeface="Arial"/>
              </a:endParaRPr>
            </a:p>
          </p:txBody>
        </p:sp>
      </p:grpSp>
    </p:spTree>
    <p:extLst>
      <p:ext uri="{BB962C8B-B14F-4D97-AF65-F5344CB8AC3E}">
        <p14:creationId xmlns:p14="http://schemas.microsoft.com/office/powerpoint/2010/main" val="3742605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6FEA6AE-6C3E-2739-0525-1BD73A56A73A}"/>
              </a:ext>
            </a:extLst>
          </p:cNvPr>
          <p:cNvSpPr>
            <a:spLocks noGrp="1"/>
          </p:cNvSpPr>
          <p:nvPr>
            <p:ph type="ftr" sz="quarter" idx="11"/>
          </p:nvPr>
        </p:nvSpPr>
        <p:spPr/>
        <p:txBody>
          <a:bodyPr/>
          <a:lstStyle/>
          <a:p>
            <a:endParaRPr lang="fi-FI"/>
          </a:p>
        </p:txBody>
      </p:sp>
      <p:sp>
        <p:nvSpPr>
          <p:cNvPr id="3" name="Date Placeholder 2">
            <a:extLst>
              <a:ext uri="{FF2B5EF4-FFF2-40B4-BE49-F238E27FC236}">
                <a16:creationId xmlns:a16="http://schemas.microsoft.com/office/drawing/2014/main" id="{66D0ED95-C8F4-B1BC-966B-A29B4292938A}"/>
              </a:ext>
            </a:extLst>
          </p:cNvPr>
          <p:cNvSpPr>
            <a:spLocks noGrp="1"/>
          </p:cNvSpPr>
          <p:nvPr>
            <p:ph type="dt" sz="half" idx="10"/>
          </p:nvPr>
        </p:nvSpPr>
        <p:spPr/>
        <p:txBody>
          <a:bodyPr/>
          <a:lstStyle/>
          <a:p>
            <a:fld id="{D27666DB-AC83-4EEB-AC82-1DDC9CA86713}" type="datetime1">
              <a:rPr lang="fi-FI" smtClean="0"/>
              <a:t>14.10.2026</a:t>
            </a:fld>
            <a:endParaRPr lang="fi-FI"/>
          </a:p>
        </p:txBody>
      </p:sp>
      <p:sp>
        <p:nvSpPr>
          <p:cNvPr id="4" name="Slide Number Placeholder 3">
            <a:extLst>
              <a:ext uri="{FF2B5EF4-FFF2-40B4-BE49-F238E27FC236}">
                <a16:creationId xmlns:a16="http://schemas.microsoft.com/office/drawing/2014/main" id="{42A0D0A7-C042-7253-DCE7-4E461F7D24A0}"/>
              </a:ext>
            </a:extLst>
          </p:cNvPr>
          <p:cNvSpPr>
            <a:spLocks noGrp="1"/>
          </p:cNvSpPr>
          <p:nvPr>
            <p:ph type="sldNum" sz="quarter" idx="12"/>
          </p:nvPr>
        </p:nvSpPr>
        <p:spPr/>
        <p:txBody>
          <a:bodyPr/>
          <a:lstStyle/>
          <a:p>
            <a:fld id="{07F0CC26-4241-4995-BDB3-9E0D3B0C702B}" type="slidenum">
              <a:rPr lang="fi-FI" smtClean="0"/>
              <a:pPr/>
              <a:t>7</a:t>
            </a:fld>
            <a:endParaRPr lang="fi-FI"/>
          </a:p>
        </p:txBody>
      </p:sp>
      <p:sp>
        <p:nvSpPr>
          <p:cNvPr id="5" name="Title 4">
            <a:extLst>
              <a:ext uri="{FF2B5EF4-FFF2-40B4-BE49-F238E27FC236}">
                <a16:creationId xmlns:a16="http://schemas.microsoft.com/office/drawing/2014/main" id="{D9C7F85E-65C3-9E16-F23F-D7621D8A3140}"/>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D57A5323-DFCE-1E25-C00D-23820DD9C8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191999" cy="6832878"/>
          </a:xfrm>
          <a:prstGeom prst="rect">
            <a:avLst/>
          </a:prstGeom>
        </p:spPr>
      </p:pic>
    </p:spTree>
    <p:extLst>
      <p:ext uri="{BB962C8B-B14F-4D97-AF65-F5344CB8AC3E}">
        <p14:creationId xmlns:p14="http://schemas.microsoft.com/office/powerpoint/2010/main" val="33228008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B67950-DAA5-2403-6362-0C30068801AA}"/>
              </a:ext>
            </a:extLst>
          </p:cNvPr>
          <p:cNvSpPr>
            <a:spLocks noGrp="1"/>
          </p:cNvSpPr>
          <p:nvPr>
            <p:ph type="title"/>
          </p:nvPr>
        </p:nvSpPr>
        <p:spPr/>
        <p:txBody>
          <a:bodyPr/>
          <a:lstStyle/>
          <a:p>
            <a:r>
              <a:rPr lang="en-US" dirty="0"/>
              <a:t>Kill the Clipboard!</a:t>
            </a:r>
          </a:p>
        </p:txBody>
      </p:sp>
      <p:sp>
        <p:nvSpPr>
          <p:cNvPr id="3" name="Footer Placeholder 2">
            <a:extLst>
              <a:ext uri="{FF2B5EF4-FFF2-40B4-BE49-F238E27FC236}">
                <a16:creationId xmlns:a16="http://schemas.microsoft.com/office/drawing/2014/main" id="{2CDF9914-852E-7800-6005-30D414AD91C1}"/>
              </a:ext>
            </a:extLst>
          </p:cNvPr>
          <p:cNvSpPr>
            <a:spLocks noGrp="1"/>
          </p:cNvSpPr>
          <p:nvPr>
            <p:ph type="ftr" sz="quarter" idx="11"/>
          </p:nvPr>
        </p:nvSpPr>
        <p:spPr/>
        <p:txBody>
          <a:bodyPr/>
          <a:lstStyle/>
          <a:p>
            <a:endParaRPr lang="fi-FI"/>
          </a:p>
        </p:txBody>
      </p:sp>
      <p:sp>
        <p:nvSpPr>
          <p:cNvPr id="4" name="Date Placeholder 3">
            <a:extLst>
              <a:ext uri="{FF2B5EF4-FFF2-40B4-BE49-F238E27FC236}">
                <a16:creationId xmlns:a16="http://schemas.microsoft.com/office/drawing/2014/main" id="{A4717949-3736-15A8-4AFA-E46F428B64DC}"/>
              </a:ext>
            </a:extLst>
          </p:cNvPr>
          <p:cNvSpPr>
            <a:spLocks noGrp="1"/>
          </p:cNvSpPr>
          <p:nvPr>
            <p:ph type="dt" sz="half" idx="10"/>
          </p:nvPr>
        </p:nvSpPr>
        <p:spPr/>
        <p:txBody>
          <a:bodyPr/>
          <a:lstStyle/>
          <a:p>
            <a:fld id="{24350F47-645D-402B-A8BB-CD8F8293EEB7}" type="datetime1">
              <a:rPr lang="fi-FI" smtClean="0"/>
              <a:t>14.10.2026</a:t>
            </a:fld>
            <a:endParaRPr lang="fi-FI"/>
          </a:p>
        </p:txBody>
      </p:sp>
      <p:sp>
        <p:nvSpPr>
          <p:cNvPr id="5" name="Slide Number Placeholder 4">
            <a:extLst>
              <a:ext uri="{FF2B5EF4-FFF2-40B4-BE49-F238E27FC236}">
                <a16:creationId xmlns:a16="http://schemas.microsoft.com/office/drawing/2014/main" id="{9AE5582C-EE28-8216-1C4B-878E6A7D11D0}"/>
              </a:ext>
            </a:extLst>
          </p:cNvPr>
          <p:cNvSpPr>
            <a:spLocks noGrp="1"/>
          </p:cNvSpPr>
          <p:nvPr>
            <p:ph type="sldNum" sz="quarter" idx="12"/>
          </p:nvPr>
        </p:nvSpPr>
        <p:spPr/>
        <p:txBody>
          <a:bodyPr/>
          <a:lstStyle/>
          <a:p>
            <a:fld id="{07F0CC26-4241-4995-BDB3-9E0D3B0C702B}" type="slidenum">
              <a:rPr lang="fi-FI" smtClean="0"/>
              <a:t>8</a:t>
            </a:fld>
            <a:endParaRPr lang="fi-FI"/>
          </a:p>
        </p:txBody>
      </p:sp>
      <p:pic>
        <p:nvPicPr>
          <p:cNvPr id="7" name="Picture 6">
            <a:extLst>
              <a:ext uri="{FF2B5EF4-FFF2-40B4-BE49-F238E27FC236}">
                <a16:creationId xmlns:a16="http://schemas.microsoft.com/office/drawing/2014/main" id="{2AC090FA-9E77-2ACF-CB3E-6FBBF5E99E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6565"/>
            <a:ext cx="12191999" cy="7652252"/>
          </a:xfrm>
          <a:prstGeom prst="rect">
            <a:avLst/>
          </a:prstGeom>
        </p:spPr>
      </p:pic>
    </p:spTree>
    <p:extLst>
      <p:ext uri="{BB962C8B-B14F-4D97-AF65-F5344CB8AC3E}">
        <p14:creationId xmlns:p14="http://schemas.microsoft.com/office/powerpoint/2010/main" val="890377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4BF012EF-C0B3-707A-3C55-FA4E71A42DD4}"/>
              </a:ext>
            </a:extLst>
          </p:cNvPr>
          <p:cNvPicPr>
            <a:picLocks noChangeAspect="1"/>
          </p:cNvPicPr>
          <p:nvPr/>
        </p:nvPicPr>
        <p:blipFill>
          <a:blip r:embed="rId3"/>
          <a:stretch>
            <a:fillRect/>
          </a:stretch>
        </p:blipFill>
        <p:spPr>
          <a:xfrm>
            <a:off x="0" y="0"/>
            <a:ext cx="12191999" cy="6858000"/>
          </a:xfrm>
          <a:prstGeom prst="rect">
            <a:avLst/>
          </a:prstGeom>
        </p:spPr>
      </p:pic>
      <p:sp>
        <p:nvSpPr>
          <p:cNvPr id="4" name="Date Placeholder 3">
            <a:extLst>
              <a:ext uri="{FF2B5EF4-FFF2-40B4-BE49-F238E27FC236}">
                <a16:creationId xmlns:a16="http://schemas.microsoft.com/office/drawing/2014/main" id="{494EF07A-8BFC-0379-B501-02D8C5C77DBA}"/>
              </a:ext>
            </a:extLst>
          </p:cNvPr>
          <p:cNvSpPr>
            <a:spLocks noGrp="1"/>
          </p:cNvSpPr>
          <p:nvPr>
            <p:ph type="dt" sz="half" idx="10"/>
          </p:nvPr>
        </p:nvSpPr>
        <p:spPr/>
        <p:txBody>
          <a:bodyPr/>
          <a:lstStyle/>
          <a:p>
            <a:fld id="{24350F47-645D-402B-A8BB-CD8F8293EEB7}" type="datetime1">
              <a:rPr lang="fi-FI" smtClean="0"/>
              <a:t>14.10.2026</a:t>
            </a:fld>
            <a:endParaRPr lang="fi-FI"/>
          </a:p>
        </p:txBody>
      </p:sp>
      <p:sp>
        <p:nvSpPr>
          <p:cNvPr id="5" name="Slide Number Placeholder 4">
            <a:extLst>
              <a:ext uri="{FF2B5EF4-FFF2-40B4-BE49-F238E27FC236}">
                <a16:creationId xmlns:a16="http://schemas.microsoft.com/office/drawing/2014/main" id="{5305621C-BF4A-8DF1-D1FF-B47AC67BE144}"/>
              </a:ext>
            </a:extLst>
          </p:cNvPr>
          <p:cNvSpPr>
            <a:spLocks noGrp="1"/>
          </p:cNvSpPr>
          <p:nvPr>
            <p:ph type="sldNum" sz="quarter" idx="12"/>
          </p:nvPr>
        </p:nvSpPr>
        <p:spPr/>
        <p:txBody>
          <a:bodyPr/>
          <a:lstStyle/>
          <a:p>
            <a:fld id="{07F0CC26-4241-4995-BDB3-9E0D3B0C702B}" type="slidenum">
              <a:rPr lang="fi-FI" smtClean="0"/>
              <a:t>9</a:t>
            </a:fld>
            <a:endParaRPr lang="fi-FI"/>
          </a:p>
        </p:txBody>
      </p:sp>
      <p:pic>
        <p:nvPicPr>
          <p:cNvPr id="7" name="Graphic 6">
            <a:extLst>
              <a:ext uri="{FF2B5EF4-FFF2-40B4-BE49-F238E27FC236}">
                <a16:creationId xmlns:a16="http://schemas.microsoft.com/office/drawing/2014/main" id="{178468B5-5B6D-9AF5-33D7-A59C5F629F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50656" y="2151271"/>
            <a:ext cx="2911101" cy="2911101"/>
          </a:xfrm>
          <a:prstGeom prst="rect">
            <a:avLst/>
          </a:prstGeom>
        </p:spPr>
      </p:pic>
      <p:sp>
        <p:nvSpPr>
          <p:cNvPr id="8" name="TextBox 7">
            <a:extLst>
              <a:ext uri="{FF2B5EF4-FFF2-40B4-BE49-F238E27FC236}">
                <a16:creationId xmlns:a16="http://schemas.microsoft.com/office/drawing/2014/main" id="{85930587-50D8-2198-C596-52DB080C0062}"/>
              </a:ext>
            </a:extLst>
          </p:cNvPr>
          <p:cNvSpPr txBox="1"/>
          <p:nvPr/>
        </p:nvSpPr>
        <p:spPr>
          <a:xfrm>
            <a:off x="8724152" y="5062372"/>
            <a:ext cx="3176299" cy="400110"/>
          </a:xfrm>
          <a:prstGeom prst="rect">
            <a:avLst/>
          </a:prstGeom>
          <a:noFill/>
        </p:spPr>
        <p:txBody>
          <a:bodyPr wrap="square" rtlCol="0">
            <a:spAutoFit/>
          </a:bodyPr>
          <a:lstStyle/>
          <a:p>
            <a:r>
              <a:rPr lang="en-US" sz="2000" dirty="0" err="1"/>
              <a:t>terveystiedot.talteen.fi</a:t>
            </a:r>
            <a:endParaRPr lang="en-US" sz="2000" dirty="0"/>
          </a:p>
        </p:txBody>
      </p:sp>
    </p:spTree>
    <p:extLst>
      <p:ext uri="{BB962C8B-B14F-4D97-AF65-F5344CB8AC3E}">
        <p14:creationId xmlns:p14="http://schemas.microsoft.com/office/powerpoint/2010/main" val="396367095"/>
      </p:ext>
    </p:extLst>
  </p:cSld>
  <p:clrMapOvr>
    <a:masterClrMapping/>
  </p:clrMapOvr>
</p:sld>
</file>

<file path=ppt/theme/theme1.xml><?xml version="1.0" encoding="utf-8"?>
<a:theme xmlns:a="http://schemas.openxmlformats.org/drawingml/2006/main" name="LUH perustyyli">
  <a:themeElements>
    <a:clrScheme name="LUH_paavarit_tummat_vaaleat">
      <a:dk1>
        <a:srgbClr val="000000"/>
      </a:dk1>
      <a:lt1>
        <a:srgbClr val="FFFFFF"/>
      </a:lt1>
      <a:dk2>
        <a:srgbClr val="888B8D"/>
      </a:dk2>
      <a:lt2>
        <a:srgbClr val="E4E1DC"/>
      </a:lt2>
      <a:accent1>
        <a:srgbClr val="6E112E"/>
      </a:accent1>
      <a:accent2>
        <a:srgbClr val="F4CDD4"/>
      </a:accent2>
      <a:accent3>
        <a:srgbClr val="1C541A"/>
      </a:accent3>
      <a:accent4>
        <a:srgbClr val="9FD4B7"/>
      </a:accent4>
      <a:accent5>
        <a:srgbClr val="004976"/>
      </a:accent5>
      <a:accent6>
        <a:srgbClr val="9DCEEF"/>
      </a:accent6>
      <a:hlink>
        <a:srgbClr val="6E112E"/>
      </a:hlink>
      <a:folHlink>
        <a:srgbClr val="C15715"/>
      </a:folHlink>
    </a:clrScheme>
    <a:fontScheme name="LUVN">
      <a:majorFont>
        <a:latin typeface="Verdana"/>
        <a:ea typeface=""/>
        <a:cs typeface=""/>
      </a:majorFont>
      <a:minorFont>
        <a:latin typeface="Verdana"/>
        <a:ea typeface=""/>
        <a:cs typeface=""/>
      </a:minorFont>
    </a:fontScheme>
    <a:fmtScheme name="Office-te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72000" tIns="72000" rIns="72000" bIns="72000" rtlCol="0" anchor="ctr">
        <a:noAutofit/>
      </a:bodyPr>
      <a:lstStyle>
        <a:defPPr algn="l">
          <a:defRPr dirty="0" err="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defRPr dirty="0"/>
        </a:defPPr>
      </a:lstStyle>
    </a:txDef>
  </a:objectDefaults>
  <a:extraClrSchemeLst/>
  <a:extLst>
    <a:ext uri="{05A4C25C-085E-4340-85A3-A5531E510DB2}">
      <thm15:themeFamily xmlns:thm15="http://schemas.microsoft.com/office/thememl/2012/main" name="Esityspohja_LUVN" id="{907B3797-65F6-B24F-8DBD-8DC952F223A9}" vid="{756EFB53-CBE4-C042-84F9-53C8BBDD1035}"/>
    </a:ext>
  </a:extLst>
</a:theme>
</file>

<file path=ppt/theme/theme2.xml><?xml version="1.0" encoding="utf-8"?>
<a:theme xmlns:a="http://schemas.openxmlformats.org/drawingml/2006/main" name="Office-te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4F3281D-FD9A-49C9-A5CE-88D1A2052F30}">
  <we:reference id="WA200010001" version="1.0.0.1" store="Omex" storeType="OMEX"/>
  <we:alternateReferences>
    <we:reference id="WA200010001" version="1.0.0.1" store="WA200010001" storeType="OMEX"/>
  </we:alternateReferences>
  <we:properties>
    <we:property name="claude.fileId" value="&quot;89251fd5-954a-48f1-a605-b2bdbedb972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1B1DCB4C0748D40AAD960426B477AA6" ma:contentTypeVersion="10" ma:contentTypeDescription="Create a new document." ma:contentTypeScope="" ma:versionID="9032ef0c6a6fced6a2fa5656823b5437">
  <xsd:schema xmlns:xsd="http://www.w3.org/2001/XMLSchema" xmlns:xs="http://www.w3.org/2001/XMLSchema" xmlns:p="http://schemas.microsoft.com/office/2006/metadata/properties" xmlns:ns2="4dbed9e2-ceda-4c40-a5ff-afed9cc32662" xmlns:ns3="c7f09715-e849-4b97-aed3-cdee02e7ec44" targetNamespace="http://schemas.microsoft.com/office/2006/metadata/properties" ma:root="true" ma:fieldsID="16d3e5cc92e0b8ff460f36a2d696fb46" ns2:_="" ns3:_="">
    <xsd:import namespace="4dbed9e2-ceda-4c40-a5ff-afed9cc32662"/>
    <xsd:import namespace="c7f09715-e849-4b97-aed3-cdee02e7ec4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bed9e2-ceda-4c40-a5ff-afed9cc3266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ad89a117-841e-4f13-b278-0c0c0dba6ae9"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f09715-e849-4b97-aed3-cdee02e7ec44"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0278c7e-b681-4836-85d8-4d9437b30b6f}" ma:internalName="TaxCatchAll" ma:showField="CatchAllData" ma:web="c7f09715-e849-4b97-aed3-cdee02e7ec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c7f09715-e849-4b97-aed3-cdee02e7ec44" xsi:nil="true"/>
    <lcf76f155ced4ddcb4097134ff3c332f xmlns="4dbed9e2-ceda-4c40-a5ff-afed9cc3266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8552BD2-E698-4363-A774-0AC42487AD6C}">
  <ds:schemaRefs>
    <ds:schemaRef ds:uri="4dbed9e2-ceda-4c40-a5ff-afed9cc32662"/>
    <ds:schemaRef ds:uri="c7f09715-e849-4b97-aed3-cdee02e7ec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62A9F00-D94E-4978-8944-B1D74AED194D}">
  <ds:schemaRefs>
    <ds:schemaRef ds:uri="4dbed9e2-ceda-4c40-a5ff-afed9cc32662"/>
    <ds:schemaRef ds:uri="c7f09715-e849-4b97-aed3-cdee02e7ec4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65A6CF11-1A5A-43FA-92E2-6B5FE8E1E4F0}">
  <ds:schemaRefs>
    <ds:schemaRef ds:uri="http://schemas.microsoft.com/sharepoint/v3/contenttype/forms"/>
  </ds:schemaRefs>
</ds:datastoreItem>
</file>

<file path=docMetadata/LabelInfo.xml><?xml version="1.0" encoding="utf-8"?>
<clbl:labelList xmlns:clbl="http://schemas.microsoft.com/office/2020/mipLabelMetadata">
  <clbl:label id="{defa4170-0d19-0005-0004-bc88714345d2}" enabled="1" method="Standard" siteId="{af159990-de6b-414c-bf46-292737142613}" removed="0"/>
</clbl:labelList>
</file>

<file path=docProps/app.xml><?xml version="1.0" encoding="utf-8"?>
<Properties xmlns="http://schemas.openxmlformats.org/officeDocument/2006/extended-properties" xmlns:vt="http://schemas.openxmlformats.org/officeDocument/2006/docPropsVTypes">
  <Template>Esityspohja_LUVN</Template>
  <TotalTime>1179</TotalTime>
  <Words>851</Words>
  <Application>Microsoft Macintosh PowerPoint</Application>
  <PresentationFormat>Widescreen</PresentationFormat>
  <Paragraphs>65</Paragraphs>
  <Slides>9</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Verdana</vt:lpstr>
      <vt:lpstr>LUH perustyyli</vt:lpstr>
      <vt:lpstr>AnalogTwins - Potilastietojen yhteenveto - 18</vt:lpstr>
      <vt:lpstr>AnalogTwins - Potilastietojen yhteenveto - 18</vt:lpstr>
      <vt:lpstr>AnalogTwins - Potilastietojen yhteenveto- DEMO</vt:lpstr>
      <vt:lpstr>Mahdolliset esityskalvot pitchaukseen</vt:lpstr>
      <vt:lpstr>PowerPoint Presentation</vt:lpstr>
      <vt:lpstr>IPS – kansainvälinen menestystarina</vt:lpstr>
      <vt:lpstr>PowerPoint Presentation</vt:lpstr>
      <vt:lpstr>Kill the Clipboard!</vt:lpstr>
      <vt:lpstr>PowerPoint Presentation</vt:lpstr>
    </vt:vector>
  </TitlesOfParts>
  <Manager/>
  <Company>Lansi-Uudenmaan hyvinvointialue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Vihula Veera</dc:creator>
  <cp:keywords/>
  <dc:description/>
  <cp:lastModifiedBy>Mikael Rinnetmäki</cp:lastModifiedBy>
  <cp:revision>15</cp:revision>
  <dcterms:created xsi:type="dcterms:W3CDTF">2026-10-08T06:40:21Z</dcterms:created>
  <dcterms:modified xsi:type="dcterms:W3CDTF">2026-10-14T09:11:05Z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2023-06-05T07:08:02Z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af159990-de6b-414c-bf46-292737142613</vt:lpwstr>
  </property>
  <property fmtid="{D5CDD505-2E9C-101B-9397-08002B2CF9AE}" pid="7" name="MSIP_Label_defa4170-0d19-0005-0004-bc88714345d2_ActionId">
    <vt:lpwstr>852f9aa9-316e-4916-a515-9bf42dddd87e</vt:lpwstr>
  </property>
  <property fmtid="{D5CDD505-2E9C-101B-9397-08002B2CF9AE}" pid="8" name="MSIP_Label_defa4170-0d19-0005-0004-bc88714345d2_ContentBits">
    <vt:lpwstr>0</vt:lpwstr>
  </property>
  <property fmtid="{D5CDD505-2E9C-101B-9397-08002B2CF9AE}" pid="9" name="ContentTypeId">
    <vt:lpwstr>0x010100D1B1DCB4C0748D40AAD960426B477AA6</vt:lpwstr>
  </property>
  <property fmtid="{D5CDD505-2E9C-101B-9397-08002B2CF9AE}" pid="10" name="MediaServiceImageTags">
    <vt:lpwstr/>
  </property>
</Properties>
</file>